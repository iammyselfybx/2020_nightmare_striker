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theme/themeOverride3.xml" ContentType="application/vnd.openxmlformats-officedocument.themeOverr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rts/chart5.xml" ContentType="application/vnd.openxmlformats-officedocument.drawingml.chart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6.xml" ContentType="application/vnd.openxmlformats-officedocument.drawingml.chart+xml"/>
  <Override PartName="/ppt/theme/themeOverride4.xml" ContentType="application/vnd.openxmlformats-officedocument.themeOverride+xml"/>
  <Override PartName="/ppt/charts/chart7.xml" ContentType="application/vnd.openxmlformats-officedocument.drawingml.chart+xml"/>
  <Override PartName="/ppt/theme/themeOverride5.xml" ContentType="application/vnd.openxmlformats-officedocument.themeOverride+xml"/>
  <Override PartName="/ppt/charts/chart8.xml" ContentType="application/vnd.openxmlformats-officedocument.drawingml.chart+xml"/>
  <Override PartName="/ppt/theme/themeOverride6.xml" ContentType="application/vnd.openxmlformats-officedocument.themeOverride+xml"/>
  <Override PartName="/ppt/charts/chart9.xml" ContentType="application/vnd.openxmlformats-officedocument.drawingml.chart+xml"/>
  <Override PartName="/ppt/theme/themeOverride7.xml" ContentType="application/vnd.openxmlformats-officedocument.themeOverr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59"/>
  </p:notesMasterIdLst>
  <p:sldIdLst>
    <p:sldId id="339" r:id="rId2"/>
    <p:sldId id="349" r:id="rId3"/>
    <p:sldId id="346" r:id="rId4"/>
    <p:sldId id="260" r:id="rId5"/>
    <p:sldId id="259" r:id="rId6"/>
    <p:sldId id="262" r:id="rId7"/>
    <p:sldId id="264" r:id="rId8"/>
    <p:sldId id="265" r:id="rId9"/>
    <p:sldId id="347" r:id="rId10"/>
    <p:sldId id="340" r:id="rId11"/>
    <p:sldId id="267" r:id="rId12"/>
    <p:sldId id="268" r:id="rId13"/>
    <p:sldId id="326" r:id="rId14"/>
    <p:sldId id="341" r:id="rId15"/>
    <p:sldId id="323" r:id="rId16"/>
    <p:sldId id="325" r:id="rId17"/>
    <p:sldId id="327" r:id="rId18"/>
    <p:sldId id="328" r:id="rId19"/>
    <p:sldId id="342" r:id="rId20"/>
    <p:sldId id="344" r:id="rId21"/>
    <p:sldId id="334" r:id="rId22"/>
    <p:sldId id="348" r:id="rId23"/>
    <p:sldId id="343" r:id="rId24"/>
    <p:sldId id="277" r:id="rId25"/>
    <p:sldId id="316" r:id="rId26"/>
    <p:sldId id="271" r:id="rId27"/>
    <p:sldId id="272" r:id="rId28"/>
    <p:sldId id="278" r:id="rId29"/>
    <p:sldId id="279" r:id="rId30"/>
    <p:sldId id="317" r:id="rId31"/>
    <p:sldId id="314" r:id="rId32"/>
    <p:sldId id="315" r:id="rId33"/>
    <p:sldId id="282" r:id="rId34"/>
    <p:sldId id="283" r:id="rId35"/>
    <p:sldId id="318" r:id="rId36"/>
    <p:sldId id="304" r:id="rId37"/>
    <p:sldId id="305" r:id="rId38"/>
    <p:sldId id="286" r:id="rId39"/>
    <p:sldId id="287" r:id="rId40"/>
    <p:sldId id="319" r:id="rId41"/>
    <p:sldId id="306" r:id="rId42"/>
    <p:sldId id="307" r:id="rId43"/>
    <p:sldId id="290" r:id="rId44"/>
    <p:sldId id="291" r:id="rId45"/>
    <p:sldId id="320" r:id="rId46"/>
    <p:sldId id="308" r:id="rId47"/>
    <p:sldId id="309" r:id="rId48"/>
    <p:sldId id="294" r:id="rId49"/>
    <p:sldId id="295" r:id="rId50"/>
    <p:sldId id="321" r:id="rId51"/>
    <p:sldId id="310" r:id="rId52"/>
    <p:sldId id="311" r:id="rId53"/>
    <p:sldId id="298" r:id="rId54"/>
    <p:sldId id="299" r:id="rId55"/>
    <p:sldId id="322" r:id="rId56"/>
    <p:sldId id="312" r:id="rId57"/>
    <p:sldId id="313" r:id="rId5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0C5"/>
    <a:srgbClr val="FDB5E0"/>
    <a:srgbClr val="FEEE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30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2.xlsx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3.xlsx"/><Relationship Id="rId1" Type="http://schemas.openxmlformats.org/officeDocument/2006/relationships/themeOverride" Target="../theme/themeOverride2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4.xlsx"/><Relationship Id="rId1" Type="http://schemas.openxmlformats.org/officeDocument/2006/relationships/themeOverride" Target="../theme/themeOverrid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6.xlsx"/><Relationship Id="rId1" Type="http://schemas.openxmlformats.org/officeDocument/2006/relationships/themeOverride" Target="../theme/themeOverride4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7.xlsx"/><Relationship Id="rId1" Type="http://schemas.openxmlformats.org/officeDocument/2006/relationships/themeOverride" Target="../theme/themeOverride5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8.xlsx"/><Relationship Id="rId1" Type="http://schemas.openxmlformats.org/officeDocument/2006/relationships/themeOverride" Target="../theme/themeOverride6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9.xlsx"/><Relationship Id="rId1" Type="http://schemas.openxmlformats.org/officeDocument/2006/relationships/themeOverride" Target="../theme/themeOverride7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8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9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0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1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2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pattFill prst="dkDnDiag">
              <a:fgClr>
                <a:schemeClr val="accent3"/>
              </a:fgClr>
              <a:bgClr>
                <a:schemeClr val="bg1"/>
              </a:bgClr>
            </a:pattFill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</c:spPr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Lbls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1-4月总体</c:v>
                </c:pt>
                <c:pt idx="1">
                  <c:v>1月</c:v>
                </c:pt>
                <c:pt idx="2">
                  <c:v>2月</c:v>
                </c:pt>
                <c:pt idx="3">
                  <c:v>3月</c:v>
                </c:pt>
                <c:pt idx="4">
                  <c:v>4月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-0.10966365862473153</c:v>
                </c:pt>
                <c:pt idx="1">
                  <c:v>-9.1150971720535073E-2</c:v>
                </c:pt>
                <c:pt idx="2">
                  <c:v>2.0558652379365709E-2</c:v>
                </c:pt>
                <c:pt idx="3">
                  <c:v>-0.17615234358699144</c:v>
                </c:pt>
                <c:pt idx="4">
                  <c:v>-0.1464952958543056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overlap val="-25"/>
        <c:axId val="224198016"/>
        <c:axId val="226491008"/>
      </c:barChart>
      <c:catAx>
        <c:axId val="22419801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chemeClr val="tx1"/>
                </a:solidFill>
                <a:latin typeface="+mj-ea"/>
                <a:ea typeface="+mj-ea"/>
              </a:defRPr>
            </a:pPr>
            <a:endParaRPr lang="zh-CN"/>
          </a:p>
        </c:txPr>
        <c:crossAx val="226491008"/>
        <c:crosses val="autoZero"/>
        <c:auto val="1"/>
        <c:lblAlgn val="ctr"/>
        <c:lblOffset val="100"/>
        <c:noMultiLvlLbl val="0"/>
      </c:catAx>
      <c:valAx>
        <c:axId val="226491008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2241980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927510069656513"/>
          <c:y val="5.0115783897966837E-2"/>
          <c:w val="0.86959939775336492"/>
          <c:h val="0.8685390651359374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rgbClr val="4F81BD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Pt>
            <c:idx val="2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Pt>
            <c:idx val="3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Pt>
            <c:idx val="4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Pt>
            <c:idx val="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0928-4CF2-9598-887619062882}"/>
              </c:ext>
            </c:extLst>
          </c:dPt>
          <c:dPt>
            <c:idx val="10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Pt>
            <c:idx val="1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0928-4CF2-9598-887619062882}"/>
              </c:ext>
            </c:extLst>
          </c:dPt>
          <c:dPt>
            <c:idx val="2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0928-4CF2-9598-887619062882}"/>
              </c:ext>
            </c:extLst>
          </c:dPt>
          <c:dPt>
            <c:idx val="22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Pt>
            <c:idx val="23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Pt>
            <c:idx val="24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Pt>
            <c:idx val="25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Pt>
            <c:idx val="27"/>
            <c:invertIfNegative val="0"/>
            <c:bubble3D val="0"/>
            <c:spPr>
              <a:solidFill>
                <a:srgbClr val="F79646">
                  <a:lumMod val="75000"/>
                </a:srgbClr>
              </a:solidFill>
            </c:spPr>
          </c:dPt>
          <c:dLbls>
            <c:txPr>
              <a:bodyPr/>
              <a:lstStyle/>
              <a:p>
                <a:pPr>
                  <a:defRPr sz="10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Sheet1!$A$2:$A$33</c:f>
              <c:strCache>
                <c:ptCount val="32"/>
                <c:pt idx="0">
                  <c:v>广东省</c:v>
                </c:pt>
                <c:pt idx="1">
                  <c:v>江苏省</c:v>
                </c:pt>
                <c:pt idx="2">
                  <c:v>湖南省</c:v>
                </c:pt>
                <c:pt idx="3">
                  <c:v>福建省</c:v>
                </c:pt>
                <c:pt idx="4">
                  <c:v>全国</c:v>
                </c:pt>
                <c:pt idx="5">
                  <c:v>上海市</c:v>
                </c:pt>
                <c:pt idx="6">
                  <c:v>浙江省</c:v>
                </c:pt>
                <c:pt idx="7">
                  <c:v>河南省</c:v>
                </c:pt>
                <c:pt idx="8">
                  <c:v>天津市</c:v>
                </c:pt>
                <c:pt idx="9">
                  <c:v>湖北省</c:v>
                </c:pt>
                <c:pt idx="10">
                  <c:v>北京市</c:v>
                </c:pt>
                <c:pt idx="11">
                  <c:v>重庆市</c:v>
                </c:pt>
                <c:pt idx="12">
                  <c:v>山东省</c:v>
                </c:pt>
                <c:pt idx="13">
                  <c:v>安徽省</c:v>
                </c:pt>
                <c:pt idx="14">
                  <c:v>四川省</c:v>
                </c:pt>
                <c:pt idx="15">
                  <c:v>云南省</c:v>
                </c:pt>
                <c:pt idx="16">
                  <c:v>黑龙江</c:v>
                </c:pt>
                <c:pt idx="17">
                  <c:v>陕西省</c:v>
                </c:pt>
                <c:pt idx="18">
                  <c:v>辽宁省</c:v>
                </c:pt>
                <c:pt idx="19">
                  <c:v>河北省</c:v>
                </c:pt>
                <c:pt idx="20">
                  <c:v>江西省</c:v>
                </c:pt>
                <c:pt idx="21">
                  <c:v>香港</c:v>
                </c:pt>
                <c:pt idx="22">
                  <c:v>广西</c:v>
                </c:pt>
                <c:pt idx="23">
                  <c:v>甘肃省</c:v>
                </c:pt>
                <c:pt idx="24">
                  <c:v>新疆</c:v>
                </c:pt>
                <c:pt idx="25">
                  <c:v>山西省</c:v>
                </c:pt>
                <c:pt idx="26">
                  <c:v>贵州省</c:v>
                </c:pt>
                <c:pt idx="27">
                  <c:v>吉林省</c:v>
                </c:pt>
                <c:pt idx="28">
                  <c:v>海南省</c:v>
                </c:pt>
                <c:pt idx="29">
                  <c:v>内蒙古</c:v>
                </c:pt>
                <c:pt idx="30">
                  <c:v>青海省</c:v>
                </c:pt>
                <c:pt idx="31">
                  <c:v>宁夏</c:v>
                </c:pt>
              </c:strCache>
            </c:strRef>
          </c:cat>
          <c:val>
            <c:numRef>
              <c:f>Sheet1!$B$2:$B$33</c:f>
              <c:numCache>
                <c:formatCode>0.0%</c:formatCode>
                <c:ptCount val="32"/>
                <c:pt idx="0">
                  <c:v>-0.10307171068463311</c:v>
                </c:pt>
                <c:pt idx="1">
                  <c:v>5.2493052909466098E-2</c:v>
                </c:pt>
                <c:pt idx="2">
                  <c:v>0.24732810922363449</c:v>
                </c:pt>
                <c:pt idx="3">
                  <c:v>0.22680053576248402</c:v>
                </c:pt>
                <c:pt idx="4">
                  <c:v>6.2079537745729073E-2</c:v>
                </c:pt>
                <c:pt idx="5">
                  <c:v>-0.1182064053141138</c:v>
                </c:pt>
                <c:pt idx="6">
                  <c:v>-1.8184305978432597E-2</c:v>
                </c:pt>
                <c:pt idx="7">
                  <c:v>-0.31973806611702699</c:v>
                </c:pt>
                <c:pt idx="8">
                  <c:v>-0.16460909841214044</c:v>
                </c:pt>
                <c:pt idx="9">
                  <c:v>-0.32170508687460403</c:v>
                </c:pt>
                <c:pt idx="10">
                  <c:v>0.12779265360347672</c:v>
                </c:pt>
                <c:pt idx="11">
                  <c:v>-1.0246790045805544E-2</c:v>
                </c:pt>
                <c:pt idx="12">
                  <c:v>-0.24200610794574853</c:v>
                </c:pt>
                <c:pt idx="13">
                  <c:v>-0.39803918534829852</c:v>
                </c:pt>
                <c:pt idx="14">
                  <c:v>-0.27228073683487281</c:v>
                </c:pt>
                <c:pt idx="15">
                  <c:v>-8.2843080285715812E-2</c:v>
                </c:pt>
                <c:pt idx="16">
                  <c:v>-0.4485415038580709</c:v>
                </c:pt>
                <c:pt idx="17">
                  <c:v>-0.21875297657789969</c:v>
                </c:pt>
                <c:pt idx="18">
                  <c:v>-0.59138376930481606</c:v>
                </c:pt>
                <c:pt idx="19">
                  <c:v>-0.3465732205308798</c:v>
                </c:pt>
                <c:pt idx="20">
                  <c:v>-0.57771345714842626</c:v>
                </c:pt>
                <c:pt idx="21">
                  <c:v>-0.40098295293048669</c:v>
                </c:pt>
                <c:pt idx="22">
                  <c:v>0.59000383108024335</c:v>
                </c:pt>
                <c:pt idx="23">
                  <c:v>0.53749396337560018</c:v>
                </c:pt>
                <c:pt idx="24">
                  <c:v>1.5317643705088606</c:v>
                </c:pt>
                <c:pt idx="25">
                  <c:v>0.5871973706851874</c:v>
                </c:pt>
                <c:pt idx="26">
                  <c:v>-1.5958579450156784E-2</c:v>
                </c:pt>
                <c:pt idx="27">
                  <c:v>0.55467630890114461</c:v>
                </c:pt>
                <c:pt idx="28">
                  <c:v>-0.28086399699538478</c:v>
                </c:pt>
                <c:pt idx="29">
                  <c:v>-0.7812374056139646</c:v>
                </c:pt>
                <c:pt idx="30">
                  <c:v>-0.45796524509726472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3-0928-4CF2-9598-887619062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axId val="230274944"/>
        <c:axId val="230276480"/>
      </c:barChart>
      <c:catAx>
        <c:axId val="2302749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20" normalizeH="0" baseline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pPr>
            <a:endParaRPr lang="zh-CN"/>
          </a:p>
        </c:txPr>
        <c:crossAx val="230276480"/>
        <c:crosses val="autoZero"/>
        <c:auto val="1"/>
        <c:lblAlgn val="ctr"/>
        <c:lblOffset val="0"/>
        <c:noMultiLvlLbl val="0"/>
      </c:catAx>
      <c:valAx>
        <c:axId val="230276480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230274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7938550646172334"/>
          <c:y val="7.2287439137762297E-2"/>
          <c:w val="0.49700483201397028"/>
          <c:h val="0.88530065990134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rgbClr val="F79646">
                <a:lumMod val="75000"/>
                <a:alpha val="70000"/>
              </a:srgbClr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0928-4CF2-9598-887619062882}"/>
              </c:ext>
            </c:extLst>
          </c:dPt>
          <c:dPt>
            <c:idx val="1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0928-4CF2-9598-887619062882}"/>
              </c:ext>
            </c:extLst>
          </c:dPt>
          <c:dPt>
            <c:idx val="2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0928-4CF2-9598-887619062882}"/>
              </c:ext>
            </c:extLst>
          </c:dPt>
          <c:dPt>
            <c:idx val="27"/>
            <c:invertIfNegative val="0"/>
            <c:bubble3D val="0"/>
          </c:dPt>
          <c:dLbls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婴幼儿奶粉</c:v>
                </c:pt>
                <c:pt idx="1">
                  <c:v>婴幼儿纸尿裤</c:v>
                </c:pt>
                <c:pt idx="2">
                  <c:v>童装/童鞋</c:v>
                </c:pt>
                <c:pt idx="3">
                  <c:v>婴幼儿卫生用品</c:v>
                </c:pt>
                <c:pt idx="4">
                  <c:v>婴幼儿食品</c:v>
                </c:pt>
                <c:pt idx="5">
                  <c:v>孕妇及婴幼儿用品零售服务</c:v>
                </c:pt>
                <c:pt idx="6">
                  <c:v>婴幼儿用品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0.69712391601537493</c:v>
                </c:pt>
                <c:pt idx="1">
                  <c:v>0.24509546142995725</c:v>
                </c:pt>
                <c:pt idx="2">
                  <c:v>2.3526011638497754E-2</c:v>
                </c:pt>
                <c:pt idx="3">
                  <c:v>1.8191521919085706E-2</c:v>
                </c:pt>
                <c:pt idx="4">
                  <c:v>1.1598037926006877E-2</c:v>
                </c:pt>
                <c:pt idx="5">
                  <c:v>2.6821409823003313E-3</c:v>
                </c:pt>
                <c:pt idx="6">
                  <c:v>1.7829100887771458E-3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3-0928-4CF2-9598-887619062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7"/>
        <c:axId val="250477568"/>
        <c:axId val="251867904"/>
      </c:barChart>
      <c:catAx>
        <c:axId val="2504775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none" spc="20" normalizeH="0" baseline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pPr>
            <a:endParaRPr lang="zh-CN"/>
          </a:p>
        </c:txPr>
        <c:crossAx val="251867904"/>
        <c:crosses val="autoZero"/>
        <c:auto val="1"/>
        <c:lblAlgn val="ctr"/>
        <c:lblOffset val="0"/>
        <c:noMultiLvlLbl val="0"/>
      </c:catAx>
      <c:valAx>
        <c:axId val="251867904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250477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927510069656513"/>
          <c:y val="3.6598559326193165E-2"/>
          <c:w val="0.86959939775336492"/>
          <c:h val="0.933742145758075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rgbClr val="2F5897">
                <a:lumMod val="60000"/>
                <a:lumOff val="40000"/>
                <a:alpha val="7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Pt>
            <c:idx val="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0928-4CF2-9598-887619062882}"/>
              </c:ext>
            </c:extLst>
          </c:dPt>
          <c:dPt>
            <c:idx val="1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0928-4CF2-9598-887619062882}"/>
              </c:ext>
            </c:extLst>
          </c:dPt>
          <c:dPt>
            <c:idx val="2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0928-4CF2-9598-887619062882}"/>
              </c:ext>
            </c:extLst>
          </c:dPt>
          <c:dPt>
            <c:idx val="27"/>
            <c:invertIfNegative val="0"/>
            <c:bubble3D val="0"/>
          </c:dPt>
          <c:dLbls>
            <c:dLbl>
              <c:idx val="4"/>
              <c:layout>
                <c:manualLayout>
                  <c:x val="-8.0544622989555476E-2"/>
                  <c:y val="3.20671440547009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0.14766514214751836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婴幼儿奶粉</c:v>
                </c:pt>
                <c:pt idx="1">
                  <c:v>婴幼儿纸尿裤</c:v>
                </c:pt>
                <c:pt idx="2">
                  <c:v>童装/童鞋</c:v>
                </c:pt>
                <c:pt idx="3">
                  <c:v>婴幼儿卫生用品</c:v>
                </c:pt>
                <c:pt idx="4">
                  <c:v>婴幼儿食品</c:v>
                </c:pt>
                <c:pt idx="5">
                  <c:v>孕妇及婴幼儿用品零售服务</c:v>
                </c:pt>
                <c:pt idx="6">
                  <c:v>婴幼儿用品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-0.1303553964635342</c:v>
                </c:pt>
                <c:pt idx="1">
                  <c:v>-7.7791182202098894E-2</c:v>
                </c:pt>
                <c:pt idx="2">
                  <c:v>-7.6293160715744532E-2</c:v>
                </c:pt>
                <c:pt idx="3">
                  <c:v>0.25243822174019775</c:v>
                </c:pt>
                <c:pt idx="4">
                  <c:v>0.46976919124557953</c:v>
                </c:pt>
                <c:pt idx="5">
                  <c:v>-9.716091621497315E-2</c:v>
                </c:pt>
                <c:pt idx="6">
                  <c:v>-0.63804924972338806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3-0928-4CF2-9598-887619062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axId val="254556032"/>
        <c:axId val="254557568"/>
      </c:barChart>
      <c:catAx>
        <c:axId val="254556032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low"/>
        <c:crossAx val="254557568"/>
        <c:crosses val="autoZero"/>
        <c:auto val="1"/>
        <c:lblAlgn val="ctr"/>
        <c:lblOffset val="0"/>
        <c:noMultiLvlLbl val="0"/>
      </c:catAx>
      <c:valAx>
        <c:axId val="254557568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254556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>
              <a:lumMod val="50000"/>
            </a:schemeClr>
          </a:solidFill>
        </a:defRPr>
      </a:pPr>
      <a:endParaRPr lang="zh-CN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花费增幅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chemeClr val="accent3"/>
              </a:solidFill>
            </c:spPr>
          </c:dPt>
          <c:dLbls>
            <c:dLbl>
              <c:idx val="0"/>
              <c:layout>
                <c:manualLayout>
                  <c:x val="-2.0833333333333333E-3"/>
                  <c:y val="-3.1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4.1666666666666666E-3"/>
                  <c:y val="0.2124999999999999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0.1468750000000000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2.0833333333333333E-3"/>
                  <c:y val="-4.68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电视</c:v>
                </c:pt>
                <c:pt idx="1">
                  <c:v>商务楼宇视频</c:v>
                </c:pt>
                <c:pt idx="2">
                  <c:v>交通类视频</c:v>
                </c:pt>
                <c:pt idx="3">
                  <c:v>杂志</c:v>
                </c:pt>
                <c:pt idx="4">
                  <c:v>户外</c:v>
                </c:pt>
                <c:pt idx="5">
                  <c:v>电台</c:v>
                </c:pt>
                <c:pt idx="6">
                  <c:v>影院视频</c:v>
                </c:pt>
                <c:pt idx="7">
                  <c:v>报纸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-0.12377384452119766</c:v>
                </c:pt>
                <c:pt idx="1">
                  <c:v>0.76132185247792661</c:v>
                </c:pt>
                <c:pt idx="2">
                  <c:v>-0.66093450133574316</c:v>
                </c:pt>
                <c:pt idx="3">
                  <c:v>-0.66708379244339455</c:v>
                </c:pt>
                <c:pt idx="4">
                  <c:v>-0.36758792206961399</c:v>
                </c:pt>
                <c:pt idx="5">
                  <c:v>-0.23126305109540721</c:v>
                </c:pt>
                <c:pt idx="6">
                  <c:v>-0.48487716409812903</c:v>
                </c:pt>
                <c:pt idx="7">
                  <c:v>-8.9492576400871618E-2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64152192"/>
        <c:axId val="264458624"/>
      </c:barChart>
      <c:catAx>
        <c:axId val="264152192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264458624"/>
        <c:crosses val="autoZero"/>
        <c:auto val="1"/>
        <c:lblAlgn val="ctr"/>
        <c:lblOffset val="100"/>
        <c:noMultiLvlLbl val="0"/>
      </c:catAx>
      <c:valAx>
        <c:axId val="264458624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2641521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7008623438938298"/>
          <c:y val="3.6598559326193165E-2"/>
          <c:w val="0.60878824284067934"/>
          <c:h val="0.9209896450849216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rgbClr val="F79646">
                <a:lumMod val="75000"/>
                <a:alpha val="70000"/>
              </a:srgbClr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0928-4CF2-9598-887619062882}"/>
              </c:ext>
            </c:extLst>
          </c:dPt>
          <c:dPt>
            <c:idx val="1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0928-4CF2-9598-887619062882}"/>
              </c:ext>
            </c:extLst>
          </c:dPt>
          <c:dPt>
            <c:idx val="2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0928-4CF2-9598-887619062882}"/>
              </c:ext>
            </c:extLst>
          </c:dPt>
          <c:dPt>
            <c:idx val="27"/>
            <c:invertIfNegative val="0"/>
            <c:bubble3D val="0"/>
          </c:dPt>
          <c:dLbls>
            <c:dLbl>
              <c:idx val="0"/>
              <c:layout>
                <c:manualLayout>
                  <c:x val="-9.9942598970484756E-2"/>
                  <c:y val="-9.6868717095950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婴幼儿奶粉</c:v>
                </c:pt>
                <c:pt idx="1">
                  <c:v>婴幼儿纸尿裤</c:v>
                </c:pt>
                <c:pt idx="2">
                  <c:v>童装/童鞋</c:v>
                </c:pt>
                <c:pt idx="3">
                  <c:v>婴幼儿卫生用品</c:v>
                </c:pt>
                <c:pt idx="4">
                  <c:v>婴幼儿食品</c:v>
                </c:pt>
                <c:pt idx="5">
                  <c:v>孕妇及婴幼儿用品零售服务</c:v>
                </c:pt>
                <c:pt idx="6">
                  <c:v>婴幼儿用品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0.68664369951958815</c:v>
                </c:pt>
                <c:pt idx="1">
                  <c:v>0.25537397201785345</c:v>
                </c:pt>
                <c:pt idx="2">
                  <c:v>2.316594301470393E-2</c:v>
                </c:pt>
                <c:pt idx="3">
                  <c:v>1.9709727320774806E-2</c:v>
                </c:pt>
                <c:pt idx="4">
                  <c:v>1.197946762744545E-2</c:v>
                </c:pt>
                <c:pt idx="5">
                  <c:v>2.0300155255322861E-3</c:v>
                </c:pt>
                <c:pt idx="6">
                  <c:v>1.0971749741019092E-3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3-0928-4CF2-9598-887619062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axId val="265714304"/>
        <c:axId val="267940224"/>
      </c:barChart>
      <c:catAx>
        <c:axId val="2657143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none" spc="20" normalizeH="0" baseline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pPr>
            <a:endParaRPr lang="zh-CN"/>
          </a:p>
        </c:txPr>
        <c:crossAx val="267940224"/>
        <c:crosses val="autoZero"/>
        <c:auto val="1"/>
        <c:lblAlgn val="ctr"/>
        <c:lblOffset val="0"/>
        <c:noMultiLvlLbl val="0"/>
      </c:catAx>
      <c:valAx>
        <c:axId val="267940224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265714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927510069656513"/>
          <c:y val="3.6598559326193165E-2"/>
          <c:w val="0.86959939775336492"/>
          <c:h val="0.933742145758075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rgbClr val="2F5897">
                <a:lumMod val="60000"/>
                <a:lumOff val="40000"/>
                <a:alpha val="7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Pt>
            <c:idx val="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0928-4CF2-9598-887619062882}"/>
              </c:ext>
            </c:extLst>
          </c:dPt>
          <c:dPt>
            <c:idx val="1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0928-4CF2-9598-887619062882}"/>
              </c:ext>
            </c:extLst>
          </c:dPt>
          <c:dPt>
            <c:idx val="2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0928-4CF2-9598-887619062882}"/>
              </c:ext>
            </c:extLst>
          </c:dPt>
          <c:dPt>
            <c:idx val="27"/>
            <c:invertIfNegative val="0"/>
            <c:bubble3D val="0"/>
          </c:dPt>
          <c:dLbls>
            <c:dLbl>
              <c:idx val="6"/>
              <c:layout>
                <c:manualLayout>
                  <c:x val="-0.15533575661812848"/>
                  <c:y val="5.0499439456222037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婴幼儿奶粉</c:v>
                </c:pt>
                <c:pt idx="1">
                  <c:v>婴幼儿纸尿裤</c:v>
                </c:pt>
                <c:pt idx="2">
                  <c:v>童装/童鞋</c:v>
                </c:pt>
                <c:pt idx="3">
                  <c:v>婴幼儿卫生用品</c:v>
                </c:pt>
                <c:pt idx="4">
                  <c:v>婴幼儿食品</c:v>
                </c:pt>
                <c:pt idx="5">
                  <c:v>孕妇及婴幼儿用品零售服务</c:v>
                </c:pt>
                <c:pt idx="6">
                  <c:v>婴幼儿用品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-0.15164698085739911</c:v>
                </c:pt>
                <c:pt idx="1">
                  <c:v>-9.2022445987135618E-2</c:v>
                </c:pt>
                <c:pt idx="2">
                  <c:v>5.8462221553003697E-3</c:v>
                </c:pt>
                <c:pt idx="3">
                  <c:v>0.38717214809498968</c:v>
                </c:pt>
                <c:pt idx="4">
                  <c:v>0.57696536699961598</c:v>
                </c:pt>
                <c:pt idx="5">
                  <c:v>-5.9125073791486869E-2</c:v>
                </c:pt>
                <c:pt idx="6">
                  <c:v>-0.69722047511595042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3-0928-4CF2-9598-887619062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axId val="299002496"/>
        <c:axId val="299012480"/>
      </c:barChart>
      <c:catAx>
        <c:axId val="299002496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low"/>
        <c:crossAx val="299012480"/>
        <c:crosses val="autoZero"/>
        <c:auto val="1"/>
        <c:lblAlgn val="ctr"/>
        <c:lblOffset val="0"/>
        <c:noMultiLvlLbl val="0"/>
      </c:catAx>
      <c:valAx>
        <c:axId val="299012480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299002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>
              <a:lumMod val="50000"/>
            </a:schemeClr>
          </a:solidFill>
        </a:defRPr>
      </a:pPr>
      <a:endParaRPr lang="zh-CN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7008623438938298"/>
          <c:y val="3.6598559326193165E-2"/>
          <c:w val="0.60878824284067934"/>
          <c:h val="0.9209896450849216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rgbClr val="F79646">
                <a:lumMod val="75000"/>
                <a:alpha val="70000"/>
              </a:srgbClr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0928-4CF2-9598-887619062882}"/>
              </c:ext>
            </c:extLst>
          </c:dPt>
          <c:dPt>
            <c:idx val="1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0928-4CF2-9598-887619062882}"/>
              </c:ext>
            </c:extLst>
          </c:dPt>
          <c:dPt>
            <c:idx val="2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0928-4CF2-9598-887619062882}"/>
              </c:ext>
            </c:extLst>
          </c:dPt>
          <c:dPt>
            <c:idx val="27"/>
            <c:invertIfNegative val="0"/>
            <c:bubble3D val="0"/>
          </c:dPt>
          <c:dLbls>
            <c:dLbl>
              <c:idx val="0"/>
              <c:layout>
                <c:manualLayout>
                  <c:x val="-0.37229535088663052"/>
                  <c:y val="-9.80602761847272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婴幼儿奶粉</c:v>
                </c:pt>
                <c:pt idx="1">
                  <c:v>婴幼儿纸尿裤</c:v>
                </c:pt>
                <c:pt idx="2">
                  <c:v>婴幼儿食品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0.8968437956918045</c:v>
                </c:pt>
                <c:pt idx="1">
                  <c:v>9.4768919976138996E-2</c:v>
                </c:pt>
                <c:pt idx="2">
                  <c:v>8.3872843320564883E-3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3-0928-4CF2-9598-887619062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axId val="328546560"/>
        <c:axId val="328552448"/>
      </c:barChart>
      <c:catAx>
        <c:axId val="3285465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none" spc="20" normalizeH="0" baseline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defRPr>
            </a:pPr>
            <a:endParaRPr lang="zh-CN"/>
          </a:p>
        </c:txPr>
        <c:crossAx val="328552448"/>
        <c:crosses val="autoZero"/>
        <c:auto val="1"/>
        <c:lblAlgn val="ctr"/>
        <c:lblOffset val="0"/>
        <c:noMultiLvlLbl val="0"/>
      </c:catAx>
      <c:valAx>
        <c:axId val="328552448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328546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927510069656513"/>
          <c:y val="3.6598559326193165E-2"/>
          <c:w val="0.86959939775336492"/>
          <c:h val="0.933742145758075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rgbClr val="2F5897">
                <a:lumMod val="60000"/>
                <a:lumOff val="40000"/>
                <a:alpha val="7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Pt>
            <c:idx val="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0928-4CF2-9598-887619062882}"/>
              </c:ext>
            </c:extLst>
          </c:dPt>
          <c:dPt>
            <c:idx val="1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0928-4CF2-9598-887619062882}"/>
              </c:ext>
            </c:extLst>
          </c:dPt>
          <c:dPt>
            <c:idx val="2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0928-4CF2-9598-887619062882}"/>
              </c:ext>
            </c:extLst>
          </c:dPt>
          <c:dPt>
            <c:idx val="27"/>
            <c:invertIfNegative val="0"/>
            <c:bubble3D val="0"/>
          </c:dPt>
          <c:dLbls>
            <c:dLbl>
              <c:idx val="0"/>
              <c:layout>
                <c:manualLayout>
                  <c:x val="-9.9721914177544876E-2"/>
                  <c:y val="-6.41317631374291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13040542907603506"/>
                  <c:y val="2.5249719728111019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59833148506526923"/>
                  <c:y val="-1.6033319530153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0.15533590762042132"/>
                  <c:y val="2.24472533354879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婴幼儿奶粉</c:v>
                </c:pt>
                <c:pt idx="1">
                  <c:v>婴幼儿纸尿裤</c:v>
                </c:pt>
                <c:pt idx="2">
                  <c:v>婴幼儿食品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0.94661127464957129</c:v>
                </c:pt>
                <c:pt idx="1">
                  <c:v>-0.10156731171833504</c:v>
                </c:pt>
                <c:pt idx="2">
                  <c:v>4.4028837719298242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3-0928-4CF2-9598-887619062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axId val="328631424"/>
        <c:axId val="328632960"/>
      </c:barChart>
      <c:catAx>
        <c:axId val="32863142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low"/>
        <c:crossAx val="328632960"/>
        <c:crosses val="autoZero"/>
        <c:auto val="1"/>
        <c:lblAlgn val="ctr"/>
        <c:lblOffset val="0"/>
        <c:noMultiLvlLbl val="0"/>
      </c:catAx>
      <c:valAx>
        <c:axId val="328632960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328631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>
              <a:lumMod val="50000"/>
            </a:schemeClr>
          </a:solidFill>
        </a:defRPr>
      </a:pPr>
      <a:endParaRPr lang="zh-CN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</c:spPr>
          </c:dPt>
          <c:dPt>
            <c:idx val="1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2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3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4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Lbls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1-4月总体</c:v>
                </c:pt>
                <c:pt idx="1">
                  <c:v>1月</c:v>
                </c:pt>
                <c:pt idx="2">
                  <c:v>2月</c:v>
                </c:pt>
                <c:pt idx="3">
                  <c:v>3月</c:v>
                </c:pt>
                <c:pt idx="4">
                  <c:v>4月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-0.1303553964635342</c:v>
                </c:pt>
                <c:pt idx="1">
                  <c:v>-6.2767629511805478E-2</c:v>
                </c:pt>
                <c:pt idx="2">
                  <c:v>0.12911046300870874</c:v>
                </c:pt>
                <c:pt idx="3">
                  <c:v>-0.18207776549313112</c:v>
                </c:pt>
                <c:pt idx="4">
                  <c:v>-0.30814318311244931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28326144"/>
        <c:axId val="328413184"/>
      </c:barChart>
      <c:catAx>
        <c:axId val="32832614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328413184"/>
        <c:crosses val="autoZero"/>
        <c:auto val="1"/>
        <c:lblAlgn val="ctr"/>
        <c:lblOffset val="100"/>
        <c:noMultiLvlLbl val="0"/>
      </c:catAx>
      <c:valAx>
        <c:axId val="328413184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3283261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品牌数量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85</a:t>
                    </a:r>
                    <a:r>
                      <a:rPr lang="zh-CN" altLang="en-US" smtClean="0"/>
                      <a:t>个品牌</a:t>
                    </a:r>
                    <a:endParaRPr lang="en-US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/>
                      <a:t>原有</a:t>
                    </a:r>
                    <a:r>
                      <a:rPr lang="en-US" altLang="en-US" dirty="0" smtClean="0"/>
                      <a:t>43</a:t>
                    </a:r>
                    <a:r>
                      <a:rPr lang="zh-CN" altLang="en-US" dirty="0" smtClean="0"/>
                      <a:t>个品牌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Sheet1!$C$2:$C$3</c:f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Sheet1!$D$2:$D$3</c:f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新增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</c:spPr>
          </c:dPt>
          <c:dLbls>
            <c:dLbl>
              <c:idx val="1"/>
              <c:layout/>
              <c:tx>
                <c:rich>
                  <a:bodyPr/>
                  <a:lstStyle/>
                  <a:p>
                    <a:pPr algn="ctr">
                      <a:defRPr lang="zh-CN" altLang="en-US" sz="1200" b="0" i="0" u="none" strike="noStrike" kern="1200" baseline="0">
                        <a:solidFill>
                          <a:srgbClr val="FF0000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defRPr>
                    </a:pPr>
                    <a:r>
                      <a:rPr lang="zh-CN" altLang="en-US" smtClean="0">
                        <a:solidFill>
                          <a:srgbClr val="FF0000"/>
                        </a:solidFill>
                      </a:rPr>
                      <a:t>新增</a:t>
                    </a:r>
                    <a:r>
                      <a:rPr lang="en-US" altLang="en-US" smtClean="0">
                        <a:solidFill>
                          <a:srgbClr val="FF0000"/>
                        </a:solidFill>
                      </a:rPr>
                      <a:t>23</a:t>
                    </a:r>
                    <a:r>
                      <a:rPr lang="zh-CN" altLang="en-US" smtClean="0">
                        <a:solidFill>
                          <a:srgbClr val="FF0000"/>
                        </a:solidFill>
                      </a:rPr>
                      <a:t>个品牌</a:t>
                    </a:r>
                    <a:endParaRPr lang="en-US" altLang="en-US">
                      <a:solidFill>
                        <a:srgbClr val="FF0000"/>
                      </a:solidFill>
                    </a:endParaRPr>
                  </a:p>
                </c:rich>
              </c:tx>
              <c:spPr>
                <a:solidFill>
                  <a:schemeClr val="accent3">
                    <a:lumMod val="60000"/>
                    <a:lumOff val="40000"/>
                  </a:schemeClr>
                </a:solidFill>
              </c:sp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solidFill>
                <a:schemeClr val="accent3">
                  <a:lumMod val="60000"/>
                  <a:lumOff val="40000"/>
                </a:schemeClr>
              </a:solidFill>
            </c:spPr>
            <c:txPr>
              <a:bodyPr/>
              <a:lstStyle/>
              <a:p>
                <a:pPr algn="ctr">
                  <a:defRPr lang="zh-CN" altLang="en-US" sz="1200" b="0" i="0" u="none" strike="noStrike" kern="1200" baseline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1">
                  <c:v>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28701440"/>
        <c:axId val="328702976"/>
      </c:barChart>
      <c:catAx>
        <c:axId val="3287014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328702976"/>
        <c:crosses val="autoZero"/>
        <c:auto val="1"/>
        <c:lblAlgn val="ctr"/>
        <c:lblOffset val="100"/>
        <c:noMultiLvlLbl val="0"/>
      </c:catAx>
      <c:valAx>
        <c:axId val="3287029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287014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Pt>
            <c:idx val="1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2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3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4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Lbls>
            <c:dLbl>
              <c:idx val="0"/>
              <c:layout>
                <c:manualLayout>
                  <c:x val="-9.3390523350442104E-18"/>
                  <c:y val="-2.79739379815592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1-4月总体</c:v>
                </c:pt>
                <c:pt idx="1">
                  <c:v>1月</c:v>
                </c:pt>
                <c:pt idx="2">
                  <c:v>2月</c:v>
                </c:pt>
                <c:pt idx="3">
                  <c:v>3月</c:v>
                </c:pt>
                <c:pt idx="4">
                  <c:v>4月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-7.7791182202098894E-2</c:v>
                </c:pt>
                <c:pt idx="1">
                  <c:v>-0.22439549879447684</c:v>
                </c:pt>
                <c:pt idx="2">
                  <c:v>-0.27865001730965377</c:v>
                </c:pt>
                <c:pt idx="3">
                  <c:v>-0.16695241303011732</c:v>
                </c:pt>
                <c:pt idx="4">
                  <c:v>0.65137278375020125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684992"/>
        <c:axId val="45718144"/>
      </c:barChart>
      <c:catAx>
        <c:axId val="45684992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45718144"/>
        <c:crosses val="autoZero"/>
        <c:auto val="1"/>
        <c:lblAlgn val="ctr"/>
        <c:lblOffset val="100"/>
        <c:noMultiLvlLbl val="0"/>
      </c:catAx>
      <c:valAx>
        <c:axId val="45718144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456849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品牌数量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28</a:t>
                    </a:r>
                    <a:r>
                      <a:rPr lang="zh-CN" altLang="en-US" smtClean="0"/>
                      <a:t>个品牌</a:t>
                    </a:r>
                    <a:endParaRPr lang="en-US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14</a:t>
                    </a:r>
                    <a:r>
                      <a:rPr lang="zh-CN" altLang="en-US" smtClean="0"/>
                      <a:t>个品牌</a:t>
                    </a:r>
                    <a:endParaRPr lang="en-US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Sheet1!$C$2:$C$3</c:f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Sheet1!$D$2:$D$3</c:f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新增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pPr algn="ctr">
                      <a:defRPr lang="zh-CN" altLang="en-US" sz="1200" b="0" i="0" u="none" strike="noStrike" kern="1200" baseline="0">
                        <a:solidFill>
                          <a:srgbClr val="FF0000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defRPr>
                    </a:pPr>
                    <a:r>
                      <a:rPr lang="zh-CN" altLang="en-US" smtClean="0">
                        <a:solidFill>
                          <a:srgbClr val="FF0000"/>
                        </a:solidFill>
                      </a:rPr>
                      <a:t>新增</a:t>
                    </a:r>
                    <a:r>
                      <a:rPr lang="en-US" altLang="en-US" smtClean="0">
                        <a:solidFill>
                          <a:srgbClr val="FF0000"/>
                        </a:solidFill>
                      </a:rPr>
                      <a:t>14</a:t>
                    </a:r>
                    <a:r>
                      <a:rPr lang="zh-CN" altLang="en-US" smtClean="0">
                        <a:solidFill>
                          <a:srgbClr val="FF0000"/>
                        </a:solidFill>
                      </a:rPr>
                      <a:t>个品牌</a:t>
                    </a:r>
                    <a:endParaRPr lang="en-US" altLang="en-US">
                      <a:solidFill>
                        <a:srgbClr val="FF0000"/>
                      </a:solidFill>
                    </a:endParaRP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zh-CN" altLang="en-US" sz="1200" b="0" i="0" u="none" strike="noStrike" kern="1200" baseline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1">
                  <c:v>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6067712"/>
        <c:axId val="46069248"/>
      </c:barChart>
      <c:catAx>
        <c:axId val="460677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46069248"/>
        <c:crosses val="autoZero"/>
        <c:auto val="1"/>
        <c:lblAlgn val="ctr"/>
        <c:lblOffset val="100"/>
        <c:noMultiLvlLbl val="0"/>
      </c:catAx>
      <c:valAx>
        <c:axId val="460692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60677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pattFill prst="dkDnDiag">
              <a:fgClr>
                <a:schemeClr val="accent3"/>
              </a:fgClr>
              <a:bgClr>
                <a:schemeClr val="bg1"/>
              </a:bgClr>
            </a:pattFill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</c:spPr>
          </c:dPt>
          <c:dPt>
            <c:idx val="1"/>
            <c:invertIfNegative val="0"/>
            <c:bubble3D val="0"/>
          </c:dPt>
          <c:dLbls>
            <c:dLbl>
              <c:idx val="2"/>
              <c:layout>
                <c:manualLayout>
                  <c:x val="6.1128219491689024E-3"/>
                  <c:y val="-2.08635099244738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2.0376349572160837E-3"/>
                  <c:y val="-8.74185561923725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1-4月总体</c:v>
                </c:pt>
                <c:pt idx="1">
                  <c:v>1月</c:v>
                </c:pt>
                <c:pt idx="2">
                  <c:v>2月</c:v>
                </c:pt>
                <c:pt idx="3">
                  <c:v>3月</c:v>
                </c:pt>
                <c:pt idx="4">
                  <c:v>4月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-7.6293160715744532E-2</c:v>
                </c:pt>
                <c:pt idx="1">
                  <c:v>0.10733640146695674</c:v>
                </c:pt>
                <c:pt idx="2">
                  <c:v>-0.29006429972786174</c:v>
                </c:pt>
                <c:pt idx="3">
                  <c:v>-8.8289373446682258E-4</c:v>
                </c:pt>
                <c:pt idx="4">
                  <c:v>-9.9622891650927817E-2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999232"/>
        <c:axId val="46002944"/>
      </c:barChart>
      <c:catAx>
        <c:axId val="45999232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46002944"/>
        <c:crosses val="autoZero"/>
        <c:auto val="1"/>
        <c:lblAlgn val="ctr"/>
        <c:lblOffset val="100"/>
        <c:noMultiLvlLbl val="0"/>
      </c:catAx>
      <c:valAx>
        <c:axId val="46002944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459992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品牌数量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160</a:t>
                    </a:r>
                    <a:r>
                      <a:rPr lang="zh-CN" altLang="en-US" smtClean="0"/>
                      <a:t>个品牌</a:t>
                    </a:r>
                    <a:endParaRPr lang="en-US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/>
                      <a:t>原有品牌</a:t>
                    </a:r>
                    <a:r>
                      <a:rPr lang="en-US" altLang="en-US" dirty="0" smtClean="0"/>
                      <a:t>80</a:t>
                    </a:r>
                    <a:r>
                      <a:rPr lang="zh-CN" altLang="en-US" dirty="0" smtClean="0"/>
                      <a:t>个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</c:v>
                </c:pt>
                <c:pt idx="1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Sheet1!$C$2:$C$3</c:f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Sheet1!$D$2:$D$3</c:f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新增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pPr algn="ctr">
                      <a:defRPr lang="zh-CN" altLang="en-US" sz="1200" b="0" i="0" u="none" strike="noStrike" kern="1200" baseline="0">
                        <a:solidFill>
                          <a:srgbClr val="FF0000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n-cs"/>
                      </a:defRPr>
                    </a:pPr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新增品牌</a:t>
                    </a:r>
                    <a:r>
                      <a:rPr lang="en-US" altLang="en-US" dirty="0" smtClean="0">
                        <a:solidFill>
                          <a:srgbClr val="FF0000"/>
                        </a:solidFill>
                      </a:rPr>
                      <a:t>37</a:t>
                    </a:r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个</a:t>
                    </a:r>
                    <a:endParaRPr lang="en-US" altLang="en-US" dirty="0">
                      <a:solidFill>
                        <a:srgbClr val="FF0000"/>
                      </a:solidFill>
                    </a:endParaRP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zh-CN" altLang="en-US" sz="1200" b="0" i="0" u="none" strike="noStrike" kern="1200" baseline="0">
                    <a:solidFill>
                      <a:prstClr val="black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1">
                  <c:v>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6200704"/>
        <c:axId val="46202240"/>
      </c:barChart>
      <c:catAx>
        <c:axId val="462007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46202240"/>
        <c:crosses val="autoZero"/>
        <c:auto val="1"/>
        <c:lblAlgn val="ctr"/>
        <c:lblOffset val="100"/>
        <c:noMultiLvlLbl val="0"/>
      </c:catAx>
      <c:valAx>
        <c:axId val="462022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62007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pattFill prst="dkDnDiag">
              <a:fgClr>
                <a:schemeClr val="accent3"/>
              </a:fgClr>
              <a:bgClr>
                <a:schemeClr val="bg1"/>
              </a:bgClr>
            </a:pattFill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</c:spPr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Lbls>
            <c:dLbl>
              <c:idx val="3"/>
              <c:layout>
                <c:manualLayout>
                  <c:x val="-2.0376349572160837E-3"/>
                  <c:y val="-2.79739379815592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"/>
                  <c:y val="-2.79739379815592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1-4月总体</c:v>
                </c:pt>
                <c:pt idx="1">
                  <c:v>1月</c:v>
                </c:pt>
                <c:pt idx="2">
                  <c:v>2月</c:v>
                </c:pt>
                <c:pt idx="3">
                  <c:v>3月</c:v>
                </c:pt>
                <c:pt idx="4">
                  <c:v>4月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0.25243822174019775</c:v>
                </c:pt>
                <c:pt idx="1">
                  <c:v>1.4691723525471747</c:v>
                </c:pt>
                <c:pt idx="2">
                  <c:v>0.15088311984753947</c:v>
                </c:pt>
                <c:pt idx="3">
                  <c:v>-0.56149426833297045</c:v>
                </c:pt>
                <c:pt idx="4">
                  <c:v>-0.19369014595803952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28731264"/>
        <c:axId val="328792704"/>
      </c:barChart>
      <c:catAx>
        <c:axId val="32873126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200">
                <a:latin typeface="+mj-ea"/>
                <a:ea typeface="+mj-ea"/>
              </a:defRPr>
            </a:pPr>
            <a:endParaRPr lang="zh-CN"/>
          </a:p>
        </c:txPr>
        <c:crossAx val="328792704"/>
        <c:crosses val="autoZero"/>
        <c:auto val="1"/>
        <c:lblAlgn val="ctr"/>
        <c:lblOffset val="100"/>
        <c:noMultiLvlLbl val="0"/>
      </c:catAx>
      <c:valAx>
        <c:axId val="328792704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3287312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品牌数量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33</a:t>
                    </a:r>
                    <a:r>
                      <a:rPr lang="zh-CN" altLang="en-US" smtClean="0"/>
                      <a:t>个品牌</a:t>
                    </a:r>
                    <a:endParaRPr lang="en-US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/>
                      <a:t>原有品牌</a:t>
                    </a:r>
                    <a:r>
                      <a:rPr lang="en-US" altLang="en-US" dirty="0" smtClean="0"/>
                      <a:t>10</a:t>
                    </a:r>
                    <a:r>
                      <a:rPr lang="zh-CN" altLang="en-US" dirty="0" smtClean="0"/>
                      <a:t>个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Sheet1!$C$2:$C$3</c:f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Sheet1!$D$2:$D$3</c:f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新增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新增品牌</a:t>
                    </a:r>
                    <a:r>
                      <a:rPr lang="en-US" altLang="en-US" dirty="0" smtClean="0">
                        <a:solidFill>
                          <a:srgbClr val="FF0000"/>
                        </a:solidFill>
                      </a:rPr>
                      <a:t>9</a:t>
                    </a:r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个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zh-CN" altLang="en-US" sz="1200" b="0" i="0" u="none" strike="noStrike" kern="1200" baseline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1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28857088"/>
        <c:axId val="334964224"/>
      </c:barChart>
      <c:catAx>
        <c:axId val="3288570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334964224"/>
        <c:crosses val="autoZero"/>
        <c:auto val="1"/>
        <c:lblAlgn val="ctr"/>
        <c:lblOffset val="100"/>
        <c:noMultiLvlLbl val="0"/>
      </c:catAx>
      <c:valAx>
        <c:axId val="3349642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288570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pattFill prst="dkDnDiag">
              <a:fgClr>
                <a:schemeClr val="accent3"/>
              </a:fgClr>
              <a:bgClr>
                <a:schemeClr val="bg1"/>
              </a:bgClr>
            </a:pattFill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</c:spPr>
          </c:dPt>
          <c:dPt>
            <c:idx val="1"/>
            <c:invertIfNegative val="0"/>
            <c:bubble3D val="0"/>
          </c:dPt>
          <c:dLbls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1-4月总体</c:v>
                </c:pt>
                <c:pt idx="1">
                  <c:v>1月</c:v>
                </c:pt>
                <c:pt idx="2">
                  <c:v>2月</c:v>
                </c:pt>
                <c:pt idx="3">
                  <c:v>3月</c:v>
                </c:pt>
                <c:pt idx="4">
                  <c:v>4月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0.46976919124557953</c:v>
                </c:pt>
                <c:pt idx="1">
                  <c:v>0.34063437389177342</c:v>
                </c:pt>
                <c:pt idx="2">
                  <c:v>0.67273176263503631</c:v>
                </c:pt>
                <c:pt idx="3">
                  <c:v>0.24476171003097905</c:v>
                </c:pt>
                <c:pt idx="4">
                  <c:v>0.67253171287621061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34913920"/>
        <c:axId val="334916992"/>
      </c:barChart>
      <c:catAx>
        <c:axId val="334913920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334916992"/>
        <c:crosses val="autoZero"/>
        <c:auto val="1"/>
        <c:lblAlgn val="ctr"/>
        <c:lblOffset val="100"/>
        <c:noMultiLvlLbl val="0"/>
      </c:catAx>
      <c:valAx>
        <c:axId val="334916992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3349139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00"/>
      </a:pPr>
      <a:endParaRPr lang="zh-CN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品牌数量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18</a:t>
                    </a:r>
                    <a:r>
                      <a:rPr lang="zh-CN" altLang="en-US" smtClean="0"/>
                      <a:t>个品牌</a:t>
                    </a:r>
                    <a:endParaRPr lang="en-US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/>
                      <a:t>原有品牌</a:t>
                    </a:r>
                    <a:r>
                      <a:rPr lang="en-US" altLang="en-US" dirty="0" smtClean="0"/>
                      <a:t>9</a:t>
                    </a:r>
                    <a:r>
                      <a:rPr lang="zh-CN" altLang="en-US" dirty="0" smtClean="0"/>
                      <a:t>个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Sheet1!$C$2:$C$3</c:f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Sheet1!$D$2:$D$3</c:f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新增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新增品牌</a:t>
                    </a:r>
                    <a:r>
                      <a:rPr lang="en-US" altLang="en-US" dirty="0" smtClean="0">
                        <a:solidFill>
                          <a:srgbClr val="FF0000"/>
                        </a:solidFill>
                      </a:rPr>
                      <a:t>7</a:t>
                    </a:r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个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zh-CN" altLang="en-US" sz="1200" b="0" i="0" u="none" strike="noStrike" kern="1200" baseline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1">
                  <c:v>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34952320"/>
        <c:axId val="335292288"/>
      </c:barChart>
      <c:catAx>
        <c:axId val="3349523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335292288"/>
        <c:crosses val="autoZero"/>
        <c:auto val="1"/>
        <c:lblAlgn val="ctr"/>
        <c:lblOffset val="100"/>
        <c:noMultiLvlLbl val="0"/>
      </c:catAx>
      <c:valAx>
        <c:axId val="335292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49523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Pt>
            <c:idx val="1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2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3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4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Lbls>
            <c:dLbl>
              <c:idx val="2"/>
              <c:layout>
                <c:manualLayout>
                  <c:x val="-4.0752699144320928E-3"/>
                  <c:y val="-7.34315872015929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"/>
                  <c:y val="-4.89543914677286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2.0376349572160837E-3"/>
                  <c:y val="-3.1470680229254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1-4月总体</c:v>
                </c:pt>
                <c:pt idx="1">
                  <c:v>1月</c:v>
                </c:pt>
                <c:pt idx="2">
                  <c:v>2月</c:v>
                </c:pt>
                <c:pt idx="3">
                  <c:v>3月</c:v>
                </c:pt>
                <c:pt idx="4">
                  <c:v>4月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-9.716091621497315E-2</c:v>
                </c:pt>
                <c:pt idx="1">
                  <c:v>-0.22148525062709642</c:v>
                </c:pt>
                <c:pt idx="2">
                  <c:v>-8.0628650788639872E-2</c:v>
                </c:pt>
                <c:pt idx="3">
                  <c:v>-4.2886562861900778E-3</c:v>
                </c:pt>
                <c:pt idx="4">
                  <c:v>-1.0320371641622248E-2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35488512"/>
        <c:axId val="335517568"/>
      </c:barChart>
      <c:catAx>
        <c:axId val="335488512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335517568"/>
        <c:crosses val="autoZero"/>
        <c:auto val="1"/>
        <c:lblAlgn val="ctr"/>
        <c:lblOffset val="100"/>
        <c:noMultiLvlLbl val="0"/>
      </c:catAx>
      <c:valAx>
        <c:axId val="335517568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3354885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品牌数量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62</a:t>
                    </a:r>
                    <a:r>
                      <a:rPr lang="zh-CN" altLang="en-US" smtClean="0"/>
                      <a:t>个品牌</a:t>
                    </a:r>
                    <a:endParaRPr lang="en-US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/>
                      <a:t>原有品牌</a:t>
                    </a:r>
                    <a:r>
                      <a:rPr lang="en-US" altLang="en-US" dirty="0" smtClean="0"/>
                      <a:t>29</a:t>
                    </a:r>
                    <a:r>
                      <a:rPr lang="zh-CN" altLang="en-US" dirty="0" smtClean="0"/>
                      <a:t>个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Sheet1!$C$2:$C$3</c:f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Sheet1!$D$2:$D$3</c:f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新增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新增品牌</a:t>
                    </a:r>
                    <a:r>
                      <a:rPr lang="en-US" altLang="en-US" dirty="0" smtClean="0">
                        <a:solidFill>
                          <a:srgbClr val="FF0000"/>
                        </a:solidFill>
                      </a:rPr>
                      <a:t>31</a:t>
                    </a:r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个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zh-CN" altLang="en-US" sz="1200" b="0" i="0" u="none" strike="noStrike" kern="1200" baseline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1">
                  <c:v>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35569280"/>
        <c:axId val="335593856"/>
      </c:barChart>
      <c:catAx>
        <c:axId val="3355692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335593856"/>
        <c:crosses val="autoZero"/>
        <c:auto val="1"/>
        <c:lblAlgn val="ctr"/>
        <c:lblOffset val="100"/>
        <c:noMultiLvlLbl val="0"/>
      </c:catAx>
      <c:valAx>
        <c:axId val="33559385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55692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增幅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dPt>
            <c:idx val="1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2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3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Pt>
            <c:idx val="4"/>
            <c:invertIfNegative val="0"/>
            <c:bubble3D val="0"/>
            <c:spPr>
              <a:pattFill prst="dkDnDiag">
                <a:fgClr>
                  <a:schemeClr val="accent3"/>
                </a:fgClr>
                <a:bgClr>
                  <a:schemeClr val="bg1"/>
                </a:bgClr>
              </a:pattFill>
            </c:spPr>
          </c:dPt>
          <c:dLbls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1-4月总体</c:v>
                </c:pt>
                <c:pt idx="1">
                  <c:v>1月</c:v>
                </c:pt>
                <c:pt idx="2">
                  <c:v>2月</c:v>
                </c:pt>
                <c:pt idx="3">
                  <c:v>3月</c:v>
                </c:pt>
                <c:pt idx="4">
                  <c:v>4月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-0.63804924972338806</c:v>
                </c:pt>
                <c:pt idx="1">
                  <c:v>-0.51229803332737711</c:v>
                </c:pt>
                <c:pt idx="2">
                  <c:v>-0.62811955624667881</c:v>
                </c:pt>
                <c:pt idx="3">
                  <c:v>-0.65202838690563081</c:v>
                </c:pt>
                <c:pt idx="4">
                  <c:v>-0.71922190875744252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488384"/>
        <c:axId val="45492864"/>
      </c:barChart>
      <c:catAx>
        <c:axId val="454883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45492864"/>
        <c:crosses val="autoZero"/>
        <c:auto val="1"/>
        <c:lblAlgn val="ctr"/>
        <c:lblOffset val="100"/>
        <c:noMultiLvlLbl val="0"/>
      </c:catAx>
      <c:valAx>
        <c:axId val="45492864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45488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品牌数量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79</a:t>
                    </a:r>
                    <a:r>
                      <a:rPr lang="zh-CN" altLang="en-US" smtClean="0"/>
                      <a:t>个品牌</a:t>
                    </a:r>
                    <a:endParaRPr lang="en-US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/>
                      <a:t>原有品牌</a:t>
                    </a:r>
                    <a:r>
                      <a:rPr lang="en-US" altLang="en-US" dirty="0" smtClean="0"/>
                      <a:t>39</a:t>
                    </a:r>
                    <a:r>
                      <a:rPr lang="zh-CN" altLang="en-US" dirty="0" smtClean="0"/>
                      <a:t>个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>
                    <a:latin typeface="华文中宋" panose="02010600040101010101" pitchFamily="2" charset="-122"/>
                    <a:ea typeface="华文中宋" panose="02010600040101010101" pitchFamily="2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Sheet1!$C$2:$C$3</c:f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invertIfNegative val="0"/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Sheet1!$D$2:$D$3</c:f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新增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新增品牌</a:t>
                    </a:r>
                    <a:r>
                      <a:rPr lang="en-US" altLang="en-US" dirty="0" smtClean="0">
                        <a:solidFill>
                          <a:srgbClr val="FF0000"/>
                        </a:solidFill>
                      </a:rPr>
                      <a:t>27</a:t>
                    </a:r>
                    <a:r>
                      <a:rPr lang="zh-CN" altLang="en-US" dirty="0" smtClean="0">
                        <a:solidFill>
                          <a:srgbClr val="FF0000"/>
                        </a:solidFill>
                      </a:rPr>
                      <a:t>个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 algn="ctr">
                  <a:defRPr lang="zh-CN" altLang="en-US" sz="1200" b="0" i="0" u="none" strike="noStrike" kern="1200" baseline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2015年1-4月</c:v>
                </c:pt>
                <c:pt idx="1">
                  <c:v>2016年1-4月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1">
                  <c:v>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79282816"/>
        <c:axId val="279295104"/>
      </c:barChart>
      <c:catAx>
        <c:axId val="27928281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幼圆" panose="02010509060101010101" pitchFamily="49" charset="-122"/>
                <a:ea typeface="幼圆" panose="02010509060101010101" pitchFamily="49" charset="-122"/>
              </a:defRPr>
            </a:pPr>
            <a:endParaRPr lang="zh-CN"/>
          </a:p>
        </c:txPr>
        <c:crossAx val="279295104"/>
        <c:crosses val="autoZero"/>
        <c:auto val="1"/>
        <c:lblAlgn val="ctr"/>
        <c:lblOffset val="100"/>
        <c:noMultiLvlLbl val="0"/>
      </c:catAx>
      <c:valAx>
        <c:axId val="2792951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792828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44B25-1CD8-4521-AFA1-1DF516DA860C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BD93D-198D-4C17-A025-BB191DE9C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339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30820CF-B880-4189-942D-D702A7CBA730}" type="datetimeFigureOut">
              <a:rPr lang="zh-CN" altLang="en-US" smtClean="0"/>
              <a:t>2016/5/31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Other_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0" y="1787748"/>
            <a:ext cx="9144000" cy="3873500"/>
          </a:xfrm>
          <a:custGeom>
            <a:avLst/>
            <a:gdLst>
              <a:gd name="T0" fmla="*/ 9144000 w 9144000"/>
              <a:gd name="T1" fmla="*/ 0 h 3872716"/>
              <a:gd name="T2" fmla="*/ 9144000 w 9144000"/>
              <a:gd name="T3" fmla="*/ 541365 h 3872716"/>
              <a:gd name="T4" fmla="*/ 0 w 9144000"/>
              <a:gd name="T5" fmla="*/ 3890787 h 3872716"/>
              <a:gd name="T6" fmla="*/ 0 w 9144000"/>
              <a:gd name="T7" fmla="*/ 3349420 h 3872716"/>
              <a:gd name="T8" fmla="*/ 9144000 w 9144000"/>
              <a:gd name="T9" fmla="*/ 0 h 38727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144000" h="3872716">
                <a:moveTo>
                  <a:pt x="9144000" y="0"/>
                </a:moveTo>
                <a:lnTo>
                  <a:pt x="9144000" y="538854"/>
                </a:lnTo>
                <a:lnTo>
                  <a:pt x="0" y="3872716"/>
                </a:lnTo>
                <a:lnTo>
                  <a:pt x="0" y="333386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endParaRPr lang="zh-CN" altLang="en-US">
              <a:ea typeface="幼圆"/>
            </a:endParaRPr>
          </a:p>
        </p:txBody>
      </p:sp>
      <p:sp>
        <p:nvSpPr>
          <p:cNvPr id="3" name="MH_Other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6575425"/>
            <a:ext cx="9144000" cy="2968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charset="0"/>
              <a:buNone/>
            </a:pPr>
            <a:endParaRPr lang="zh-CN" altLang="zh-CN" sz="1800">
              <a:solidFill>
                <a:srgbClr val="FFFFFF"/>
              </a:solidFill>
              <a:latin typeface="Arial" charset="0"/>
              <a:ea typeface="幼圆"/>
            </a:endParaRPr>
          </a:p>
        </p:txBody>
      </p:sp>
      <p:sp>
        <p:nvSpPr>
          <p:cNvPr id="4" name="MH_SubTitle_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427984" y="3934361"/>
            <a:ext cx="430961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4000" b="1" dirty="0">
                <a:solidFill>
                  <a:schemeClr val="accent3"/>
                </a:solidFill>
                <a:latin typeface="幼圆"/>
                <a:ea typeface="幼圆"/>
              </a:rPr>
              <a:t>婴幼儿相关行业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altLang="en-US" sz="4000" b="1" dirty="0">
                <a:solidFill>
                  <a:schemeClr val="accent3"/>
                </a:solidFill>
                <a:latin typeface="幼圆"/>
                <a:ea typeface="幼圆"/>
              </a:rPr>
              <a:t>广告营销报告</a:t>
            </a:r>
          </a:p>
        </p:txBody>
      </p:sp>
      <p:sp>
        <p:nvSpPr>
          <p:cNvPr id="6" name="平行四边形 1"/>
          <p:cNvSpPr/>
          <p:nvPr/>
        </p:nvSpPr>
        <p:spPr>
          <a:xfrm>
            <a:off x="682384" y="0"/>
            <a:ext cx="7218365" cy="5061226"/>
          </a:xfrm>
          <a:custGeom>
            <a:avLst/>
            <a:gdLst>
              <a:gd name="connsiteX0" fmla="*/ 0 w 7272808"/>
              <a:gd name="connsiteY0" fmla="*/ 4464496 h 4464496"/>
              <a:gd name="connsiteX1" fmla="*/ 1116124 w 7272808"/>
              <a:gd name="connsiteY1" fmla="*/ 0 h 4464496"/>
              <a:gd name="connsiteX2" fmla="*/ 7272808 w 7272808"/>
              <a:gd name="connsiteY2" fmla="*/ 0 h 4464496"/>
              <a:gd name="connsiteX3" fmla="*/ 6156684 w 7272808"/>
              <a:gd name="connsiteY3" fmla="*/ 4464496 h 4464496"/>
              <a:gd name="connsiteX4" fmla="*/ 0 w 7272808"/>
              <a:gd name="connsiteY4" fmla="*/ 4464496 h 4464496"/>
              <a:gd name="connsiteX0" fmla="*/ 0 w 7272808"/>
              <a:gd name="connsiteY0" fmla="*/ 4464496 h 4464496"/>
              <a:gd name="connsiteX1" fmla="*/ 24744 w 7272808"/>
              <a:gd name="connsiteY1" fmla="*/ 0 h 4464496"/>
              <a:gd name="connsiteX2" fmla="*/ 7272808 w 7272808"/>
              <a:gd name="connsiteY2" fmla="*/ 0 h 4464496"/>
              <a:gd name="connsiteX3" fmla="*/ 6156684 w 7272808"/>
              <a:gd name="connsiteY3" fmla="*/ 4464496 h 4464496"/>
              <a:gd name="connsiteX4" fmla="*/ 0 w 7272808"/>
              <a:gd name="connsiteY4" fmla="*/ 4464496 h 4464496"/>
              <a:gd name="connsiteX0" fmla="*/ 0 w 7272808"/>
              <a:gd name="connsiteY0" fmla="*/ 4464496 h 4464496"/>
              <a:gd name="connsiteX1" fmla="*/ 24744 w 7272808"/>
              <a:gd name="connsiteY1" fmla="*/ 0 h 4464496"/>
              <a:gd name="connsiteX2" fmla="*/ 7272808 w 7272808"/>
              <a:gd name="connsiteY2" fmla="*/ 0 h 4464496"/>
              <a:gd name="connsiteX3" fmla="*/ 7267729 w 7272808"/>
              <a:gd name="connsiteY3" fmla="*/ 2291567 h 4464496"/>
              <a:gd name="connsiteX4" fmla="*/ 0 w 7272808"/>
              <a:gd name="connsiteY4" fmla="*/ 4464496 h 4464496"/>
              <a:gd name="connsiteX0" fmla="*/ 0 w 7277562"/>
              <a:gd name="connsiteY0" fmla="*/ 4464496 h 4464496"/>
              <a:gd name="connsiteX1" fmla="*/ 24744 w 7277562"/>
              <a:gd name="connsiteY1" fmla="*/ 0 h 4464496"/>
              <a:gd name="connsiteX2" fmla="*/ 7272808 w 7277562"/>
              <a:gd name="connsiteY2" fmla="*/ 0 h 4464496"/>
              <a:gd name="connsiteX3" fmla="*/ 7277562 w 7277562"/>
              <a:gd name="connsiteY3" fmla="*/ 1996599 h 4464496"/>
              <a:gd name="connsiteX4" fmla="*/ 0 w 7277562"/>
              <a:gd name="connsiteY4" fmla="*/ 4464496 h 4464496"/>
              <a:gd name="connsiteX0" fmla="*/ 0 w 7257898"/>
              <a:gd name="connsiteY0" fmla="*/ 4592315 h 4592315"/>
              <a:gd name="connsiteX1" fmla="*/ 5080 w 7257898"/>
              <a:gd name="connsiteY1" fmla="*/ 0 h 4592315"/>
              <a:gd name="connsiteX2" fmla="*/ 7253144 w 7257898"/>
              <a:gd name="connsiteY2" fmla="*/ 0 h 4592315"/>
              <a:gd name="connsiteX3" fmla="*/ 7257898 w 7257898"/>
              <a:gd name="connsiteY3" fmla="*/ 1996599 h 4592315"/>
              <a:gd name="connsiteX4" fmla="*/ 0 w 7257898"/>
              <a:gd name="connsiteY4" fmla="*/ 4592315 h 4592315"/>
              <a:gd name="connsiteX0" fmla="*/ 0 w 7253404"/>
              <a:gd name="connsiteY0" fmla="*/ 4592315 h 4592315"/>
              <a:gd name="connsiteX1" fmla="*/ 5080 w 7253404"/>
              <a:gd name="connsiteY1" fmla="*/ 0 h 4592315"/>
              <a:gd name="connsiteX2" fmla="*/ 7253144 w 7253404"/>
              <a:gd name="connsiteY2" fmla="*/ 0 h 4592315"/>
              <a:gd name="connsiteX3" fmla="*/ 7250094 w 7253404"/>
              <a:gd name="connsiteY3" fmla="*/ 1931733 h 4592315"/>
              <a:gd name="connsiteX4" fmla="*/ 0 w 7253404"/>
              <a:gd name="connsiteY4" fmla="*/ 4592315 h 4592315"/>
              <a:gd name="connsiteX0" fmla="*/ 0 w 7253404"/>
              <a:gd name="connsiteY0" fmla="*/ 4592315 h 4592315"/>
              <a:gd name="connsiteX1" fmla="*/ 5080 w 7253404"/>
              <a:gd name="connsiteY1" fmla="*/ 0 h 4592315"/>
              <a:gd name="connsiteX2" fmla="*/ 7253144 w 7253404"/>
              <a:gd name="connsiteY2" fmla="*/ 0 h 4592315"/>
              <a:gd name="connsiteX3" fmla="*/ 7250094 w 7253404"/>
              <a:gd name="connsiteY3" fmla="*/ 1883085 h 4592315"/>
              <a:gd name="connsiteX4" fmla="*/ 0 w 7253404"/>
              <a:gd name="connsiteY4" fmla="*/ 4592315 h 4592315"/>
              <a:gd name="connsiteX0" fmla="*/ 0 w 7261208"/>
              <a:gd name="connsiteY0" fmla="*/ 4640964 h 4640964"/>
              <a:gd name="connsiteX1" fmla="*/ 12884 w 7261208"/>
              <a:gd name="connsiteY1" fmla="*/ 0 h 4640964"/>
              <a:gd name="connsiteX2" fmla="*/ 7260948 w 7261208"/>
              <a:gd name="connsiteY2" fmla="*/ 0 h 4640964"/>
              <a:gd name="connsiteX3" fmla="*/ 7257898 w 7261208"/>
              <a:gd name="connsiteY3" fmla="*/ 1883085 h 4640964"/>
              <a:gd name="connsiteX4" fmla="*/ 0 w 7261208"/>
              <a:gd name="connsiteY4" fmla="*/ 4640964 h 4640964"/>
              <a:gd name="connsiteX0" fmla="*/ 0 w 7277727"/>
              <a:gd name="connsiteY0" fmla="*/ 4640964 h 4640964"/>
              <a:gd name="connsiteX1" fmla="*/ 12884 w 7277727"/>
              <a:gd name="connsiteY1" fmla="*/ 0 h 4640964"/>
              <a:gd name="connsiteX2" fmla="*/ 7260948 w 7277727"/>
              <a:gd name="connsiteY2" fmla="*/ 0 h 4640964"/>
              <a:gd name="connsiteX3" fmla="*/ 7277727 w 7277727"/>
              <a:gd name="connsiteY3" fmla="*/ 2077433 h 4640964"/>
              <a:gd name="connsiteX4" fmla="*/ 0 w 7277727"/>
              <a:gd name="connsiteY4" fmla="*/ 4640964 h 4640964"/>
              <a:gd name="connsiteX0" fmla="*/ 0 w 7277727"/>
              <a:gd name="connsiteY0" fmla="*/ 4640964 h 4640964"/>
              <a:gd name="connsiteX1" fmla="*/ 12884 w 7277727"/>
              <a:gd name="connsiteY1" fmla="*/ 0 h 4640964"/>
              <a:gd name="connsiteX2" fmla="*/ 7260948 w 7277727"/>
              <a:gd name="connsiteY2" fmla="*/ 0 h 4640964"/>
              <a:gd name="connsiteX3" fmla="*/ 7277727 w 7277727"/>
              <a:gd name="connsiteY3" fmla="*/ 2077433 h 4640964"/>
              <a:gd name="connsiteX4" fmla="*/ 38466 w 7277727"/>
              <a:gd name="connsiteY4" fmla="*/ 4492994 h 4640964"/>
              <a:gd name="connsiteX5" fmla="*/ 0 w 7277727"/>
              <a:gd name="connsiteY5" fmla="*/ 4640964 h 4640964"/>
              <a:gd name="connsiteX0" fmla="*/ 0 w 7277727"/>
              <a:gd name="connsiteY0" fmla="*/ 4640964 h 4640964"/>
              <a:gd name="connsiteX1" fmla="*/ 12884 w 7277727"/>
              <a:gd name="connsiteY1" fmla="*/ 0 h 4640964"/>
              <a:gd name="connsiteX2" fmla="*/ 7260948 w 7277727"/>
              <a:gd name="connsiteY2" fmla="*/ 0 h 4640964"/>
              <a:gd name="connsiteX3" fmla="*/ 7277727 w 7277727"/>
              <a:gd name="connsiteY3" fmla="*/ 2077433 h 4640964"/>
              <a:gd name="connsiteX4" fmla="*/ 38466 w 7277727"/>
              <a:gd name="connsiteY4" fmla="*/ 4431156 h 4640964"/>
              <a:gd name="connsiteX5" fmla="*/ 0 w 7277727"/>
              <a:gd name="connsiteY5" fmla="*/ 4640964 h 4640964"/>
              <a:gd name="connsiteX0" fmla="*/ 0 w 7277727"/>
              <a:gd name="connsiteY0" fmla="*/ 4640964 h 4640964"/>
              <a:gd name="connsiteX1" fmla="*/ 12884 w 7277727"/>
              <a:gd name="connsiteY1" fmla="*/ 0 h 4640964"/>
              <a:gd name="connsiteX2" fmla="*/ 7260948 w 7277727"/>
              <a:gd name="connsiteY2" fmla="*/ 0 h 4640964"/>
              <a:gd name="connsiteX3" fmla="*/ 7277727 w 7277727"/>
              <a:gd name="connsiteY3" fmla="*/ 2077433 h 4640964"/>
              <a:gd name="connsiteX4" fmla="*/ 38466 w 7277727"/>
              <a:gd name="connsiteY4" fmla="*/ 4431156 h 4640964"/>
              <a:gd name="connsiteX5" fmla="*/ 0 w 7277727"/>
              <a:gd name="connsiteY5" fmla="*/ 4640964 h 4640964"/>
              <a:gd name="connsiteX0" fmla="*/ 1193 w 7278920"/>
              <a:gd name="connsiteY0" fmla="*/ 4640964 h 4640964"/>
              <a:gd name="connsiteX1" fmla="*/ 14077 w 7278920"/>
              <a:gd name="connsiteY1" fmla="*/ 0 h 4640964"/>
              <a:gd name="connsiteX2" fmla="*/ 7262141 w 7278920"/>
              <a:gd name="connsiteY2" fmla="*/ 0 h 4640964"/>
              <a:gd name="connsiteX3" fmla="*/ 7278920 w 7278920"/>
              <a:gd name="connsiteY3" fmla="*/ 2077433 h 4640964"/>
              <a:gd name="connsiteX4" fmla="*/ 0 w 7278920"/>
              <a:gd name="connsiteY4" fmla="*/ 4448824 h 4640964"/>
              <a:gd name="connsiteX5" fmla="*/ 1193 w 7278920"/>
              <a:gd name="connsiteY5" fmla="*/ 4640964 h 4640964"/>
              <a:gd name="connsiteX0" fmla="*/ 1193 w 7278920"/>
              <a:gd name="connsiteY0" fmla="*/ 4450031 h 4467452"/>
              <a:gd name="connsiteX1" fmla="*/ 14077 w 7278920"/>
              <a:gd name="connsiteY1" fmla="*/ 0 h 4467452"/>
              <a:gd name="connsiteX2" fmla="*/ 7262141 w 7278920"/>
              <a:gd name="connsiteY2" fmla="*/ 0 h 4467452"/>
              <a:gd name="connsiteX3" fmla="*/ 7278920 w 7278920"/>
              <a:gd name="connsiteY3" fmla="*/ 2077433 h 4467452"/>
              <a:gd name="connsiteX4" fmla="*/ 0 w 7278920"/>
              <a:gd name="connsiteY4" fmla="*/ 4448824 h 4467452"/>
              <a:gd name="connsiteX5" fmla="*/ 1193 w 7278920"/>
              <a:gd name="connsiteY5" fmla="*/ 4450031 h 4467452"/>
              <a:gd name="connsiteX0" fmla="*/ 1193 w 7278920"/>
              <a:gd name="connsiteY0" fmla="*/ 4450031 h 4467452"/>
              <a:gd name="connsiteX1" fmla="*/ 14077 w 7278920"/>
              <a:gd name="connsiteY1" fmla="*/ 0 h 4467452"/>
              <a:gd name="connsiteX2" fmla="*/ 7262141 w 7278920"/>
              <a:gd name="connsiteY2" fmla="*/ 0 h 4467452"/>
              <a:gd name="connsiteX3" fmla="*/ 7278920 w 7278920"/>
              <a:gd name="connsiteY3" fmla="*/ 2112148 h 4467452"/>
              <a:gd name="connsiteX4" fmla="*/ 0 w 7278920"/>
              <a:gd name="connsiteY4" fmla="*/ 4448824 h 4467452"/>
              <a:gd name="connsiteX5" fmla="*/ 1193 w 7278920"/>
              <a:gd name="connsiteY5" fmla="*/ 4450031 h 4467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78920" h="4467452">
                <a:moveTo>
                  <a:pt x="1193" y="4450031"/>
                </a:moveTo>
                <a:cubicBezTo>
                  <a:pt x="2886" y="2919259"/>
                  <a:pt x="12384" y="1530772"/>
                  <a:pt x="14077" y="0"/>
                </a:cubicBezTo>
                <a:lnTo>
                  <a:pt x="7262141" y="0"/>
                </a:lnTo>
                <a:cubicBezTo>
                  <a:pt x="7263726" y="665533"/>
                  <a:pt x="7277335" y="1446615"/>
                  <a:pt x="7278920" y="2112148"/>
                </a:cubicBezTo>
                <a:cubicBezTo>
                  <a:pt x="4869138" y="2961505"/>
                  <a:pt x="2399867" y="3678973"/>
                  <a:pt x="0" y="4448824"/>
                </a:cubicBezTo>
                <a:cubicBezTo>
                  <a:pt x="398" y="4512871"/>
                  <a:pt x="795" y="4385984"/>
                  <a:pt x="1193" y="4450031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5652120" y="5459635"/>
            <a:ext cx="3085480" cy="403225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70000"/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Calibri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6D8A8C"/>
              </a:buClr>
              <a:buSzPct val="70000"/>
              <a:buFont typeface="Wingdings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幼圆"/>
                <a:cs typeface="Arial" panose="020B0604020202020204" pitchFamily="34" charset="0"/>
              </a:rPr>
              <a:t>CTR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幼圆"/>
                <a:cs typeface="Arial" panose="020B0604020202020204" pitchFamily="34" charset="0"/>
              </a:rPr>
              <a:t>媒介智讯</a:t>
            </a:r>
          </a:p>
        </p:txBody>
      </p:sp>
    </p:spTree>
    <p:extLst>
      <p:ext uri="{BB962C8B-B14F-4D97-AF65-F5344CB8AC3E}">
        <p14:creationId xmlns:p14="http://schemas.microsoft.com/office/powerpoint/2010/main" val="163999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378460" y="572605"/>
            <a:ext cx="8340725" cy="4801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掘金婴幼儿市场，广告还需努力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95536" y="1364575"/>
            <a:ext cx="8340725" cy="1200329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</a:rPr>
              <a:t>全面二孩到来后，业内都预测中国母婴市场将进入高增长时期。相关企业似乎都已经在摩拳擦掌，力抢市场先机。</a:t>
            </a:r>
            <a:endParaRPr kumimoji="0" lang="en-US" altLang="zh-CN" sz="1600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noProof="0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幼圆"/>
                <a:cs typeface="Arial" panose="020B0604020202020204" pitchFamily="34" charset="0"/>
              </a:rPr>
              <a:t>CTR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媒介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智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讯分析了</a:t>
            </a:r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2016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年</a:t>
            </a:r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1-4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月，婴幼儿相关行业的广告投放情况发现，企业在广告方面的投入并没有与市场热度相吻合。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433273" y="2780928"/>
            <a:ext cx="8340725" cy="2857964"/>
          </a:xfrm>
          <a:prstGeom prst="roundRect">
            <a:avLst>
              <a:gd name="adj" fmla="val 710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6213" marR="0" lvl="0" indent="-176213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婴幼儿相关行业的整体投放较去年同期明显下滑。虽然有部分品牌的投放增长努力，但难以改变行业整体的广告费用缩减态势。</a:t>
            </a:r>
            <a:endParaRPr lang="en-US" altLang="zh-CN" sz="1600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 marL="176213" marR="0" lvl="0" indent="-176213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  <a:p>
            <a:pPr marL="176213" marR="0" lvl="0" indent="-176213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noProof="0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多</a:t>
            </a:r>
            <a:r>
              <a:rPr lang="zh-CN" altLang="en-US" sz="1600" noProof="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个相关行业的广告投放有待开发。目前，婴幼儿相关行业的广告投放最大类别是婴幼儿奶粉，婴幼儿食品、婴幼儿用品以及相关零售服务的广告占比还很低。整个行业的竞争还有很大空间。</a:t>
            </a:r>
            <a:endParaRPr lang="en-US" altLang="zh-CN" sz="1600" noProof="0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 marL="176213" marR="0" lvl="0" indent="-176213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600" i="0" u="none" strike="noStrike" kern="1200" cap="none" spc="0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  <a:p>
            <a:pPr marL="176213" marR="0" lvl="0" indent="-176213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i="0" u="none" strike="noStrike" kern="1200" cap="none" spc="0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</a:rPr>
              <a:t>国际品牌占据主流，国产品牌快速成长。在婴幼儿奶粉、纸尿裤类别中，国际品牌有着明显的占比优势。在婴幼儿食品、婴幼儿用品等类别中，国产品牌有一定的增速优势。</a:t>
            </a:r>
            <a:endParaRPr kumimoji="0" lang="en-US" altLang="zh-CN" sz="1600" i="0" u="none" strike="noStrike" kern="1200" cap="none" spc="0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  <a:p>
            <a:pPr marL="176213" marR="0" lvl="0" indent="-176213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 marL="176213" marR="0" lvl="0" indent="-176213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媒体选择单一化。电视仍是婴幼儿相关行业广告投放的最重要平台，户外新媒体的投入费用虽有增长，但参与投放的数量还比较有限。</a:t>
            </a:r>
            <a:endParaRPr kumimoji="0" lang="en-US" altLang="zh-CN" sz="1600" i="0" u="none" strike="noStrike" kern="1200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82665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-12701"/>
            <a:ext cx="5022850" cy="6863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2053" name="矩形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flipH="1">
            <a:off x="0" y="1279525"/>
            <a:ext cx="5010150" cy="4389438"/>
          </a:xfrm>
          <a:prstGeom prst="rect">
            <a:avLst/>
          </a:prstGeom>
          <a:solidFill>
            <a:schemeClr val="accent3">
              <a:alpha val="76077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CN" sz="4000">
                <a:solidFill>
                  <a:srgbClr val="FFFFFF"/>
                </a:solidFill>
                <a:ea typeface="微软雅黑" pitchFamily="34" charset="-122"/>
                <a:sym typeface="宋体" charset="-122"/>
              </a:rPr>
              <a:t>CHAPTER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altLang="zh-CN" sz="16600">
                <a:solidFill>
                  <a:srgbClr val="FFFFFF"/>
                </a:solidFill>
                <a:latin typeface="Impact" pitchFamily="34" charset="0"/>
                <a:ea typeface="微软雅黑" pitchFamily="34" charset="-122"/>
                <a:sym typeface="宋体" charset="-122"/>
              </a:rPr>
              <a:t>01</a:t>
            </a:r>
            <a:endParaRPr lang="zh-CN" altLang="zh-CN" sz="16600">
              <a:solidFill>
                <a:srgbClr val="FFFFFF"/>
              </a:solidFill>
              <a:latin typeface="Impact" pitchFamily="34" charset="0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 bwMode="auto">
          <a:xfrm>
            <a:off x="5004048" y="1279525"/>
            <a:ext cx="3990975" cy="4389438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3600" b="1" dirty="0">
                <a:solidFill>
                  <a:schemeClr val="accent3"/>
                </a:solidFill>
                <a:latin typeface="+mj-lt"/>
                <a:ea typeface="+mj-ea"/>
                <a:cs typeface="Arial" panose="020B0604020202020204" pitchFamily="34" charset="0"/>
              </a:rPr>
              <a:t>婴幼儿相关行业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3600" b="1" dirty="0" smtClean="0">
                <a:solidFill>
                  <a:schemeClr val="accent3"/>
                </a:solidFill>
                <a:latin typeface="+mj-lt"/>
                <a:ea typeface="+mj-ea"/>
                <a:cs typeface="Arial" panose="020B0604020202020204" pitchFamily="34" charset="0"/>
              </a:rPr>
              <a:t>广告格局</a:t>
            </a:r>
            <a:r>
              <a:rPr lang="zh-CN" altLang="en-US" sz="3600" b="1" dirty="0">
                <a:solidFill>
                  <a:schemeClr val="accent3"/>
                </a:solidFill>
                <a:latin typeface="+mj-lt"/>
                <a:ea typeface="+mj-ea"/>
                <a:cs typeface="Arial" panose="020B0604020202020204" pitchFamily="34" charset="0"/>
              </a:rPr>
              <a:t>概览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568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378460" y="184806"/>
            <a:ext cx="8340725" cy="86793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</a:rPr>
              <a:t>花费趋势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</a:rPr>
              <a:t>：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婴幼儿相关行业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</a:rPr>
              <a:t>广告花费降幅逐渐增大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3" name="图表 2"/>
          <p:cNvGraphicFramePr/>
          <p:nvPr>
            <p:extLst>
              <p:ext uri="{D42A27DB-BD31-4B8C-83A1-F6EECF244321}">
                <p14:modId xmlns:p14="http://schemas.microsoft.com/office/powerpoint/2010/main" val="117583107"/>
              </p:ext>
            </p:extLst>
          </p:nvPr>
        </p:nvGraphicFramePr>
        <p:xfrm>
          <a:off x="467544" y="1844824"/>
          <a:ext cx="8251641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9592" y="1619508"/>
            <a:ext cx="7488832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月婴幼儿相关行业广告花费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10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378375" y="307195"/>
            <a:ext cx="8370125" cy="8175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投放区域：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 lvl="0">
              <a:lnSpc>
                <a:spcPct val="100000"/>
              </a:lnSpc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</a:rPr>
              <a:t>中西部地区的增长快于其他地区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727581" y="6481502"/>
            <a:ext cx="3308919" cy="259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按照花费排序 </a:t>
            </a: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graphicFrame>
        <p:nvGraphicFramePr>
          <p:cNvPr id="11" name="图表 10"/>
          <p:cNvGraphicFramePr/>
          <p:nvPr>
            <p:extLst>
              <p:ext uri="{D42A27DB-BD31-4B8C-83A1-F6EECF244321}">
                <p14:modId xmlns:p14="http://schemas.microsoft.com/office/powerpoint/2010/main" val="840202625"/>
              </p:ext>
            </p:extLst>
          </p:nvPr>
        </p:nvGraphicFramePr>
        <p:xfrm>
          <a:off x="519937" y="1124745"/>
          <a:ext cx="8278336" cy="5637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9"/>
          <p:cNvSpPr txBox="1"/>
          <p:nvPr/>
        </p:nvSpPr>
        <p:spPr>
          <a:xfrm>
            <a:off x="3779912" y="6222504"/>
            <a:ext cx="4219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dirty="0" smtClean="0">
                <a:latin typeface="Arial" panose="020B0604020202020204" pitchFamily="34" charset="0"/>
                <a:ea typeface="幼圆"/>
                <a:cs typeface="Arial" panose="020B0604020202020204" pitchFamily="34" charset="0"/>
              </a:rPr>
              <a:t>New</a:t>
            </a:r>
            <a:endParaRPr lang="zh-CN" altLang="en-US" sz="900" dirty="0">
              <a:latin typeface="Arial" panose="020B0604020202020204" pitchFamily="34" charset="0"/>
              <a:ea typeface="幼圆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27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132373"/>
              </p:ext>
            </p:extLst>
          </p:nvPr>
        </p:nvGraphicFramePr>
        <p:xfrm>
          <a:off x="233954" y="1628800"/>
          <a:ext cx="8784976" cy="406190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8784976"/>
              </a:tblGrid>
              <a:tr h="5077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5077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077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077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077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077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077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5077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标题 1"/>
          <p:cNvSpPr txBox="1">
            <a:spLocks/>
          </p:cNvSpPr>
          <p:nvPr/>
        </p:nvSpPr>
        <p:spPr>
          <a:xfrm>
            <a:off x="417736" y="184806"/>
            <a:ext cx="8690768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投放类别：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婴幼儿奶粉占整体广告花费近七成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3954" y="1769928"/>
            <a:ext cx="4320480" cy="30777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 smtClean="0">
                <a:solidFill>
                  <a:schemeClr val="accent3"/>
                </a:solidFill>
                <a:ea typeface="幼圆"/>
              </a:rPr>
              <a:t>2016</a:t>
            </a:r>
            <a:r>
              <a:rPr lang="zh-CN" altLang="en-US" dirty="0" smtClean="0">
                <a:solidFill>
                  <a:schemeClr val="accent3"/>
                </a:solidFill>
                <a:ea typeface="幼圆"/>
              </a:rPr>
              <a:t>年</a:t>
            </a:r>
            <a:r>
              <a:rPr lang="en-US" altLang="zh-CN" dirty="0" smtClean="0">
                <a:solidFill>
                  <a:schemeClr val="accent3"/>
                </a:solidFill>
                <a:ea typeface="幼圆"/>
              </a:rPr>
              <a:t>1-4</a:t>
            </a:r>
            <a:r>
              <a:rPr lang="zh-CN" altLang="en-US" dirty="0" smtClean="0">
                <a:solidFill>
                  <a:schemeClr val="accent3"/>
                </a:solidFill>
                <a:ea typeface="幼圆"/>
              </a:rPr>
              <a:t>月各行业广告</a:t>
            </a:r>
            <a:r>
              <a:rPr lang="zh-CN" altLang="en-US" dirty="0">
                <a:solidFill>
                  <a:schemeClr val="accent3"/>
                </a:solidFill>
                <a:ea typeface="幼圆"/>
              </a:rPr>
              <a:t>花费占</a:t>
            </a:r>
            <a:r>
              <a:rPr lang="zh-CN" altLang="en-US" dirty="0" smtClean="0">
                <a:solidFill>
                  <a:schemeClr val="accent3"/>
                </a:solidFill>
                <a:ea typeface="幼圆"/>
              </a:rPr>
              <a:t>比</a:t>
            </a:r>
            <a:endParaRPr lang="en-US" altLang="zh-CN" dirty="0">
              <a:solidFill>
                <a:schemeClr val="accent3"/>
              </a:solidFill>
              <a:ea typeface="幼圆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15" name="图表 14"/>
          <p:cNvGraphicFramePr/>
          <p:nvPr>
            <p:extLst>
              <p:ext uri="{D42A27DB-BD31-4B8C-83A1-F6EECF244321}">
                <p14:modId xmlns:p14="http://schemas.microsoft.com/office/powerpoint/2010/main" val="3174268357"/>
              </p:ext>
            </p:extLst>
          </p:nvPr>
        </p:nvGraphicFramePr>
        <p:xfrm>
          <a:off x="89938" y="1811060"/>
          <a:ext cx="4752528" cy="4124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 6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80884" y="1782523"/>
            <a:ext cx="4320480" cy="30777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 smtClean="0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2016</a:t>
            </a:r>
            <a:r>
              <a:rPr lang="zh-CN" altLang="en-US" dirty="0" smtClean="0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年</a:t>
            </a:r>
            <a:r>
              <a:rPr lang="en-US" altLang="zh-CN" dirty="0" smtClean="0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1-4</a:t>
            </a:r>
            <a:r>
              <a:rPr lang="zh-CN" altLang="en-US" dirty="0" smtClean="0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月各行业广告花费同比增幅</a:t>
            </a:r>
            <a:endParaRPr lang="en-US" altLang="zh-CN" dirty="0">
              <a:solidFill>
                <a:schemeClr val="tx2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10" name="图表 9"/>
          <p:cNvGraphicFramePr/>
          <p:nvPr>
            <p:extLst>
              <p:ext uri="{D42A27DB-BD31-4B8C-83A1-F6EECF244321}">
                <p14:modId xmlns:p14="http://schemas.microsoft.com/office/powerpoint/2010/main" val="3131541321"/>
              </p:ext>
            </p:extLst>
          </p:nvPr>
        </p:nvGraphicFramePr>
        <p:xfrm>
          <a:off x="3834354" y="2018293"/>
          <a:ext cx="5112568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8456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23528" y="44624"/>
            <a:ext cx="8010253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婴幼儿相关行业广告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花费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榜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单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012379"/>
              </p:ext>
            </p:extLst>
          </p:nvPr>
        </p:nvGraphicFramePr>
        <p:xfrm>
          <a:off x="467547" y="1916830"/>
          <a:ext cx="8208908" cy="4392489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7865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5557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916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4288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94048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9168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75497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惠氏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4.8%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伊利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359.4%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美赞臣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245.8%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妈咪宝贝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-8.7%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帮宝适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-15.7%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燎原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108.0%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雀巢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-50.7%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多美滋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-65.7%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好奇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-16.0%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完达山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-56.4%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雅培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-74.7%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旺旺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50.0%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雅士利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108.3%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皇家美素佳儿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飞鹤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&gt;1000%</a:t>
                      </a:r>
                      <a:endParaRPr lang="en-US" altLang="zh-CN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君乐宝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-42.8%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贝因美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-27.3%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361</a:t>
                      </a: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度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-23.8%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花王妙而舒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&gt;1000.0</a:t>
                      </a: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美素佳儿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-55.9%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3688" y="1484784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8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月婴幼儿相关行业广告花费前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63167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78375" y="44624"/>
            <a:ext cx="8010253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婴幼儿相关行业广告花费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增幅榜单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171123"/>
              </p:ext>
            </p:extLst>
          </p:nvPr>
        </p:nvGraphicFramePr>
        <p:xfrm>
          <a:off x="395536" y="1916831"/>
          <a:ext cx="8071972" cy="4392493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648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622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7220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6409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80727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75498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飞鹤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ANNANNA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21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伊利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BEAN POLE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乖乖狗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22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青蛙王子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澳仕卡牛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红蜻蜓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23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玲宣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QOZAM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海普诺凯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24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小植家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麦西西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阿娜美热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25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邦怡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舒比奇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海王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26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迪迪鹿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合生元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强生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27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美赞臣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花王妙而舒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可爱可亲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澳亨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家得路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美纳多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29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圣元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6375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英氏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婴姿坊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30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吉氏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83668" y="1484784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8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月婴幼儿相关行业广告花费增幅前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30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218897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-12701"/>
            <a:ext cx="5022850" cy="6863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2053" name="矩形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flipH="1">
            <a:off x="0" y="1279525"/>
            <a:ext cx="5010150" cy="4389438"/>
          </a:xfrm>
          <a:prstGeom prst="rect">
            <a:avLst/>
          </a:prstGeom>
          <a:solidFill>
            <a:schemeClr val="accent3">
              <a:alpha val="76077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CN" sz="4000" dirty="0">
                <a:solidFill>
                  <a:srgbClr val="FFFFFF"/>
                </a:solidFill>
                <a:ea typeface="微软雅黑" pitchFamily="34" charset="-122"/>
                <a:sym typeface="宋体" charset="-122"/>
              </a:rPr>
              <a:t>CHAPTER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altLang="zh-CN" sz="16600" dirty="0" smtClean="0">
                <a:solidFill>
                  <a:srgbClr val="FFFFFF"/>
                </a:solidFill>
                <a:latin typeface="Impact" pitchFamily="34" charset="0"/>
                <a:ea typeface="微软雅黑" pitchFamily="34" charset="-122"/>
                <a:sym typeface="宋体" charset="-122"/>
              </a:rPr>
              <a:t>02</a:t>
            </a:r>
            <a:endParaRPr lang="zh-CN" altLang="zh-CN" sz="16600" dirty="0">
              <a:solidFill>
                <a:srgbClr val="FFFFFF"/>
              </a:solidFill>
              <a:latin typeface="Impact" pitchFamily="34" charset="0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 bwMode="auto">
          <a:xfrm>
            <a:off x="5004048" y="1279525"/>
            <a:ext cx="3990975" cy="4389438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3600" b="1" dirty="0">
                <a:solidFill>
                  <a:schemeClr val="accent3"/>
                </a:solidFill>
                <a:latin typeface="+mj-lt"/>
                <a:ea typeface="+mj-ea"/>
                <a:cs typeface="Arial" panose="020B0604020202020204" pitchFamily="34" charset="0"/>
              </a:rPr>
              <a:t>婴幼儿相关行业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3600" b="1" dirty="0">
                <a:solidFill>
                  <a:schemeClr val="accent3"/>
                </a:solidFill>
                <a:latin typeface="+mj-lt"/>
                <a:ea typeface="+mj-ea"/>
                <a:cs typeface="Arial" panose="020B0604020202020204" pitchFamily="34" charset="0"/>
              </a:rPr>
              <a:t>媒体投放分析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515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全媒体投放</a:t>
            </a:r>
            <a:r>
              <a:rPr lang="zh-CN" altLang="en-US" b="1" dirty="0">
                <a:solidFill>
                  <a:schemeClr val="bg1"/>
                </a:solidFill>
                <a:latin typeface="Arial Black"/>
              </a:rPr>
              <a:t>分析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17" t="-964" b="57453"/>
          <a:stretch/>
        </p:blipFill>
        <p:spPr>
          <a:xfrm rot="20671049">
            <a:off x="1018069" y="2720199"/>
            <a:ext cx="1928771" cy="125120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6748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323528" y="332656"/>
            <a:ext cx="8159570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媒介趋势：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商务楼宇视频广告花费增长明显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graphicFrame>
        <p:nvGraphicFramePr>
          <p:cNvPr id="9" name="图表 8"/>
          <p:cNvGraphicFramePr/>
          <p:nvPr>
            <p:extLst>
              <p:ext uri="{D42A27DB-BD31-4B8C-83A1-F6EECF244321}">
                <p14:modId xmlns:p14="http://schemas.microsoft.com/office/powerpoint/2010/main" val="660120999"/>
              </p:ext>
            </p:extLst>
          </p:nvPr>
        </p:nvGraphicFramePr>
        <p:xfrm>
          <a:off x="598772" y="1772816"/>
          <a:ext cx="7946660" cy="3945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2788" y="1603540"/>
            <a:ext cx="7633052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月婴幼儿相关行业分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媒体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花费同比增幅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按照花费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排序 </a:t>
            </a:r>
            <a:r>
              <a:rPr lang="zh-CN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13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400574" y="116632"/>
            <a:ext cx="7627810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媒介分布：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婴幼儿相关行业在电视的广告花费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占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比最大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66703" y="6481502"/>
            <a:ext cx="2069797" cy="259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18" name="MH_Text_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15244" y="4653564"/>
            <a:ext cx="689642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幼圆"/>
                <a:ea typeface="幼圆"/>
              </a:rPr>
              <a:t>91.7%                   6.7%                   0.7% 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19" name="MH_Text_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00844" y="4228746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b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电视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20" name="MH_Text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48239" y="4239742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交通类视频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1315244" y="2692524"/>
            <a:ext cx="952500" cy="808484"/>
          </a:xfrm>
          <a:custGeom>
            <a:avLst/>
            <a:gdLst>
              <a:gd name="T0" fmla="*/ 1372823 w 5484"/>
              <a:gd name="T1" fmla="*/ 154929 h 5484"/>
              <a:gd name="T2" fmla="*/ 1427013 w 5484"/>
              <a:gd name="T3" fmla="*/ 95181 h 5484"/>
              <a:gd name="T4" fmla="*/ 1405476 w 5484"/>
              <a:gd name="T5" fmla="*/ 23274 h 5484"/>
              <a:gd name="T6" fmla="*/ 1333222 w 5484"/>
              <a:gd name="T7" fmla="*/ 1389 h 5484"/>
              <a:gd name="T8" fmla="*/ 1273126 w 5484"/>
              <a:gd name="T9" fmla="*/ 55580 h 5484"/>
              <a:gd name="T10" fmla="*/ 629789 w 5484"/>
              <a:gd name="T11" fmla="*/ 105949 h 5484"/>
              <a:gd name="T12" fmla="*/ 625274 w 5484"/>
              <a:gd name="T13" fmla="*/ 40990 h 5484"/>
              <a:gd name="T14" fmla="*/ 555451 w 5484"/>
              <a:gd name="T15" fmla="*/ 0 h 5484"/>
              <a:gd name="T16" fmla="*/ 489450 w 5484"/>
              <a:gd name="T17" fmla="*/ 34737 h 5484"/>
              <a:gd name="T18" fmla="*/ 482503 w 5484"/>
              <a:gd name="T19" fmla="*/ 110118 h 5484"/>
              <a:gd name="T20" fmla="*/ 547114 w 5484"/>
              <a:gd name="T21" fmla="*/ 158055 h 5484"/>
              <a:gd name="T22" fmla="*/ 134434 w 5484"/>
              <a:gd name="T23" fmla="*/ 477987 h 5484"/>
              <a:gd name="T24" fmla="*/ 57664 w 5484"/>
              <a:gd name="T25" fmla="*/ 512377 h 5484"/>
              <a:gd name="T26" fmla="*/ 9726 w 5484"/>
              <a:gd name="T27" fmla="*/ 579768 h 5484"/>
              <a:gd name="T28" fmla="*/ 695 w 5484"/>
              <a:gd name="T29" fmla="*/ 1762229 h 5484"/>
              <a:gd name="T30" fmla="*/ 31264 w 5484"/>
              <a:gd name="T31" fmla="*/ 1840736 h 5484"/>
              <a:gd name="T32" fmla="*/ 96917 w 5484"/>
              <a:gd name="T33" fmla="*/ 1892147 h 5484"/>
              <a:gd name="T34" fmla="*/ 1754240 w 5484"/>
              <a:gd name="T35" fmla="*/ 1904305 h 5484"/>
              <a:gd name="T36" fmla="*/ 1834830 w 5484"/>
              <a:gd name="T37" fmla="*/ 1877557 h 5484"/>
              <a:gd name="T38" fmla="*/ 1889368 w 5484"/>
              <a:gd name="T39" fmla="*/ 1814683 h 5484"/>
              <a:gd name="T40" fmla="*/ 1905000 w 5484"/>
              <a:gd name="T41" fmla="*/ 634653 h 5484"/>
              <a:gd name="T42" fmla="*/ 1881726 w 5484"/>
              <a:gd name="T43" fmla="*/ 552325 h 5484"/>
              <a:gd name="T44" fmla="*/ 1821630 w 5484"/>
              <a:gd name="T45" fmla="*/ 495008 h 5484"/>
              <a:gd name="T46" fmla="*/ 1428403 w 5484"/>
              <a:gd name="T47" fmla="*/ 1587153 h 5484"/>
              <a:gd name="T48" fmla="*/ 1409297 w 5484"/>
              <a:gd name="T49" fmla="*/ 1662533 h 5484"/>
              <a:gd name="T50" fmla="*/ 1351980 w 5484"/>
              <a:gd name="T51" fmla="*/ 1722976 h 5484"/>
              <a:gd name="T52" fmla="*/ 1269653 w 5484"/>
              <a:gd name="T53" fmla="*/ 1745903 h 5484"/>
              <a:gd name="T54" fmla="*/ 248720 w 5484"/>
              <a:gd name="T55" fmla="*/ 1730271 h 5484"/>
              <a:gd name="T56" fmla="*/ 185845 w 5484"/>
              <a:gd name="T57" fmla="*/ 1675733 h 5484"/>
              <a:gd name="T58" fmla="*/ 159097 w 5484"/>
              <a:gd name="T59" fmla="*/ 1595490 h 5484"/>
              <a:gd name="T60" fmla="*/ 170908 w 5484"/>
              <a:gd name="T61" fmla="*/ 731570 h 5484"/>
              <a:gd name="T62" fmla="*/ 222319 w 5484"/>
              <a:gd name="T63" fmla="*/ 666264 h 5484"/>
              <a:gd name="T64" fmla="*/ 301173 w 5484"/>
              <a:gd name="T65" fmla="*/ 635695 h 5484"/>
              <a:gd name="T66" fmla="*/ 1324538 w 5484"/>
              <a:gd name="T67" fmla="*/ 644379 h 5484"/>
              <a:gd name="T68" fmla="*/ 1392276 w 5484"/>
              <a:gd name="T69" fmla="*/ 692317 h 5484"/>
              <a:gd name="T70" fmla="*/ 1426666 w 5484"/>
              <a:gd name="T71" fmla="*/ 769086 h 5484"/>
              <a:gd name="T72" fmla="*/ 1627101 w 5484"/>
              <a:gd name="T73" fmla="*/ 1343991 h 5484"/>
              <a:gd name="T74" fmla="*/ 1554152 w 5484"/>
              <a:gd name="T75" fmla="*/ 1302306 h 5484"/>
              <a:gd name="T76" fmla="*/ 1513162 w 5484"/>
              <a:gd name="T77" fmla="*/ 1230052 h 5484"/>
              <a:gd name="T78" fmla="*/ 1513162 w 5484"/>
              <a:gd name="T79" fmla="*/ 1150851 h 5484"/>
              <a:gd name="T80" fmla="*/ 1554152 w 5484"/>
              <a:gd name="T81" fmla="*/ 1078249 h 5484"/>
              <a:gd name="T82" fmla="*/ 1627101 w 5484"/>
              <a:gd name="T83" fmla="*/ 1036565 h 5484"/>
              <a:gd name="T84" fmla="*/ 1706302 w 5484"/>
              <a:gd name="T85" fmla="*/ 1036565 h 5484"/>
              <a:gd name="T86" fmla="*/ 1778903 w 5484"/>
              <a:gd name="T87" fmla="*/ 1078249 h 5484"/>
              <a:gd name="T88" fmla="*/ 1820241 w 5484"/>
              <a:gd name="T89" fmla="*/ 1150851 h 5484"/>
              <a:gd name="T90" fmla="*/ 1820241 w 5484"/>
              <a:gd name="T91" fmla="*/ 1230052 h 5484"/>
              <a:gd name="T92" fmla="*/ 1778903 w 5484"/>
              <a:gd name="T93" fmla="*/ 1302306 h 5484"/>
              <a:gd name="T94" fmla="*/ 1706302 w 5484"/>
              <a:gd name="T95" fmla="*/ 1343991 h 5484"/>
              <a:gd name="T96" fmla="*/ 1634743 w 5484"/>
              <a:gd name="T97" fmla="*/ 949026 h 5484"/>
              <a:gd name="T98" fmla="*/ 1559710 w 5484"/>
              <a:gd name="T99" fmla="*/ 910815 h 5484"/>
              <a:gd name="T100" fmla="*/ 1514899 w 5484"/>
              <a:gd name="T101" fmla="*/ 840646 h 5484"/>
              <a:gd name="T102" fmla="*/ 1511078 w 5484"/>
              <a:gd name="T103" fmla="*/ 761792 h 5484"/>
              <a:gd name="T104" fmla="*/ 1548941 w 5484"/>
              <a:gd name="T105" fmla="*/ 686759 h 5484"/>
              <a:gd name="T106" fmla="*/ 1619458 w 5484"/>
              <a:gd name="T107" fmla="*/ 641947 h 5484"/>
              <a:gd name="T108" fmla="*/ 1698660 w 5484"/>
              <a:gd name="T109" fmla="*/ 638126 h 5484"/>
              <a:gd name="T110" fmla="*/ 1773693 w 5484"/>
              <a:gd name="T111" fmla="*/ 675990 h 5484"/>
              <a:gd name="T112" fmla="*/ 1818504 w 5484"/>
              <a:gd name="T113" fmla="*/ 746507 h 5484"/>
              <a:gd name="T114" fmla="*/ 1821978 w 5484"/>
              <a:gd name="T115" fmla="*/ 825361 h 5484"/>
              <a:gd name="T116" fmla="*/ 1784114 w 5484"/>
              <a:gd name="T117" fmla="*/ 900046 h 5484"/>
              <a:gd name="T118" fmla="*/ 1713944 w 5484"/>
              <a:gd name="T119" fmla="*/ 944858 h 548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484" h="5484">
                <a:moveTo>
                  <a:pt x="5026" y="1370"/>
                </a:moveTo>
                <a:lnTo>
                  <a:pt x="3081" y="1370"/>
                </a:lnTo>
                <a:lnTo>
                  <a:pt x="3849" y="449"/>
                </a:lnTo>
                <a:lnTo>
                  <a:pt x="3866" y="454"/>
                </a:lnTo>
                <a:lnTo>
                  <a:pt x="3875" y="455"/>
                </a:lnTo>
                <a:lnTo>
                  <a:pt x="3884" y="456"/>
                </a:lnTo>
                <a:lnTo>
                  <a:pt x="3907" y="455"/>
                </a:lnTo>
                <a:lnTo>
                  <a:pt x="3930" y="451"/>
                </a:lnTo>
                <a:lnTo>
                  <a:pt x="3952" y="446"/>
                </a:lnTo>
                <a:lnTo>
                  <a:pt x="3973" y="438"/>
                </a:lnTo>
                <a:lnTo>
                  <a:pt x="3993" y="428"/>
                </a:lnTo>
                <a:lnTo>
                  <a:pt x="4012" y="417"/>
                </a:lnTo>
                <a:lnTo>
                  <a:pt x="4029" y="404"/>
                </a:lnTo>
                <a:lnTo>
                  <a:pt x="4046" y="389"/>
                </a:lnTo>
                <a:lnTo>
                  <a:pt x="4061" y="373"/>
                </a:lnTo>
                <a:lnTo>
                  <a:pt x="4073" y="356"/>
                </a:lnTo>
                <a:lnTo>
                  <a:pt x="4085" y="336"/>
                </a:lnTo>
                <a:lnTo>
                  <a:pt x="4094" y="317"/>
                </a:lnTo>
                <a:lnTo>
                  <a:pt x="4102" y="296"/>
                </a:lnTo>
                <a:lnTo>
                  <a:pt x="4108" y="274"/>
                </a:lnTo>
                <a:lnTo>
                  <a:pt x="4111" y="251"/>
                </a:lnTo>
                <a:lnTo>
                  <a:pt x="4112" y="228"/>
                </a:lnTo>
                <a:lnTo>
                  <a:pt x="4111" y="204"/>
                </a:lnTo>
                <a:lnTo>
                  <a:pt x="4108" y="182"/>
                </a:lnTo>
                <a:lnTo>
                  <a:pt x="4102" y="160"/>
                </a:lnTo>
                <a:lnTo>
                  <a:pt x="4094" y="139"/>
                </a:lnTo>
                <a:lnTo>
                  <a:pt x="4085" y="118"/>
                </a:lnTo>
                <a:lnTo>
                  <a:pt x="4073" y="100"/>
                </a:lnTo>
                <a:lnTo>
                  <a:pt x="4061" y="83"/>
                </a:lnTo>
                <a:lnTo>
                  <a:pt x="4046" y="67"/>
                </a:lnTo>
                <a:lnTo>
                  <a:pt x="4029" y="52"/>
                </a:lnTo>
                <a:lnTo>
                  <a:pt x="4012" y="38"/>
                </a:lnTo>
                <a:lnTo>
                  <a:pt x="3993" y="27"/>
                </a:lnTo>
                <a:lnTo>
                  <a:pt x="3973" y="17"/>
                </a:lnTo>
                <a:lnTo>
                  <a:pt x="3952" y="10"/>
                </a:lnTo>
                <a:lnTo>
                  <a:pt x="3930" y="4"/>
                </a:lnTo>
                <a:lnTo>
                  <a:pt x="3907" y="1"/>
                </a:lnTo>
                <a:lnTo>
                  <a:pt x="3884" y="0"/>
                </a:lnTo>
                <a:lnTo>
                  <a:pt x="3860" y="1"/>
                </a:lnTo>
                <a:lnTo>
                  <a:pt x="3838" y="4"/>
                </a:lnTo>
                <a:lnTo>
                  <a:pt x="3816" y="10"/>
                </a:lnTo>
                <a:lnTo>
                  <a:pt x="3796" y="17"/>
                </a:lnTo>
                <a:lnTo>
                  <a:pt x="3775" y="27"/>
                </a:lnTo>
                <a:lnTo>
                  <a:pt x="3756" y="38"/>
                </a:lnTo>
                <a:lnTo>
                  <a:pt x="3739" y="52"/>
                </a:lnTo>
                <a:lnTo>
                  <a:pt x="3722" y="67"/>
                </a:lnTo>
                <a:lnTo>
                  <a:pt x="3708" y="83"/>
                </a:lnTo>
                <a:lnTo>
                  <a:pt x="3694" y="100"/>
                </a:lnTo>
                <a:lnTo>
                  <a:pt x="3683" y="118"/>
                </a:lnTo>
                <a:lnTo>
                  <a:pt x="3673" y="139"/>
                </a:lnTo>
                <a:lnTo>
                  <a:pt x="3665" y="160"/>
                </a:lnTo>
                <a:lnTo>
                  <a:pt x="3660" y="182"/>
                </a:lnTo>
                <a:lnTo>
                  <a:pt x="3656" y="204"/>
                </a:lnTo>
                <a:lnTo>
                  <a:pt x="3655" y="228"/>
                </a:lnTo>
                <a:lnTo>
                  <a:pt x="3656" y="247"/>
                </a:lnTo>
                <a:lnTo>
                  <a:pt x="3660" y="267"/>
                </a:lnTo>
                <a:lnTo>
                  <a:pt x="3664" y="287"/>
                </a:lnTo>
                <a:lnTo>
                  <a:pt x="3671" y="305"/>
                </a:lnTo>
                <a:lnTo>
                  <a:pt x="2783" y="1370"/>
                </a:lnTo>
                <a:lnTo>
                  <a:pt x="2700" y="1370"/>
                </a:lnTo>
                <a:lnTo>
                  <a:pt x="1813" y="305"/>
                </a:lnTo>
                <a:lnTo>
                  <a:pt x="1818" y="287"/>
                </a:lnTo>
                <a:lnTo>
                  <a:pt x="1823" y="267"/>
                </a:lnTo>
                <a:lnTo>
                  <a:pt x="1826" y="247"/>
                </a:lnTo>
                <a:lnTo>
                  <a:pt x="1828" y="228"/>
                </a:lnTo>
                <a:lnTo>
                  <a:pt x="1826" y="204"/>
                </a:lnTo>
                <a:lnTo>
                  <a:pt x="1823" y="182"/>
                </a:lnTo>
                <a:lnTo>
                  <a:pt x="1817" y="160"/>
                </a:lnTo>
                <a:lnTo>
                  <a:pt x="1809" y="139"/>
                </a:lnTo>
                <a:lnTo>
                  <a:pt x="1800" y="118"/>
                </a:lnTo>
                <a:lnTo>
                  <a:pt x="1788" y="100"/>
                </a:lnTo>
                <a:lnTo>
                  <a:pt x="1776" y="83"/>
                </a:lnTo>
                <a:lnTo>
                  <a:pt x="1761" y="67"/>
                </a:lnTo>
                <a:lnTo>
                  <a:pt x="1745" y="52"/>
                </a:lnTo>
                <a:lnTo>
                  <a:pt x="1727" y="38"/>
                </a:lnTo>
                <a:lnTo>
                  <a:pt x="1708" y="27"/>
                </a:lnTo>
                <a:lnTo>
                  <a:pt x="1688" y="17"/>
                </a:lnTo>
                <a:lnTo>
                  <a:pt x="1667" y="10"/>
                </a:lnTo>
                <a:lnTo>
                  <a:pt x="1646" y="4"/>
                </a:lnTo>
                <a:lnTo>
                  <a:pt x="1622" y="1"/>
                </a:lnTo>
                <a:lnTo>
                  <a:pt x="1599" y="0"/>
                </a:lnTo>
                <a:lnTo>
                  <a:pt x="1575" y="1"/>
                </a:lnTo>
                <a:lnTo>
                  <a:pt x="1553" y="4"/>
                </a:lnTo>
                <a:lnTo>
                  <a:pt x="1531" y="10"/>
                </a:lnTo>
                <a:lnTo>
                  <a:pt x="1510" y="17"/>
                </a:lnTo>
                <a:lnTo>
                  <a:pt x="1490" y="27"/>
                </a:lnTo>
                <a:lnTo>
                  <a:pt x="1472" y="38"/>
                </a:lnTo>
                <a:lnTo>
                  <a:pt x="1454" y="52"/>
                </a:lnTo>
                <a:lnTo>
                  <a:pt x="1437" y="67"/>
                </a:lnTo>
                <a:lnTo>
                  <a:pt x="1423" y="83"/>
                </a:lnTo>
                <a:lnTo>
                  <a:pt x="1409" y="100"/>
                </a:lnTo>
                <a:lnTo>
                  <a:pt x="1398" y="118"/>
                </a:lnTo>
                <a:lnTo>
                  <a:pt x="1389" y="139"/>
                </a:lnTo>
                <a:lnTo>
                  <a:pt x="1381" y="160"/>
                </a:lnTo>
                <a:lnTo>
                  <a:pt x="1375" y="182"/>
                </a:lnTo>
                <a:lnTo>
                  <a:pt x="1371" y="204"/>
                </a:lnTo>
                <a:lnTo>
                  <a:pt x="1370" y="228"/>
                </a:lnTo>
                <a:lnTo>
                  <a:pt x="1371" y="251"/>
                </a:lnTo>
                <a:lnTo>
                  <a:pt x="1375" y="274"/>
                </a:lnTo>
                <a:lnTo>
                  <a:pt x="1381" y="296"/>
                </a:lnTo>
                <a:lnTo>
                  <a:pt x="1389" y="317"/>
                </a:lnTo>
                <a:lnTo>
                  <a:pt x="1398" y="336"/>
                </a:lnTo>
                <a:lnTo>
                  <a:pt x="1409" y="356"/>
                </a:lnTo>
                <a:lnTo>
                  <a:pt x="1423" y="373"/>
                </a:lnTo>
                <a:lnTo>
                  <a:pt x="1437" y="389"/>
                </a:lnTo>
                <a:lnTo>
                  <a:pt x="1454" y="404"/>
                </a:lnTo>
                <a:lnTo>
                  <a:pt x="1472" y="417"/>
                </a:lnTo>
                <a:lnTo>
                  <a:pt x="1490" y="428"/>
                </a:lnTo>
                <a:lnTo>
                  <a:pt x="1510" y="438"/>
                </a:lnTo>
                <a:lnTo>
                  <a:pt x="1531" y="446"/>
                </a:lnTo>
                <a:lnTo>
                  <a:pt x="1553" y="451"/>
                </a:lnTo>
                <a:lnTo>
                  <a:pt x="1575" y="455"/>
                </a:lnTo>
                <a:lnTo>
                  <a:pt x="1599" y="456"/>
                </a:lnTo>
                <a:lnTo>
                  <a:pt x="1609" y="455"/>
                </a:lnTo>
                <a:lnTo>
                  <a:pt x="1617" y="454"/>
                </a:lnTo>
                <a:lnTo>
                  <a:pt x="1634" y="449"/>
                </a:lnTo>
                <a:lnTo>
                  <a:pt x="2403" y="1370"/>
                </a:lnTo>
                <a:lnTo>
                  <a:pt x="456" y="1370"/>
                </a:lnTo>
                <a:lnTo>
                  <a:pt x="433" y="1371"/>
                </a:lnTo>
                <a:lnTo>
                  <a:pt x="410" y="1372"/>
                </a:lnTo>
                <a:lnTo>
                  <a:pt x="387" y="1376"/>
                </a:lnTo>
                <a:lnTo>
                  <a:pt x="364" y="1379"/>
                </a:lnTo>
                <a:lnTo>
                  <a:pt x="342" y="1385"/>
                </a:lnTo>
                <a:lnTo>
                  <a:pt x="320" y="1391"/>
                </a:lnTo>
                <a:lnTo>
                  <a:pt x="300" y="1397"/>
                </a:lnTo>
                <a:lnTo>
                  <a:pt x="279" y="1406"/>
                </a:lnTo>
                <a:lnTo>
                  <a:pt x="258" y="1415"/>
                </a:lnTo>
                <a:lnTo>
                  <a:pt x="239" y="1425"/>
                </a:lnTo>
                <a:lnTo>
                  <a:pt x="220" y="1437"/>
                </a:lnTo>
                <a:lnTo>
                  <a:pt x="201" y="1448"/>
                </a:lnTo>
                <a:lnTo>
                  <a:pt x="183" y="1461"/>
                </a:lnTo>
                <a:lnTo>
                  <a:pt x="166" y="1475"/>
                </a:lnTo>
                <a:lnTo>
                  <a:pt x="150" y="1489"/>
                </a:lnTo>
                <a:lnTo>
                  <a:pt x="134" y="1504"/>
                </a:lnTo>
                <a:lnTo>
                  <a:pt x="119" y="1520"/>
                </a:lnTo>
                <a:lnTo>
                  <a:pt x="104" y="1537"/>
                </a:lnTo>
                <a:lnTo>
                  <a:pt x="90" y="1554"/>
                </a:lnTo>
                <a:lnTo>
                  <a:pt x="77" y="1571"/>
                </a:lnTo>
                <a:lnTo>
                  <a:pt x="66" y="1590"/>
                </a:lnTo>
                <a:lnTo>
                  <a:pt x="54" y="1610"/>
                </a:lnTo>
                <a:lnTo>
                  <a:pt x="45" y="1629"/>
                </a:lnTo>
                <a:lnTo>
                  <a:pt x="36" y="1649"/>
                </a:lnTo>
                <a:lnTo>
                  <a:pt x="28" y="1669"/>
                </a:lnTo>
                <a:lnTo>
                  <a:pt x="20" y="1691"/>
                </a:lnTo>
                <a:lnTo>
                  <a:pt x="14" y="1713"/>
                </a:lnTo>
                <a:lnTo>
                  <a:pt x="9" y="1735"/>
                </a:lnTo>
                <a:lnTo>
                  <a:pt x="5" y="1757"/>
                </a:lnTo>
                <a:lnTo>
                  <a:pt x="2" y="1780"/>
                </a:lnTo>
                <a:lnTo>
                  <a:pt x="0" y="1803"/>
                </a:lnTo>
                <a:lnTo>
                  <a:pt x="0" y="1827"/>
                </a:lnTo>
                <a:lnTo>
                  <a:pt x="0" y="5026"/>
                </a:lnTo>
                <a:lnTo>
                  <a:pt x="0" y="5049"/>
                </a:lnTo>
                <a:lnTo>
                  <a:pt x="2" y="5073"/>
                </a:lnTo>
                <a:lnTo>
                  <a:pt x="5" y="5095"/>
                </a:lnTo>
                <a:lnTo>
                  <a:pt x="9" y="5118"/>
                </a:lnTo>
                <a:lnTo>
                  <a:pt x="14" y="5140"/>
                </a:lnTo>
                <a:lnTo>
                  <a:pt x="20" y="5162"/>
                </a:lnTo>
                <a:lnTo>
                  <a:pt x="28" y="5183"/>
                </a:lnTo>
                <a:lnTo>
                  <a:pt x="36" y="5204"/>
                </a:lnTo>
                <a:lnTo>
                  <a:pt x="45" y="5224"/>
                </a:lnTo>
                <a:lnTo>
                  <a:pt x="54" y="5244"/>
                </a:lnTo>
                <a:lnTo>
                  <a:pt x="66" y="5263"/>
                </a:lnTo>
                <a:lnTo>
                  <a:pt x="77" y="5282"/>
                </a:lnTo>
                <a:lnTo>
                  <a:pt x="90" y="5299"/>
                </a:lnTo>
                <a:lnTo>
                  <a:pt x="104" y="5316"/>
                </a:lnTo>
                <a:lnTo>
                  <a:pt x="119" y="5334"/>
                </a:lnTo>
                <a:lnTo>
                  <a:pt x="134" y="5349"/>
                </a:lnTo>
                <a:lnTo>
                  <a:pt x="150" y="5365"/>
                </a:lnTo>
                <a:lnTo>
                  <a:pt x="166" y="5379"/>
                </a:lnTo>
                <a:lnTo>
                  <a:pt x="183" y="5393"/>
                </a:lnTo>
                <a:lnTo>
                  <a:pt x="201" y="5405"/>
                </a:lnTo>
                <a:lnTo>
                  <a:pt x="220" y="5417"/>
                </a:lnTo>
                <a:lnTo>
                  <a:pt x="239" y="5428"/>
                </a:lnTo>
                <a:lnTo>
                  <a:pt x="258" y="5437"/>
                </a:lnTo>
                <a:lnTo>
                  <a:pt x="279" y="5447"/>
                </a:lnTo>
                <a:lnTo>
                  <a:pt x="300" y="5456"/>
                </a:lnTo>
                <a:lnTo>
                  <a:pt x="320" y="5463"/>
                </a:lnTo>
                <a:lnTo>
                  <a:pt x="342" y="5469"/>
                </a:lnTo>
                <a:lnTo>
                  <a:pt x="364" y="5474"/>
                </a:lnTo>
                <a:lnTo>
                  <a:pt x="387" y="5478"/>
                </a:lnTo>
                <a:lnTo>
                  <a:pt x="410" y="5481"/>
                </a:lnTo>
                <a:lnTo>
                  <a:pt x="433" y="5482"/>
                </a:lnTo>
                <a:lnTo>
                  <a:pt x="456" y="5484"/>
                </a:lnTo>
                <a:lnTo>
                  <a:pt x="5026" y="5484"/>
                </a:lnTo>
                <a:lnTo>
                  <a:pt x="5050" y="5482"/>
                </a:lnTo>
                <a:lnTo>
                  <a:pt x="5073" y="5481"/>
                </a:lnTo>
                <a:lnTo>
                  <a:pt x="5096" y="5478"/>
                </a:lnTo>
                <a:lnTo>
                  <a:pt x="5118" y="5474"/>
                </a:lnTo>
                <a:lnTo>
                  <a:pt x="5140" y="5469"/>
                </a:lnTo>
                <a:lnTo>
                  <a:pt x="5162" y="5463"/>
                </a:lnTo>
                <a:lnTo>
                  <a:pt x="5184" y="5456"/>
                </a:lnTo>
                <a:lnTo>
                  <a:pt x="5205" y="5447"/>
                </a:lnTo>
                <a:lnTo>
                  <a:pt x="5224" y="5437"/>
                </a:lnTo>
                <a:lnTo>
                  <a:pt x="5244" y="5428"/>
                </a:lnTo>
                <a:lnTo>
                  <a:pt x="5263" y="5417"/>
                </a:lnTo>
                <a:lnTo>
                  <a:pt x="5282" y="5405"/>
                </a:lnTo>
                <a:lnTo>
                  <a:pt x="5299" y="5393"/>
                </a:lnTo>
                <a:lnTo>
                  <a:pt x="5316" y="5379"/>
                </a:lnTo>
                <a:lnTo>
                  <a:pt x="5334" y="5365"/>
                </a:lnTo>
                <a:lnTo>
                  <a:pt x="5350" y="5349"/>
                </a:lnTo>
                <a:lnTo>
                  <a:pt x="5365" y="5334"/>
                </a:lnTo>
                <a:lnTo>
                  <a:pt x="5379" y="5316"/>
                </a:lnTo>
                <a:lnTo>
                  <a:pt x="5393" y="5299"/>
                </a:lnTo>
                <a:lnTo>
                  <a:pt x="5405" y="5282"/>
                </a:lnTo>
                <a:lnTo>
                  <a:pt x="5417" y="5263"/>
                </a:lnTo>
                <a:lnTo>
                  <a:pt x="5428" y="5244"/>
                </a:lnTo>
                <a:lnTo>
                  <a:pt x="5439" y="5224"/>
                </a:lnTo>
                <a:lnTo>
                  <a:pt x="5448" y="5204"/>
                </a:lnTo>
                <a:lnTo>
                  <a:pt x="5456" y="5183"/>
                </a:lnTo>
                <a:lnTo>
                  <a:pt x="5463" y="5162"/>
                </a:lnTo>
                <a:lnTo>
                  <a:pt x="5469" y="5140"/>
                </a:lnTo>
                <a:lnTo>
                  <a:pt x="5474" y="5118"/>
                </a:lnTo>
                <a:lnTo>
                  <a:pt x="5478" y="5095"/>
                </a:lnTo>
                <a:lnTo>
                  <a:pt x="5481" y="5073"/>
                </a:lnTo>
                <a:lnTo>
                  <a:pt x="5482" y="5049"/>
                </a:lnTo>
                <a:lnTo>
                  <a:pt x="5484" y="5026"/>
                </a:lnTo>
                <a:lnTo>
                  <a:pt x="5484" y="1827"/>
                </a:lnTo>
                <a:lnTo>
                  <a:pt x="5482" y="1803"/>
                </a:lnTo>
                <a:lnTo>
                  <a:pt x="5481" y="1780"/>
                </a:lnTo>
                <a:lnTo>
                  <a:pt x="5478" y="1757"/>
                </a:lnTo>
                <a:lnTo>
                  <a:pt x="5474" y="1735"/>
                </a:lnTo>
                <a:lnTo>
                  <a:pt x="5469" y="1713"/>
                </a:lnTo>
                <a:lnTo>
                  <a:pt x="5463" y="1691"/>
                </a:lnTo>
                <a:lnTo>
                  <a:pt x="5456" y="1669"/>
                </a:lnTo>
                <a:lnTo>
                  <a:pt x="5448" y="1649"/>
                </a:lnTo>
                <a:lnTo>
                  <a:pt x="5439" y="1629"/>
                </a:lnTo>
                <a:lnTo>
                  <a:pt x="5428" y="1610"/>
                </a:lnTo>
                <a:lnTo>
                  <a:pt x="5417" y="1590"/>
                </a:lnTo>
                <a:lnTo>
                  <a:pt x="5405" y="1571"/>
                </a:lnTo>
                <a:lnTo>
                  <a:pt x="5393" y="1554"/>
                </a:lnTo>
                <a:lnTo>
                  <a:pt x="5379" y="1537"/>
                </a:lnTo>
                <a:lnTo>
                  <a:pt x="5365" y="1520"/>
                </a:lnTo>
                <a:lnTo>
                  <a:pt x="5350" y="1504"/>
                </a:lnTo>
                <a:lnTo>
                  <a:pt x="5334" y="1489"/>
                </a:lnTo>
                <a:lnTo>
                  <a:pt x="5316" y="1475"/>
                </a:lnTo>
                <a:lnTo>
                  <a:pt x="5299" y="1461"/>
                </a:lnTo>
                <a:lnTo>
                  <a:pt x="5282" y="1448"/>
                </a:lnTo>
                <a:lnTo>
                  <a:pt x="5263" y="1437"/>
                </a:lnTo>
                <a:lnTo>
                  <a:pt x="5244" y="1425"/>
                </a:lnTo>
                <a:lnTo>
                  <a:pt x="5224" y="1415"/>
                </a:lnTo>
                <a:lnTo>
                  <a:pt x="5205" y="1406"/>
                </a:lnTo>
                <a:lnTo>
                  <a:pt x="5184" y="1397"/>
                </a:lnTo>
                <a:lnTo>
                  <a:pt x="5162" y="1391"/>
                </a:lnTo>
                <a:lnTo>
                  <a:pt x="5140" y="1385"/>
                </a:lnTo>
                <a:lnTo>
                  <a:pt x="5118" y="1379"/>
                </a:lnTo>
                <a:lnTo>
                  <a:pt x="5096" y="1376"/>
                </a:lnTo>
                <a:lnTo>
                  <a:pt x="5073" y="1372"/>
                </a:lnTo>
                <a:lnTo>
                  <a:pt x="5050" y="1371"/>
                </a:lnTo>
                <a:lnTo>
                  <a:pt x="5026" y="1370"/>
                </a:lnTo>
                <a:close/>
                <a:moveTo>
                  <a:pt x="4112" y="4569"/>
                </a:moveTo>
                <a:lnTo>
                  <a:pt x="4112" y="4569"/>
                </a:lnTo>
                <a:lnTo>
                  <a:pt x="4111" y="4593"/>
                </a:lnTo>
                <a:lnTo>
                  <a:pt x="4110" y="4616"/>
                </a:lnTo>
                <a:lnTo>
                  <a:pt x="4107" y="4639"/>
                </a:lnTo>
                <a:lnTo>
                  <a:pt x="4103" y="4661"/>
                </a:lnTo>
                <a:lnTo>
                  <a:pt x="4097" y="4683"/>
                </a:lnTo>
                <a:lnTo>
                  <a:pt x="4092" y="4705"/>
                </a:lnTo>
                <a:lnTo>
                  <a:pt x="4085" y="4727"/>
                </a:lnTo>
                <a:lnTo>
                  <a:pt x="4077" y="4747"/>
                </a:lnTo>
                <a:lnTo>
                  <a:pt x="4067" y="4767"/>
                </a:lnTo>
                <a:lnTo>
                  <a:pt x="4057" y="4786"/>
                </a:lnTo>
                <a:lnTo>
                  <a:pt x="4047" y="4806"/>
                </a:lnTo>
                <a:lnTo>
                  <a:pt x="4034" y="4824"/>
                </a:lnTo>
                <a:lnTo>
                  <a:pt x="4021" y="4843"/>
                </a:lnTo>
                <a:lnTo>
                  <a:pt x="4008" y="4860"/>
                </a:lnTo>
                <a:lnTo>
                  <a:pt x="3994" y="4876"/>
                </a:lnTo>
                <a:lnTo>
                  <a:pt x="3979" y="4892"/>
                </a:lnTo>
                <a:lnTo>
                  <a:pt x="3963" y="4907"/>
                </a:lnTo>
                <a:lnTo>
                  <a:pt x="3946" y="4921"/>
                </a:lnTo>
                <a:lnTo>
                  <a:pt x="3929" y="4935"/>
                </a:lnTo>
                <a:lnTo>
                  <a:pt x="3911" y="4948"/>
                </a:lnTo>
                <a:lnTo>
                  <a:pt x="3892" y="4960"/>
                </a:lnTo>
                <a:lnTo>
                  <a:pt x="3873" y="4971"/>
                </a:lnTo>
                <a:lnTo>
                  <a:pt x="3853" y="4981"/>
                </a:lnTo>
                <a:lnTo>
                  <a:pt x="3834" y="4990"/>
                </a:lnTo>
                <a:lnTo>
                  <a:pt x="3813" y="4998"/>
                </a:lnTo>
                <a:lnTo>
                  <a:pt x="3791" y="5005"/>
                </a:lnTo>
                <a:lnTo>
                  <a:pt x="3769" y="5011"/>
                </a:lnTo>
                <a:lnTo>
                  <a:pt x="3747" y="5017"/>
                </a:lnTo>
                <a:lnTo>
                  <a:pt x="3725" y="5020"/>
                </a:lnTo>
                <a:lnTo>
                  <a:pt x="3702" y="5024"/>
                </a:lnTo>
                <a:lnTo>
                  <a:pt x="3679" y="5025"/>
                </a:lnTo>
                <a:lnTo>
                  <a:pt x="3655" y="5026"/>
                </a:lnTo>
                <a:lnTo>
                  <a:pt x="914" y="5026"/>
                </a:lnTo>
                <a:lnTo>
                  <a:pt x="890" y="5025"/>
                </a:lnTo>
                <a:lnTo>
                  <a:pt x="867" y="5024"/>
                </a:lnTo>
                <a:lnTo>
                  <a:pt x="844" y="5020"/>
                </a:lnTo>
                <a:lnTo>
                  <a:pt x="822" y="5017"/>
                </a:lnTo>
                <a:lnTo>
                  <a:pt x="800" y="5011"/>
                </a:lnTo>
                <a:lnTo>
                  <a:pt x="778" y="5005"/>
                </a:lnTo>
                <a:lnTo>
                  <a:pt x="756" y="4998"/>
                </a:lnTo>
                <a:lnTo>
                  <a:pt x="735" y="4990"/>
                </a:lnTo>
                <a:lnTo>
                  <a:pt x="716" y="4981"/>
                </a:lnTo>
                <a:lnTo>
                  <a:pt x="696" y="4971"/>
                </a:lnTo>
                <a:lnTo>
                  <a:pt x="677" y="4960"/>
                </a:lnTo>
                <a:lnTo>
                  <a:pt x="658" y="4948"/>
                </a:lnTo>
                <a:lnTo>
                  <a:pt x="640" y="4935"/>
                </a:lnTo>
                <a:lnTo>
                  <a:pt x="624" y="4921"/>
                </a:lnTo>
                <a:lnTo>
                  <a:pt x="606" y="4907"/>
                </a:lnTo>
                <a:lnTo>
                  <a:pt x="590" y="4892"/>
                </a:lnTo>
                <a:lnTo>
                  <a:pt x="575" y="4876"/>
                </a:lnTo>
                <a:lnTo>
                  <a:pt x="561" y="4860"/>
                </a:lnTo>
                <a:lnTo>
                  <a:pt x="547" y="4843"/>
                </a:lnTo>
                <a:lnTo>
                  <a:pt x="535" y="4824"/>
                </a:lnTo>
                <a:lnTo>
                  <a:pt x="523" y="4806"/>
                </a:lnTo>
                <a:lnTo>
                  <a:pt x="512" y="4786"/>
                </a:lnTo>
                <a:lnTo>
                  <a:pt x="501" y="4767"/>
                </a:lnTo>
                <a:lnTo>
                  <a:pt x="492" y="4747"/>
                </a:lnTo>
                <a:lnTo>
                  <a:pt x="484" y="4727"/>
                </a:lnTo>
                <a:lnTo>
                  <a:pt x="477" y="4705"/>
                </a:lnTo>
                <a:lnTo>
                  <a:pt x="471" y="4683"/>
                </a:lnTo>
                <a:lnTo>
                  <a:pt x="466" y="4661"/>
                </a:lnTo>
                <a:lnTo>
                  <a:pt x="462" y="4639"/>
                </a:lnTo>
                <a:lnTo>
                  <a:pt x="459" y="4616"/>
                </a:lnTo>
                <a:lnTo>
                  <a:pt x="458" y="4593"/>
                </a:lnTo>
                <a:lnTo>
                  <a:pt x="456" y="4569"/>
                </a:lnTo>
                <a:lnTo>
                  <a:pt x="456" y="2284"/>
                </a:lnTo>
                <a:lnTo>
                  <a:pt x="458" y="2261"/>
                </a:lnTo>
                <a:lnTo>
                  <a:pt x="459" y="2238"/>
                </a:lnTo>
                <a:lnTo>
                  <a:pt x="462" y="2214"/>
                </a:lnTo>
                <a:lnTo>
                  <a:pt x="466" y="2193"/>
                </a:lnTo>
                <a:lnTo>
                  <a:pt x="471" y="2170"/>
                </a:lnTo>
                <a:lnTo>
                  <a:pt x="477" y="2148"/>
                </a:lnTo>
                <a:lnTo>
                  <a:pt x="484" y="2127"/>
                </a:lnTo>
                <a:lnTo>
                  <a:pt x="492" y="2106"/>
                </a:lnTo>
                <a:lnTo>
                  <a:pt x="501" y="2085"/>
                </a:lnTo>
                <a:lnTo>
                  <a:pt x="512" y="2066"/>
                </a:lnTo>
                <a:lnTo>
                  <a:pt x="523" y="2047"/>
                </a:lnTo>
                <a:lnTo>
                  <a:pt x="535" y="2029"/>
                </a:lnTo>
                <a:lnTo>
                  <a:pt x="547" y="2011"/>
                </a:lnTo>
                <a:lnTo>
                  <a:pt x="561" y="1993"/>
                </a:lnTo>
                <a:lnTo>
                  <a:pt x="575" y="1977"/>
                </a:lnTo>
                <a:lnTo>
                  <a:pt x="590" y="1961"/>
                </a:lnTo>
                <a:lnTo>
                  <a:pt x="606" y="1946"/>
                </a:lnTo>
                <a:lnTo>
                  <a:pt x="624" y="1931"/>
                </a:lnTo>
                <a:lnTo>
                  <a:pt x="640" y="1918"/>
                </a:lnTo>
                <a:lnTo>
                  <a:pt x="658" y="1906"/>
                </a:lnTo>
                <a:lnTo>
                  <a:pt x="677" y="1893"/>
                </a:lnTo>
                <a:lnTo>
                  <a:pt x="696" y="1883"/>
                </a:lnTo>
                <a:lnTo>
                  <a:pt x="716" y="1872"/>
                </a:lnTo>
                <a:lnTo>
                  <a:pt x="735" y="1863"/>
                </a:lnTo>
                <a:lnTo>
                  <a:pt x="756" y="1855"/>
                </a:lnTo>
                <a:lnTo>
                  <a:pt x="778" y="1848"/>
                </a:lnTo>
                <a:lnTo>
                  <a:pt x="800" y="1841"/>
                </a:lnTo>
                <a:lnTo>
                  <a:pt x="822" y="1837"/>
                </a:lnTo>
                <a:lnTo>
                  <a:pt x="844" y="1832"/>
                </a:lnTo>
                <a:lnTo>
                  <a:pt x="867" y="1830"/>
                </a:lnTo>
                <a:lnTo>
                  <a:pt x="890" y="1827"/>
                </a:lnTo>
                <a:lnTo>
                  <a:pt x="914" y="1827"/>
                </a:lnTo>
                <a:lnTo>
                  <a:pt x="3655" y="1827"/>
                </a:lnTo>
                <a:lnTo>
                  <a:pt x="3679" y="1827"/>
                </a:lnTo>
                <a:lnTo>
                  <a:pt x="3702" y="1830"/>
                </a:lnTo>
                <a:lnTo>
                  <a:pt x="3725" y="1832"/>
                </a:lnTo>
                <a:lnTo>
                  <a:pt x="3747" y="1837"/>
                </a:lnTo>
                <a:lnTo>
                  <a:pt x="3769" y="1841"/>
                </a:lnTo>
                <a:lnTo>
                  <a:pt x="3791" y="1848"/>
                </a:lnTo>
                <a:lnTo>
                  <a:pt x="3813" y="1855"/>
                </a:lnTo>
                <a:lnTo>
                  <a:pt x="3834" y="1863"/>
                </a:lnTo>
                <a:lnTo>
                  <a:pt x="3853" y="1872"/>
                </a:lnTo>
                <a:lnTo>
                  <a:pt x="3873" y="1883"/>
                </a:lnTo>
                <a:lnTo>
                  <a:pt x="3892" y="1893"/>
                </a:lnTo>
                <a:lnTo>
                  <a:pt x="3911" y="1906"/>
                </a:lnTo>
                <a:lnTo>
                  <a:pt x="3929" y="1918"/>
                </a:lnTo>
                <a:lnTo>
                  <a:pt x="3946" y="1931"/>
                </a:lnTo>
                <a:lnTo>
                  <a:pt x="3963" y="1946"/>
                </a:lnTo>
                <a:lnTo>
                  <a:pt x="3979" y="1961"/>
                </a:lnTo>
                <a:lnTo>
                  <a:pt x="3994" y="1977"/>
                </a:lnTo>
                <a:lnTo>
                  <a:pt x="4008" y="1993"/>
                </a:lnTo>
                <a:lnTo>
                  <a:pt x="4021" y="2011"/>
                </a:lnTo>
                <a:lnTo>
                  <a:pt x="4034" y="2029"/>
                </a:lnTo>
                <a:lnTo>
                  <a:pt x="4047" y="2047"/>
                </a:lnTo>
                <a:lnTo>
                  <a:pt x="4057" y="2066"/>
                </a:lnTo>
                <a:lnTo>
                  <a:pt x="4067" y="2085"/>
                </a:lnTo>
                <a:lnTo>
                  <a:pt x="4077" y="2106"/>
                </a:lnTo>
                <a:lnTo>
                  <a:pt x="4085" y="2127"/>
                </a:lnTo>
                <a:lnTo>
                  <a:pt x="4092" y="2148"/>
                </a:lnTo>
                <a:lnTo>
                  <a:pt x="4097" y="2170"/>
                </a:lnTo>
                <a:lnTo>
                  <a:pt x="4103" y="2193"/>
                </a:lnTo>
                <a:lnTo>
                  <a:pt x="4107" y="2214"/>
                </a:lnTo>
                <a:lnTo>
                  <a:pt x="4110" y="2238"/>
                </a:lnTo>
                <a:lnTo>
                  <a:pt x="4111" y="2261"/>
                </a:lnTo>
                <a:lnTo>
                  <a:pt x="4112" y="2284"/>
                </a:lnTo>
                <a:lnTo>
                  <a:pt x="4112" y="4569"/>
                </a:lnTo>
                <a:close/>
                <a:moveTo>
                  <a:pt x="4798" y="3884"/>
                </a:moveTo>
                <a:lnTo>
                  <a:pt x="4798" y="3884"/>
                </a:lnTo>
                <a:lnTo>
                  <a:pt x="4774" y="3883"/>
                </a:lnTo>
                <a:lnTo>
                  <a:pt x="4751" y="3881"/>
                </a:lnTo>
                <a:lnTo>
                  <a:pt x="4728" y="3878"/>
                </a:lnTo>
                <a:lnTo>
                  <a:pt x="4706" y="3874"/>
                </a:lnTo>
                <a:lnTo>
                  <a:pt x="4684" y="3869"/>
                </a:lnTo>
                <a:lnTo>
                  <a:pt x="4662" y="3863"/>
                </a:lnTo>
                <a:lnTo>
                  <a:pt x="4641" y="3855"/>
                </a:lnTo>
                <a:lnTo>
                  <a:pt x="4619" y="3847"/>
                </a:lnTo>
                <a:lnTo>
                  <a:pt x="4600" y="3838"/>
                </a:lnTo>
                <a:lnTo>
                  <a:pt x="4580" y="3829"/>
                </a:lnTo>
                <a:lnTo>
                  <a:pt x="4561" y="3817"/>
                </a:lnTo>
                <a:lnTo>
                  <a:pt x="4542" y="3806"/>
                </a:lnTo>
                <a:lnTo>
                  <a:pt x="4525" y="3793"/>
                </a:lnTo>
                <a:lnTo>
                  <a:pt x="4508" y="3779"/>
                </a:lnTo>
                <a:lnTo>
                  <a:pt x="4490" y="3764"/>
                </a:lnTo>
                <a:lnTo>
                  <a:pt x="4474" y="3749"/>
                </a:lnTo>
                <a:lnTo>
                  <a:pt x="4459" y="3734"/>
                </a:lnTo>
                <a:lnTo>
                  <a:pt x="4445" y="3717"/>
                </a:lnTo>
                <a:lnTo>
                  <a:pt x="4432" y="3700"/>
                </a:lnTo>
                <a:lnTo>
                  <a:pt x="4419" y="3683"/>
                </a:lnTo>
                <a:lnTo>
                  <a:pt x="4407" y="3664"/>
                </a:lnTo>
                <a:lnTo>
                  <a:pt x="4396" y="3644"/>
                </a:lnTo>
                <a:lnTo>
                  <a:pt x="4385" y="3625"/>
                </a:lnTo>
                <a:lnTo>
                  <a:pt x="4376" y="3604"/>
                </a:lnTo>
                <a:lnTo>
                  <a:pt x="4368" y="3583"/>
                </a:lnTo>
                <a:lnTo>
                  <a:pt x="4361" y="3563"/>
                </a:lnTo>
                <a:lnTo>
                  <a:pt x="4356" y="3541"/>
                </a:lnTo>
                <a:lnTo>
                  <a:pt x="4350" y="3519"/>
                </a:lnTo>
                <a:lnTo>
                  <a:pt x="4346" y="3496"/>
                </a:lnTo>
                <a:lnTo>
                  <a:pt x="4343" y="3473"/>
                </a:lnTo>
                <a:lnTo>
                  <a:pt x="4342" y="3450"/>
                </a:lnTo>
                <a:lnTo>
                  <a:pt x="4341" y="3427"/>
                </a:lnTo>
                <a:lnTo>
                  <a:pt x="4342" y="3403"/>
                </a:lnTo>
                <a:lnTo>
                  <a:pt x="4343" y="3379"/>
                </a:lnTo>
                <a:lnTo>
                  <a:pt x="4346" y="3358"/>
                </a:lnTo>
                <a:lnTo>
                  <a:pt x="4350" y="3335"/>
                </a:lnTo>
                <a:lnTo>
                  <a:pt x="4356" y="3313"/>
                </a:lnTo>
                <a:lnTo>
                  <a:pt x="4361" y="3291"/>
                </a:lnTo>
                <a:lnTo>
                  <a:pt x="4368" y="3270"/>
                </a:lnTo>
                <a:lnTo>
                  <a:pt x="4376" y="3249"/>
                </a:lnTo>
                <a:lnTo>
                  <a:pt x="4385" y="3229"/>
                </a:lnTo>
                <a:lnTo>
                  <a:pt x="4396" y="3209"/>
                </a:lnTo>
                <a:lnTo>
                  <a:pt x="4407" y="3189"/>
                </a:lnTo>
                <a:lnTo>
                  <a:pt x="4419" y="3171"/>
                </a:lnTo>
                <a:lnTo>
                  <a:pt x="4432" y="3154"/>
                </a:lnTo>
                <a:lnTo>
                  <a:pt x="4445" y="3136"/>
                </a:lnTo>
                <a:lnTo>
                  <a:pt x="4459" y="3119"/>
                </a:lnTo>
                <a:lnTo>
                  <a:pt x="4474" y="3104"/>
                </a:lnTo>
                <a:lnTo>
                  <a:pt x="4490" y="3088"/>
                </a:lnTo>
                <a:lnTo>
                  <a:pt x="4508" y="3074"/>
                </a:lnTo>
                <a:lnTo>
                  <a:pt x="4525" y="3060"/>
                </a:lnTo>
                <a:lnTo>
                  <a:pt x="4542" y="3048"/>
                </a:lnTo>
                <a:lnTo>
                  <a:pt x="4561" y="3036"/>
                </a:lnTo>
                <a:lnTo>
                  <a:pt x="4580" y="3025"/>
                </a:lnTo>
                <a:lnTo>
                  <a:pt x="4600" y="3014"/>
                </a:lnTo>
                <a:lnTo>
                  <a:pt x="4619" y="3005"/>
                </a:lnTo>
                <a:lnTo>
                  <a:pt x="4641" y="2997"/>
                </a:lnTo>
                <a:lnTo>
                  <a:pt x="4662" y="2990"/>
                </a:lnTo>
                <a:lnTo>
                  <a:pt x="4684" y="2984"/>
                </a:lnTo>
                <a:lnTo>
                  <a:pt x="4706" y="2978"/>
                </a:lnTo>
                <a:lnTo>
                  <a:pt x="4728" y="2975"/>
                </a:lnTo>
                <a:lnTo>
                  <a:pt x="4751" y="2972"/>
                </a:lnTo>
                <a:lnTo>
                  <a:pt x="4774" y="2970"/>
                </a:lnTo>
                <a:lnTo>
                  <a:pt x="4798" y="2969"/>
                </a:lnTo>
                <a:lnTo>
                  <a:pt x="4821" y="2970"/>
                </a:lnTo>
                <a:lnTo>
                  <a:pt x="4844" y="2972"/>
                </a:lnTo>
                <a:lnTo>
                  <a:pt x="4867" y="2975"/>
                </a:lnTo>
                <a:lnTo>
                  <a:pt x="4890" y="2978"/>
                </a:lnTo>
                <a:lnTo>
                  <a:pt x="4912" y="2984"/>
                </a:lnTo>
                <a:lnTo>
                  <a:pt x="4934" y="2990"/>
                </a:lnTo>
                <a:lnTo>
                  <a:pt x="4955" y="2997"/>
                </a:lnTo>
                <a:lnTo>
                  <a:pt x="4975" y="3005"/>
                </a:lnTo>
                <a:lnTo>
                  <a:pt x="4996" y="3014"/>
                </a:lnTo>
                <a:lnTo>
                  <a:pt x="5016" y="3025"/>
                </a:lnTo>
                <a:lnTo>
                  <a:pt x="5035" y="3036"/>
                </a:lnTo>
                <a:lnTo>
                  <a:pt x="5054" y="3048"/>
                </a:lnTo>
                <a:lnTo>
                  <a:pt x="5071" y="3060"/>
                </a:lnTo>
                <a:lnTo>
                  <a:pt x="5088" y="3074"/>
                </a:lnTo>
                <a:lnTo>
                  <a:pt x="5106" y="3088"/>
                </a:lnTo>
                <a:lnTo>
                  <a:pt x="5121" y="3104"/>
                </a:lnTo>
                <a:lnTo>
                  <a:pt x="5136" y="3119"/>
                </a:lnTo>
                <a:lnTo>
                  <a:pt x="5151" y="3136"/>
                </a:lnTo>
                <a:lnTo>
                  <a:pt x="5164" y="3154"/>
                </a:lnTo>
                <a:lnTo>
                  <a:pt x="5177" y="3171"/>
                </a:lnTo>
                <a:lnTo>
                  <a:pt x="5189" y="3189"/>
                </a:lnTo>
                <a:lnTo>
                  <a:pt x="5200" y="3209"/>
                </a:lnTo>
                <a:lnTo>
                  <a:pt x="5209" y="3229"/>
                </a:lnTo>
                <a:lnTo>
                  <a:pt x="5219" y="3249"/>
                </a:lnTo>
                <a:lnTo>
                  <a:pt x="5227" y="3270"/>
                </a:lnTo>
                <a:lnTo>
                  <a:pt x="5235" y="3291"/>
                </a:lnTo>
                <a:lnTo>
                  <a:pt x="5240" y="3313"/>
                </a:lnTo>
                <a:lnTo>
                  <a:pt x="5245" y="3335"/>
                </a:lnTo>
                <a:lnTo>
                  <a:pt x="5250" y="3358"/>
                </a:lnTo>
                <a:lnTo>
                  <a:pt x="5252" y="3379"/>
                </a:lnTo>
                <a:lnTo>
                  <a:pt x="5254" y="3403"/>
                </a:lnTo>
                <a:lnTo>
                  <a:pt x="5254" y="3427"/>
                </a:lnTo>
                <a:lnTo>
                  <a:pt x="5254" y="3450"/>
                </a:lnTo>
                <a:lnTo>
                  <a:pt x="5252" y="3473"/>
                </a:lnTo>
                <a:lnTo>
                  <a:pt x="5250" y="3496"/>
                </a:lnTo>
                <a:lnTo>
                  <a:pt x="5245" y="3519"/>
                </a:lnTo>
                <a:lnTo>
                  <a:pt x="5240" y="3541"/>
                </a:lnTo>
                <a:lnTo>
                  <a:pt x="5235" y="3563"/>
                </a:lnTo>
                <a:lnTo>
                  <a:pt x="5227" y="3583"/>
                </a:lnTo>
                <a:lnTo>
                  <a:pt x="5219" y="3604"/>
                </a:lnTo>
                <a:lnTo>
                  <a:pt x="5209" y="3625"/>
                </a:lnTo>
                <a:lnTo>
                  <a:pt x="5200" y="3644"/>
                </a:lnTo>
                <a:lnTo>
                  <a:pt x="5189" y="3664"/>
                </a:lnTo>
                <a:lnTo>
                  <a:pt x="5177" y="3683"/>
                </a:lnTo>
                <a:lnTo>
                  <a:pt x="5164" y="3700"/>
                </a:lnTo>
                <a:lnTo>
                  <a:pt x="5151" y="3717"/>
                </a:lnTo>
                <a:lnTo>
                  <a:pt x="5136" y="3734"/>
                </a:lnTo>
                <a:lnTo>
                  <a:pt x="5121" y="3749"/>
                </a:lnTo>
                <a:lnTo>
                  <a:pt x="5106" y="3764"/>
                </a:lnTo>
                <a:lnTo>
                  <a:pt x="5088" y="3779"/>
                </a:lnTo>
                <a:lnTo>
                  <a:pt x="5071" y="3793"/>
                </a:lnTo>
                <a:lnTo>
                  <a:pt x="5054" y="3806"/>
                </a:lnTo>
                <a:lnTo>
                  <a:pt x="5035" y="3817"/>
                </a:lnTo>
                <a:lnTo>
                  <a:pt x="5016" y="3829"/>
                </a:lnTo>
                <a:lnTo>
                  <a:pt x="4996" y="3838"/>
                </a:lnTo>
                <a:lnTo>
                  <a:pt x="4975" y="3847"/>
                </a:lnTo>
                <a:lnTo>
                  <a:pt x="4955" y="3855"/>
                </a:lnTo>
                <a:lnTo>
                  <a:pt x="4934" y="3863"/>
                </a:lnTo>
                <a:lnTo>
                  <a:pt x="4912" y="3869"/>
                </a:lnTo>
                <a:lnTo>
                  <a:pt x="4890" y="3874"/>
                </a:lnTo>
                <a:lnTo>
                  <a:pt x="4867" y="3878"/>
                </a:lnTo>
                <a:lnTo>
                  <a:pt x="4844" y="3881"/>
                </a:lnTo>
                <a:lnTo>
                  <a:pt x="4821" y="3883"/>
                </a:lnTo>
                <a:lnTo>
                  <a:pt x="4798" y="3884"/>
                </a:lnTo>
                <a:close/>
                <a:moveTo>
                  <a:pt x="4798" y="2741"/>
                </a:moveTo>
                <a:lnTo>
                  <a:pt x="4798" y="2741"/>
                </a:lnTo>
                <a:lnTo>
                  <a:pt x="4774" y="2741"/>
                </a:lnTo>
                <a:lnTo>
                  <a:pt x="4751" y="2739"/>
                </a:lnTo>
                <a:lnTo>
                  <a:pt x="4728" y="2736"/>
                </a:lnTo>
                <a:lnTo>
                  <a:pt x="4706" y="2732"/>
                </a:lnTo>
                <a:lnTo>
                  <a:pt x="4684" y="2727"/>
                </a:lnTo>
                <a:lnTo>
                  <a:pt x="4662" y="2720"/>
                </a:lnTo>
                <a:lnTo>
                  <a:pt x="4641" y="2713"/>
                </a:lnTo>
                <a:lnTo>
                  <a:pt x="4619" y="2705"/>
                </a:lnTo>
                <a:lnTo>
                  <a:pt x="4600" y="2696"/>
                </a:lnTo>
                <a:lnTo>
                  <a:pt x="4580" y="2686"/>
                </a:lnTo>
                <a:lnTo>
                  <a:pt x="4561" y="2675"/>
                </a:lnTo>
                <a:lnTo>
                  <a:pt x="4542" y="2663"/>
                </a:lnTo>
                <a:lnTo>
                  <a:pt x="4525" y="2650"/>
                </a:lnTo>
                <a:lnTo>
                  <a:pt x="4508" y="2637"/>
                </a:lnTo>
                <a:lnTo>
                  <a:pt x="4490" y="2622"/>
                </a:lnTo>
                <a:lnTo>
                  <a:pt x="4474" y="2607"/>
                </a:lnTo>
                <a:lnTo>
                  <a:pt x="4459" y="2591"/>
                </a:lnTo>
                <a:lnTo>
                  <a:pt x="4445" y="2575"/>
                </a:lnTo>
                <a:lnTo>
                  <a:pt x="4432" y="2558"/>
                </a:lnTo>
                <a:lnTo>
                  <a:pt x="4419" y="2539"/>
                </a:lnTo>
                <a:lnTo>
                  <a:pt x="4407" y="2521"/>
                </a:lnTo>
                <a:lnTo>
                  <a:pt x="4396" y="2503"/>
                </a:lnTo>
                <a:lnTo>
                  <a:pt x="4385" y="2482"/>
                </a:lnTo>
                <a:lnTo>
                  <a:pt x="4376" y="2462"/>
                </a:lnTo>
                <a:lnTo>
                  <a:pt x="4368" y="2441"/>
                </a:lnTo>
                <a:lnTo>
                  <a:pt x="4361" y="2420"/>
                </a:lnTo>
                <a:lnTo>
                  <a:pt x="4356" y="2399"/>
                </a:lnTo>
                <a:lnTo>
                  <a:pt x="4350" y="2376"/>
                </a:lnTo>
                <a:lnTo>
                  <a:pt x="4346" y="2354"/>
                </a:lnTo>
                <a:lnTo>
                  <a:pt x="4343" y="2331"/>
                </a:lnTo>
                <a:lnTo>
                  <a:pt x="4342" y="2308"/>
                </a:lnTo>
                <a:lnTo>
                  <a:pt x="4341" y="2285"/>
                </a:lnTo>
                <a:lnTo>
                  <a:pt x="4342" y="2261"/>
                </a:lnTo>
                <a:lnTo>
                  <a:pt x="4343" y="2238"/>
                </a:lnTo>
                <a:lnTo>
                  <a:pt x="4346" y="2214"/>
                </a:lnTo>
                <a:lnTo>
                  <a:pt x="4350" y="2193"/>
                </a:lnTo>
                <a:lnTo>
                  <a:pt x="4356" y="2170"/>
                </a:lnTo>
                <a:lnTo>
                  <a:pt x="4361" y="2149"/>
                </a:lnTo>
                <a:lnTo>
                  <a:pt x="4368" y="2127"/>
                </a:lnTo>
                <a:lnTo>
                  <a:pt x="4376" y="2106"/>
                </a:lnTo>
                <a:lnTo>
                  <a:pt x="4385" y="2087"/>
                </a:lnTo>
                <a:lnTo>
                  <a:pt x="4396" y="2067"/>
                </a:lnTo>
                <a:lnTo>
                  <a:pt x="4407" y="2047"/>
                </a:lnTo>
                <a:lnTo>
                  <a:pt x="4419" y="2029"/>
                </a:lnTo>
                <a:lnTo>
                  <a:pt x="4432" y="2011"/>
                </a:lnTo>
                <a:lnTo>
                  <a:pt x="4445" y="1993"/>
                </a:lnTo>
                <a:lnTo>
                  <a:pt x="4459" y="1977"/>
                </a:lnTo>
                <a:lnTo>
                  <a:pt x="4474" y="1961"/>
                </a:lnTo>
                <a:lnTo>
                  <a:pt x="4490" y="1946"/>
                </a:lnTo>
                <a:lnTo>
                  <a:pt x="4508" y="1932"/>
                </a:lnTo>
                <a:lnTo>
                  <a:pt x="4525" y="1918"/>
                </a:lnTo>
                <a:lnTo>
                  <a:pt x="4542" y="1906"/>
                </a:lnTo>
                <a:lnTo>
                  <a:pt x="4561" y="1893"/>
                </a:lnTo>
                <a:lnTo>
                  <a:pt x="4580" y="1883"/>
                </a:lnTo>
                <a:lnTo>
                  <a:pt x="4600" y="1872"/>
                </a:lnTo>
                <a:lnTo>
                  <a:pt x="4619" y="1863"/>
                </a:lnTo>
                <a:lnTo>
                  <a:pt x="4641" y="1855"/>
                </a:lnTo>
                <a:lnTo>
                  <a:pt x="4662" y="1848"/>
                </a:lnTo>
                <a:lnTo>
                  <a:pt x="4684" y="1841"/>
                </a:lnTo>
                <a:lnTo>
                  <a:pt x="4706" y="1837"/>
                </a:lnTo>
                <a:lnTo>
                  <a:pt x="4728" y="1833"/>
                </a:lnTo>
                <a:lnTo>
                  <a:pt x="4751" y="1830"/>
                </a:lnTo>
                <a:lnTo>
                  <a:pt x="4774" y="1827"/>
                </a:lnTo>
                <a:lnTo>
                  <a:pt x="4798" y="1827"/>
                </a:lnTo>
                <a:lnTo>
                  <a:pt x="4821" y="1827"/>
                </a:lnTo>
                <a:lnTo>
                  <a:pt x="4844" y="1830"/>
                </a:lnTo>
                <a:lnTo>
                  <a:pt x="4867" y="1833"/>
                </a:lnTo>
                <a:lnTo>
                  <a:pt x="4890" y="1837"/>
                </a:lnTo>
                <a:lnTo>
                  <a:pt x="4912" y="1841"/>
                </a:lnTo>
                <a:lnTo>
                  <a:pt x="4934" y="1848"/>
                </a:lnTo>
                <a:lnTo>
                  <a:pt x="4955" y="1855"/>
                </a:lnTo>
                <a:lnTo>
                  <a:pt x="4975" y="1863"/>
                </a:lnTo>
                <a:lnTo>
                  <a:pt x="4996" y="1872"/>
                </a:lnTo>
                <a:lnTo>
                  <a:pt x="5016" y="1883"/>
                </a:lnTo>
                <a:lnTo>
                  <a:pt x="5035" y="1893"/>
                </a:lnTo>
                <a:lnTo>
                  <a:pt x="5054" y="1906"/>
                </a:lnTo>
                <a:lnTo>
                  <a:pt x="5071" y="1918"/>
                </a:lnTo>
                <a:lnTo>
                  <a:pt x="5088" y="1932"/>
                </a:lnTo>
                <a:lnTo>
                  <a:pt x="5106" y="1946"/>
                </a:lnTo>
                <a:lnTo>
                  <a:pt x="5121" y="1961"/>
                </a:lnTo>
                <a:lnTo>
                  <a:pt x="5136" y="1977"/>
                </a:lnTo>
                <a:lnTo>
                  <a:pt x="5151" y="1993"/>
                </a:lnTo>
                <a:lnTo>
                  <a:pt x="5164" y="2011"/>
                </a:lnTo>
                <a:lnTo>
                  <a:pt x="5177" y="2029"/>
                </a:lnTo>
                <a:lnTo>
                  <a:pt x="5189" y="2047"/>
                </a:lnTo>
                <a:lnTo>
                  <a:pt x="5200" y="2067"/>
                </a:lnTo>
                <a:lnTo>
                  <a:pt x="5209" y="2087"/>
                </a:lnTo>
                <a:lnTo>
                  <a:pt x="5219" y="2106"/>
                </a:lnTo>
                <a:lnTo>
                  <a:pt x="5227" y="2127"/>
                </a:lnTo>
                <a:lnTo>
                  <a:pt x="5235" y="2149"/>
                </a:lnTo>
                <a:lnTo>
                  <a:pt x="5240" y="2170"/>
                </a:lnTo>
                <a:lnTo>
                  <a:pt x="5245" y="2193"/>
                </a:lnTo>
                <a:lnTo>
                  <a:pt x="5250" y="2214"/>
                </a:lnTo>
                <a:lnTo>
                  <a:pt x="5252" y="2238"/>
                </a:lnTo>
                <a:lnTo>
                  <a:pt x="5254" y="2261"/>
                </a:lnTo>
                <a:lnTo>
                  <a:pt x="5254" y="2285"/>
                </a:lnTo>
                <a:lnTo>
                  <a:pt x="5254" y="2308"/>
                </a:lnTo>
                <a:lnTo>
                  <a:pt x="5252" y="2331"/>
                </a:lnTo>
                <a:lnTo>
                  <a:pt x="5250" y="2354"/>
                </a:lnTo>
                <a:lnTo>
                  <a:pt x="5245" y="2376"/>
                </a:lnTo>
                <a:lnTo>
                  <a:pt x="5240" y="2399"/>
                </a:lnTo>
                <a:lnTo>
                  <a:pt x="5235" y="2420"/>
                </a:lnTo>
                <a:lnTo>
                  <a:pt x="5227" y="2441"/>
                </a:lnTo>
                <a:lnTo>
                  <a:pt x="5219" y="2462"/>
                </a:lnTo>
                <a:lnTo>
                  <a:pt x="5209" y="2482"/>
                </a:lnTo>
                <a:lnTo>
                  <a:pt x="5200" y="2503"/>
                </a:lnTo>
                <a:lnTo>
                  <a:pt x="5189" y="2521"/>
                </a:lnTo>
                <a:lnTo>
                  <a:pt x="5177" y="2539"/>
                </a:lnTo>
                <a:lnTo>
                  <a:pt x="5164" y="2558"/>
                </a:lnTo>
                <a:lnTo>
                  <a:pt x="5151" y="2575"/>
                </a:lnTo>
                <a:lnTo>
                  <a:pt x="5136" y="2591"/>
                </a:lnTo>
                <a:lnTo>
                  <a:pt x="5121" y="2607"/>
                </a:lnTo>
                <a:lnTo>
                  <a:pt x="5106" y="2622"/>
                </a:lnTo>
                <a:lnTo>
                  <a:pt x="5088" y="2637"/>
                </a:lnTo>
                <a:lnTo>
                  <a:pt x="5071" y="2650"/>
                </a:lnTo>
                <a:lnTo>
                  <a:pt x="5054" y="2663"/>
                </a:lnTo>
                <a:lnTo>
                  <a:pt x="5035" y="2675"/>
                </a:lnTo>
                <a:lnTo>
                  <a:pt x="5016" y="2686"/>
                </a:lnTo>
                <a:lnTo>
                  <a:pt x="4996" y="2696"/>
                </a:lnTo>
                <a:lnTo>
                  <a:pt x="4975" y="2705"/>
                </a:lnTo>
                <a:lnTo>
                  <a:pt x="4955" y="2713"/>
                </a:lnTo>
                <a:lnTo>
                  <a:pt x="4934" y="2720"/>
                </a:lnTo>
                <a:lnTo>
                  <a:pt x="4912" y="2727"/>
                </a:lnTo>
                <a:lnTo>
                  <a:pt x="4890" y="2732"/>
                </a:lnTo>
                <a:lnTo>
                  <a:pt x="4867" y="2736"/>
                </a:lnTo>
                <a:lnTo>
                  <a:pt x="4844" y="2739"/>
                </a:lnTo>
                <a:lnTo>
                  <a:pt x="4821" y="2741"/>
                </a:lnTo>
                <a:lnTo>
                  <a:pt x="4798" y="27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tIns="468000" rIns="432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chemeClr val="accent3"/>
              </a:solidFill>
              <a:ea typeface="幼圆"/>
            </a:endParaRPr>
          </a:p>
        </p:txBody>
      </p:sp>
      <p:sp>
        <p:nvSpPr>
          <p:cNvPr id="22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923928" y="4261584"/>
            <a:ext cx="1224136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幼圆"/>
                <a:ea typeface="幼圆"/>
              </a:rPr>
              <a:t>商务</a:t>
            </a: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楼宇视频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23" name="KSO_Shape"/>
          <p:cNvSpPr>
            <a:spLocks/>
          </p:cNvSpPr>
          <p:nvPr/>
        </p:nvSpPr>
        <p:spPr bwMode="auto">
          <a:xfrm>
            <a:off x="4067944" y="2794694"/>
            <a:ext cx="936104" cy="778322"/>
          </a:xfrm>
          <a:custGeom>
            <a:avLst/>
            <a:gdLst>
              <a:gd name="T0" fmla="*/ 2147483646 w 5926"/>
              <a:gd name="T1" fmla="*/ 2147483646 h 5735"/>
              <a:gd name="T2" fmla="*/ 2147483646 w 5926"/>
              <a:gd name="T3" fmla="*/ 2147483646 h 5735"/>
              <a:gd name="T4" fmla="*/ 2147483646 w 5926"/>
              <a:gd name="T5" fmla="*/ 0 h 5735"/>
              <a:gd name="T6" fmla="*/ 2147483646 w 5926"/>
              <a:gd name="T7" fmla="*/ 2147483646 h 5735"/>
              <a:gd name="T8" fmla="*/ 2147483646 w 5926"/>
              <a:gd name="T9" fmla="*/ 2147483646 h 5735"/>
              <a:gd name="T10" fmla="*/ 2147483646 w 5926"/>
              <a:gd name="T11" fmla="*/ 2147483646 h 5735"/>
              <a:gd name="T12" fmla="*/ 0 w 5926"/>
              <a:gd name="T13" fmla="*/ 2147483646 h 5735"/>
              <a:gd name="T14" fmla="*/ 2147483646 w 5926"/>
              <a:gd name="T15" fmla="*/ 2147483646 h 5735"/>
              <a:gd name="T16" fmla="*/ 2147483646 w 5926"/>
              <a:gd name="T17" fmla="*/ 2147483646 h 5735"/>
              <a:gd name="T18" fmla="*/ 2147483646 w 5926"/>
              <a:gd name="T19" fmla="*/ 2147483646 h 5735"/>
              <a:gd name="T20" fmla="*/ 2147483646 w 5926"/>
              <a:gd name="T21" fmla="*/ 2147483646 h 5735"/>
              <a:gd name="T22" fmla="*/ 2147483646 w 5926"/>
              <a:gd name="T23" fmla="*/ 2147483646 h 5735"/>
              <a:gd name="T24" fmla="*/ 2147483646 w 5926"/>
              <a:gd name="T25" fmla="*/ 2147483646 h 5735"/>
              <a:gd name="T26" fmla="*/ 2147483646 w 5926"/>
              <a:gd name="T27" fmla="*/ 2147483646 h 5735"/>
              <a:gd name="T28" fmla="*/ 2147483646 w 5926"/>
              <a:gd name="T29" fmla="*/ 2147483646 h 5735"/>
              <a:gd name="T30" fmla="*/ 2147483646 w 5926"/>
              <a:gd name="T31" fmla="*/ 2147483646 h 5735"/>
              <a:gd name="T32" fmla="*/ 2147483646 w 5926"/>
              <a:gd name="T33" fmla="*/ 2147483646 h 5735"/>
              <a:gd name="T34" fmla="*/ 2147483646 w 5926"/>
              <a:gd name="T35" fmla="*/ 2147483646 h 5735"/>
              <a:gd name="T36" fmla="*/ 2147483646 w 5926"/>
              <a:gd name="T37" fmla="*/ 2147483646 h 5735"/>
              <a:gd name="T38" fmla="*/ 2147483646 w 5926"/>
              <a:gd name="T39" fmla="*/ 2147483646 h 5735"/>
              <a:gd name="T40" fmla="*/ 2147483646 w 5926"/>
              <a:gd name="T41" fmla="*/ 2147483646 h 5735"/>
              <a:gd name="T42" fmla="*/ 2147483646 w 5926"/>
              <a:gd name="T43" fmla="*/ 2147483646 h 5735"/>
              <a:gd name="T44" fmla="*/ 2147483646 w 5926"/>
              <a:gd name="T45" fmla="*/ 2147483646 h 5735"/>
              <a:gd name="T46" fmla="*/ 2147483646 w 5926"/>
              <a:gd name="T47" fmla="*/ 2147483646 h 5735"/>
              <a:gd name="T48" fmla="*/ 2147483646 w 5926"/>
              <a:gd name="T49" fmla="*/ 2147483646 h 5735"/>
              <a:gd name="T50" fmla="*/ 2147483646 w 5926"/>
              <a:gd name="T51" fmla="*/ 2147483646 h 5735"/>
              <a:gd name="T52" fmla="*/ 2147483646 w 5926"/>
              <a:gd name="T53" fmla="*/ 2147483646 h 5735"/>
              <a:gd name="T54" fmla="*/ 2147483646 w 5926"/>
              <a:gd name="T55" fmla="*/ 2147483646 h 5735"/>
              <a:gd name="T56" fmla="*/ 2147483646 w 5926"/>
              <a:gd name="T57" fmla="*/ 2147483646 h 5735"/>
              <a:gd name="T58" fmla="*/ 2147483646 w 5926"/>
              <a:gd name="T59" fmla="*/ 2147483646 h 5735"/>
              <a:gd name="T60" fmla="*/ 2147483646 w 5926"/>
              <a:gd name="T61" fmla="*/ 2147483646 h 5735"/>
              <a:gd name="T62" fmla="*/ 2147483646 w 5926"/>
              <a:gd name="T63" fmla="*/ 2147483646 h 5735"/>
              <a:gd name="T64" fmla="*/ 2147483646 w 5926"/>
              <a:gd name="T65" fmla="*/ 2147483646 h 5735"/>
              <a:gd name="T66" fmla="*/ 2147483646 w 5926"/>
              <a:gd name="T67" fmla="*/ 2147483646 h 5735"/>
              <a:gd name="T68" fmla="*/ 2147483646 w 5926"/>
              <a:gd name="T69" fmla="*/ 2147483646 h 5735"/>
              <a:gd name="T70" fmla="*/ 2147483646 w 5926"/>
              <a:gd name="T71" fmla="*/ 2147483646 h 5735"/>
              <a:gd name="T72" fmla="*/ 2147483646 w 5926"/>
              <a:gd name="T73" fmla="*/ 2147483646 h 5735"/>
              <a:gd name="T74" fmla="*/ 2147483646 w 5926"/>
              <a:gd name="T75" fmla="*/ 2147483646 h 5735"/>
              <a:gd name="T76" fmla="*/ 2147483646 w 5926"/>
              <a:gd name="T77" fmla="*/ 2147483646 h 5735"/>
              <a:gd name="T78" fmla="*/ 2147483646 w 5926"/>
              <a:gd name="T79" fmla="*/ 2147483646 h 5735"/>
              <a:gd name="T80" fmla="*/ 2147483646 w 5926"/>
              <a:gd name="T81" fmla="*/ 2147483646 h 5735"/>
              <a:gd name="T82" fmla="*/ 2147483646 w 5926"/>
              <a:gd name="T83" fmla="*/ 2147483646 h 5735"/>
              <a:gd name="T84" fmla="*/ 2147483646 w 5926"/>
              <a:gd name="T85" fmla="*/ 2147483646 h 5735"/>
              <a:gd name="T86" fmla="*/ 2147483646 w 5926"/>
              <a:gd name="T87" fmla="*/ 2147483646 h 5735"/>
              <a:gd name="T88" fmla="*/ 2147483646 w 5926"/>
              <a:gd name="T89" fmla="*/ 2147483646 h 5735"/>
              <a:gd name="T90" fmla="*/ 2147483646 w 5926"/>
              <a:gd name="T91" fmla="*/ 2147483646 h 5735"/>
              <a:gd name="T92" fmla="*/ 2147483646 w 5926"/>
              <a:gd name="T93" fmla="*/ 2147483646 h 5735"/>
              <a:gd name="T94" fmla="*/ 2147483646 w 5926"/>
              <a:gd name="T95" fmla="*/ 2147483646 h 5735"/>
              <a:gd name="T96" fmla="*/ 2147483646 w 5926"/>
              <a:gd name="T97" fmla="*/ 2147483646 h 5735"/>
              <a:gd name="T98" fmla="*/ 2147483646 w 5926"/>
              <a:gd name="T99" fmla="*/ 2147483646 h 5735"/>
              <a:gd name="T100" fmla="*/ 2147483646 w 5926"/>
              <a:gd name="T101" fmla="*/ 2147483646 h 573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26" h="5735">
                <a:moveTo>
                  <a:pt x="0" y="5408"/>
                </a:moveTo>
                <a:lnTo>
                  <a:pt x="407" y="5408"/>
                </a:lnTo>
                <a:lnTo>
                  <a:pt x="407" y="1609"/>
                </a:lnTo>
                <a:lnTo>
                  <a:pt x="407" y="1495"/>
                </a:lnTo>
                <a:lnTo>
                  <a:pt x="520" y="1464"/>
                </a:lnTo>
                <a:lnTo>
                  <a:pt x="2110" y="1038"/>
                </a:lnTo>
                <a:lnTo>
                  <a:pt x="2300" y="987"/>
                </a:lnTo>
                <a:lnTo>
                  <a:pt x="3099" y="1516"/>
                </a:lnTo>
                <a:lnTo>
                  <a:pt x="3099" y="5408"/>
                </a:lnTo>
                <a:lnTo>
                  <a:pt x="3235" y="5408"/>
                </a:lnTo>
                <a:lnTo>
                  <a:pt x="3235" y="622"/>
                </a:lnTo>
                <a:lnTo>
                  <a:pt x="3235" y="506"/>
                </a:lnTo>
                <a:lnTo>
                  <a:pt x="3347" y="477"/>
                </a:lnTo>
                <a:lnTo>
                  <a:pt x="4938" y="50"/>
                </a:lnTo>
                <a:lnTo>
                  <a:pt x="5128" y="0"/>
                </a:lnTo>
                <a:lnTo>
                  <a:pt x="5926" y="524"/>
                </a:lnTo>
                <a:lnTo>
                  <a:pt x="5926" y="5713"/>
                </a:lnTo>
                <a:lnTo>
                  <a:pt x="5128" y="5713"/>
                </a:lnTo>
                <a:lnTo>
                  <a:pt x="4825" y="5713"/>
                </a:lnTo>
                <a:lnTo>
                  <a:pt x="4825" y="392"/>
                </a:lnTo>
                <a:lnTo>
                  <a:pt x="3536" y="738"/>
                </a:lnTo>
                <a:lnTo>
                  <a:pt x="3536" y="5434"/>
                </a:lnTo>
                <a:lnTo>
                  <a:pt x="3790" y="5434"/>
                </a:lnTo>
                <a:lnTo>
                  <a:pt x="3790" y="5735"/>
                </a:lnTo>
                <a:lnTo>
                  <a:pt x="2149" y="5735"/>
                </a:lnTo>
                <a:lnTo>
                  <a:pt x="1998" y="5735"/>
                </a:lnTo>
                <a:lnTo>
                  <a:pt x="1998" y="5583"/>
                </a:lnTo>
                <a:lnTo>
                  <a:pt x="1998" y="1379"/>
                </a:lnTo>
                <a:lnTo>
                  <a:pt x="709" y="1725"/>
                </a:lnTo>
                <a:lnTo>
                  <a:pt x="709" y="5559"/>
                </a:lnTo>
                <a:lnTo>
                  <a:pt x="709" y="5710"/>
                </a:lnTo>
                <a:lnTo>
                  <a:pt x="557" y="5710"/>
                </a:lnTo>
                <a:lnTo>
                  <a:pt x="0" y="5710"/>
                </a:lnTo>
                <a:lnTo>
                  <a:pt x="0" y="5408"/>
                </a:lnTo>
                <a:close/>
                <a:moveTo>
                  <a:pt x="3760" y="3302"/>
                </a:moveTo>
                <a:lnTo>
                  <a:pt x="3760" y="3302"/>
                </a:lnTo>
                <a:lnTo>
                  <a:pt x="3760" y="3886"/>
                </a:lnTo>
                <a:lnTo>
                  <a:pt x="3920" y="3886"/>
                </a:lnTo>
                <a:lnTo>
                  <a:pt x="4084" y="3886"/>
                </a:lnTo>
                <a:lnTo>
                  <a:pt x="4084" y="3287"/>
                </a:lnTo>
                <a:lnTo>
                  <a:pt x="3920" y="3295"/>
                </a:lnTo>
                <a:lnTo>
                  <a:pt x="3760" y="3302"/>
                </a:lnTo>
                <a:close/>
                <a:moveTo>
                  <a:pt x="4271" y="819"/>
                </a:moveTo>
                <a:lnTo>
                  <a:pt x="4271" y="819"/>
                </a:lnTo>
                <a:lnTo>
                  <a:pt x="4271" y="1426"/>
                </a:lnTo>
                <a:lnTo>
                  <a:pt x="4444" y="1394"/>
                </a:lnTo>
                <a:lnTo>
                  <a:pt x="4622" y="1361"/>
                </a:lnTo>
                <a:lnTo>
                  <a:pt x="4622" y="736"/>
                </a:lnTo>
                <a:lnTo>
                  <a:pt x="4444" y="778"/>
                </a:lnTo>
                <a:lnTo>
                  <a:pt x="4271" y="819"/>
                </a:lnTo>
                <a:close/>
                <a:moveTo>
                  <a:pt x="3760" y="938"/>
                </a:moveTo>
                <a:lnTo>
                  <a:pt x="3760" y="938"/>
                </a:lnTo>
                <a:lnTo>
                  <a:pt x="3760" y="1522"/>
                </a:lnTo>
                <a:lnTo>
                  <a:pt x="3920" y="1492"/>
                </a:lnTo>
                <a:lnTo>
                  <a:pt x="4084" y="1461"/>
                </a:lnTo>
                <a:lnTo>
                  <a:pt x="4084" y="863"/>
                </a:lnTo>
                <a:lnTo>
                  <a:pt x="3920" y="901"/>
                </a:lnTo>
                <a:lnTo>
                  <a:pt x="3760" y="938"/>
                </a:lnTo>
                <a:close/>
                <a:moveTo>
                  <a:pt x="4271" y="1640"/>
                </a:moveTo>
                <a:lnTo>
                  <a:pt x="4271" y="1640"/>
                </a:lnTo>
                <a:lnTo>
                  <a:pt x="4271" y="2245"/>
                </a:lnTo>
                <a:lnTo>
                  <a:pt x="4444" y="2224"/>
                </a:lnTo>
                <a:lnTo>
                  <a:pt x="4622" y="2202"/>
                </a:lnTo>
                <a:lnTo>
                  <a:pt x="4622" y="1580"/>
                </a:lnTo>
                <a:lnTo>
                  <a:pt x="4444" y="1609"/>
                </a:lnTo>
                <a:lnTo>
                  <a:pt x="4271" y="1640"/>
                </a:lnTo>
                <a:close/>
                <a:moveTo>
                  <a:pt x="3760" y="1727"/>
                </a:moveTo>
                <a:lnTo>
                  <a:pt x="3760" y="1727"/>
                </a:lnTo>
                <a:lnTo>
                  <a:pt x="3760" y="2310"/>
                </a:lnTo>
                <a:lnTo>
                  <a:pt x="3920" y="2290"/>
                </a:lnTo>
                <a:lnTo>
                  <a:pt x="4084" y="2269"/>
                </a:lnTo>
                <a:lnTo>
                  <a:pt x="4084" y="1670"/>
                </a:lnTo>
                <a:lnTo>
                  <a:pt x="3920" y="1699"/>
                </a:lnTo>
                <a:lnTo>
                  <a:pt x="3760" y="1727"/>
                </a:lnTo>
                <a:close/>
                <a:moveTo>
                  <a:pt x="4271" y="2459"/>
                </a:moveTo>
                <a:lnTo>
                  <a:pt x="4271" y="2459"/>
                </a:lnTo>
                <a:lnTo>
                  <a:pt x="4271" y="3066"/>
                </a:lnTo>
                <a:lnTo>
                  <a:pt x="4444" y="3055"/>
                </a:lnTo>
                <a:lnTo>
                  <a:pt x="4622" y="3044"/>
                </a:lnTo>
                <a:lnTo>
                  <a:pt x="4622" y="2421"/>
                </a:lnTo>
                <a:lnTo>
                  <a:pt x="4444" y="2440"/>
                </a:lnTo>
                <a:lnTo>
                  <a:pt x="4271" y="2459"/>
                </a:lnTo>
                <a:close/>
                <a:moveTo>
                  <a:pt x="3760" y="2515"/>
                </a:moveTo>
                <a:lnTo>
                  <a:pt x="3760" y="2515"/>
                </a:lnTo>
                <a:lnTo>
                  <a:pt x="3760" y="3098"/>
                </a:lnTo>
                <a:lnTo>
                  <a:pt x="3920" y="3087"/>
                </a:lnTo>
                <a:lnTo>
                  <a:pt x="4084" y="3078"/>
                </a:lnTo>
                <a:lnTo>
                  <a:pt x="4084" y="2479"/>
                </a:lnTo>
                <a:lnTo>
                  <a:pt x="3920" y="2497"/>
                </a:lnTo>
                <a:lnTo>
                  <a:pt x="3760" y="2515"/>
                </a:lnTo>
                <a:close/>
                <a:moveTo>
                  <a:pt x="4271" y="3279"/>
                </a:moveTo>
                <a:lnTo>
                  <a:pt x="4271" y="3279"/>
                </a:lnTo>
                <a:lnTo>
                  <a:pt x="4271" y="3886"/>
                </a:lnTo>
                <a:lnTo>
                  <a:pt x="4444" y="3886"/>
                </a:lnTo>
                <a:lnTo>
                  <a:pt x="4622" y="3886"/>
                </a:lnTo>
                <a:lnTo>
                  <a:pt x="4622" y="3262"/>
                </a:lnTo>
                <a:lnTo>
                  <a:pt x="4444" y="3270"/>
                </a:lnTo>
                <a:lnTo>
                  <a:pt x="4271" y="3279"/>
                </a:lnTo>
                <a:close/>
                <a:moveTo>
                  <a:pt x="918" y="4350"/>
                </a:moveTo>
                <a:lnTo>
                  <a:pt x="918" y="4350"/>
                </a:lnTo>
                <a:lnTo>
                  <a:pt x="918" y="4933"/>
                </a:lnTo>
                <a:lnTo>
                  <a:pt x="1077" y="4933"/>
                </a:lnTo>
                <a:lnTo>
                  <a:pt x="1241" y="4933"/>
                </a:lnTo>
                <a:lnTo>
                  <a:pt x="1241" y="4334"/>
                </a:lnTo>
                <a:lnTo>
                  <a:pt x="1077" y="4343"/>
                </a:lnTo>
                <a:lnTo>
                  <a:pt x="918" y="4350"/>
                </a:lnTo>
                <a:close/>
                <a:moveTo>
                  <a:pt x="1429" y="1866"/>
                </a:moveTo>
                <a:lnTo>
                  <a:pt x="1429" y="1866"/>
                </a:lnTo>
                <a:lnTo>
                  <a:pt x="1429" y="2473"/>
                </a:lnTo>
                <a:lnTo>
                  <a:pt x="1601" y="2441"/>
                </a:lnTo>
                <a:lnTo>
                  <a:pt x="1780" y="2407"/>
                </a:lnTo>
                <a:lnTo>
                  <a:pt x="1780" y="1784"/>
                </a:lnTo>
                <a:lnTo>
                  <a:pt x="1601" y="1825"/>
                </a:lnTo>
                <a:lnTo>
                  <a:pt x="1429" y="1866"/>
                </a:lnTo>
                <a:close/>
                <a:moveTo>
                  <a:pt x="918" y="1986"/>
                </a:moveTo>
                <a:lnTo>
                  <a:pt x="918" y="1986"/>
                </a:lnTo>
                <a:lnTo>
                  <a:pt x="918" y="2569"/>
                </a:lnTo>
                <a:lnTo>
                  <a:pt x="1077" y="2539"/>
                </a:lnTo>
                <a:lnTo>
                  <a:pt x="1241" y="2509"/>
                </a:lnTo>
                <a:lnTo>
                  <a:pt x="1241" y="1909"/>
                </a:lnTo>
                <a:lnTo>
                  <a:pt x="1077" y="1948"/>
                </a:lnTo>
                <a:lnTo>
                  <a:pt x="918" y="1986"/>
                </a:lnTo>
                <a:close/>
                <a:moveTo>
                  <a:pt x="1429" y="2686"/>
                </a:moveTo>
                <a:lnTo>
                  <a:pt x="1429" y="2686"/>
                </a:lnTo>
                <a:lnTo>
                  <a:pt x="1429" y="3293"/>
                </a:lnTo>
                <a:lnTo>
                  <a:pt x="1601" y="3272"/>
                </a:lnTo>
                <a:lnTo>
                  <a:pt x="1780" y="3249"/>
                </a:lnTo>
                <a:lnTo>
                  <a:pt x="1780" y="2626"/>
                </a:lnTo>
                <a:lnTo>
                  <a:pt x="1601" y="2656"/>
                </a:lnTo>
                <a:lnTo>
                  <a:pt x="1429" y="2686"/>
                </a:lnTo>
                <a:close/>
                <a:moveTo>
                  <a:pt x="918" y="2773"/>
                </a:moveTo>
                <a:lnTo>
                  <a:pt x="918" y="2773"/>
                </a:lnTo>
                <a:lnTo>
                  <a:pt x="918" y="3357"/>
                </a:lnTo>
                <a:lnTo>
                  <a:pt x="1077" y="3337"/>
                </a:lnTo>
                <a:lnTo>
                  <a:pt x="1241" y="3316"/>
                </a:lnTo>
                <a:lnTo>
                  <a:pt x="1241" y="2718"/>
                </a:lnTo>
                <a:lnTo>
                  <a:pt x="1077" y="2746"/>
                </a:lnTo>
                <a:lnTo>
                  <a:pt x="918" y="2773"/>
                </a:lnTo>
                <a:close/>
                <a:moveTo>
                  <a:pt x="1429" y="3507"/>
                </a:moveTo>
                <a:lnTo>
                  <a:pt x="1429" y="3507"/>
                </a:lnTo>
                <a:lnTo>
                  <a:pt x="1429" y="4113"/>
                </a:lnTo>
                <a:lnTo>
                  <a:pt x="1601" y="4103"/>
                </a:lnTo>
                <a:lnTo>
                  <a:pt x="1780" y="4091"/>
                </a:lnTo>
                <a:lnTo>
                  <a:pt x="1780" y="3468"/>
                </a:lnTo>
                <a:lnTo>
                  <a:pt x="1601" y="3488"/>
                </a:lnTo>
                <a:lnTo>
                  <a:pt x="1429" y="3507"/>
                </a:lnTo>
                <a:close/>
                <a:moveTo>
                  <a:pt x="918" y="3562"/>
                </a:moveTo>
                <a:lnTo>
                  <a:pt x="918" y="3562"/>
                </a:lnTo>
                <a:lnTo>
                  <a:pt x="918" y="4145"/>
                </a:lnTo>
                <a:lnTo>
                  <a:pt x="1077" y="4135"/>
                </a:lnTo>
                <a:lnTo>
                  <a:pt x="1241" y="4125"/>
                </a:lnTo>
                <a:lnTo>
                  <a:pt x="1241" y="3527"/>
                </a:lnTo>
                <a:lnTo>
                  <a:pt x="1077" y="3544"/>
                </a:lnTo>
                <a:lnTo>
                  <a:pt x="918" y="3562"/>
                </a:lnTo>
                <a:close/>
                <a:moveTo>
                  <a:pt x="1429" y="4326"/>
                </a:moveTo>
                <a:lnTo>
                  <a:pt x="1429" y="4326"/>
                </a:lnTo>
                <a:lnTo>
                  <a:pt x="1429" y="4933"/>
                </a:lnTo>
                <a:lnTo>
                  <a:pt x="1601" y="4933"/>
                </a:lnTo>
                <a:lnTo>
                  <a:pt x="1780" y="4933"/>
                </a:lnTo>
                <a:lnTo>
                  <a:pt x="1780" y="4309"/>
                </a:lnTo>
                <a:lnTo>
                  <a:pt x="1601" y="4318"/>
                </a:lnTo>
                <a:lnTo>
                  <a:pt x="1429" y="432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accent3"/>
              </a:solidFill>
              <a:ea typeface="幼圆"/>
            </a:endParaRPr>
          </a:p>
        </p:txBody>
      </p:sp>
      <p:sp>
        <p:nvSpPr>
          <p:cNvPr id="24" name="KSO_Shape"/>
          <p:cNvSpPr>
            <a:spLocks/>
          </p:cNvSpPr>
          <p:nvPr/>
        </p:nvSpPr>
        <p:spPr bwMode="auto">
          <a:xfrm>
            <a:off x="6843464" y="2844941"/>
            <a:ext cx="1184920" cy="656067"/>
          </a:xfrm>
          <a:custGeom>
            <a:avLst/>
            <a:gdLst>
              <a:gd name="T0" fmla="*/ 2147483646 w 373"/>
              <a:gd name="T1" fmla="*/ 2147483646 h 159"/>
              <a:gd name="T2" fmla="*/ 2147483646 w 373"/>
              <a:gd name="T3" fmla="*/ 0 h 159"/>
              <a:gd name="T4" fmla="*/ 0 w 373"/>
              <a:gd name="T5" fmla="*/ 2147483646 h 159"/>
              <a:gd name="T6" fmla="*/ 2147483646 w 373"/>
              <a:gd name="T7" fmla="*/ 2147483646 h 159"/>
              <a:gd name="T8" fmla="*/ 2147483646 w 373"/>
              <a:gd name="T9" fmla="*/ 2147483646 h 159"/>
              <a:gd name="T10" fmla="*/ 2147483646 w 373"/>
              <a:gd name="T11" fmla="*/ 2147483646 h 159"/>
              <a:gd name="T12" fmla="*/ 2147483646 w 373"/>
              <a:gd name="T13" fmla="*/ 2147483646 h 159"/>
              <a:gd name="T14" fmla="*/ 2147483646 w 373"/>
              <a:gd name="T15" fmla="*/ 2147483646 h 159"/>
              <a:gd name="T16" fmla="*/ 2147483646 w 373"/>
              <a:gd name="T17" fmla="*/ 2147483646 h 159"/>
              <a:gd name="T18" fmla="*/ 2147483646 w 373"/>
              <a:gd name="T19" fmla="*/ 2147483646 h 159"/>
              <a:gd name="T20" fmla="*/ 2147483646 w 373"/>
              <a:gd name="T21" fmla="*/ 2147483646 h 159"/>
              <a:gd name="T22" fmla="*/ 2147483646 w 373"/>
              <a:gd name="T23" fmla="*/ 2147483646 h 159"/>
              <a:gd name="T24" fmla="*/ 2147483646 w 373"/>
              <a:gd name="T25" fmla="*/ 2147483646 h 159"/>
              <a:gd name="T26" fmla="*/ 2147483646 w 373"/>
              <a:gd name="T27" fmla="*/ 2147483646 h 159"/>
              <a:gd name="T28" fmla="*/ 2147483646 w 373"/>
              <a:gd name="T29" fmla="*/ 2147483646 h 159"/>
              <a:gd name="T30" fmla="*/ 2147483646 w 373"/>
              <a:gd name="T31" fmla="*/ 2147483646 h 159"/>
              <a:gd name="T32" fmla="*/ 2147483646 w 373"/>
              <a:gd name="T33" fmla="*/ 2147483646 h 159"/>
              <a:gd name="T34" fmla="*/ 2147483646 w 373"/>
              <a:gd name="T35" fmla="*/ 2147483646 h 159"/>
              <a:gd name="T36" fmla="*/ 2147483646 w 373"/>
              <a:gd name="T37" fmla="*/ 2147483646 h 159"/>
              <a:gd name="T38" fmla="*/ 2147483646 w 373"/>
              <a:gd name="T39" fmla="*/ 2147483646 h 159"/>
              <a:gd name="T40" fmla="*/ 2147483646 w 373"/>
              <a:gd name="T41" fmla="*/ 2147483646 h 159"/>
              <a:gd name="T42" fmla="*/ 2147483646 w 373"/>
              <a:gd name="T43" fmla="*/ 2147483646 h 159"/>
              <a:gd name="T44" fmla="*/ 2147483646 w 373"/>
              <a:gd name="T45" fmla="*/ 2147483646 h 159"/>
              <a:gd name="T46" fmla="*/ 2147483646 w 373"/>
              <a:gd name="T47" fmla="*/ 2147483646 h 159"/>
              <a:gd name="T48" fmla="*/ 2147483646 w 373"/>
              <a:gd name="T49" fmla="*/ 2147483646 h 159"/>
              <a:gd name="T50" fmla="*/ 2147483646 w 373"/>
              <a:gd name="T51" fmla="*/ 2147483646 h 159"/>
              <a:gd name="T52" fmla="*/ 2147483646 w 373"/>
              <a:gd name="T53" fmla="*/ 2147483646 h 159"/>
              <a:gd name="T54" fmla="*/ 2147483646 w 373"/>
              <a:gd name="T55" fmla="*/ 2147483646 h 159"/>
              <a:gd name="T56" fmla="*/ 2147483646 w 373"/>
              <a:gd name="T57" fmla="*/ 2147483646 h 159"/>
              <a:gd name="T58" fmla="*/ 2147483646 w 373"/>
              <a:gd name="T59" fmla="*/ 2147483646 h 159"/>
              <a:gd name="T60" fmla="*/ 2147483646 w 373"/>
              <a:gd name="T61" fmla="*/ 2147483646 h 159"/>
              <a:gd name="T62" fmla="*/ 2147483646 w 373"/>
              <a:gd name="T63" fmla="*/ 2147483646 h 159"/>
              <a:gd name="T64" fmla="*/ 2147483646 w 373"/>
              <a:gd name="T65" fmla="*/ 2147483646 h 159"/>
              <a:gd name="T66" fmla="*/ 2147483646 w 373"/>
              <a:gd name="T67" fmla="*/ 2147483646 h 159"/>
              <a:gd name="T68" fmla="*/ 2147483646 w 373"/>
              <a:gd name="T69" fmla="*/ 2147483646 h 159"/>
              <a:gd name="T70" fmla="*/ 2147483646 w 373"/>
              <a:gd name="T71" fmla="*/ 2147483646 h 159"/>
              <a:gd name="T72" fmla="*/ 2147483646 w 373"/>
              <a:gd name="T73" fmla="*/ 2147483646 h 159"/>
              <a:gd name="T74" fmla="*/ 2147483646 w 373"/>
              <a:gd name="T75" fmla="*/ 2147483646 h 159"/>
              <a:gd name="T76" fmla="*/ 2147483646 w 373"/>
              <a:gd name="T77" fmla="*/ 2147483646 h 159"/>
              <a:gd name="T78" fmla="*/ 2147483646 w 373"/>
              <a:gd name="T79" fmla="*/ 2147483646 h 15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73" h="159">
                <a:moveTo>
                  <a:pt x="371" y="40"/>
                </a:moveTo>
                <a:cubicBezTo>
                  <a:pt x="363" y="28"/>
                  <a:pt x="354" y="16"/>
                  <a:pt x="338" y="16"/>
                </a:cubicBezTo>
                <a:cubicBezTo>
                  <a:pt x="318" y="16"/>
                  <a:pt x="318" y="16"/>
                  <a:pt x="318" y="16"/>
                </a:cubicBezTo>
                <a:cubicBezTo>
                  <a:pt x="307" y="6"/>
                  <a:pt x="295" y="0"/>
                  <a:pt x="28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9" y="0"/>
                  <a:pt x="6" y="30"/>
                  <a:pt x="0" y="55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30"/>
                  <a:pt x="11" y="141"/>
                  <a:pt x="24" y="141"/>
                </a:cubicBezTo>
                <a:cubicBezTo>
                  <a:pt x="24" y="140"/>
                  <a:pt x="24" y="139"/>
                  <a:pt x="24" y="139"/>
                </a:cubicBezTo>
                <a:cubicBezTo>
                  <a:pt x="24" y="121"/>
                  <a:pt x="39" y="106"/>
                  <a:pt x="57" y="106"/>
                </a:cubicBezTo>
                <a:cubicBezTo>
                  <a:pt x="74" y="106"/>
                  <a:pt x="89" y="121"/>
                  <a:pt x="89" y="139"/>
                </a:cubicBezTo>
                <a:cubicBezTo>
                  <a:pt x="89" y="139"/>
                  <a:pt x="89" y="140"/>
                  <a:pt x="89" y="141"/>
                </a:cubicBezTo>
                <a:cubicBezTo>
                  <a:pt x="95" y="141"/>
                  <a:pt x="95" y="141"/>
                  <a:pt x="95" y="141"/>
                </a:cubicBezTo>
                <a:cubicBezTo>
                  <a:pt x="95" y="140"/>
                  <a:pt x="95" y="139"/>
                  <a:pt x="95" y="139"/>
                </a:cubicBezTo>
                <a:cubicBezTo>
                  <a:pt x="95" y="121"/>
                  <a:pt x="109" y="106"/>
                  <a:pt x="127" y="106"/>
                </a:cubicBezTo>
                <a:cubicBezTo>
                  <a:pt x="145" y="106"/>
                  <a:pt x="159" y="121"/>
                  <a:pt x="159" y="139"/>
                </a:cubicBezTo>
                <a:cubicBezTo>
                  <a:pt x="159" y="139"/>
                  <a:pt x="159" y="140"/>
                  <a:pt x="159" y="141"/>
                </a:cubicBezTo>
                <a:cubicBezTo>
                  <a:pt x="249" y="141"/>
                  <a:pt x="249" y="141"/>
                  <a:pt x="249" y="141"/>
                </a:cubicBezTo>
                <a:cubicBezTo>
                  <a:pt x="249" y="140"/>
                  <a:pt x="249" y="139"/>
                  <a:pt x="249" y="139"/>
                </a:cubicBezTo>
                <a:cubicBezTo>
                  <a:pt x="249" y="121"/>
                  <a:pt x="263" y="106"/>
                  <a:pt x="281" y="106"/>
                </a:cubicBezTo>
                <a:cubicBezTo>
                  <a:pt x="299" y="106"/>
                  <a:pt x="313" y="121"/>
                  <a:pt x="313" y="139"/>
                </a:cubicBezTo>
                <a:cubicBezTo>
                  <a:pt x="313" y="139"/>
                  <a:pt x="313" y="140"/>
                  <a:pt x="313" y="141"/>
                </a:cubicBezTo>
                <a:cubicBezTo>
                  <a:pt x="336" y="141"/>
                  <a:pt x="336" y="141"/>
                  <a:pt x="336" y="141"/>
                </a:cubicBezTo>
                <a:cubicBezTo>
                  <a:pt x="350" y="141"/>
                  <a:pt x="361" y="130"/>
                  <a:pt x="361" y="116"/>
                </a:cubicBezTo>
                <a:cubicBezTo>
                  <a:pt x="361" y="90"/>
                  <a:pt x="361" y="90"/>
                  <a:pt x="361" y="90"/>
                </a:cubicBezTo>
                <a:cubicBezTo>
                  <a:pt x="356" y="66"/>
                  <a:pt x="344" y="44"/>
                  <a:pt x="330" y="28"/>
                </a:cubicBezTo>
                <a:cubicBezTo>
                  <a:pt x="338" y="28"/>
                  <a:pt x="338" y="28"/>
                  <a:pt x="338" y="28"/>
                </a:cubicBezTo>
                <a:cubicBezTo>
                  <a:pt x="347" y="28"/>
                  <a:pt x="353" y="35"/>
                  <a:pt x="361" y="47"/>
                </a:cubicBezTo>
                <a:cubicBezTo>
                  <a:pt x="362" y="48"/>
                  <a:pt x="364" y="49"/>
                  <a:pt x="366" y="49"/>
                </a:cubicBezTo>
                <a:cubicBezTo>
                  <a:pt x="367" y="49"/>
                  <a:pt x="368" y="49"/>
                  <a:pt x="369" y="48"/>
                </a:cubicBezTo>
                <a:cubicBezTo>
                  <a:pt x="372" y="47"/>
                  <a:pt x="373" y="43"/>
                  <a:pt x="371" y="40"/>
                </a:cubicBezTo>
                <a:close/>
                <a:moveTo>
                  <a:pt x="234" y="64"/>
                </a:moveTo>
                <a:cubicBezTo>
                  <a:pt x="16" y="64"/>
                  <a:pt x="16" y="64"/>
                  <a:pt x="16" y="64"/>
                </a:cubicBezTo>
                <a:cubicBezTo>
                  <a:pt x="16" y="56"/>
                  <a:pt x="16" y="56"/>
                  <a:pt x="16" y="56"/>
                </a:cubicBezTo>
                <a:cubicBezTo>
                  <a:pt x="17" y="53"/>
                  <a:pt x="18" y="49"/>
                  <a:pt x="18" y="45"/>
                </a:cubicBezTo>
                <a:cubicBezTo>
                  <a:pt x="20" y="36"/>
                  <a:pt x="23" y="20"/>
                  <a:pt x="27" y="16"/>
                </a:cubicBezTo>
                <a:cubicBezTo>
                  <a:pt x="234" y="16"/>
                  <a:pt x="234" y="16"/>
                  <a:pt x="234" y="16"/>
                </a:cubicBezTo>
                <a:lnTo>
                  <a:pt x="234" y="64"/>
                </a:lnTo>
                <a:close/>
                <a:moveTo>
                  <a:pt x="347" y="116"/>
                </a:moveTo>
                <a:cubicBezTo>
                  <a:pt x="347" y="118"/>
                  <a:pt x="346" y="119"/>
                  <a:pt x="346" y="120"/>
                </a:cubicBezTo>
                <a:cubicBezTo>
                  <a:pt x="337" y="120"/>
                  <a:pt x="329" y="120"/>
                  <a:pt x="329" y="116"/>
                </a:cubicBezTo>
                <a:cubicBezTo>
                  <a:pt x="329" y="113"/>
                  <a:pt x="336" y="107"/>
                  <a:pt x="347" y="106"/>
                </a:cubicBezTo>
                <a:lnTo>
                  <a:pt x="347" y="116"/>
                </a:lnTo>
                <a:close/>
                <a:moveTo>
                  <a:pt x="345" y="92"/>
                </a:moveTo>
                <a:cubicBezTo>
                  <a:pt x="345" y="95"/>
                  <a:pt x="345" y="95"/>
                  <a:pt x="345" y="95"/>
                </a:cubicBezTo>
                <a:cubicBezTo>
                  <a:pt x="316" y="87"/>
                  <a:pt x="280" y="64"/>
                  <a:pt x="248" y="64"/>
                </a:cubicBezTo>
                <a:cubicBezTo>
                  <a:pt x="246" y="64"/>
                  <a:pt x="246" y="64"/>
                  <a:pt x="246" y="64"/>
                </a:cubicBezTo>
                <a:cubicBezTo>
                  <a:pt x="246" y="16"/>
                  <a:pt x="246" y="16"/>
                  <a:pt x="246" y="16"/>
                </a:cubicBezTo>
                <a:cubicBezTo>
                  <a:pt x="285" y="16"/>
                  <a:pt x="285" y="16"/>
                  <a:pt x="285" y="16"/>
                </a:cubicBezTo>
                <a:cubicBezTo>
                  <a:pt x="303" y="16"/>
                  <a:pt x="336" y="48"/>
                  <a:pt x="345" y="92"/>
                </a:cubicBezTo>
                <a:close/>
                <a:moveTo>
                  <a:pt x="57" y="118"/>
                </a:moveTo>
                <a:cubicBezTo>
                  <a:pt x="45" y="118"/>
                  <a:pt x="36" y="127"/>
                  <a:pt x="36" y="139"/>
                </a:cubicBezTo>
                <a:cubicBezTo>
                  <a:pt x="36" y="150"/>
                  <a:pt x="45" y="159"/>
                  <a:pt x="57" y="159"/>
                </a:cubicBezTo>
                <a:cubicBezTo>
                  <a:pt x="68" y="159"/>
                  <a:pt x="77" y="150"/>
                  <a:pt x="77" y="139"/>
                </a:cubicBezTo>
                <a:cubicBezTo>
                  <a:pt x="77" y="127"/>
                  <a:pt x="68" y="118"/>
                  <a:pt x="57" y="118"/>
                </a:cubicBezTo>
                <a:close/>
                <a:moveTo>
                  <a:pt x="57" y="151"/>
                </a:moveTo>
                <a:cubicBezTo>
                  <a:pt x="50" y="151"/>
                  <a:pt x="45" y="145"/>
                  <a:pt x="45" y="139"/>
                </a:cubicBezTo>
                <a:cubicBezTo>
                  <a:pt x="45" y="132"/>
                  <a:pt x="50" y="126"/>
                  <a:pt x="57" y="126"/>
                </a:cubicBezTo>
                <a:cubicBezTo>
                  <a:pt x="63" y="126"/>
                  <a:pt x="69" y="132"/>
                  <a:pt x="69" y="139"/>
                </a:cubicBezTo>
                <a:cubicBezTo>
                  <a:pt x="69" y="145"/>
                  <a:pt x="63" y="151"/>
                  <a:pt x="57" y="151"/>
                </a:cubicBezTo>
                <a:close/>
                <a:moveTo>
                  <a:pt x="127" y="118"/>
                </a:moveTo>
                <a:cubicBezTo>
                  <a:pt x="116" y="118"/>
                  <a:pt x="106" y="127"/>
                  <a:pt x="106" y="139"/>
                </a:cubicBezTo>
                <a:cubicBezTo>
                  <a:pt x="106" y="150"/>
                  <a:pt x="116" y="159"/>
                  <a:pt x="127" y="159"/>
                </a:cubicBezTo>
                <a:cubicBezTo>
                  <a:pt x="139" y="159"/>
                  <a:pt x="148" y="150"/>
                  <a:pt x="148" y="139"/>
                </a:cubicBezTo>
                <a:cubicBezTo>
                  <a:pt x="148" y="127"/>
                  <a:pt x="139" y="118"/>
                  <a:pt x="127" y="118"/>
                </a:cubicBezTo>
                <a:close/>
                <a:moveTo>
                  <a:pt x="127" y="151"/>
                </a:moveTo>
                <a:cubicBezTo>
                  <a:pt x="120" y="151"/>
                  <a:pt x="115" y="145"/>
                  <a:pt x="115" y="139"/>
                </a:cubicBezTo>
                <a:cubicBezTo>
                  <a:pt x="115" y="132"/>
                  <a:pt x="120" y="126"/>
                  <a:pt x="127" y="126"/>
                </a:cubicBezTo>
                <a:cubicBezTo>
                  <a:pt x="134" y="126"/>
                  <a:pt x="139" y="132"/>
                  <a:pt x="139" y="139"/>
                </a:cubicBezTo>
                <a:cubicBezTo>
                  <a:pt x="139" y="145"/>
                  <a:pt x="134" y="151"/>
                  <a:pt x="127" y="151"/>
                </a:cubicBezTo>
                <a:close/>
                <a:moveTo>
                  <a:pt x="281" y="118"/>
                </a:moveTo>
                <a:cubicBezTo>
                  <a:pt x="269" y="118"/>
                  <a:pt x="260" y="127"/>
                  <a:pt x="260" y="139"/>
                </a:cubicBezTo>
                <a:cubicBezTo>
                  <a:pt x="260" y="150"/>
                  <a:pt x="269" y="159"/>
                  <a:pt x="281" y="159"/>
                </a:cubicBezTo>
                <a:cubicBezTo>
                  <a:pt x="292" y="159"/>
                  <a:pt x="301" y="150"/>
                  <a:pt x="301" y="139"/>
                </a:cubicBezTo>
                <a:cubicBezTo>
                  <a:pt x="301" y="127"/>
                  <a:pt x="292" y="118"/>
                  <a:pt x="281" y="118"/>
                </a:cubicBezTo>
                <a:close/>
                <a:moveTo>
                  <a:pt x="281" y="151"/>
                </a:moveTo>
                <a:cubicBezTo>
                  <a:pt x="274" y="151"/>
                  <a:pt x="269" y="145"/>
                  <a:pt x="269" y="139"/>
                </a:cubicBezTo>
                <a:cubicBezTo>
                  <a:pt x="269" y="132"/>
                  <a:pt x="274" y="126"/>
                  <a:pt x="281" y="126"/>
                </a:cubicBezTo>
                <a:cubicBezTo>
                  <a:pt x="287" y="126"/>
                  <a:pt x="293" y="132"/>
                  <a:pt x="293" y="139"/>
                </a:cubicBezTo>
                <a:cubicBezTo>
                  <a:pt x="293" y="145"/>
                  <a:pt x="287" y="151"/>
                  <a:pt x="281" y="1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solidFill>
                <a:schemeClr val="accent3"/>
              </a:solidFill>
              <a:ea typeface="幼圆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91680" y="1619508"/>
            <a:ext cx="5796631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月婴幼儿相关行业分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媒体花费占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比前三位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1404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323528" y="163179"/>
            <a:ext cx="8010253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各类婴幼儿相关行业的媒体花费占比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006685"/>
              </p:ext>
            </p:extLst>
          </p:nvPr>
        </p:nvGraphicFramePr>
        <p:xfrm>
          <a:off x="474509" y="1772819"/>
          <a:ext cx="8230971" cy="468051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90541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391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1909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6230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0552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6230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8391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81487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2700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5831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9pPr>
                    </a:lstStyle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行业类别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电视</a:t>
                      </a:r>
                      <a:endParaRPr lang="zh-CN" altLang="en-US" sz="12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商务楼宇视频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交通类视频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杂志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传统户外</a:t>
                      </a:r>
                      <a:endParaRPr lang="zh-CN" altLang="en-US" sz="12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电台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影院视频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报纸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404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婴幼儿奶粉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8.6%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41.7%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404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婴幼儿纸尿裤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95.5%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58.0%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1404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童装</a:t>
                      </a:r>
                      <a:r>
                        <a:rPr lang="en-US" altLang="zh-CN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/</a:t>
                      </a:r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童鞋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1404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婴幼儿卫生用品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99.4%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1404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婴幼儿食品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94.7%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1404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孕妇及婴幼儿用品零售服务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69.4%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18.8%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1404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婴幼儿用品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56.4%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21.0%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13.2%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2.4%</a:t>
                      </a:r>
                    </a:p>
                  </a:txBody>
                  <a:tcPr marL="9525" marR="9525" marT="9525" marB="0" anchor="ctr"/>
                </a:tc>
              </a:tr>
              <a:tr h="499085">
                <a:tc gridSpan="9">
                  <a:txBody>
                    <a:bodyPr/>
                    <a:lstStyle/>
                    <a:p>
                      <a:pPr algn="r" fontAlgn="ctr"/>
                      <a:r>
                        <a:rPr lang="zh-CN" altLang="en-US" sz="1200" b="0" kern="1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幼圆"/>
                          <a:ea typeface="幼圆"/>
                        </a:rPr>
                        <a:t>按照花费排序</a:t>
                      </a:r>
                      <a:r>
                        <a:rPr lang="zh-CN" altLang="en-US" sz="1200" kern="1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幼圆"/>
                          <a:ea typeface="幼圆"/>
                        </a:rPr>
                        <a:t>  </a:t>
                      </a:r>
                      <a:r>
                        <a:rPr kumimoji="0" lang="zh-CN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幼圆"/>
                          <a:ea typeface="幼圆"/>
                          <a:cs typeface="+mn-cs"/>
                        </a:rPr>
                        <a:t>数据来源：</a:t>
                      </a:r>
                      <a:r>
                        <a:rPr kumimoji="0" lang="en-US" altLang="zh-CN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幼圆"/>
                          <a:ea typeface="幼圆"/>
                          <a:cs typeface="+mn-cs"/>
                        </a:rPr>
                        <a:t>CTR</a:t>
                      </a:r>
                      <a:r>
                        <a:rPr kumimoji="0" lang="zh-CN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幼圆"/>
                          <a:ea typeface="幼圆"/>
                          <a:cs typeface="+mn-cs"/>
                        </a:rPr>
                        <a:t>媒介智讯</a:t>
                      </a:r>
                      <a:endParaRPr lang="zh-CN" altLang="en-US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幼圆"/>
                        <a:ea typeface="幼圆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1200" b="1" i="0" u="none" strike="noStrike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2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75198" y="1340768"/>
            <a:ext cx="5796631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月婴幼儿相关行业的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媒体平台选择</a:t>
            </a:r>
          </a:p>
        </p:txBody>
      </p:sp>
    </p:spTree>
    <p:extLst>
      <p:ext uri="{BB962C8B-B14F-4D97-AF65-F5344CB8AC3E}">
        <p14:creationId xmlns:p14="http://schemas.microsoft.com/office/powerpoint/2010/main" val="231257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电视</a:t>
            </a:r>
            <a:r>
              <a:rPr lang="zh-CN" altLang="en-US" b="1" dirty="0">
                <a:solidFill>
                  <a:schemeClr val="bg1"/>
                </a:solidFill>
                <a:latin typeface="Arial Black"/>
              </a:rPr>
              <a:t>广告投放分析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8" t="13229" r="20613" b="19194"/>
          <a:stretch/>
        </p:blipFill>
        <p:spPr>
          <a:xfrm rot="20996544">
            <a:off x="1087109" y="2609572"/>
            <a:ext cx="1954726" cy="149483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3513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645980"/>
              </p:ext>
            </p:extLst>
          </p:nvPr>
        </p:nvGraphicFramePr>
        <p:xfrm>
          <a:off x="251520" y="1700808"/>
          <a:ext cx="8640960" cy="453649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8640960"/>
              </a:tblGrid>
              <a:tr h="45832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58259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58259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8259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8259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8259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8259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58259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标题 1"/>
          <p:cNvSpPr txBox="1">
            <a:spLocks/>
          </p:cNvSpPr>
          <p:nvPr/>
        </p:nvSpPr>
        <p:spPr>
          <a:xfrm>
            <a:off x="273720" y="260648"/>
            <a:ext cx="8690768" cy="125572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投放类别：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婴幼儿奶粉占比大，婴幼儿卫生用品、婴幼儿食品的增长较快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3720" y="1772816"/>
            <a:ext cx="4298280" cy="30777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 smtClean="0">
                <a:solidFill>
                  <a:schemeClr val="accent3"/>
                </a:solidFill>
                <a:ea typeface="幼圆"/>
              </a:rPr>
              <a:t>2016</a:t>
            </a:r>
            <a:r>
              <a:rPr lang="zh-CN" altLang="en-US" dirty="0" smtClean="0">
                <a:solidFill>
                  <a:schemeClr val="accent3"/>
                </a:solidFill>
                <a:ea typeface="幼圆"/>
              </a:rPr>
              <a:t>年</a:t>
            </a:r>
            <a:r>
              <a:rPr lang="en-US" altLang="zh-CN" dirty="0" smtClean="0">
                <a:solidFill>
                  <a:schemeClr val="accent3"/>
                </a:solidFill>
                <a:ea typeface="幼圆"/>
              </a:rPr>
              <a:t>1-4</a:t>
            </a:r>
            <a:r>
              <a:rPr lang="zh-CN" altLang="en-US" dirty="0" smtClean="0">
                <a:solidFill>
                  <a:schemeClr val="accent3"/>
                </a:solidFill>
                <a:ea typeface="幼圆"/>
              </a:rPr>
              <a:t>月各行业电视广告</a:t>
            </a:r>
            <a:r>
              <a:rPr lang="zh-CN" altLang="en-US" dirty="0">
                <a:solidFill>
                  <a:schemeClr val="accent3"/>
                </a:solidFill>
                <a:ea typeface="幼圆"/>
              </a:rPr>
              <a:t>花费占</a:t>
            </a:r>
            <a:r>
              <a:rPr lang="zh-CN" altLang="en-US" dirty="0" smtClean="0">
                <a:solidFill>
                  <a:schemeClr val="accent3"/>
                </a:solidFill>
                <a:ea typeface="幼圆"/>
              </a:rPr>
              <a:t>比</a:t>
            </a:r>
            <a:endParaRPr lang="en-US" altLang="zh-CN" dirty="0">
              <a:solidFill>
                <a:schemeClr val="accent3"/>
              </a:solidFill>
              <a:ea typeface="幼圆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15" name="图表 14"/>
          <p:cNvGraphicFramePr/>
          <p:nvPr>
            <p:extLst>
              <p:ext uri="{D42A27DB-BD31-4B8C-83A1-F6EECF244321}">
                <p14:modId xmlns:p14="http://schemas.microsoft.com/office/powerpoint/2010/main" val="2681517787"/>
              </p:ext>
            </p:extLst>
          </p:nvPr>
        </p:nvGraphicFramePr>
        <p:xfrm>
          <a:off x="298624" y="1988840"/>
          <a:ext cx="4320480" cy="4464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 6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4008" y="1771327"/>
            <a:ext cx="4248472" cy="30777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 smtClean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2016</a:t>
            </a:r>
            <a:r>
              <a:rPr lang="zh-CN" altLang="en-US" dirty="0" smtClean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年</a:t>
            </a:r>
            <a:r>
              <a:rPr lang="en-US" altLang="zh-CN" dirty="0" smtClean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1-4</a:t>
            </a:r>
            <a:r>
              <a:rPr lang="zh-CN" altLang="en-US" dirty="0" smtClean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月各行业电视广告花费增幅</a:t>
            </a:r>
            <a:endParaRPr lang="en-US" altLang="zh-CN" dirty="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11" name="图表 10"/>
          <p:cNvGraphicFramePr/>
          <p:nvPr>
            <p:extLst>
              <p:ext uri="{D42A27DB-BD31-4B8C-83A1-F6EECF244321}">
                <p14:modId xmlns:p14="http://schemas.microsoft.com/office/powerpoint/2010/main" val="964803634"/>
              </p:ext>
            </p:extLst>
          </p:nvPr>
        </p:nvGraphicFramePr>
        <p:xfrm>
          <a:off x="4283968" y="1988840"/>
          <a:ext cx="4514305" cy="4392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1721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92387"/>
              </p:ext>
            </p:extLst>
          </p:nvPr>
        </p:nvGraphicFramePr>
        <p:xfrm>
          <a:off x="510512" y="1844822"/>
          <a:ext cx="8158965" cy="4680522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82226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5831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Times New Roman"/>
                          <a:ea typeface="幼圆"/>
                        </a:defRPr>
                      </a:lvl9pPr>
                    </a:lstStyle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1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行业类别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CCTV</a:t>
                      </a:r>
                      <a:endParaRPr lang="en-US" sz="11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Times New Roman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b="1" kern="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省级</a:t>
                      </a:r>
                      <a:r>
                        <a:rPr lang="zh-CN" altLang="en-US" sz="11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卫视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b="1" kern="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省会</a:t>
                      </a:r>
                      <a:r>
                        <a:rPr lang="zh-CN" altLang="en-US" sz="11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城市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b="1" kern="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省级</a:t>
                      </a:r>
                      <a:r>
                        <a:rPr lang="zh-CN" altLang="en-US" sz="11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地面台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b="1" kern="1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Times New Roman"/>
                        </a:rPr>
                        <a:t>其他</a:t>
                      </a:r>
                      <a:endParaRPr lang="zh-CN" altLang="en-US" sz="11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Times New Roman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40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婴幼儿奶粉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29.2%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52.1%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6.3%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40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婴幼儿纸尿裤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25.5%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25.7%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140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童装</a:t>
                      </a:r>
                      <a:r>
                        <a:rPr lang="en-US" altLang="zh-CN" sz="11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/</a:t>
                      </a:r>
                      <a:r>
                        <a:rPr lang="zh-CN" altLang="en-US" sz="11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童鞋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19.9%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76.2%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140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婴幼儿卫生用品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32.6%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32.8%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32.4%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140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婴幼儿食品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37.7%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44.1%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17.7%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140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孕妇及婴幼儿用品零售服务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10.5%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48.8%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1404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1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婴幼儿用品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24.0%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66.8%</a:t>
                      </a:r>
                    </a:p>
                  </a:txBody>
                  <a:tcPr marL="9525" marR="9525" marT="9525" marB="0" anchor="ctr"/>
                </a:tc>
              </a:tr>
              <a:tr h="499086">
                <a:tc gridSpan="6">
                  <a:txBody>
                    <a:bodyPr/>
                    <a:lstStyle/>
                    <a:p>
                      <a:pPr algn="r" fontAlgn="ctr"/>
                      <a:r>
                        <a:rPr lang="zh-CN" altLang="en-US" sz="1050" b="0" kern="1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幼圆"/>
                          <a:ea typeface="幼圆"/>
                        </a:rPr>
                        <a:t>按照花费排序</a:t>
                      </a:r>
                      <a:r>
                        <a:rPr lang="zh-CN" altLang="en-US" sz="1050" kern="1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幼圆"/>
                          <a:ea typeface="幼圆"/>
                        </a:rPr>
                        <a:t>  </a:t>
                      </a:r>
                      <a:r>
                        <a:rPr kumimoji="0" lang="zh-CN" altLang="en-US" sz="10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幼圆"/>
                          <a:ea typeface="幼圆"/>
                          <a:cs typeface="+mn-cs"/>
                        </a:rPr>
                        <a:t>数据来源：</a:t>
                      </a:r>
                      <a:r>
                        <a:rPr kumimoji="0" lang="en-US" altLang="zh-CN" sz="10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幼圆"/>
                          <a:ea typeface="幼圆"/>
                          <a:cs typeface="+mn-cs"/>
                        </a:rPr>
                        <a:t>CTR</a:t>
                      </a:r>
                      <a:r>
                        <a:rPr kumimoji="0" lang="zh-CN" altLang="en-US" sz="10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幼圆"/>
                          <a:ea typeface="幼圆"/>
                          <a:cs typeface="+mn-cs"/>
                        </a:rPr>
                        <a:t>媒介智讯</a:t>
                      </a:r>
                      <a:endParaRPr lang="zh-CN" altLang="en-US" sz="1050" b="0" i="0" u="none" strike="noStrike" dirty="0" smtClean="0">
                        <a:solidFill>
                          <a:srgbClr val="FF0000"/>
                        </a:solidFill>
                        <a:effectLst/>
                        <a:latin typeface="幼圆"/>
                        <a:ea typeface="幼圆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1200" b="1" i="0" u="none" strike="noStrike" dirty="0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29"/>
                  </a:ext>
                </a:extLst>
              </a:tr>
            </a:tbl>
          </a:graphicData>
        </a:graphic>
      </p:graphicFrame>
      <p:sp>
        <p:nvSpPr>
          <p:cNvPr id="8" name="标题 1"/>
          <p:cNvSpPr txBox="1"/>
          <p:nvPr/>
        </p:nvSpPr>
        <p:spPr>
          <a:xfrm>
            <a:off x="323528" y="184806"/>
            <a:ext cx="8010253" cy="86793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电视级别：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婴幼儿相关行业更多选择地面频道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35125" y="1340768"/>
            <a:ext cx="5796631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婴幼儿相关行业的各电视级别占比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328659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23528" y="91171"/>
            <a:ext cx="8010253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婴幼儿相关行业电视广告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花费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榜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单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649249"/>
              </p:ext>
            </p:extLst>
          </p:nvPr>
        </p:nvGraphicFramePr>
        <p:xfrm>
          <a:off x="467547" y="1844823"/>
          <a:ext cx="7999822" cy="4464494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766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083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562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2141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9105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5623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82964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惠氏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3.7%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伊利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359.9%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帮宝适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-15.8%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妈咪宝贝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-10.4%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美赞臣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178.9%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燎原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106.9%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雀巢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-47.6%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多美滋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-61.0%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好奇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-14.1%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完达山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-56.3%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雅培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-74.8%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旺旺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50.0%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雅士利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107.9%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皇家美素佳儿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飞鹤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361</a:t>
                      </a: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度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-23.8%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花王妙而舒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&gt;1000%</a:t>
                      </a:r>
                      <a:endParaRPr lang="en-US" altLang="zh-CN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君乐宝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-47.6%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贝因美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33.5%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红色小象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zh-CN" altLang="en-US" sz="1500" b="0" i="0" u="none" strike="noStrike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552" y="1362254"/>
            <a:ext cx="792088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8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月婴幼儿相关行业电视广告花费前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264757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78375" y="44624"/>
            <a:ext cx="8010253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婴幼儿相关行业电视广告花费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增幅榜单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328095"/>
              </p:ext>
            </p:extLst>
          </p:nvPr>
        </p:nvGraphicFramePr>
        <p:xfrm>
          <a:off x="395536" y="1844829"/>
          <a:ext cx="8280920" cy="4464495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6648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6841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8646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2067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8646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85405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8296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QOZAM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圣元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21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卡木然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合生元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青蛙王子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22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雅士利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家得路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美纳多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23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佳贝艾特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花王妙而舒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伊利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24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燎原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ANNANNA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澳亨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25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PIGEON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海普诺凯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美赞臣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26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孕婴计划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海王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AZIZ BOWAK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27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旺旺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阿娜美热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荷花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贝因美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可爱可亲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BABYS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29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雪印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981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强生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乐比悠悠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30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特步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61482" y="1340768"/>
            <a:ext cx="720080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8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月婴幼儿相关行业电视广告花费增幅前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30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</a:p>
        </p:txBody>
      </p:sp>
    </p:spTree>
    <p:extLst>
      <p:ext uri="{BB962C8B-B14F-4D97-AF65-F5344CB8AC3E}">
        <p14:creationId xmlns:p14="http://schemas.microsoft.com/office/powerpoint/2010/main" val="348737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商务</a:t>
            </a:r>
            <a:r>
              <a:rPr lang="zh-CN" altLang="en-US" b="1" dirty="0">
                <a:solidFill>
                  <a:schemeClr val="bg1"/>
                </a:solidFill>
                <a:latin typeface="Arial Black"/>
              </a:rPr>
              <a:t>楼宇视频广告投放分析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4733" b="23440"/>
          <a:stretch/>
        </p:blipFill>
        <p:spPr>
          <a:xfrm rot="20815120">
            <a:off x="1336569" y="2580999"/>
            <a:ext cx="1468210" cy="155198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7317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46545"/>
              </p:ext>
            </p:extLst>
          </p:nvPr>
        </p:nvGraphicFramePr>
        <p:xfrm>
          <a:off x="251520" y="1484784"/>
          <a:ext cx="8640960" cy="439248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8640960"/>
              </a:tblGrid>
              <a:tr h="82809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118813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118813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118813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12" name="标题 1"/>
          <p:cNvSpPr txBox="1">
            <a:spLocks/>
          </p:cNvSpPr>
          <p:nvPr/>
        </p:nvSpPr>
        <p:spPr>
          <a:xfrm>
            <a:off x="251520" y="184806"/>
            <a:ext cx="8690768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投放类别：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婴幼儿奶粉占整体广告花费近九成，且增长迅速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8279" y="1609636"/>
            <a:ext cx="3895689" cy="52322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1400"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 smtClean="0">
                <a:solidFill>
                  <a:schemeClr val="accent3"/>
                </a:solidFill>
                <a:ea typeface="幼圆"/>
              </a:rPr>
              <a:t>2016</a:t>
            </a:r>
            <a:r>
              <a:rPr lang="zh-CN" altLang="en-US" dirty="0" smtClean="0">
                <a:solidFill>
                  <a:schemeClr val="accent3"/>
                </a:solidFill>
                <a:ea typeface="幼圆"/>
              </a:rPr>
              <a:t>年</a:t>
            </a:r>
            <a:r>
              <a:rPr lang="en-US" altLang="zh-CN" dirty="0" smtClean="0">
                <a:solidFill>
                  <a:schemeClr val="accent3"/>
                </a:solidFill>
                <a:ea typeface="幼圆"/>
              </a:rPr>
              <a:t>1-4</a:t>
            </a:r>
            <a:r>
              <a:rPr lang="zh-CN" altLang="en-US" dirty="0" smtClean="0">
                <a:solidFill>
                  <a:schemeClr val="accent3"/>
                </a:solidFill>
                <a:ea typeface="幼圆"/>
              </a:rPr>
              <a:t>月婴幼儿相关行业商务楼宇视频广告</a:t>
            </a:r>
            <a:r>
              <a:rPr lang="zh-CN" altLang="en-US" dirty="0">
                <a:solidFill>
                  <a:schemeClr val="accent3"/>
                </a:solidFill>
                <a:ea typeface="幼圆"/>
              </a:rPr>
              <a:t>花费占</a:t>
            </a:r>
            <a:r>
              <a:rPr lang="zh-CN" altLang="en-US" dirty="0" smtClean="0">
                <a:solidFill>
                  <a:schemeClr val="accent3"/>
                </a:solidFill>
                <a:ea typeface="幼圆"/>
              </a:rPr>
              <a:t>比</a:t>
            </a:r>
            <a:endParaRPr lang="en-US" altLang="zh-CN" dirty="0">
              <a:solidFill>
                <a:schemeClr val="accent3"/>
              </a:solidFill>
              <a:ea typeface="幼圆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81849" y="1628800"/>
            <a:ext cx="3816424" cy="52322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8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幼圆"/>
                <a:ea typeface="幼圆"/>
              </a:rPr>
              <a:t>月婴幼儿相关行业分类别</a:t>
            </a: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幼圆"/>
                <a:ea typeface="幼圆"/>
              </a:rPr>
              <a:t>商务</a:t>
            </a:r>
            <a:r>
              <a:rPr lang="zh-CN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幼圆"/>
                <a:ea typeface="幼圆"/>
              </a:rPr>
              <a:t>楼宇视频广告</a:t>
            </a: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幼圆"/>
                <a:ea typeface="幼圆"/>
              </a:rPr>
              <a:t>花费同比增幅</a:t>
            </a:r>
          </a:p>
        </p:txBody>
      </p:sp>
      <p:graphicFrame>
        <p:nvGraphicFramePr>
          <p:cNvPr id="17" name="图表 16"/>
          <p:cNvGraphicFramePr/>
          <p:nvPr>
            <p:extLst>
              <p:ext uri="{D42A27DB-BD31-4B8C-83A1-F6EECF244321}">
                <p14:modId xmlns:p14="http://schemas.microsoft.com/office/powerpoint/2010/main" val="4183894800"/>
              </p:ext>
            </p:extLst>
          </p:nvPr>
        </p:nvGraphicFramePr>
        <p:xfrm>
          <a:off x="251520" y="2204864"/>
          <a:ext cx="4824536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图表 17"/>
          <p:cNvGraphicFramePr/>
          <p:nvPr>
            <p:extLst>
              <p:ext uri="{D42A27DB-BD31-4B8C-83A1-F6EECF244321}">
                <p14:modId xmlns:p14="http://schemas.microsoft.com/office/powerpoint/2010/main" val="4039777594"/>
              </p:ext>
            </p:extLst>
          </p:nvPr>
        </p:nvGraphicFramePr>
        <p:xfrm>
          <a:off x="4310232" y="2204864"/>
          <a:ext cx="4520472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8975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23528" y="235187"/>
            <a:ext cx="8010253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婴幼儿相关行业商务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楼宇视频广告花费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榜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单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145935"/>
              </p:ext>
            </p:extLst>
          </p:nvPr>
        </p:nvGraphicFramePr>
        <p:xfrm>
          <a:off x="467544" y="1844823"/>
          <a:ext cx="8090676" cy="4536507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17298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670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075308"/>
                <a:gridCol w="207530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3880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花费占比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41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美赞臣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51.9%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441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惠氏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28.2%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40.08%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441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好奇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7.5%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-29.37%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441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美素佳儿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3.8%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zh-CN" altLang="en-US" sz="1500" b="0" i="0" u="none" strike="noStrike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441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贝因美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-70.83%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441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雅培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2.2%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-72.37%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41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宝贝与我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1.7%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zh-CN" altLang="en-US" sz="1500" b="0" i="0" u="none" strike="noStrike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441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安儿乐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1.5%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zh-CN" altLang="en-US" sz="1500" b="0" i="0" u="none" strike="noStrike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4418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妈咪宝贝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0.5%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zh-CN" altLang="en-US" sz="1500" b="0" i="0" u="none" strike="noStrike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1600" y="1412776"/>
            <a:ext cx="720080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8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月婴幼儿相关行业商务楼宇视频各品牌的广告花费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344798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-12701"/>
            <a:ext cx="5022850" cy="68638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2053" name="矩形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flipH="1">
            <a:off x="0" y="1279525"/>
            <a:ext cx="5010150" cy="4389438"/>
          </a:xfrm>
          <a:prstGeom prst="rect">
            <a:avLst/>
          </a:prstGeom>
          <a:solidFill>
            <a:schemeClr val="accent3">
              <a:alpha val="76077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CN" sz="4000" dirty="0">
                <a:solidFill>
                  <a:srgbClr val="FFFFFF"/>
                </a:solidFill>
                <a:ea typeface="微软雅黑" pitchFamily="34" charset="-122"/>
                <a:sym typeface="宋体" charset="-122"/>
              </a:rPr>
              <a:t>CHAPTER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altLang="zh-CN" sz="16600" dirty="0" smtClean="0">
                <a:solidFill>
                  <a:srgbClr val="FFFFFF"/>
                </a:solidFill>
                <a:latin typeface="Impact" pitchFamily="34" charset="0"/>
                <a:ea typeface="微软雅黑" pitchFamily="34" charset="-122"/>
                <a:sym typeface="宋体" charset="-122"/>
              </a:rPr>
              <a:t>03</a:t>
            </a:r>
            <a:endParaRPr lang="zh-CN" altLang="zh-CN" sz="16600" dirty="0">
              <a:solidFill>
                <a:srgbClr val="FFFFFF"/>
              </a:solidFill>
              <a:latin typeface="Impact" pitchFamily="34" charset="0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 bwMode="auto">
          <a:xfrm>
            <a:off x="5004048" y="1279525"/>
            <a:ext cx="3990975" cy="4389438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3600" b="1" dirty="0">
                <a:solidFill>
                  <a:schemeClr val="accent3"/>
                </a:solidFill>
                <a:latin typeface="+mj-lt"/>
                <a:ea typeface="+mj-ea"/>
                <a:cs typeface="Arial" panose="020B0604020202020204" pitchFamily="34" charset="0"/>
              </a:rPr>
              <a:t>婴幼儿相关行业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3600" b="1" dirty="0" smtClean="0">
                <a:solidFill>
                  <a:schemeClr val="accent3"/>
                </a:solidFill>
                <a:latin typeface="+mj-lt"/>
                <a:ea typeface="+mj-ea"/>
                <a:cs typeface="Arial" panose="020B0604020202020204" pitchFamily="34" charset="0"/>
              </a:rPr>
              <a:t>分类别投放分析</a:t>
            </a:r>
            <a:endParaRPr lang="zh-CN" altLang="en-US" sz="3600" b="1" dirty="0">
              <a:solidFill>
                <a:schemeClr val="accent3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6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>
                <a:solidFill>
                  <a:schemeClr val="bg1"/>
                </a:solidFill>
                <a:latin typeface="Arial Black"/>
              </a:rPr>
              <a:t>婴幼儿</a:t>
            </a: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奶粉广告投放分析</a:t>
            </a:r>
            <a:endParaRPr lang="zh-CN" altLang="en-US" b="1" dirty="0">
              <a:solidFill>
                <a:schemeClr val="bg1"/>
              </a:solidFill>
              <a:latin typeface="Arial Black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pic>
        <p:nvPicPr>
          <p:cNvPr id="1026" name="Picture 2" descr="http://a.hiphotos.baidu.com/exp/w=500/sign=3e6f5bf2fffaaf5184e381bfbc5594ed/960a304e251f95ca21bc6162cb177f3e6609529d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3" r="24280"/>
          <a:stretch/>
        </p:blipFill>
        <p:spPr bwMode="auto">
          <a:xfrm rot="20451003">
            <a:off x="1841263" y="2718645"/>
            <a:ext cx="1008112" cy="145316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160469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80" y="1619508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月婴幼儿奶粉广告花费月度同比增幅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378460" y="184806"/>
            <a:ext cx="8340725" cy="86793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花费趋势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：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婴幼儿奶粉广告花费仅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月同比增长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3852573055"/>
              </p:ext>
            </p:extLst>
          </p:nvPr>
        </p:nvGraphicFramePr>
        <p:xfrm>
          <a:off x="467544" y="1916832"/>
          <a:ext cx="8208912" cy="3631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648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414589" y="256814"/>
            <a:ext cx="7685803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品牌数量：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总量减少近</a:t>
            </a:r>
            <a:r>
              <a:rPr lang="en-US" altLang="zh-CN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1/4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，但新增品牌约占</a:t>
            </a:r>
            <a:r>
              <a:rPr lang="en-US" altLang="zh-CN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1/3</a:t>
            </a:r>
          </a:p>
        </p:txBody>
      </p:sp>
      <p:graphicFrame>
        <p:nvGraphicFramePr>
          <p:cNvPr id="6" name="图表 5"/>
          <p:cNvGraphicFramePr/>
          <p:nvPr>
            <p:extLst>
              <p:ext uri="{D42A27DB-BD31-4B8C-83A1-F6EECF244321}">
                <p14:modId xmlns:p14="http://schemas.microsoft.com/office/powerpoint/2010/main" val="3191619129"/>
              </p:ext>
            </p:extLst>
          </p:nvPr>
        </p:nvGraphicFramePr>
        <p:xfrm>
          <a:off x="414589" y="1813272"/>
          <a:ext cx="8261867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91680" y="1663524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婴幼儿奶粉品牌数量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190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520" y="404664"/>
            <a:ext cx="8419898" cy="86793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媒介分布：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婴幼儿奶粉在电视的广告花费占比达</a:t>
            </a:r>
            <a:r>
              <a:rPr lang="en-US" altLang="zh-CN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9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成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9" name="MH_Text_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00844" y="4228746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b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电视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1" name="KSO_Shape"/>
          <p:cNvSpPr>
            <a:spLocks/>
          </p:cNvSpPr>
          <p:nvPr/>
        </p:nvSpPr>
        <p:spPr bwMode="auto">
          <a:xfrm>
            <a:off x="1315244" y="2692524"/>
            <a:ext cx="952500" cy="808484"/>
          </a:xfrm>
          <a:custGeom>
            <a:avLst/>
            <a:gdLst>
              <a:gd name="T0" fmla="*/ 1372823 w 5484"/>
              <a:gd name="T1" fmla="*/ 154929 h 5484"/>
              <a:gd name="T2" fmla="*/ 1427013 w 5484"/>
              <a:gd name="T3" fmla="*/ 95181 h 5484"/>
              <a:gd name="T4" fmla="*/ 1405476 w 5484"/>
              <a:gd name="T5" fmla="*/ 23274 h 5484"/>
              <a:gd name="T6" fmla="*/ 1333222 w 5484"/>
              <a:gd name="T7" fmla="*/ 1389 h 5484"/>
              <a:gd name="T8" fmla="*/ 1273126 w 5484"/>
              <a:gd name="T9" fmla="*/ 55580 h 5484"/>
              <a:gd name="T10" fmla="*/ 629789 w 5484"/>
              <a:gd name="T11" fmla="*/ 105949 h 5484"/>
              <a:gd name="T12" fmla="*/ 625274 w 5484"/>
              <a:gd name="T13" fmla="*/ 40990 h 5484"/>
              <a:gd name="T14" fmla="*/ 555451 w 5484"/>
              <a:gd name="T15" fmla="*/ 0 h 5484"/>
              <a:gd name="T16" fmla="*/ 489450 w 5484"/>
              <a:gd name="T17" fmla="*/ 34737 h 5484"/>
              <a:gd name="T18" fmla="*/ 482503 w 5484"/>
              <a:gd name="T19" fmla="*/ 110118 h 5484"/>
              <a:gd name="T20" fmla="*/ 547114 w 5484"/>
              <a:gd name="T21" fmla="*/ 158055 h 5484"/>
              <a:gd name="T22" fmla="*/ 134434 w 5484"/>
              <a:gd name="T23" fmla="*/ 477987 h 5484"/>
              <a:gd name="T24" fmla="*/ 57664 w 5484"/>
              <a:gd name="T25" fmla="*/ 512377 h 5484"/>
              <a:gd name="T26" fmla="*/ 9726 w 5484"/>
              <a:gd name="T27" fmla="*/ 579768 h 5484"/>
              <a:gd name="T28" fmla="*/ 695 w 5484"/>
              <a:gd name="T29" fmla="*/ 1762229 h 5484"/>
              <a:gd name="T30" fmla="*/ 31264 w 5484"/>
              <a:gd name="T31" fmla="*/ 1840736 h 5484"/>
              <a:gd name="T32" fmla="*/ 96917 w 5484"/>
              <a:gd name="T33" fmla="*/ 1892147 h 5484"/>
              <a:gd name="T34" fmla="*/ 1754240 w 5484"/>
              <a:gd name="T35" fmla="*/ 1904305 h 5484"/>
              <a:gd name="T36" fmla="*/ 1834830 w 5484"/>
              <a:gd name="T37" fmla="*/ 1877557 h 5484"/>
              <a:gd name="T38" fmla="*/ 1889368 w 5484"/>
              <a:gd name="T39" fmla="*/ 1814683 h 5484"/>
              <a:gd name="T40" fmla="*/ 1905000 w 5484"/>
              <a:gd name="T41" fmla="*/ 634653 h 5484"/>
              <a:gd name="T42" fmla="*/ 1881726 w 5484"/>
              <a:gd name="T43" fmla="*/ 552325 h 5484"/>
              <a:gd name="T44" fmla="*/ 1821630 w 5484"/>
              <a:gd name="T45" fmla="*/ 495008 h 5484"/>
              <a:gd name="T46" fmla="*/ 1428403 w 5484"/>
              <a:gd name="T47" fmla="*/ 1587153 h 5484"/>
              <a:gd name="T48" fmla="*/ 1409297 w 5484"/>
              <a:gd name="T49" fmla="*/ 1662533 h 5484"/>
              <a:gd name="T50" fmla="*/ 1351980 w 5484"/>
              <a:gd name="T51" fmla="*/ 1722976 h 5484"/>
              <a:gd name="T52" fmla="*/ 1269653 w 5484"/>
              <a:gd name="T53" fmla="*/ 1745903 h 5484"/>
              <a:gd name="T54" fmla="*/ 248720 w 5484"/>
              <a:gd name="T55" fmla="*/ 1730271 h 5484"/>
              <a:gd name="T56" fmla="*/ 185845 w 5484"/>
              <a:gd name="T57" fmla="*/ 1675733 h 5484"/>
              <a:gd name="T58" fmla="*/ 159097 w 5484"/>
              <a:gd name="T59" fmla="*/ 1595490 h 5484"/>
              <a:gd name="T60" fmla="*/ 170908 w 5484"/>
              <a:gd name="T61" fmla="*/ 731570 h 5484"/>
              <a:gd name="T62" fmla="*/ 222319 w 5484"/>
              <a:gd name="T63" fmla="*/ 666264 h 5484"/>
              <a:gd name="T64" fmla="*/ 301173 w 5484"/>
              <a:gd name="T65" fmla="*/ 635695 h 5484"/>
              <a:gd name="T66" fmla="*/ 1324538 w 5484"/>
              <a:gd name="T67" fmla="*/ 644379 h 5484"/>
              <a:gd name="T68" fmla="*/ 1392276 w 5484"/>
              <a:gd name="T69" fmla="*/ 692317 h 5484"/>
              <a:gd name="T70" fmla="*/ 1426666 w 5484"/>
              <a:gd name="T71" fmla="*/ 769086 h 5484"/>
              <a:gd name="T72" fmla="*/ 1627101 w 5484"/>
              <a:gd name="T73" fmla="*/ 1343991 h 5484"/>
              <a:gd name="T74" fmla="*/ 1554152 w 5484"/>
              <a:gd name="T75" fmla="*/ 1302306 h 5484"/>
              <a:gd name="T76" fmla="*/ 1513162 w 5484"/>
              <a:gd name="T77" fmla="*/ 1230052 h 5484"/>
              <a:gd name="T78" fmla="*/ 1513162 w 5484"/>
              <a:gd name="T79" fmla="*/ 1150851 h 5484"/>
              <a:gd name="T80" fmla="*/ 1554152 w 5484"/>
              <a:gd name="T81" fmla="*/ 1078249 h 5484"/>
              <a:gd name="T82" fmla="*/ 1627101 w 5484"/>
              <a:gd name="T83" fmla="*/ 1036565 h 5484"/>
              <a:gd name="T84" fmla="*/ 1706302 w 5484"/>
              <a:gd name="T85" fmla="*/ 1036565 h 5484"/>
              <a:gd name="T86" fmla="*/ 1778903 w 5484"/>
              <a:gd name="T87" fmla="*/ 1078249 h 5484"/>
              <a:gd name="T88" fmla="*/ 1820241 w 5484"/>
              <a:gd name="T89" fmla="*/ 1150851 h 5484"/>
              <a:gd name="T90" fmla="*/ 1820241 w 5484"/>
              <a:gd name="T91" fmla="*/ 1230052 h 5484"/>
              <a:gd name="T92" fmla="*/ 1778903 w 5484"/>
              <a:gd name="T93" fmla="*/ 1302306 h 5484"/>
              <a:gd name="T94" fmla="*/ 1706302 w 5484"/>
              <a:gd name="T95" fmla="*/ 1343991 h 5484"/>
              <a:gd name="T96" fmla="*/ 1634743 w 5484"/>
              <a:gd name="T97" fmla="*/ 949026 h 5484"/>
              <a:gd name="T98" fmla="*/ 1559710 w 5484"/>
              <a:gd name="T99" fmla="*/ 910815 h 5484"/>
              <a:gd name="T100" fmla="*/ 1514899 w 5484"/>
              <a:gd name="T101" fmla="*/ 840646 h 5484"/>
              <a:gd name="T102" fmla="*/ 1511078 w 5484"/>
              <a:gd name="T103" fmla="*/ 761792 h 5484"/>
              <a:gd name="T104" fmla="*/ 1548941 w 5484"/>
              <a:gd name="T105" fmla="*/ 686759 h 5484"/>
              <a:gd name="T106" fmla="*/ 1619458 w 5484"/>
              <a:gd name="T107" fmla="*/ 641947 h 5484"/>
              <a:gd name="T108" fmla="*/ 1698660 w 5484"/>
              <a:gd name="T109" fmla="*/ 638126 h 5484"/>
              <a:gd name="T110" fmla="*/ 1773693 w 5484"/>
              <a:gd name="T111" fmla="*/ 675990 h 5484"/>
              <a:gd name="T112" fmla="*/ 1818504 w 5484"/>
              <a:gd name="T113" fmla="*/ 746507 h 5484"/>
              <a:gd name="T114" fmla="*/ 1821978 w 5484"/>
              <a:gd name="T115" fmla="*/ 825361 h 5484"/>
              <a:gd name="T116" fmla="*/ 1784114 w 5484"/>
              <a:gd name="T117" fmla="*/ 900046 h 5484"/>
              <a:gd name="T118" fmla="*/ 1713944 w 5484"/>
              <a:gd name="T119" fmla="*/ 944858 h 548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484" h="5484">
                <a:moveTo>
                  <a:pt x="5026" y="1370"/>
                </a:moveTo>
                <a:lnTo>
                  <a:pt x="3081" y="1370"/>
                </a:lnTo>
                <a:lnTo>
                  <a:pt x="3849" y="449"/>
                </a:lnTo>
                <a:lnTo>
                  <a:pt x="3866" y="454"/>
                </a:lnTo>
                <a:lnTo>
                  <a:pt x="3875" y="455"/>
                </a:lnTo>
                <a:lnTo>
                  <a:pt x="3884" y="456"/>
                </a:lnTo>
                <a:lnTo>
                  <a:pt x="3907" y="455"/>
                </a:lnTo>
                <a:lnTo>
                  <a:pt x="3930" y="451"/>
                </a:lnTo>
                <a:lnTo>
                  <a:pt x="3952" y="446"/>
                </a:lnTo>
                <a:lnTo>
                  <a:pt x="3973" y="438"/>
                </a:lnTo>
                <a:lnTo>
                  <a:pt x="3993" y="428"/>
                </a:lnTo>
                <a:lnTo>
                  <a:pt x="4012" y="417"/>
                </a:lnTo>
                <a:lnTo>
                  <a:pt x="4029" y="404"/>
                </a:lnTo>
                <a:lnTo>
                  <a:pt x="4046" y="389"/>
                </a:lnTo>
                <a:lnTo>
                  <a:pt x="4061" y="373"/>
                </a:lnTo>
                <a:lnTo>
                  <a:pt x="4073" y="356"/>
                </a:lnTo>
                <a:lnTo>
                  <a:pt x="4085" y="336"/>
                </a:lnTo>
                <a:lnTo>
                  <a:pt x="4094" y="317"/>
                </a:lnTo>
                <a:lnTo>
                  <a:pt x="4102" y="296"/>
                </a:lnTo>
                <a:lnTo>
                  <a:pt x="4108" y="274"/>
                </a:lnTo>
                <a:lnTo>
                  <a:pt x="4111" y="251"/>
                </a:lnTo>
                <a:lnTo>
                  <a:pt x="4112" y="228"/>
                </a:lnTo>
                <a:lnTo>
                  <a:pt x="4111" y="204"/>
                </a:lnTo>
                <a:lnTo>
                  <a:pt x="4108" y="182"/>
                </a:lnTo>
                <a:lnTo>
                  <a:pt x="4102" y="160"/>
                </a:lnTo>
                <a:lnTo>
                  <a:pt x="4094" y="139"/>
                </a:lnTo>
                <a:lnTo>
                  <a:pt x="4085" y="118"/>
                </a:lnTo>
                <a:lnTo>
                  <a:pt x="4073" y="100"/>
                </a:lnTo>
                <a:lnTo>
                  <a:pt x="4061" y="83"/>
                </a:lnTo>
                <a:lnTo>
                  <a:pt x="4046" y="67"/>
                </a:lnTo>
                <a:lnTo>
                  <a:pt x="4029" y="52"/>
                </a:lnTo>
                <a:lnTo>
                  <a:pt x="4012" y="38"/>
                </a:lnTo>
                <a:lnTo>
                  <a:pt x="3993" y="27"/>
                </a:lnTo>
                <a:lnTo>
                  <a:pt x="3973" y="17"/>
                </a:lnTo>
                <a:lnTo>
                  <a:pt x="3952" y="10"/>
                </a:lnTo>
                <a:lnTo>
                  <a:pt x="3930" y="4"/>
                </a:lnTo>
                <a:lnTo>
                  <a:pt x="3907" y="1"/>
                </a:lnTo>
                <a:lnTo>
                  <a:pt x="3884" y="0"/>
                </a:lnTo>
                <a:lnTo>
                  <a:pt x="3860" y="1"/>
                </a:lnTo>
                <a:lnTo>
                  <a:pt x="3838" y="4"/>
                </a:lnTo>
                <a:lnTo>
                  <a:pt x="3816" y="10"/>
                </a:lnTo>
                <a:lnTo>
                  <a:pt x="3796" y="17"/>
                </a:lnTo>
                <a:lnTo>
                  <a:pt x="3775" y="27"/>
                </a:lnTo>
                <a:lnTo>
                  <a:pt x="3756" y="38"/>
                </a:lnTo>
                <a:lnTo>
                  <a:pt x="3739" y="52"/>
                </a:lnTo>
                <a:lnTo>
                  <a:pt x="3722" y="67"/>
                </a:lnTo>
                <a:lnTo>
                  <a:pt x="3708" y="83"/>
                </a:lnTo>
                <a:lnTo>
                  <a:pt x="3694" y="100"/>
                </a:lnTo>
                <a:lnTo>
                  <a:pt x="3683" y="118"/>
                </a:lnTo>
                <a:lnTo>
                  <a:pt x="3673" y="139"/>
                </a:lnTo>
                <a:lnTo>
                  <a:pt x="3665" y="160"/>
                </a:lnTo>
                <a:lnTo>
                  <a:pt x="3660" y="182"/>
                </a:lnTo>
                <a:lnTo>
                  <a:pt x="3656" y="204"/>
                </a:lnTo>
                <a:lnTo>
                  <a:pt x="3655" y="228"/>
                </a:lnTo>
                <a:lnTo>
                  <a:pt x="3656" y="247"/>
                </a:lnTo>
                <a:lnTo>
                  <a:pt x="3660" y="267"/>
                </a:lnTo>
                <a:lnTo>
                  <a:pt x="3664" y="287"/>
                </a:lnTo>
                <a:lnTo>
                  <a:pt x="3671" y="305"/>
                </a:lnTo>
                <a:lnTo>
                  <a:pt x="2783" y="1370"/>
                </a:lnTo>
                <a:lnTo>
                  <a:pt x="2700" y="1370"/>
                </a:lnTo>
                <a:lnTo>
                  <a:pt x="1813" y="305"/>
                </a:lnTo>
                <a:lnTo>
                  <a:pt x="1818" y="287"/>
                </a:lnTo>
                <a:lnTo>
                  <a:pt x="1823" y="267"/>
                </a:lnTo>
                <a:lnTo>
                  <a:pt x="1826" y="247"/>
                </a:lnTo>
                <a:lnTo>
                  <a:pt x="1828" y="228"/>
                </a:lnTo>
                <a:lnTo>
                  <a:pt x="1826" y="204"/>
                </a:lnTo>
                <a:lnTo>
                  <a:pt x="1823" y="182"/>
                </a:lnTo>
                <a:lnTo>
                  <a:pt x="1817" y="160"/>
                </a:lnTo>
                <a:lnTo>
                  <a:pt x="1809" y="139"/>
                </a:lnTo>
                <a:lnTo>
                  <a:pt x="1800" y="118"/>
                </a:lnTo>
                <a:lnTo>
                  <a:pt x="1788" y="100"/>
                </a:lnTo>
                <a:lnTo>
                  <a:pt x="1776" y="83"/>
                </a:lnTo>
                <a:lnTo>
                  <a:pt x="1761" y="67"/>
                </a:lnTo>
                <a:lnTo>
                  <a:pt x="1745" y="52"/>
                </a:lnTo>
                <a:lnTo>
                  <a:pt x="1727" y="38"/>
                </a:lnTo>
                <a:lnTo>
                  <a:pt x="1708" y="27"/>
                </a:lnTo>
                <a:lnTo>
                  <a:pt x="1688" y="17"/>
                </a:lnTo>
                <a:lnTo>
                  <a:pt x="1667" y="10"/>
                </a:lnTo>
                <a:lnTo>
                  <a:pt x="1646" y="4"/>
                </a:lnTo>
                <a:lnTo>
                  <a:pt x="1622" y="1"/>
                </a:lnTo>
                <a:lnTo>
                  <a:pt x="1599" y="0"/>
                </a:lnTo>
                <a:lnTo>
                  <a:pt x="1575" y="1"/>
                </a:lnTo>
                <a:lnTo>
                  <a:pt x="1553" y="4"/>
                </a:lnTo>
                <a:lnTo>
                  <a:pt x="1531" y="10"/>
                </a:lnTo>
                <a:lnTo>
                  <a:pt x="1510" y="17"/>
                </a:lnTo>
                <a:lnTo>
                  <a:pt x="1490" y="27"/>
                </a:lnTo>
                <a:lnTo>
                  <a:pt x="1472" y="38"/>
                </a:lnTo>
                <a:lnTo>
                  <a:pt x="1454" y="52"/>
                </a:lnTo>
                <a:lnTo>
                  <a:pt x="1437" y="67"/>
                </a:lnTo>
                <a:lnTo>
                  <a:pt x="1423" y="83"/>
                </a:lnTo>
                <a:lnTo>
                  <a:pt x="1409" y="100"/>
                </a:lnTo>
                <a:lnTo>
                  <a:pt x="1398" y="118"/>
                </a:lnTo>
                <a:lnTo>
                  <a:pt x="1389" y="139"/>
                </a:lnTo>
                <a:lnTo>
                  <a:pt x="1381" y="160"/>
                </a:lnTo>
                <a:lnTo>
                  <a:pt x="1375" y="182"/>
                </a:lnTo>
                <a:lnTo>
                  <a:pt x="1371" y="204"/>
                </a:lnTo>
                <a:lnTo>
                  <a:pt x="1370" y="228"/>
                </a:lnTo>
                <a:lnTo>
                  <a:pt x="1371" y="251"/>
                </a:lnTo>
                <a:lnTo>
                  <a:pt x="1375" y="274"/>
                </a:lnTo>
                <a:lnTo>
                  <a:pt x="1381" y="296"/>
                </a:lnTo>
                <a:lnTo>
                  <a:pt x="1389" y="317"/>
                </a:lnTo>
                <a:lnTo>
                  <a:pt x="1398" y="336"/>
                </a:lnTo>
                <a:lnTo>
                  <a:pt x="1409" y="356"/>
                </a:lnTo>
                <a:lnTo>
                  <a:pt x="1423" y="373"/>
                </a:lnTo>
                <a:lnTo>
                  <a:pt x="1437" y="389"/>
                </a:lnTo>
                <a:lnTo>
                  <a:pt x="1454" y="404"/>
                </a:lnTo>
                <a:lnTo>
                  <a:pt x="1472" y="417"/>
                </a:lnTo>
                <a:lnTo>
                  <a:pt x="1490" y="428"/>
                </a:lnTo>
                <a:lnTo>
                  <a:pt x="1510" y="438"/>
                </a:lnTo>
                <a:lnTo>
                  <a:pt x="1531" y="446"/>
                </a:lnTo>
                <a:lnTo>
                  <a:pt x="1553" y="451"/>
                </a:lnTo>
                <a:lnTo>
                  <a:pt x="1575" y="455"/>
                </a:lnTo>
                <a:lnTo>
                  <a:pt x="1599" y="456"/>
                </a:lnTo>
                <a:lnTo>
                  <a:pt x="1609" y="455"/>
                </a:lnTo>
                <a:lnTo>
                  <a:pt x="1617" y="454"/>
                </a:lnTo>
                <a:lnTo>
                  <a:pt x="1634" y="449"/>
                </a:lnTo>
                <a:lnTo>
                  <a:pt x="2403" y="1370"/>
                </a:lnTo>
                <a:lnTo>
                  <a:pt x="456" y="1370"/>
                </a:lnTo>
                <a:lnTo>
                  <a:pt x="433" y="1371"/>
                </a:lnTo>
                <a:lnTo>
                  <a:pt x="410" y="1372"/>
                </a:lnTo>
                <a:lnTo>
                  <a:pt x="387" y="1376"/>
                </a:lnTo>
                <a:lnTo>
                  <a:pt x="364" y="1379"/>
                </a:lnTo>
                <a:lnTo>
                  <a:pt x="342" y="1385"/>
                </a:lnTo>
                <a:lnTo>
                  <a:pt x="320" y="1391"/>
                </a:lnTo>
                <a:lnTo>
                  <a:pt x="300" y="1397"/>
                </a:lnTo>
                <a:lnTo>
                  <a:pt x="279" y="1406"/>
                </a:lnTo>
                <a:lnTo>
                  <a:pt x="258" y="1415"/>
                </a:lnTo>
                <a:lnTo>
                  <a:pt x="239" y="1425"/>
                </a:lnTo>
                <a:lnTo>
                  <a:pt x="220" y="1437"/>
                </a:lnTo>
                <a:lnTo>
                  <a:pt x="201" y="1448"/>
                </a:lnTo>
                <a:lnTo>
                  <a:pt x="183" y="1461"/>
                </a:lnTo>
                <a:lnTo>
                  <a:pt x="166" y="1475"/>
                </a:lnTo>
                <a:lnTo>
                  <a:pt x="150" y="1489"/>
                </a:lnTo>
                <a:lnTo>
                  <a:pt x="134" y="1504"/>
                </a:lnTo>
                <a:lnTo>
                  <a:pt x="119" y="1520"/>
                </a:lnTo>
                <a:lnTo>
                  <a:pt x="104" y="1537"/>
                </a:lnTo>
                <a:lnTo>
                  <a:pt x="90" y="1554"/>
                </a:lnTo>
                <a:lnTo>
                  <a:pt x="77" y="1571"/>
                </a:lnTo>
                <a:lnTo>
                  <a:pt x="66" y="1590"/>
                </a:lnTo>
                <a:lnTo>
                  <a:pt x="54" y="1610"/>
                </a:lnTo>
                <a:lnTo>
                  <a:pt x="45" y="1629"/>
                </a:lnTo>
                <a:lnTo>
                  <a:pt x="36" y="1649"/>
                </a:lnTo>
                <a:lnTo>
                  <a:pt x="28" y="1669"/>
                </a:lnTo>
                <a:lnTo>
                  <a:pt x="20" y="1691"/>
                </a:lnTo>
                <a:lnTo>
                  <a:pt x="14" y="1713"/>
                </a:lnTo>
                <a:lnTo>
                  <a:pt x="9" y="1735"/>
                </a:lnTo>
                <a:lnTo>
                  <a:pt x="5" y="1757"/>
                </a:lnTo>
                <a:lnTo>
                  <a:pt x="2" y="1780"/>
                </a:lnTo>
                <a:lnTo>
                  <a:pt x="0" y="1803"/>
                </a:lnTo>
                <a:lnTo>
                  <a:pt x="0" y="1827"/>
                </a:lnTo>
                <a:lnTo>
                  <a:pt x="0" y="5026"/>
                </a:lnTo>
                <a:lnTo>
                  <a:pt x="0" y="5049"/>
                </a:lnTo>
                <a:lnTo>
                  <a:pt x="2" y="5073"/>
                </a:lnTo>
                <a:lnTo>
                  <a:pt x="5" y="5095"/>
                </a:lnTo>
                <a:lnTo>
                  <a:pt x="9" y="5118"/>
                </a:lnTo>
                <a:lnTo>
                  <a:pt x="14" y="5140"/>
                </a:lnTo>
                <a:lnTo>
                  <a:pt x="20" y="5162"/>
                </a:lnTo>
                <a:lnTo>
                  <a:pt x="28" y="5183"/>
                </a:lnTo>
                <a:lnTo>
                  <a:pt x="36" y="5204"/>
                </a:lnTo>
                <a:lnTo>
                  <a:pt x="45" y="5224"/>
                </a:lnTo>
                <a:lnTo>
                  <a:pt x="54" y="5244"/>
                </a:lnTo>
                <a:lnTo>
                  <a:pt x="66" y="5263"/>
                </a:lnTo>
                <a:lnTo>
                  <a:pt x="77" y="5282"/>
                </a:lnTo>
                <a:lnTo>
                  <a:pt x="90" y="5299"/>
                </a:lnTo>
                <a:lnTo>
                  <a:pt x="104" y="5316"/>
                </a:lnTo>
                <a:lnTo>
                  <a:pt x="119" y="5334"/>
                </a:lnTo>
                <a:lnTo>
                  <a:pt x="134" y="5349"/>
                </a:lnTo>
                <a:lnTo>
                  <a:pt x="150" y="5365"/>
                </a:lnTo>
                <a:lnTo>
                  <a:pt x="166" y="5379"/>
                </a:lnTo>
                <a:lnTo>
                  <a:pt x="183" y="5393"/>
                </a:lnTo>
                <a:lnTo>
                  <a:pt x="201" y="5405"/>
                </a:lnTo>
                <a:lnTo>
                  <a:pt x="220" y="5417"/>
                </a:lnTo>
                <a:lnTo>
                  <a:pt x="239" y="5428"/>
                </a:lnTo>
                <a:lnTo>
                  <a:pt x="258" y="5437"/>
                </a:lnTo>
                <a:lnTo>
                  <a:pt x="279" y="5447"/>
                </a:lnTo>
                <a:lnTo>
                  <a:pt x="300" y="5456"/>
                </a:lnTo>
                <a:lnTo>
                  <a:pt x="320" y="5463"/>
                </a:lnTo>
                <a:lnTo>
                  <a:pt x="342" y="5469"/>
                </a:lnTo>
                <a:lnTo>
                  <a:pt x="364" y="5474"/>
                </a:lnTo>
                <a:lnTo>
                  <a:pt x="387" y="5478"/>
                </a:lnTo>
                <a:lnTo>
                  <a:pt x="410" y="5481"/>
                </a:lnTo>
                <a:lnTo>
                  <a:pt x="433" y="5482"/>
                </a:lnTo>
                <a:lnTo>
                  <a:pt x="456" y="5484"/>
                </a:lnTo>
                <a:lnTo>
                  <a:pt x="5026" y="5484"/>
                </a:lnTo>
                <a:lnTo>
                  <a:pt x="5050" y="5482"/>
                </a:lnTo>
                <a:lnTo>
                  <a:pt x="5073" y="5481"/>
                </a:lnTo>
                <a:lnTo>
                  <a:pt x="5096" y="5478"/>
                </a:lnTo>
                <a:lnTo>
                  <a:pt x="5118" y="5474"/>
                </a:lnTo>
                <a:lnTo>
                  <a:pt x="5140" y="5469"/>
                </a:lnTo>
                <a:lnTo>
                  <a:pt x="5162" y="5463"/>
                </a:lnTo>
                <a:lnTo>
                  <a:pt x="5184" y="5456"/>
                </a:lnTo>
                <a:lnTo>
                  <a:pt x="5205" y="5447"/>
                </a:lnTo>
                <a:lnTo>
                  <a:pt x="5224" y="5437"/>
                </a:lnTo>
                <a:lnTo>
                  <a:pt x="5244" y="5428"/>
                </a:lnTo>
                <a:lnTo>
                  <a:pt x="5263" y="5417"/>
                </a:lnTo>
                <a:lnTo>
                  <a:pt x="5282" y="5405"/>
                </a:lnTo>
                <a:lnTo>
                  <a:pt x="5299" y="5393"/>
                </a:lnTo>
                <a:lnTo>
                  <a:pt x="5316" y="5379"/>
                </a:lnTo>
                <a:lnTo>
                  <a:pt x="5334" y="5365"/>
                </a:lnTo>
                <a:lnTo>
                  <a:pt x="5350" y="5349"/>
                </a:lnTo>
                <a:lnTo>
                  <a:pt x="5365" y="5334"/>
                </a:lnTo>
                <a:lnTo>
                  <a:pt x="5379" y="5316"/>
                </a:lnTo>
                <a:lnTo>
                  <a:pt x="5393" y="5299"/>
                </a:lnTo>
                <a:lnTo>
                  <a:pt x="5405" y="5282"/>
                </a:lnTo>
                <a:lnTo>
                  <a:pt x="5417" y="5263"/>
                </a:lnTo>
                <a:lnTo>
                  <a:pt x="5428" y="5244"/>
                </a:lnTo>
                <a:lnTo>
                  <a:pt x="5439" y="5224"/>
                </a:lnTo>
                <a:lnTo>
                  <a:pt x="5448" y="5204"/>
                </a:lnTo>
                <a:lnTo>
                  <a:pt x="5456" y="5183"/>
                </a:lnTo>
                <a:lnTo>
                  <a:pt x="5463" y="5162"/>
                </a:lnTo>
                <a:lnTo>
                  <a:pt x="5469" y="5140"/>
                </a:lnTo>
                <a:lnTo>
                  <a:pt x="5474" y="5118"/>
                </a:lnTo>
                <a:lnTo>
                  <a:pt x="5478" y="5095"/>
                </a:lnTo>
                <a:lnTo>
                  <a:pt x="5481" y="5073"/>
                </a:lnTo>
                <a:lnTo>
                  <a:pt x="5482" y="5049"/>
                </a:lnTo>
                <a:lnTo>
                  <a:pt x="5484" y="5026"/>
                </a:lnTo>
                <a:lnTo>
                  <a:pt x="5484" y="1827"/>
                </a:lnTo>
                <a:lnTo>
                  <a:pt x="5482" y="1803"/>
                </a:lnTo>
                <a:lnTo>
                  <a:pt x="5481" y="1780"/>
                </a:lnTo>
                <a:lnTo>
                  <a:pt x="5478" y="1757"/>
                </a:lnTo>
                <a:lnTo>
                  <a:pt x="5474" y="1735"/>
                </a:lnTo>
                <a:lnTo>
                  <a:pt x="5469" y="1713"/>
                </a:lnTo>
                <a:lnTo>
                  <a:pt x="5463" y="1691"/>
                </a:lnTo>
                <a:lnTo>
                  <a:pt x="5456" y="1669"/>
                </a:lnTo>
                <a:lnTo>
                  <a:pt x="5448" y="1649"/>
                </a:lnTo>
                <a:lnTo>
                  <a:pt x="5439" y="1629"/>
                </a:lnTo>
                <a:lnTo>
                  <a:pt x="5428" y="1610"/>
                </a:lnTo>
                <a:lnTo>
                  <a:pt x="5417" y="1590"/>
                </a:lnTo>
                <a:lnTo>
                  <a:pt x="5405" y="1571"/>
                </a:lnTo>
                <a:lnTo>
                  <a:pt x="5393" y="1554"/>
                </a:lnTo>
                <a:lnTo>
                  <a:pt x="5379" y="1537"/>
                </a:lnTo>
                <a:lnTo>
                  <a:pt x="5365" y="1520"/>
                </a:lnTo>
                <a:lnTo>
                  <a:pt x="5350" y="1504"/>
                </a:lnTo>
                <a:lnTo>
                  <a:pt x="5334" y="1489"/>
                </a:lnTo>
                <a:lnTo>
                  <a:pt x="5316" y="1475"/>
                </a:lnTo>
                <a:lnTo>
                  <a:pt x="5299" y="1461"/>
                </a:lnTo>
                <a:lnTo>
                  <a:pt x="5282" y="1448"/>
                </a:lnTo>
                <a:lnTo>
                  <a:pt x="5263" y="1437"/>
                </a:lnTo>
                <a:lnTo>
                  <a:pt x="5244" y="1425"/>
                </a:lnTo>
                <a:lnTo>
                  <a:pt x="5224" y="1415"/>
                </a:lnTo>
                <a:lnTo>
                  <a:pt x="5205" y="1406"/>
                </a:lnTo>
                <a:lnTo>
                  <a:pt x="5184" y="1397"/>
                </a:lnTo>
                <a:lnTo>
                  <a:pt x="5162" y="1391"/>
                </a:lnTo>
                <a:lnTo>
                  <a:pt x="5140" y="1385"/>
                </a:lnTo>
                <a:lnTo>
                  <a:pt x="5118" y="1379"/>
                </a:lnTo>
                <a:lnTo>
                  <a:pt x="5096" y="1376"/>
                </a:lnTo>
                <a:lnTo>
                  <a:pt x="5073" y="1372"/>
                </a:lnTo>
                <a:lnTo>
                  <a:pt x="5050" y="1371"/>
                </a:lnTo>
                <a:lnTo>
                  <a:pt x="5026" y="1370"/>
                </a:lnTo>
                <a:close/>
                <a:moveTo>
                  <a:pt x="4112" y="4569"/>
                </a:moveTo>
                <a:lnTo>
                  <a:pt x="4112" y="4569"/>
                </a:lnTo>
                <a:lnTo>
                  <a:pt x="4111" y="4593"/>
                </a:lnTo>
                <a:lnTo>
                  <a:pt x="4110" y="4616"/>
                </a:lnTo>
                <a:lnTo>
                  <a:pt x="4107" y="4639"/>
                </a:lnTo>
                <a:lnTo>
                  <a:pt x="4103" y="4661"/>
                </a:lnTo>
                <a:lnTo>
                  <a:pt x="4097" y="4683"/>
                </a:lnTo>
                <a:lnTo>
                  <a:pt x="4092" y="4705"/>
                </a:lnTo>
                <a:lnTo>
                  <a:pt x="4085" y="4727"/>
                </a:lnTo>
                <a:lnTo>
                  <a:pt x="4077" y="4747"/>
                </a:lnTo>
                <a:lnTo>
                  <a:pt x="4067" y="4767"/>
                </a:lnTo>
                <a:lnTo>
                  <a:pt x="4057" y="4786"/>
                </a:lnTo>
                <a:lnTo>
                  <a:pt x="4047" y="4806"/>
                </a:lnTo>
                <a:lnTo>
                  <a:pt x="4034" y="4824"/>
                </a:lnTo>
                <a:lnTo>
                  <a:pt x="4021" y="4843"/>
                </a:lnTo>
                <a:lnTo>
                  <a:pt x="4008" y="4860"/>
                </a:lnTo>
                <a:lnTo>
                  <a:pt x="3994" y="4876"/>
                </a:lnTo>
                <a:lnTo>
                  <a:pt x="3979" y="4892"/>
                </a:lnTo>
                <a:lnTo>
                  <a:pt x="3963" y="4907"/>
                </a:lnTo>
                <a:lnTo>
                  <a:pt x="3946" y="4921"/>
                </a:lnTo>
                <a:lnTo>
                  <a:pt x="3929" y="4935"/>
                </a:lnTo>
                <a:lnTo>
                  <a:pt x="3911" y="4948"/>
                </a:lnTo>
                <a:lnTo>
                  <a:pt x="3892" y="4960"/>
                </a:lnTo>
                <a:lnTo>
                  <a:pt x="3873" y="4971"/>
                </a:lnTo>
                <a:lnTo>
                  <a:pt x="3853" y="4981"/>
                </a:lnTo>
                <a:lnTo>
                  <a:pt x="3834" y="4990"/>
                </a:lnTo>
                <a:lnTo>
                  <a:pt x="3813" y="4998"/>
                </a:lnTo>
                <a:lnTo>
                  <a:pt x="3791" y="5005"/>
                </a:lnTo>
                <a:lnTo>
                  <a:pt x="3769" y="5011"/>
                </a:lnTo>
                <a:lnTo>
                  <a:pt x="3747" y="5017"/>
                </a:lnTo>
                <a:lnTo>
                  <a:pt x="3725" y="5020"/>
                </a:lnTo>
                <a:lnTo>
                  <a:pt x="3702" y="5024"/>
                </a:lnTo>
                <a:lnTo>
                  <a:pt x="3679" y="5025"/>
                </a:lnTo>
                <a:lnTo>
                  <a:pt x="3655" y="5026"/>
                </a:lnTo>
                <a:lnTo>
                  <a:pt x="914" y="5026"/>
                </a:lnTo>
                <a:lnTo>
                  <a:pt x="890" y="5025"/>
                </a:lnTo>
                <a:lnTo>
                  <a:pt x="867" y="5024"/>
                </a:lnTo>
                <a:lnTo>
                  <a:pt x="844" y="5020"/>
                </a:lnTo>
                <a:lnTo>
                  <a:pt x="822" y="5017"/>
                </a:lnTo>
                <a:lnTo>
                  <a:pt x="800" y="5011"/>
                </a:lnTo>
                <a:lnTo>
                  <a:pt x="778" y="5005"/>
                </a:lnTo>
                <a:lnTo>
                  <a:pt x="756" y="4998"/>
                </a:lnTo>
                <a:lnTo>
                  <a:pt x="735" y="4990"/>
                </a:lnTo>
                <a:lnTo>
                  <a:pt x="716" y="4981"/>
                </a:lnTo>
                <a:lnTo>
                  <a:pt x="696" y="4971"/>
                </a:lnTo>
                <a:lnTo>
                  <a:pt x="677" y="4960"/>
                </a:lnTo>
                <a:lnTo>
                  <a:pt x="658" y="4948"/>
                </a:lnTo>
                <a:lnTo>
                  <a:pt x="640" y="4935"/>
                </a:lnTo>
                <a:lnTo>
                  <a:pt x="624" y="4921"/>
                </a:lnTo>
                <a:lnTo>
                  <a:pt x="606" y="4907"/>
                </a:lnTo>
                <a:lnTo>
                  <a:pt x="590" y="4892"/>
                </a:lnTo>
                <a:lnTo>
                  <a:pt x="575" y="4876"/>
                </a:lnTo>
                <a:lnTo>
                  <a:pt x="561" y="4860"/>
                </a:lnTo>
                <a:lnTo>
                  <a:pt x="547" y="4843"/>
                </a:lnTo>
                <a:lnTo>
                  <a:pt x="535" y="4824"/>
                </a:lnTo>
                <a:lnTo>
                  <a:pt x="523" y="4806"/>
                </a:lnTo>
                <a:lnTo>
                  <a:pt x="512" y="4786"/>
                </a:lnTo>
                <a:lnTo>
                  <a:pt x="501" y="4767"/>
                </a:lnTo>
                <a:lnTo>
                  <a:pt x="492" y="4747"/>
                </a:lnTo>
                <a:lnTo>
                  <a:pt x="484" y="4727"/>
                </a:lnTo>
                <a:lnTo>
                  <a:pt x="477" y="4705"/>
                </a:lnTo>
                <a:lnTo>
                  <a:pt x="471" y="4683"/>
                </a:lnTo>
                <a:lnTo>
                  <a:pt x="466" y="4661"/>
                </a:lnTo>
                <a:lnTo>
                  <a:pt x="462" y="4639"/>
                </a:lnTo>
                <a:lnTo>
                  <a:pt x="459" y="4616"/>
                </a:lnTo>
                <a:lnTo>
                  <a:pt x="458" y="4593"/>
                </a:lnTo>
                <a:lnTo>
                  <a:pt x="456" y="4569"/>
                </a:lnTo>
                <a:lnTo>
                  <a:pt x="456" y="2284"/>
                </a:lnTo>
                <a:lnTo>
                  <a:pt x="458" y="2261"/>
                </a:lnTo>
                <a:lnTo>
                  <a:pt x="459" y="2238"/>
                </a:lnTo>
                <a:lnTo>
                  <a:pt x="462" y="2214"/>
                </a:lnTo>
                <a:lnTo>
                  <a:pt x="466" y="2193"/>
                </a:lnTo>
                <a:lnTo>
                  <a:pt x="471" y="2170"/>
                </a:lnTo>
                <a:lnTo>
                  <a:pt x="477" y="2148"/>
                </a:lnTo>
                <a:lnTo>
                  <a:pt x="484" y="2127"/>
                </a:lnTo>
                <a:lnTo>
                  <a:pt x="492" y="2106"/>
                </a:lnTo>
                <a:lnTo>
                  <a:pt x="501" y="2085"/>
                </a:lnTo>
                <a:lnTo>
                  <a:pt x="512" y="2066"/>
                </a:lnTo>
                <a:lnTo>
                  <a:pt x="523" y="2047"/>
                </a:lnTo>
                <a:lnTo>
                  <a:pt x="535" y="2029"/>
                </a:lnTo>
                <a:lnTo>
                  <a:pt x="547" y="2011"/>
                </a:lnTo>
                <a:lnTo>
                  <a:pt x="561" y="1993"/>
                </a:lnTo>
                <a:lnTo>
                  <a:pt x="575" y="1977"/>
                </a:lnTo>
                <a:lnTo>
                  <a:pt x="590" y="1961"/>
                </a:lnTo>
                <a:lnTo>
                  <a:pt x="606" y="1946"/>
                </a:lnTo>
                <a:lnTo>
                  <a:pt x="624" y="1931"/>
                </a:lnTo>
                <a:lnTo>
                  <a:pt x="640" y="1918"/>
                </a:lnTo>
                <a:lnTo>
                  <a:pt x="658" y="1906"/>
                </a:lnTo>
                <a:lnTo>
                  <a:pt x="677" y="1893"/>
                </a:lnTo>
                <a:lnTo>
                  <a:pt x="696" y="1883"/>
                </a:lnTo>
                <a:lnTo>
                  <a:pt x="716" y="1872"/>
                </a:lnTo>
                <a:lnTo>
                  <a:pt x="735" y="1863"/>
                </a:lnTo>
                <a:lnTo>
                  <a:pt x="756" y="1855"/>
                </a:lnTo>
                <a:lnTo>
                  <a:pt x="778" y="1848"/>
                </a:lnTo>
                <a:lnTo>
                  <a:pt x="800" y="1841"/>
                </a:lnTo>
                <a:lnTo>
                  <a:pt x="822" y="1837"/>
                </a:lnTo>
                <a:lnTo>
                  <a:pt x="844" y="1832"/>
                </a:lnTo>
                <a:lnTo>
                  <a:pt x="867" y="1830"/>
                </a:lnTo>
                <a:lnTo>
                  <a:pt x="890" y="1827"/>
                </a:lnTo>
                <a:lnTo>
                  <a:pt x="914" y="1827"/>
                </a:lnTo>
                <a:lnTo>
                  <a:pt x="3655" y="1827"/>
                </a:lnTo>
                <a:lnTo>
                  <a:pt x="3679" y="1827"/>
                </a:lnTo>
                <a:lnTo>
                  <a:pt x="3702" y="1830"/>
                </a:lnTo>
                <a:lnTo>
                  <a:pt x="3725" y="1832"/>
                </a:lnTo>
                <a:lnTo>
                  <a:pt x="3747" y="1837"/>
                </a:lnTo>
                <a:lnTo>
                  <a:pt x="3769" y="1841"/>
                </a:lnTo>
                <a:lnTo>
                  <a:pt x="3791" y="1848"/>
                </a:lnTo>
                <a:lnTo>
                  <a:pt x="3813" y="1855"/>
                </a:lnTo>
                <a:lnTo>
                  <a:pt x="3834" y="1863"/>
                </a:lnTo>
                <a:lnTo>
                  <a:pt x="3853" y="1872"/>
                </a:lnTo>
                <a:lnTo>
                  <a:pt x="3873" y="1883"/>
                </a:lnTo>
                <a:lnTo>
                  <a:pt x="3892" y="1893"/>
                </a:lnTo>
                <a:lnTo>
                  <a:pt x="3911" y="1906"/>
                </a:lnTo>
                <a:lnTo>
                  <a:pt x="3929" y="1918"/>
                </a:lnTo>
                <a:lnTo>
                  <a:pt x="3946" y="1931"/>
                </a:lnTo>
                <a:lnTo>
                  <a:pt x="3963" y="1946"/>
                </a:lnTo>
                <a:lnTo>
                  <a:pt x="3979" y="1961"/>
                </a:lnTo>
                <a:lnTo>
                  <a:pt x="3994" y="1977"/>
                </a:lnTo>
                <a:lnTo>
                  <a:pt x="4008" y="1993"/>
                </a:lnTo>
                <a:lnTo>
                  <a:pt x="4021" y="2011"/>
                </a:lnTo>
                <a:lnTo>
                  <a:pt x="4034" y="2029"/>
                </a:lnTo>
                <a:lnTo>
                  <a:pt x="4047" y="2047"/>
                </a:lnTo>
                <a:lnTo>
                  <a:pt x="4057" y="2066"/>
                </a:lnTo>
                <a:lnTo>
                  <a:pt x="4067" y="2085"/>
                </a:lnTo>
                <a:lnTo>
                  <a:pt x="4077" y="2106"/>
                </a:lnTo>
                <a:lnTo>
                  <a:pt x="4085" y="2127"/>
                </a:lnTo>
                <a:lnTo>
                  <a:pt x="4092" y="2148"/>
                </a:lnTo>
                <a:lnTo>
                  <a:pt x="4097" y="2170"/>
                </a:lnTo>
                <a:lnTo>
                  <a:pt x="4103" y="2193"/>
                </a:lnTo>
                <a:lnTo>
                  <a:pt x="4107" y="2214"/>
                </a:lnTo>
                <a:lnTo>
                  <a:pt x="4110" y="2238"/>
                </a:lnTo>
                <a:lnTo>
                  <a:pt x="4111" y="2261"/>
                </a:lnTo>
                <a:lnTo>
                  <a:pt x="4112" y="2284"/>
                </a:lnTo>
                <a:lnTo>
                  <a:pt x="4112" y="4569"/>
                </a:lnTo>
                <a:close/>
                <a:moveTo>
                  <a:pt x="4798" y="3884"/>
                </a:moveTo>
                <a:lnTo>
                  <a:pt x="4798" y="3884"/>
                </a:lnTo>
                <a:lnTo>
                  <a:pt x="4774" y="3883"/>
                </a:lnTo>
                <a:lnTo>
                  <a:pt x="4751" y="3881"/>
                </a:lnTo>
                <a:lnTo>
                  <a:pt x="4728" y="3878"/>
                </a:lnTo>
                <a:lnTo>
                  <a:pt x="4706" y="3874"/>
                </a:lnTo>
                <a:lnTo>
                  <a:pt x="4684" y="3869"/>
                </a:lnTo>
                <a:lnTo>
                  <a:pt x="4662" y="3863"/>
                </a:lnTo>
                <a:lnTo>
                  <a:pt x="4641" y="3855"/>
                </a:lnTo>
                <a:lnTo>
                  <a:pt x="4619" y="3847"/>
                </a:lnTo>
                <a:lnTo>
                  <a:pt x="4600" y="3838"/>
                </a:lnTo>
                <a:lnTo>
                  <a:pt x="4580" y="3829"/>
                </a:lnTo>
                <a:lnTo>
                  <a:pt x="4561" y="3817"/>
                </a:lnTo>
                <a:lnTo>
                  <a:pt x="4542" y="3806"/>
                </a:lnTo>
                <a:lnTo>
                  <a:pt x="4525" y="3793"/>
                </a:lnTo>
                <a:lnTo>
                  <a:pt x="4508" y="3779"/>
                </a:lnTo>
                <a:lnTo>
                  <a:pt x="4490" y="3764"/>
                </a:lnTo>
                <a:lnTo>
                  <a:pt x="4474" y="3749"/>
                </a:lnTo>
                <a:lnTo>
                  <a:pt x="4459" y="3734"/>
                </a:lnTo>
                <a:lnTo>
                  <a:pt x="4445" y="3717"/>
                </a:lnTo>
                <a:lnTo>
                  <a:pt x="4432" y="3700"/>
                </a:lnTo>
                <a:lnTo>
                  <a:pt x="4419" y="3683"/>
                </a:lnTo>
                <a:lnTo>
                  <a:pt x="4407" y="3664"/>
                </a:lnTo>
                <a:lnTo>
                  <a:pt x="4396" y="3644"/>
                </a:lnTo>
                <a:lnTo>
                  <a:pt x="4385" y="3625"/>
                </a:lnTo>
                <a:lnTo>
                  <a:pt x="4376" y="3604"/>
                </a:lnTo>
                <a:lnTo>
                  <a:pt x="4368" y="3583"/>
                </a:lnTo>
                <a:lnTo>
                  <a:pt x="4361" y="3563"/>
                </a:lnTo>
                <a:lnTo>
                  <a:pt x="4356" y="3541"/>
                </a:lnTo>
                <a:lnTo>
                  <a:pt x="4350" y="3519"/>
                </a:lnTo>
                <a:lnTo>
                  <a:pt x="4346" y="3496"/>
                </a:lnTo>
                <a:lnTo>
                  <a:pt x="4343" y="3473"/>
                </a:lnTo>
                <a:lnTo>
                  <a:pt x="4342" y="3450"/>
                </a:lnTo>
                <a:lnTo>
                  <a:pt x="4341" y="3427"/>
                </a:lnTo>
                <a:lnTo>
                  <a:pt x="4342" y="3403"/>
                </a:lnTo>
                <a:lnTo>
                  <a:pt x="4343" y="3379"/>
                </a:lnTo>
                <a:lnTo>
                  <a:pt x="4346" y="3358"/>
                </a:lnTo>
                <a:lnTo>
                  <a:pt x="4350" y="3335"/>
                </a:lnTo>
                <a:lnTo>
                  <a:pt x="4356" y="3313"/>
                </a:lnTo>
                <a:lnTo>
                  <a:pt x="4361" y="3291"/>
                </a:lnTo>
                <a:lnTo>
                  <a:pt x="4368" y="3270"/>
                </a:lnTo>
                <a:lnTo>
                  <a:pt x="4376" y="3249"/>
                </a:lnTo>
                <a:lnTo>
                  <a:pt x="4385" y="3229"/>
                </a:lnTo>
                <a:lnTo>
                  <a:pt x="4396" y="3209"/>
                </a:lnTo>
                <a:lnTo>
                  <a:pt x="4407" y="3189"/>
                </a:lnTo>
                <a:lnTo>
                  <a:pt x="4419" y="3171"/>
                </a:lnTo>
                <a:lnTo>
                  <a:pt x="4432" y="3154"/>
                </a:lnTo>
                <a:lnTo>
                  <a:pt x="4445" y="3136"/>
                </a:lnTo>
                <a:lnTo>
                  <a:pt x="4459" y="3119"/>
                </a:lnTo>
                <a:lnTo>
                  <a:pt x="4474" y="3104"/>
                </a:lnTo>
                <a:lnTo>
                  <a:pt x="4490" y="3088"/>
                </a:lnTo>
                <a:lnTo>
                  <a:pt x="4508" y="3074"/>
                </a:lnTo>
                <a:lnTo>
                  <a:pt x="4525" y="3060"/>
                </a:lnTo>
                <a:lnTo>
                  <a:pt x="4542" y="3048"/>
                </a:lnTo>
                <a:lnTo>
                  <a:pt x="4561" y="3036"/>
                </a:lnTo>
                <a:lnTo>
                  <a:pt x="4580" y="3025"/>
                </a:lnTo>
                <a:lnTo>
                  <a:pt x="4600" y="3014"/>
                </a:lnTo>
                <a:lnTo>
                  <a:pt x="4619" y="3005"/>
                </a:lnTo>
                <a:lnTo>
                  <a:pt x="4641" y="2997"/>
                </a:lnTo>
                <a:lnTo>
                  <a:pt x="4662" y="2990"/>
                </a:lnTo>
                <a:lnTo>
                  <a:pt x="4684" y="2984"/>
                </a:lnTo>
                <a:lnTo>
                  <a:pt x="4706" y="2978"/>
                </a:lnTo>
                <a:lnTo>
                  <a:pt x="4728" y="2975"/>
                </a:lnTo>
                <a:lnTo>
                  <a:pt x="4751" y="2972"/>
                </a:lnTo>
                <a:lnTo>
                  <a:pt x="4774" y="2970"/>
                </a:lnTo>
                <a:lnTo>
                  <a:pt x="4798" y="2969"/>
                </a:lnTo>
                <a:lnTo>
                  <a:pt x="4821" y="2970"/>
                </a:lnTo>
                <a:lnTo>
                  <a:pt x="4844" y="2972"/>
                </a:lnTo>
                <a:lnTo>
                  <a:pt x="4867" y="2975"/>
                </a:lnTo>
                <a:lnTo>
                  <a:pt x="4890" y="2978"/>
                </a:lnTo>
                <a:lnTo>
                  <a:pt x="4912" y="2984"/>
                </a:lnTo>
                <a:lnTo>
                  <a:pt x="4934" y="2990"/>
                </a:lnTo>
                <a:lnTo>
                  <a:pt x="4955" y="2997"/>
                </a:lnTo>
                <a:lnTo>
                  <a:pt x="4975" y="3005"/>
                </a:lnTo>
                <a:lnTo>
                  <a:pt x="4996" y="3014"/>
                </a:lnTo>
                <a:lnTo>
                  <a:pt x="5016" y="3025"/>
                </a:lnTo>
                <a:lnTo>
                  <a:pt x="5035" y="3036"/>
                </a:lnTo>
                <a:lnTo>
                  <a:pt x="5054" y="3048"/>
                </a:lnTo>
                <a:lnTo>
                  <a:pt x="5071" y="3060"/>
                </a:lnTo>
                <a:lnTo>
                  <a:pt x="5088" y="3074"/>
                </a:lnTo>
                <a:lnTo>
                  <a:pt x="5106" y="3088"/>
                </a:lnTo>
                <a:lnTo>
                  <a:pt x="5121" y="3104"/>
                </a:lnTo>
                <a:lnTo>
                  <a:pt x="5136" y="3119"/>
                </a:lnTo>
                <a:lnTo>
                  <a:pt x="5151" y="3136"/>
                </a:lnTo>
                <a:lnTo>
                  <a:pt x="5164" y="3154"/>
                </a:lnTo>
                <a:lnTo>
                  <a:pt x="5177" y="3171"/>
                </a:lnTo>
                <a:lnTo>
                  <a:pt x="5189" y="3189"/>
                </a:lnTo>
                <a:lnTo>
                  <a:pt x="5200" y="3209"/>
                </a:lnTo>
                <a:lnTo>
                  <a:pt x="5209" y="3229"/>
                </a:lnTo>
                <a:lnTo>
                  <a:pt x="5219" y="3249"/>
                </a:lnTo>
                <a:lnTo>
                  <a:pt x="5227" y="3270"/>
                </a:lnTo>
                <a:lnTo>
                  <a:pt x="5235" y="3291"/>
                </a:lnTo>
                <a:lnTo>
                  <a:pt x="5240" y="3313"/>
                </a:lnTo>
                <a:lnTo>
                  <a:pt x="5245" y="3335"/>
                </a:lnTo>
                <a:lnTo>
                  <a:pt x="5250" y="3358"/>
                </a:lnTo>
                <a:lnTo>
                  <a:pt x="5252" y="3379"/>
                </a:lnTo>
                <a:lnTo>
                  <a:pt x="5254" y="3403"/>
                </a:lnTo>
                <a:lnTo>
                  <a:pt x="5254" y="3427"/>
                </a:lnTo>
                <a:lnTo>
                  <a:pt x="5254" y="3450"/>
                </a:lnTo>
                <a:lnTo>
                  <a:pt x="5252" y="3473"/>
                </a:lnTo>
                <a:lnTo>
                  <a:pt x="5250" y="3496"/>
                </a:lnTo>
                <a:lnTo>
                  <a:pt x="5245" y="3519"/>
                </a:lnTo>
                <a:lnTo>
                  <a:pt x="5240" y="3541"/>
                </a:lnTo>
                <a:lnTo>
                  <a:pt x="5235" y="3563"/>
                </a:lnTo>
                <a:lnTo>
                  <a:pt x="5227" y="3583"/>
                </a:lnTo>
                <a:lnTo>
                  <a:pt x="5219" y="3604"/>
                </a:lnTo>
                <a:lnTo>
                  <a:pt x="5209" y="3625"/>
                </a:lnTo>
                <a:lnTo>
                  <a:pt x="5200" y="3644"/>
                </a:lnTo>
                <a:lnTo>
                  <a:pt x="5189" y="3664"/>
                </a:lnTo>
                <a:lnTo>
                  <a:pt x="5177" y="3683"/>
                </a:lnTo>
                <a:lnTo>
                  <a:pt x="5164" y="3700"/>
                </a:lnTo>
                <a:lnTo>
                  <a:pt x="5151" y="3717"/>
                </a:lnTo>
                <a:lnTo>
                  <a:pt x="5136" y="3734"/>
                </a:lnTo>
                <a:lnTo>
                  <a:pt x="5121" y="3749"/>
                </a:lnTo>
                <a:lnTo>
                  <a:pt x="5106" y="3764"/>
                </a:lnTo>
                <a:lnTo>
                  <a:pt x="5088" y="3779"/>
                </a:lnTo>
                <a:lnTo>
                  <a:pt x="5071" y="3793"/>
                </a:lnTo>
                <a:lnTo>
                  <a:pt x="5054" y="3806"/>
                </a:lnTo>
                <a:lnTo>
                  <a:pt x="5035" y="3817"/>
                </a:lnTo>
                <a:lnTo>
                  <a:pt x="5016" y="3829"/>
                </a:lnTo>
                <a:lnTo>
                  <a:pt x="4996" y="3838"/>
                </a:lnTo>
                <a:lnTo>
                  <a:pt x="4975" y="3847"/>
                </a:lnTo>
                <a:lnTo>
                  <a:pt x="4955" y="3855"/>
                </a:lnTo>
                <a:lnTo>
                  <a:pt x="4934" y="3863"/>
                </a:lnTo>
                <a:lnTo>
                  <a:pt x="4912" y="3869"/>
                </a:lnTo>
                <a:lnTo>
                  <a:pt x="4890" y="3874"/>
                </a:lnTo>
                <a:lnTo>
                  <a:pt x="4867" y="3878"/>
                </a:lnTo>
                <a:lnTo>
                  <a:pt x="4844" y="3881"/>
                </a:lnTo>
                <a:lnTo>
                  <a:pt x="4821" y="3883"/>
                </a:lnTo>
                <a:lnTo>
                  <a:pt x="4798" y="3884"/>
                </a:lnTo>
                <a:close/>
                <a:moveTo>
                  <a:pt x="4798" y="2741"/>
                </a:moveTo>
                <a:lnTo>
                  <a:pt x="4798" y="2741"/>
                </a:lnTo>
                <a:lnTo>
                  <a:pt x="4774" y="2741"/>
                </a:lnTo>
                <a:lnTo>
                  <a:pt x="4751" y="2739"/>
                </a:lnTo>
                <a:lnTo>
                  <a:pt x="4728" y="2736"/>
                </a:lnTo>
                <a:lnTo>
                  <a:pt x="4706" y="2732"/>
                </a:lnTo>
                <a:lnTo>
                  <a:pt x="4684" y="2727"/>
                </a:lnTo>
                <a:lnTo>
                  <a:pt x="4662" y="2720"/>
                </a:lnTo>
                <a:lnTo>
                  <a:pt x="4641" y="2713"/>
                </a:lnTo>
                <a:lnTo>
                  <a:pt x="4619" y="2705"/>
                </a:lnTo>
                <a:lnTo>
                  <a:pt x="4600" y="2696"/>
                </a:lnTo>
                <a:lnTo>
                  <a:pt x="4580" y="2686"/>
                </a:lnTo>
                <a:lnTo>
                  <a:pt x="4561" y="2675"/>
                </a:lnTo>
                <a:lnTo>
                  <a:pt x="4542" y="2663"/>
                </a:lnTo>
                <a:lnTo>
                  <a:pt x="4525" y="2650"/>
                </a:lnTo>
                <a:lnTo>
                  <a:pt x="4508" y="2637"/>
                </a:lnTo>
                <a:lnTo>
                  <a:pt x="4490" y="2622"/>
                </a:lnTo>
                <a:lnTo>
                  <a:pt x="4474" y="2607"/>
                </a:lnTo>
                <a:lnTo>
                  <a:pt x="4459" y="2591"/>
                </a:lnTo>
                <a:lnTo>
                  <a:pt x="4445" y="2575"/>
                </a:lnTo>
                <a:lnTo>
                  <a:pt x="4432" y="2558"/>
                </a:lnTo>
                <a:lnTo>
                  <a:pt x="4419" y="2539"/>
                </a:lnTo>
                <a:lnTo>
                  <a:pt x="4407" y="2521"/>
                </a:lnTo>
                <a:lnTo>
                  <a:pt x="4396" y="2503"/>
                </a:lnTo>
                <a:lnTo>
                  <a:pt x="4385" y="2482"/>
                </a:lnTo>
                <a:lnTo>
                  <a:pt x="4376" y="2462"/>
                </a:lnTo>
                <a:lnTo>
                  <a:pt x="4368" y="2441"/>
                </a:lnTo>
                <a:lnTo>
                  <a:pt x="4361" y="2420"/>
                </a:lnTo>
                <a:lnTo>
                  <a:pt x="4356" y="2399"/>
                </a:lnTo>
                <a:lnTo>
                  <a:pt x="4350" y="2376"/>
                </a:lnTo>
                <a:lnTo>
                  <a:pt x="4346" y="2354"/>
                </a:lnTo>
                <a:lnTo>
                  <a:pt x="4343" y="2331"/>
                </a:lnTo>
                <a:lnTo>
                  <a:pt x="4342" y="2308"/>
                </a:lnTo>
                <a:lnTo>
                  <a:pt x="4341" y="2285"/>
                </a:lnTo>
                <a:lnTo>
                  <a:pt x="4342" y="2261"/>
                </a:lnTo>
                <a:lnTo>
                  <a:pt x="4343" y="2238"/>
                </a:lnTo>
                <a:lnTo>
                  <a:pt x="4346" y="2214"/>
                </a:lnTo>
                <a:lnTo>
                  <a:pt x="4350" y="2193"/>
                </a:lnTo>
                <a:lnTo>
                  <a:pt x="4356" y="2170"/>
                </a:lnTo>
                <a:lnTo>
                  <a:pt x="4361" y="2149"/>
                </a:lnTo>
                <a:lnTo>
                  <a:pt x="4368" y="2127"/>
                </a:lnTo>
                <a:lnTo>
                  <a:pt x="4376" y="2106"/>
                </a:lnTo>
                <a:lnTo>
                  <a:pt x="4385" y="2087"/>
                </a:lnTo>
                <a:lnTo>
                  <a:pt x="4396" y="2067"/>
                </a:lnTo>
                <a:lnTo>
                  <a:pt x="4407" y="2047"/>
                </a:lnTo>
                <a:lnTo>
                  <a:pt x="4419" y="2029"/>
                </a:lnTo>
                <a:lnTo>
                  <a:pt x="4432" y="2011"/>
                </a:lnTo>
                <a:lnTo>
                  <a:pt x="4445" y="1993"/>
                </a:lnTo>
                <a:lnTo>
                  <a:pt x="4459" y="1977"/>
                </a:lnTo>
                <a:lnTo>
                  <a:pt x="4474" y="1961"/>
                </a:lnTo>
                <a:lnTo>
                  <a:pt x="4490" y="1946"/>
                </a:lnTo>
                <a:lnTo>
                  <a:pt x="4508" y="1932"/>
                </a:lnTo>
                <a:lnTo>
                  <a:pt x="4525" y="1918"/>
                </a:lnTo>
                <a:lnTo>
                  <a:pt x="4542" y="1906"/>
                </a:lnTo>
                <a:lnTo>
                  <a:pt x="4561" y="1893"/>
                </a:lnTo>
                <a:lnTo>
                  <a:pt x="4580" y="1883"/>
                </a:lnTo>
                <a:lnTo>
                  <a:pt x="4600" y="1872"/>
                </a:lnTo>
                <a:lnTo>
                  <a:pt x="4619" y="1863"/>
                </a:lnTo>
                <a:lnTo>
                  <a:pt x="4641" y="1855"/>
                </a:lnTo>
                <a:lnTo>
                  <a:pt x="4662" y="1848"/>
                </a:lnTo>
                <a:lnTo>
                  <a:pt x="4684" y="1841"/>
                </a:lnTo>
                <a:lnTo>
                  <a:pt x="4706" y="1837"/>
                </a:lnTo>
                <a:lnTo>
                  <a:pt x="4728" y="1833"/>
                </a:lnTo>
                <a:lnTo>
                  <a:pt x="4751" y="1830"/>
                </a:lnTo>
                <a:lnTo>
                  <a:pt x="4774" y="1827"/>
                </a:lnTo>
                <a:lnTo>
                  <a:pt x="4798" y="1827"/>
                </a:lnTo>
                <a:lnTo>
                  <a:pt x="4821" y="1827"/>
                </a:lnTo>
                <a:lnTo>
                  <a:pt x="4844" y="1830"/>
                </a:lnTo>
                <a:lnTo>
                  <a:pt x="4867" y="1833"/>
                </a:lnTo>
                <a:lnTo>
                  <a:pt x="4890" y="1837"/>
                </a:lnTo>
                <a:lnTo>
                  <a:pt x="4912" y="1841"/>
                </a:lnTo>
                <a:lnTo>
                  <a:pt x="4934" y="1848"/>
                </a:lnTo>
                <a:lnTo>
                  <a:pt x="4955" y="1855"/>
                </a:lnTo>
                <a:lnTo>
                  <a:pt x="4975" y="1863"/>
                </a:lnTo>
                <a:lnTo>
                  <a:pt x="4996" y="1872"/>
                </a:lnTo>
                <a:lnTo>
                  <a:pt x="5016" y="1883"/>
                </a:lnTo>
                <a:lnTo>
                  <a:pt x="5035" y="1893"/>
                </a:lnTo>
                <a:lnTo>
                  <a:pt x="5054" y="1906"/>
                </a:lnTo>
                <a:lnTo>
                  <a:pt x="5071" y="1918"/>
                </a:lnTo>
                <a:lnTo>
                  <a:pt x="5088" y="1932"/>
                </a:lnTo>
                <a:lnTo>
                  <a:pt x="5106" y="1946"/>
                </a:lnTo>
                <a:lnTo>
                  <a:pt x="5121" y="1961"/>
                </a:lnTo>
                <a:lnTo>
                  <a:pt x="5136" y="1977"/>
                </a:lnTo>
                <a:lnTo>
                  <a:pt x="5151" y="1993"/>
                </a:lnTo>
                <a:lnTo>
                  <a:pt x="5164" y="2011"/>
                </a:lnTo>
                <a:lnTo>
                  <a:pt x="5177" y="2029"/>
                </a:lnTo>
                <a:lnTo>
                  <a:pt x="5189" y="2047"/>
                </a:lnTo>
                <a:lnTo>
                  <a:pt x="5200" y="2067"/>
                </a:lnTo>
                <a:lnTo>
                  <a:pt x="5209" y="2087"/>
                </a:lnTo>
                <a:lnTo>
                  <a:pt x="5219" y="2106"/>
                </a:lnTo>
                <a:lnTo>
                  <a:pt x="5227" y="2127"/>
                </a:lnTo>
                <a:lnTo>
                  <a:pt x="5235" y="2149"/>
                </a:lnTo>
                <a:lnTo>
                  <a:pt x="5240" y="2170"/>
                </a:lnTo>
                <a:lnTo>
                  <a:pt x="5245" y="2193"/>
                </a:lnTo>
                <a:lnTo>
                  <a:pt x="5250" y="2214"/>
                </a:lnTo>
                <a:lnTo>
                  <a:pt x="5252" y="2238"/>
                </a:lnTo>
                <a:lnTo>
                  <a:pt x="5254" y="2261"/>
                </a:lnTo>
                <a:lnTo>
                  <a:pt x="5254" y="2285"/>
                </a:lnTo>
                <a:lnTo>
                  <a:pt x="5254" y="2308"/>
                </a:lnTo>
                <a:lnTo>
                  <a:pt x="5252" y="2331"/>
                </a:lnTo>
                <a:lnTo>
                  <a:pt x="5250" y="2354"/>
                </a:lnTo>
                <a:lnTo>
                  <a:pt x="5245" y="2376"/>
                </a:lnTo>
                <a:lnTo>
                  <a:pt x="5240" y="2399"/>
                </a:lnTo>
                <a:lnTo>
                  <a:pt x="5235" y="2420"/>
                </a:lnTo>
                <a:lnTo>
                  <a:pt x="5227" y="2441"/>
                </a:lnTo>
                <a:lnTo>
                  <a:pt x="5219" y="2462"/>
                </a:lnTo>
                <a:lnTo>
                  <a:pt x="5209" y="2482"/>
                </a:lnTo>
                <a:lnTo>
                  <a:pt x="5200" y="2503"/>
                </a:lnTo>
                <a:lnTo>
                  <a:pt x="5189" y="2521"/>
                </a:lnTo>
                <a:lnTo>
                  <a:pt x="5177" y="2539"/>
                </a:lnTo>
                <a:lnTo>
                  <a:pt x="5164" y="2558"/>
                </a:lnTo>
                <a:lnTo>
                  <a:pt x="5151" y="2575"/>
                </a:lnTo>
                <a:lnTo>
                  <a:pt x="5136" y="2591"/>
                </a:lnTo>
                <a:lnTo>
                  <a:pt x="5121" y="2607"/>
                </a:lnTo>
                <a:lnTo>
                  <a:pt x="5106" y="2622"/>
                </a:lnTo>
                <a:lnTo>
                  <a:pt x="5088" y="2637"/>
                </a:lnTo>
                <a:lnTo>
                  <a:pt x="5071" y="2650"/>
                </a:lnTo>
                <a:lnTo>
                  <a:pt x="5054" y="2663"/>
                </a:lnTo>
                <a:lnTo>
                  <a:pt x="5035" y="2675"/>
                </a:lnTo>
                <a:lnTo>
                  <a:pt x="5016" y="2686"/>
                </a:lnTo>
                <a:lnTo>
                  <a:pt x="4996" y="2696"/>
                </a:lnTo>
                <a:lnTo>
                  <a:pt x="4975" y="2705"/>
                </a:lnTo>
                <a:lnTo>
                  <a:pt x="4955" y="2713"/>
                </a:lnTo>
                <a:lnTo>
                  <a:pt x="4934" y="2720"/>
                </a:lnTo>
                <a:lnTo>
                  <a:pt x="4912" y="2727"/>
                </a:lnTo>
                <a:lnTo>
                  <a:pt x="4890" y="2732"/>
                </a:lnTo>
                <a:lnTo>
                  <a:pt x="4867" y="2736"/>
                </a:lnTo>
                <a:lnTo>
                  <a:pt x="4844" y="2739"/>
                </a:lnTo>
                <a:lnTo>
                  <a:pt x="4821" y="2741"/>
                </a:lnTo>
                <a:lnTo>
                  <a:pt x="4798" y="27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tIns="468000" rIns="432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chemeClr val="accent3"/>
              </a:solidFill>
              <a:ea typeface="幼圆"/>
            </a:endParaRPr>
          </a:p>
        </p:txBody>
      </p:sp>
      <p:sp>
        <p:nvSpPr>
          <p:cNvPr id="12" name="MH_Text_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23928" y="4261584"/>
            <a:ext cx="1224136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幼圆"/>
                <a:ea typeface="幼圆"/>
              </a:rPr>
              <a:t>商务</a:t>
            </a: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楼宇视频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3" name="KSO_Shape"/>
          <p:cNvSpPr>
            <a:spLocks/>
          </p:cNvSpPr>
          <p:nvPr/>
        </p:nvSpPr>
        <p:spPr bwMode="auto">
          <a:xfrm>
            <a:off x="4067944" y="2794694"/>
            <a:ext cx="936104" cy="778322"/>
          </a:xfrm>
          <a:custGeom>
            <a:avLst/>
            <a:gdLst>
              <a:gd name="T0" fmla="*/ 2147483646 w 5926"/>
              <a:gd name="T1" fmla="*/ 2147483646 h 5735"/>
              <a:gd name="T2" fmla="*/ 2147483646 w 5926"/>
              <a:gd name="T3" fmla="*/ 2147483646 h 5735"/>
              <a:gd name="T4" fmla="*/ 2147483646 w 5926"/>
              <a:gd name="T5" fmla="*/ 0 h 5735"/>
              <a:gd name="T6" fmla="*/ 2147483646 w 5926"/>
              <a:gd name="T7" fmla="*/ 2147483646 h 5735"/>
              <a:gd name="T8" fmla="*/ 2147483646 w 5926"/>
              <a:gd name="T9" fmla="*/ 2147483646 h 5735"/>
              <a:gd name="T10" fmla="*/ 2147483646 w 5926"/>
              <a:gd name="T11" fmla="*/ 2147483646 h 5735"/>
              <a:gd name="T12" fmla="*/ 0 w 5926"/>
              <a:gd name="T13" fmla="*/ 2147483646 h 5735"/>
              <a:gd name="T14" fmla="*/ 2147483646 w 5926"/>
              <a:gd name="T15" fmla="*/ 2147483646 h 5735"/>
              <a:gd name="T16" fmla="*/ 2147483646 w 5926"/>
              <a:gd name="T17" fmla="*/ 2147483646 h 5735"/>
              <a:gd name="T18" fmla="*/ 2147483646 w 5926"/>
              <a:gd name="T19" fmla="*/ 2147483646 h 5735"/>
              <a:gd name="T20" fmla="*/ 2147483646 w 5926"/>
              <a:gd name="T21" fmla="*/ 2147483646 h 5735"/>
              <a:gd name="T22" fmla="*/ 2147483646 w 5926"/>
              <a:gd name="T23" fmla="*/ 2147483646 h 5735"/>
              <a:gd name="T24" fmla="*/ 2147483646 w 5926"/>
              <a:gd name="T25" fmla="*/ 2147483646 h 5735"/>
              <a:gd name="T26" fmla="*/ 2147483646 w 5926"/>
              <a:gd name="T27" fmla="*/ 2147483646 h 5735"/>
              <a:gd name="T28" fmla="*/ 2147483646 w 5926"/>
              <a:gd name="T29" fmla="*/ 2147483646 h 5735"/>
              <a:gd name="T30" fmla="*/ 2147483646 w 5926"/>
              <a:gd name="T31" fmla="*/ 2147483646 h 5735"/>
              <a:gd name="T32" fmla="*/ 2147483646 w 5926"/>
              <a:gd name="T33" fmla="*/ 2147483646 h 5735"/>
              <a:gd name="T34" fmla="*/ 2147483646 w 5926"/>
              <a:gd name="T35" fmla="*/ 2147483646 h 5735"/>
              <a:gd name="T36" fmla="*/ 2147483646 w 5926"/>
              <a:gd name="T37" fmla="*/ 2147483646 h 5735"/>
              <a:gd name="T38" fmla="*/ 2147483646 w 5926"/>
              <a:gd name="T39" fmla="*/ 2147483646 h 5735"/>
              <a:gd name="T40" fmla="*/ 2147483646 w 5926"/>
              <a:gd name="T41" fmla="*/ 2147483646 h 5735"/>
              <a:gd name="T42" fmla="*/ 2147483646 w 5926"/>
              <a:gd name="T43" fmla="*/ 2147483646 h 5735"/>
              <a:gd name="T44" fmla="*/ 2147483646 w 5926"/>
              <a:gd name="T45" fmla="*/ 2147483646 h 5735"/>
              <a:gd name="T46" fmla="*/ 2147483646 w 5926"/>
              <a:gd name="T47" fmla="*/ 2147483646 h 5735"/>
              <a:gd name="T48" fmla="*/ 2147483646 w 5926"/>
              <a:gd name="T49" fmla="*/ 2147483646 h 5735"/>
              <a:gd name="T50" fmla="*/ 2147483646 w 5926"/>
              <a:gd name="T51" fmla="*/ 2147483646 h 5735"/>
              <a:gd name="T52" fmla="*/ 2147483646 w 5926"/>
              <a:gd name="T53" fmla="*/ 2147483646 h 5735"/>
              <a:gd name="T54" fmla="*/ 2147483646 w 5926"/>
              <a:gd name="T55" fmla="*/ 2147483646 h 5735"/>
              <a:gd name="T56" fmla="*/ 2147483646 w 5926"/>
              <a:gd name="T57" fmla="*/ 2147483646 h 5735"/>
              <a:gd name="T58" fmla="*/ 2147483646 w 5926"/>
              <a:gd name="T59" fmla="*/ 2147483646 h 5735"/>
              <a:gd name="T60" fmla="*/ 2147483646 w 5926"/>
              <a:gd name="T61" fmla="*/ 2147483646 h 5735"/>
              <a:gd name="T62" fmla="*/ 2147483646 w 5926"/>
              <a:gd name="T63" fmla="*/ 2147483646 h 5735"/>
              <a:gd name="T64" fmla="*/ 2147483646 w 5926"/>
              <a:gd name="T65" fmla="*/ 2147483646 h 5735"/>
              <a:gd name="T66" fmla="*/ 2147483646 w 5926"/>
              <a:gd name="T67" fmla="*/ 2147483646 h 5735"/>
              <a:gd name="T68" fmla="*/ 2147483646 w 5926"/>
              <a:gd name="T69" fmla="*/ 2147483646 h 5735"/>
              <a:gd name="T70" fmla="*/ 2147483646 w 5926"/>
              <a:gd name="T71" fmla="*/ 2147483646 h 5735"/>
              <a:gd name="T72" fmla="*/ 2147483646 w 5926"/>
              <a:gd name="T73" fmla="*/ 2147483646 h 5735"/>
              <a:gd name="T74" fmla="*/ 2147483646 w 5926"/>
              <a:gd name="T75" fmla="*/ 2147483646 h 5735"/>
              <a:gd name="T76" fmla="*/ 2147483646 w 5926"/>
              <a:gd name="T77" fmla="*/ 2147483646 h 5735"/>
              <a:gd name="T78" fmla="*/ 2147483646 w 5926"/>
              <a:gd name="T79" fmla="*/ 2147483646 h 5735"/>
              <a:gd name="T80" fmla="*/ 2147483646 w 5926"/>
              <a:gd name="T81" fmla="*/ 2147483646 h 5735"/>
              <a:gd name="T82" fmla="*/ 2147483646 w 5926"/>
              <a:gd name="T83" fmla="*/ 2147483646 h 5735"/>
              <a:gd name="T84" fmla="*/ 2147483646 w 5926"/>
              <a:gd name="T85" fmla="*/ 2147483646 h 5735"/>
              <a:gd name="T86" fmla="*/ 2147483646 w 5926"/>
              <a:gd name="T87" fmla="*/ 2147483646 h 5735"/>
              <a:gd name="T88" fmla="*/ 2147483646 w 5926"/>
              <a:gd name="T89" fmla="*/ 2147483646 h 5735"/>
              <a:gd name="T90" fmla="*/ 2147483646 w 5926"/>
              <a:gd name="T91" fmla="*/ 2147483646 h 5735"/>
              <a:gd name="T92" fmla="*/ 2147483646 w 5926"/>
              <a:gd name="T93" fmla="*/ 2147483646 h 5735"/>
              <a:gd name="T94" fmla="*/ 2147483646 w 5926"/>
              <a:gd name="T95" fmla="*/ 2147483646 h 5735"/>
              <a:gd name="T96" fmla="*/ 2147483646 w 5926"/>
              <a:gd name="T97" fmla="*/ 2147483646 h 5735"/>
              <a:gd name="T98" fmla="*/ 2147483646 w 5926"/>
              <a:gd name="T99" fmla="*/ 2147483646 h 5735"/>
              <a:gd name="T100" fmla="*/ 2147483646 w 5926"/>
              <a:gd name="T101" fmla="*/ 2147483646 h 573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26" h="5735">
                <a:moveTo>
                  <a:pt x="0" y="5408"/>
                </a:moveTo>
                <a:lnTo>
                  <a:pt x="407" y="5408"/>
                </a:lnTo>
                <a:lnTo>
                  <a:pt x="407" y="1609"/>
                </a:lnTo>
                <a:lnTo>
                  <a:pt x="407" y="1495"/>
                </a:lnTo>
                <a:lnTo>
                  <a:pt x="520" y="1464"/>
                </a:lnTo>
                <a:lnTo>
                  <a:pt x="2110" y="1038"/>
                </a:lnTo>
                <a:lnTo>
                  <a:pt x="2300" y="987"/>
                </a:lnTo>
                <a:lnTo>
                  <a:pt x="3099" y="1516"/>
                </a:lnTo>
                <a:lnTo>
                  <a:pt x="3099" y="5408"/>
                </a:lnTo>
                <a:lnTo>
                  <a:pt x="3235" y="5408"/>
                </a:lnTo>
                <a:lnTo>
                  <a:pt x="3235" y="622"/>
                </a:lnTo>
                <a:lnTo>
                  <a:pt x="3235" y="506"/>
                </a:lnTo>
                <a:lnTo>
                  <a:pt x="3347" y="477"/>
                </a:lnTo>
                <a:lnTo>
                  <a:pt x="4938" y="50"/>
                </a:lnTo>
                <a:lnTo>
                  <a:pt x="5128" y="0"/>
                </a:lnTo>
                <a:lnTo>
                  <a:pt x="5926" y="524"/>
                </a:lnTo>
                <a:lnTo>
                  <a:pt x="5926" y="5713"/>
                </a:lnTo>
                <a:lnTo>
                  <a:pt x="5128" y="5713"/>
                </a:lnTo>
                <a:lnTo>
                  <a:pt x="4825" y="5713"/>
                </a:lnTo>
                <a:lnTo>
                  <a:pt x="4825" y="392"/>
                </a:lnTo>
                <a:lnTo>
                  <a:pt x="3536" y="738"/>
                </a:lnTo>
                <a:lnTo>
                  <a:pt x="3536" y="5434"/>
                </a:lnTo>
                <a:lnTo>
                  <a:pt x="3790" y="5434"/>
                </a:lnTo>
                <a:lnTo>
                  <a:pt x="3790" y="5735"/>
                </a:lnTo>
                <a:lnTo>
                  <a:pt x="2149" y="5735"/>
                </a:lnTo>
                <a:lnTo>
                  <a:pt x="1998" y="5735"/>
                </a:lnTo>
                <a:lnTo>
                  <a:pt x="1998" y="5583"/>
                </a:lnTo>
                <a:lnTo>
                  <a:pt x="1998" y="1379"/>
                </a:lnTo>
                <a:lnTo>
                  <a:pt x="709" y="1725"/>
                </a:lnTo>
                <a:lnTo>
                  <a:pt x="709" y="5559"/>
                </a:lnTo>
                <a:lnTo>
                  <a:pt x="709" y="5710"/>
                </a:lnTo>
                <a:lnTo>
                  <a:pt x="557" y="5710"/>
                </a:lnTo>
                <a:lnTo>
                  <a:pt x="0" y="5710"/>
                </a:lnTo>
                <a:lnTo>
                  <a:pt x="0" y="5408"/>
                </a:lnTo>
                <a:close/>
                <a:moveTo>
                  <a:pt x="3760" y="3302"/>
                </a:moveTo>
                <a:lnTo>
                  <a:pt x="3760" y="3302"/>
                </a:lnTo>
                <a:lnTo>
                  <a:pt x="3760" y="3886"/>
                </a:lnTo>
                <a:lnTo>
                  <a:pt x="3920" y="3886"/>
                </a:lnTo>
                <a:lnTo>
                  <a:pt x="4084" y="3886"/>
                </a:lnTo>
                <a:lnTo>
                  <a:pt x="4084" y="3287"/>
                </a:lnTo>
                <a:lnTo>
                  <a:pt x="3920" y="3295"/>
                </a:lnTo>
                <a:lnTo>
                  <a:pt x="3760" y="3302"/>
                </a:lnTo>
                <a:close/>
                <a:moveTo>
                  <a:pt x="4271" y="819"/>
                </a:moveTo>
                <a:lnTo>
                  <a:pt x="4271" y="819"/>
                </a:lnTo>
                <a:lnTo>
                  <a:pt x="4271" y="1426"/>
                </a:lnTo>
                <a:lnTo>
                  <a:pt x="4444" y="1394"/>
                </a:lnTo>
                <a:lnTo>
                  <a:pt x="4622" y="1361"/>
                </a:lnTo>
                <a:lnTo>
                  <a:pt x="4622" y="736"/>
                </a:lnTo>
                <a:lnTo>
                  <a:pt x="4444" y="778"/>
                </a:lnTo>
                <a:lnTo>
                  <a:pt x="4271" y="819"/>
                </a:lnTo>
                <a:close/>
                <a:moveTo>
                  <a:pt x="3760" y="938"/>
                </a:moveTo>
                <a:lnTo>
                  <a:pt x="3760" y="938"/>
                </a:lnTo>
                <a:lnTo>
                  <a:pt x="3760" y="1522"/>
                </a:lnTo>
                <a:lnTo>
                  <a:pt x="3920" y="1492"/>
                </a:lnTo>
                <a:lnTo>
                  <a:pt x="4084" y="1461"/>
                </a:lnTo>
                <a:lnTo>
                  <a:pt x="4084" y="863"/>
                </a:lnTo>
                <a:lnTo>
                  <a:pt x="3920" y="901"/>
                </a:lnTo>
                <a:lnTo>
                  <a:pt x="3760" y="938"/>
                </a:lnTo>
                <a:close/>
                <a:moveTo>
                  <a:pt x="4271" y="1640"/>
                </a:moveTo>
                <a:lnTo>
                  <a:pt x="4271" y="1640"/>
                </a:lnTo>
                <a:lnTo>
                  <a:pt x="4271" y="2245"/>
                </a:lnTo>
                <a:lnTo>
                  <a:pt x="4444" y="2224"/>
                </a:lnTo>
                <a:lnTo>
                  <a:pt x="4622" y="2202"/>
                </a:lnTo>
                <a:lnTo>
                  <a:pt x="4622" y="1580"/>
                </a:lnTo>
                <a:lnTo>
                  <a:pt x="4444" y="1609"/>
                </a:lnTo>
                <a:lnTo>
                  <a:pt x="4271" y="1640"/>
                </a:lnTo>
                <a:close/>
                <a:moveTo>
                  <a:pt x="3760" y="1727"/>
                </a:moveTo>
                <a:lnTo>
                  <a:pt x="3760" y="1727"/>
                </a:lnTo>
                <a:lnTo>
                  <a:pt x="3760" y="2310"/>
                </a:lnTo>
                <a:lnTo>
                  <a:pt x="3920" y="2290"/>
                </a:lnTo>
                <a:lnTo>
                  <a:pt x="4084" y="2269"/>
                </a:lnTo>
                <a:lnTo>
                  <a:pt x="4084" y="1670"/>
                </a:lnTo>
                <a:lnTo>
                  <a:pt x="3920" y="1699"/>
                </a:lnTo>
                <a:lnTo>
                  <a:pt x="3760" y="1727"/>
                </a:lnTo>
                <a:close/>
                <a:moveTo>
                  <a:pt x="4271" y="2459"/>
                </a:moveTo>
                <a:lnTo>
                  <a:pt x="4271" y="2459"/>
                </a:lnTo>
                <a:lnTo>
                  <a:pt x="4271" y="3066"/>
                </a:lnTo>
                <a:lnTo>
                  <a:pt x="4444" y="3055"/>
                </a:lnTo>
                <a:lnTo>
                  <a:pt x="4622" y="3044"/>
                </a:lnTo>
                <a:lnTo>
                  <a:pt x="4622" y="2421"/>
                </a:lnTo>
                <a:lnTo>
                  <a:pt x="4444" y="2440"/>
                </a:lnTo>
                <a:lnTo>
                  <a:pt x="4271" y="2459"/>
                </a:lnTo>
                <a:close/>
                <a:moveTo>
                  <a:pt x="3760" y="2515"/>
                </a:moveTo>
                <a:lnTo>
                  <a:pt x="3760" y="2515"/>
                </a:lnTo>
                <a:lnTo>
                  <a:pt x="3760" y="3098"/>
                </a:lnTo>
                <a:lnTo>
                  <a:pt x="3920" y="3087"/>
                </a:lnTo>
                <a:lnTo>
                  <a:pt x="4084" y="3078"/>
                </a:lnTo>
                <a:lnTo>
                  <a:pt x="4084" y="2479"/>
                </a:lnTo>
                <a:lnTo>
                  <a:pt x="3920" y="2497"/>
                </a:lnTo>
                <a:lnTo>
                  <a:pt x="3760" y="2515"/>
                </a:lnTo>
                <a:close/>
                <a:moveTo>
                  <a:pt x="4271" y="3279"/>
                </a:moveTo>
                <a:lnTo>
                  <a:pt x="4271" y="3279"/>
                </a:lnTo>
                <a:lnTo>
                  <a:pt x="4271" y="3886"/>
                </a:lnTo>
                <a:lnTo>
                  <a:pt x="4444" y="3886"/>
                </a:lnTo>
                <a:lnTo>
                  <a:pt x="4622" y="3886"/>
                </a:lnTo>
                <a:lnTo>
                  <a:pt x="4622" y="3262"/>
                </a:lnTo>
                <a:lnTo>
                  <a:pt x="4444" y="3270"/>
                </a:lnTo>
                <a:lnTo>
                  <a:pt x="4271" y="3279"/>
                </a:lnTo>
                <a:close/>
                <a:moveTo>
                  <a:pt x="918" y="4350"/>
                </a:moveTo>
                <a:lnTo>
                  <a:pt x="918" y="4350"/>
                </a:lnTo>
                <a:lnTo>
                  <a:pt x="918" y="4933"/>
                </a:lnTo>
                <a:lnTo>
                  <a:pt x="1077" y="4933"/>
                </a:lnTo>
                <a:lnTo>
                  <a:pt x="1241" y="4933"/>
                </a:lnTo>
                <a:lnTo>
                  <a:pt x="1241" y="4334"/>
                </a:lnTo>
                <a:lnTo>
                  <a:pt x="1077" y="4343"/>
                </a:lnTo>
                <a:lnTo>
                  <a:pt x="918" y="4350"/>
                </a:lnTo>
                <a:close/>
                <a:moveTo>
                  <a:pt x="1429" y="1866"/>
                </a:moveTo>
                <a:lnTo>
                  <a:pt x="1429" y="1866"/>
                </a:lnTo>
                <a:lnTo>
                  <a:pt x="1429" y="2473"/>
                </a:lnTo>
                <a:lnTo>
                  <a:pt x="1601" y="2441"/>
                </a:lnTo>
                <a:lnTo>
                  <a:pt x="1780" y="2407"/>
                </a:lnTo>
                <a:lnTo>
                  <a:pt x="1780" y="1784"/>
                </a:lnTo>
                <a:lnTo>
                  <a:pt x="1601" y="1825"/>
                </a:lnTo>
                <a:lnTo>
                  <a:pt x="1429" y="1866"/>
                </a:lnTo>
                <a:close/>
                <a:moveTo>
                  <a:pt x="918" y="1986"/>
                </a:moveTo>
                <a:lnTo>
                  <a:pt x="918" y="1986"/>
                </a:lnTo>
                <a:lnTo>
                  <a:pt x="918" y="2569"/>
                </a:lnTo>
                <a:lnTo>
                  <a:pt x="1077" y="2539"/>
                </a:lnTo>
                <a:lnTo>
                  <a:pt x="1241" y="2509"/>
                </a:lnTo>
                <a:lnTo>
                  <a:pt x="1241" y="1909"/>
                </a:lnTo>
                <a:lnTo>
                  <a:pt x="1077" y="1948"/>
                </a:lnTo>
                <a:lnTo>
                  <a:pt x="918" y="1986"/>
                </a:lnTo>
                <a:close/>
                <a:moveTo>
                  <a:pt x="1429" y="2686"/>
                </a:moveTo>
                <a:lnTo>
                  <a:pt x="1429" y="2686"/>
                </a:lnTo>
                <a:lnTo>
                  <a:pt x="1429" y="3293"/>
                </a:lnTo>
                <a:lnTo>
                  <a:pt x="1601" y="3272"/>
                </a:lnTo>
                <a:lnTo>
                  <a:pt x="1780" y="3249"/>
                </a:lnTo>
                <a:lnTo>
                  <a:pt x="1780" y="2626"/>
                </a:lnTo>
                <a:lnTo>
                  <a:pt x="1601" y="2656"/>
                </a:lnTo>
                <a:lnTo>
                  <a:pt x="1429" y="2686"/>
                </a:lnTo>
                <a:close/>
                <a:moveTo>
                  <a:pt x="918" y="2773"/>
                </a:moveTo>
                <a:lnTo>
                  <a:pt x="918" y="2773"/>
                </a:lnTo>
                <a:lnTo>
                  <a:pt x="918" y="3357"/>
                </a:lnTo>
                <a:lnTo>
                  <a:pt x="1077" y="3337"/>
                </a:lnTo>
                <a:lnTo>
                  <a:pt x="1241" y="3316"/>
                </a:lnTo>
                <a:lnTo>
                  <a:pt x="1241" y="2718"/>
                </a:lnTo>
                <a:lnTo>
                  <a:pt x="1077" y="2746"/>
                </a:lnTo>
                <a:lnTo>
                  <a:pt x="918" y="2773"/>
                </a:lnTo>
                <a:close/>
                <a:moveTo>
                  <a:pt x="1429" y="3507"/>
                </a:moveTo>
                <a:lnTo>
                  <a:pt x="1429" y="3507"/>
                </a:lnTo>
                <a:lnTo>
                  <a:pt x="1429" y="4113"/>
                </a:lnTo>
                <a:lnTo>
                  <a:pt x="1601" y="4103"/>
                </a:lnTo>
                <a:lnTo>
                  <a:pt x="1780" y="4091"/>
                </a:lnTo>
                <a:lnTo>
                  <a:pt x="1780" y="3468"/>
                </a:lnTo>
                <a:lnTo>
                  <a:pt x="1601" y="3488"/>
                </a:lnTo>
                <a:lnTo>
                  <a:pt x="1429" y="3507"/>
                </a:lnTo>
                <a:close/>
                <a:moveTo>
                  <a:pt x="918" y="3562"/>
                </a:moveTo>
                <a:lnTo>
                  <a:pt x="918" y="3562"/>
                </a:lnTo>
                <a:lnTo>
                  <a:pt x="918" y="4145"/>
                </a:lnTo>
                <a:lnTo>
                  <a:pt x="1077" y="4135"/>
                </a:lnTo>
                <a:lnTo>
                  <a:pt x="1241" y="4125"/>
                </a:lnTo>
                <a:lnTo>
                  <a:pt x="1241" y="3527"/>
                </a:lnTo>
                <a:lnTo>
                  <a:pt x="1077" y="3544"/>
                </a:lnTo>
                <a:lnTo>
                  <a:pt x="918" y="3562"/>
                </a:lnTo>
                <a:close/>
                <a:moveTo>
                  <a:pt x="1429" y="4326"/>
                </a:moveTo>
                <a:lnTo>
                  <a:pt x="1429" y="4326"/>
                </a:lnTo>
                <a:lnTo>
                  <a:pt x="1429" y="4933"/>
                </a:lnTo>
                <a:lnTo>
                  <a:pt x="1601" y="4933"/>
                </a:lnTo>
                <a:lnTo>
                  <a:pt x="1780" y="4933"/>
                </a:lnTo>
                <a:lnTo>
                  <a:pt x="1780" y="4309"/>
                </a:lnTo>
                <a:lnTo>
                  <a:pt x="1601" y="4318"/>
                </a:lnTo>
                <a:lnTo>
                  <a:pt x="1429" y="432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0000"/>
              </a:solidFill>
              <a:ea typeface="幼圆"/>
            </a:endParaRPr>
          </a:p>
        </p:txBody>
      </p:sp>
      <p:sp>
        <p:nvSpPr>
          <p:cNvPr id="14" name="KSO_Shape"/>
          <p:cNvSpPr>
            <a:spLocks/>
          </p:cNvSpPr>
          <p:nvPr/>
        </p:nvSpPr>
        <p:spPr bwMode="auto">
          <a:xfrm>
            <a:off x="6843464" y="2844941"/>
            <a:ext cx="1184920" cy="656067"/>
          </a:xfrm>
          <a:custGeom>
            <a:avLst/>
            <a:gdLst>
              <a:gd name="T0" fmla="*/ 2147483646 w 373"/>
              <a:gd name="T1" fmla="*/ 2147483646 h 159"/>
              <a:gd name="T2" fmla="*/ 2147483646 w 373"/>
              <a:gd name="T3" fmla="*/ 0 h 159"/>
              <a:gd name="T4" fmla="*/ 0 w 373"/>
              <a:gd name="T5" fmla="*/ 2147483646 h 159"/>
              <a:gd name="T6" fmla="*/ 2147483646 w 373"/>
              <a:gd name="T7" fmla="*/ 2147483646 h 159"/>
              <a:gd name="T8" fmla="*/ 2147483646 w 373"/>
              <a:gd name="T9" fmla="*/ 2147483646 h 159"/>
              <a:gd name="T10" fmla="*/ 2147483646 w 373"/>
              <a:gd name="T11" fmla="*/ 2147483646 h 159"/>
              <a:gd name="T12" fmla="*/ 2147483646 w 373"/>
              <a:gd name="T13" fmla="*/ 2147483646 h 159"/>
              <a:gd name="T14" fmla="*/ 2147483646 w 373"/>
              <a:gd name="T15" fmla="*/ 2147483646 h 159"/>
              <a:gd name="T16" fmla="*/ 2147483646 w 373"/>
              <a:gd name="T17" fmla="*/ 2147483646 h 159"/>
              <a:gd name="T18" fmla="*/ 2147483646 w 373"/>
              <a:gd name="T19" fmla="*/ 2147483646 h 159"/>
              <a:gd name="T20" fmla="*/ 2147483646 w 373"/>
              <a:gd name="T21" fmla="*/ 2147483646 h 159"/>
              <a:gd name="T22" fmla="*/ 2147483646 w 373"/>
              <a:gd name="T23" fmla="*/ 2147483646 h 159"/>
              <a:gd name="T24" fmla="*/ 2147483646 w 373"/>
              <a:gd name="T25" fmla="*/ 2147483646 h 159"/>
              <a:gd name="T26" fmla="*/ 2147483646 w 373"/>
              <a:gd name="T27" fmla="*/ 2147483646 h 159"/>
              <a:gd name="T28" fmla="*/ 2147483646 w 373"/>
              <a:gd name="T29" fmla="*/ 2147483646 h 159"/>
              <a:gd name="T30" fmla="*/ 2147483646 w 373"/>
              <a:gd name="T31" fmla="*/ 2147483646 h 159"/>
              <a:gd name="T32" fmla="*/ 2147483646 w 373"/>
              <a:gd name="T33" fmla="*/ 2147483646 h 159"/>
              <a:gd name="T34" fmla="*/ 2147483646 w 373"/>
              <a:gd name="T35" fmla="*/ 2147483646 h 159"/>
              <a:gd name="T36" fmla="*/ 2147483646 w 373"/>
              <a:gd name="T37" fmla="*/ 2147483646 h 159"/>
              <a:gd name="T38" fmla="*/ 2147483646 w 373"/>
              <a:gd name="T39" fmla="*/ 2147483646 h 159"/>
              <a:gd name="T40" fmla="*/ 2147483646 w 373"/>
              <a:gd name="T41" fmla="*/ 2147483646 h 159"/>
              <a:gd name="T42" fmla="*/ 2147483646 w 373"/>
              <a:gd name="T43" fmla="*/ 2147483646 h 159"/>
              <a:gd name="T44" fmla="*/ 2147483646 w 373"/>
              <a:gd name="T45" fmla="*/ 2147483646 h 159"/>
              <a:gd name="T46" fmla="*/ 2147483646 w 373"/>
              <a:gd name="T47" fmla="*/ 2147483646 h 159"/>
              <a:gd name="T48" fmla="*/ 2147483646 w 373"/>
              <a:gd name="T49" fmla="*/ 2147483646 h 159"/>
              <a:gd name="T50" fmla="*/ 2147483646 w 373"/>
              <a:gd name="T51" fmla="*/ 2147483646 h 159"/>
              <a:gd name="T52" fmla="*/ 2147483646 w 373"/>
              <a:gd name="T53" fmla="*/ 2147483646 h 159"/>
              <a:gd name="T54" fmla="*/ 2147483646 w 373"/>
              <a:gd name="T55" fmla="*/ 2147483646 h 159"/>
              <a:gd name="T56" fmla="*/ 2147483646 w 373"/>
              <a:gd name="T57" fmla="*/ 2147483646 h 159"/>
              <a:gd name="T58" fmla="*/ 2147483646 w 373"/>
              <a:gd name="T59" fmla="*/ 2147483646 h 159"/>
              <a:gd name="T60" fmla="*/ 2147483646 w 373"/>
              <a:gd name="T61" fmla="*/ 2147483646 h 159"/>
              <a:gd name="T62" fmla="*/ 2147483646 w 373"/>
              <a:gd name="T63" fmla="*/ 2147483646 h 159"/>
              <a:gd name="T64" fmla="*/ 2147483646 w 373"/>
              <a:gd name="T65" fmla="*/ 2147483646 h 159"/>
              <a:gd name="T66" fmla="*/ 2147483646 w 373"/>
              <a:gd name="T67" fmla="*/ 2147483646 h 159"/>
              <a:gd name="T68" fmla="*/ 2147483646 w 373"/>
              <a:gd name="T69" fmla="*/ 2147483646 h 159"/>
              <a:gd name="T70" fmla="*/ 2147483646 w 373"/>
              <a:gd name="T71" fmla="*/ 2147483646 h 159"/>
              <a:gd name="T72" fmla="*/ 2147483646 w 373"/>
              <a:gd name="T73" fmla="*/ 2147483646 h 159"/>
              <a:gd name="T74" fmla="*/ 2147483646 w 373"/>
              <a:gd name="T75" fmla="*/ 2147483646 h 159"/>
              <a:gd name="T76" fmla="*/ 2147483646 w 373"/>
              <a:gd name="T77" fmla="*/ 2147483646 h 159"/>
              <a:gd name="T78" fmla="*/ 2147483646 w 373"/>
              <a:gd name="T79" fmla="*/ 2147483646 h 15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73" h="159">
                <a:moveTo>
                  <a:pt x="371" y="40"/>
                </a:moveTo>
                <a:cubicBezTo>
                  <a:pt x="363" y="28"/>
                  <a:pt x="354" y="16"/>
                  <a:pt x="338" y="16"/>
                </a:cubicBezTo>
                <a:cubicBezTo>
                  <a:pt x="318" y="16"/>
                  <a:pt x="318" y="16"/>
                  <a:pt x="318" y="16"/>
                </a:cubicBezTo>
                <a:cubicBezTo>
                  <a:pt x="307" y="6"/>
                  <a:pt x="295" y="0"/>
                  <a:pt x="28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9" y="0"/>
                  <a:pt x="6" y="30"/>
                  <a:pt x="0" y="55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30"/>
                  <a:pt x="11" y="141"/>
                  <a:pt x="24" y="141"/>
                </a:cubicBezTo>
                <a:cubicBezTo>
                  <a:pt x="24" y="140"/>
                  <a:pt x="24" y="139"/>
                  <a:pt x="24" y="139"/>
                </a:cubicBezTo>
                <a:cubicBezTo>
                  <a:pt x="24" y="121"/>
                  <a:pt x="39" y="106"/>
                  <a:pt x="57" y="106"/>
                </a:cubicBezTo>
                <a:cubicBezTo>
                  <a:pt x="74" y="106"/>
                  <a:pt x="89" y="121"/>
                  <a:pt x="89" y="139"/>
                </a:cubicBezTo>
                <a:cubicBezTo>
                  <a:pt x="89" y="139"/>
                  <a:pt x="89" y="140"/>
                  <a:pt x="89" y="141"/>
                </a:cubicBezTo>
                <a:cubicBezTo>
                  <a:pt x="95" y="141"/>
                  <a:pt x="95" y="141"/>
                  <a:pt x="95" y="141"/>
                </a:cubicBezTo>
                <a:cubicBezTo>
                  <a:pt x="95" y="140"/>
                  <a:pt x="95" y="139"/>
                  <a:pt x="95" y="139"/>
                </a:cubicBezTo>
                <a:cubicBezTo>
                  <a:pt x="95" y="121"/>
                  <a:pt x="109" y="106"/>
                  <a:pt x="127" y="106"/>
                </a:cubicBezTo>
                <a:cubicBezTo>
                  <a:pt x="145" y="106"/>
                  <a:pt x="159" y="121"/>
                  <a:pt x="159" y="139"/>
                </a:cubicBezTo>
                <a:cubicBezTo>
                  <a:pt x="159" y="139"/>
                  <a:pt x="159" y="140"/>
                  <a:pt x="159" y="141"/>
                </a:cubicBezTo>
                <a:cubicBezTo>
                  <a:pt x="249" y="141"/>
                  <a:pt x="249" y="141"/>
                  <a:pt x="249" y="141"/>
                </a:cubicBezTo>
                <a:cubicBezTo>
                  <a:pt x="249" y="140"/>
                  <a:pt x="249" y="139"/>
                  <a:pt x="249" y="139"/>
                </a:cubicBezTo>
                <a:cubicBezTo>
                  <a:pt x="249" y="121"/>
                  <a:pt x="263" y="106"/>
                  <a:pt x="281" y="106"/>
                </a:cubicBezTo>
                <a:cubicBezTo>
                  <a:pt x="299" y="106"/>
                  <a:pt x="313" y="121"/>
                  <a:pt x="313" y="139"/>
                </a:cubicBezTo>
                <a:cubicBezTo>
                  <a:pt x="313" y="139"/>
                  <a:pt x="313" y="140"/>
                  <a:pt x="313" y="141"/>
                </a:cubicBezTo>
                <a:cubicBezTo>
                  <a:pt x="336" y="141"/>
                  <a:pt x="336" y="141"/>
                  <a:pt x="336" y="141"/>
                </a:cubicBezTo>
                <a:cubicBezTo>
                  <a:pt x="350" y="141"/>
                  <a:pt x="361" y="130"/>
                  <a:pt x="361" y="116"/>
                </a:cubicBezTo>
                <a:cubicBezTo>
                  <a:pt x="361" y="90"/>
                  <a:pt x="361" y="90"/>
                  <a:pt x="361" y="90"/>
                </a:cubicBezTo>
                <a:cubicBezTo>
                  <a:pt x="356" y="66"/>
                  <a:pt x="344" y="44"/>
                  <a:pt x="330" y="28"/>
                </a:cubicBezTo>
                <a:cubicBezTo>
                  <a:pt x="338" y="28"/>
                  <a:pt x="338" y="28"/>
                  <a:pt x="338" y="28"/>
                </a:cubicBezTo>
                <a:cubicBezTo>
                  <a:pt x="347" y="28"/>
                  <a:pt x="353" y="35"/>
                  <a:pt x="361" y="47"/>
                </a:cubicBezTo>
                <a:cubicBezTo>
                  <a:pt x="362" y="48"/>
                  <a:pt x="364" y="49"/>
                  <a:pt x="366" y="49"/>
                </a:cubicBezTo>
                <a:cubicBezTo>
                  <a:pt x="367" y="49"/>
                  <a:pt x="368" y="49"/>
                  <a:pt x="369" y="48"/>
                </a:cubicBezTo>
                <a:cubicBezTo>
                  <a:pt x="372" y="47"/>
                  <a:pt x="373" y="43"/>
                  <a:pt x="371" y="40"/>
                </a:cubicBezTo>
                <a:close/>
                <a:moveTo>
                  <a:pt x="234" y="64"/>
                </a:moveTo>
                <a:cubicBezTo>
                  <a:pt x="16" y="64"/>
                  <a:pt x="16" y="64"/>
                  <a:pt x="16" y="64"/>
                </a:cubicBezTo>
                <a:cubicBezTo>
                  <a:pt x="16" y="56"/>
                  <a:pt x="16" y="56"/>
                  <a:pt x="16" y="56"/>
                </a:cubicBezTo>
                <a:cubicBezTo>
                  <a:pt x="17" y="53"/>
                  <a:pt x="18" y="49"/>
                  <a:pt x="18" y="45"/>
                </a:cubicBezTo>
                <a:cubicBezTo>
                  <a:pt x="20" y="36"/>
                  <a:pt x="23" y="20"/>
                  <a:pt x="27" y="16"/>
                </a:cubicBezTo>
                <a:cubicBezTo>
                  <a:pt x="234" y="16"/>
                  <a:pt x="234" y="16"/>
                  <a:pt x="234" y="16"/>
                </a:cubicBezTo>
                <a:lnTo>
                  <a:pt x="234" y="64"/>
                </a:lnTo>
                <a:close/>
                <a:moveTo>
                  <a:pt x="347" y="116"/>
                </a:moveTo>
                <a:cubicBezTo>
                  <a:pt x="347" y="118"/>
                  <a:pt x="346" y="119"/>
                  <a:pt x="346" y="120"/>
                </a:cubicBezTo>
                <a:cubicBezTo>
                  <a:pt x="337" y="120"/>
                  <a:pt x="329" y="120"/>
                  <a:pt x="329" y="116"/>
                </a:cubicBezTo>
                <a:cubicBezTo>
                  <a:pt x="329" y="113"/>
                  <a:pt x="336" y="107"/>
                  <a:pt x="347" y="106"/>
                </a:cubicBezTo>
                <a:lnTo>
                  <a:pt x="347" y="116"/>
                </a:lnTo>
                <a:close/>
                <a:moveTo>
                  <a:pt x="345" y="92"/>
                </a:moveTo>
                <a:cubicBezTo>
                  <a:pt x="345" y="95"/>
                  <a:pt x="345" y="95"/>
                  <a:pt x="345" y="95"/>
                </a:cubicBezTo>
                <a:cubicBezTo>
                  <a:pt x="316" y="87"/>
                  <a:pt x="280" y="64"/>
                  <a:pt x="248" y="64"/>
                </a:cubicBezTo>
                <a:cubicBezTo>
                  <a:pt x="246" y="64"/>
                  <a:pt x="246" y="64"/>
                  <a:pt x="246" y="64"/>
                </a:cubicBezTo>
                <a:cubicBezTo>
                  <a:pt x="246" y="16"/>
                  <a:pt x="246" y="16"/>
                  <a:pt x="246" y="16"/>
                </a:cubicBezTo>
                <a:cubicBezTo>
                  <a:pt x="285" y="16"/>
                  <a:pt x="285" y="16"/>
                  <a:pt x="285" y="16"/>
                </a:cubicBezTo>
                <a:cubicBezTo>
                  <a:pt x="303" y="16"/>
                  <a:pt x="336" y="48"/>
                  <a:pt x="345" y="92"/>
                </a:cubicBezTo>
                <a:close/>
                <a:moveTo>
                  <a:pt x="57" y="118"/>
                </a:moveTo>
                <a:cubicBezTo>
                  <a:pt x="45" y="118"/>
                  <a:pt x="36" y="127"/>
                  <a:pt x="36" y="139"/>
                </a:cubicBezTo>
                <a:cubicBezTo>
                  <a:pt x="36" y="150"/>
                  <a:pt x="45" y="159"/>
                  <a:pt x="57" y="159"/>
                </a:cubicBezTo>
                <a:cubicBezTo>
                  <a:pt x="68" y="159"/>
                  <a:pt x="77" y="150"/>
                  <a:pt x="77" y="139"/>
                </a:cubicBezTo>
                <a:cubicBezTo>
                  <a:pt x="77" y="127"/>
                  <a:pt x="68" y="118"/>
                  <a:pt x="57" y="118"/>
                </a:cubicBezTo>
                <a:close/>
                <a:moveTo>
                  <a:pt x="57" y="151"/>
                </a:moveTo>
                <a:cubicBezTo>
                  <a:pt x="50" y="151"/>
                  <a:pt x="45" y="145"/>
                  <a:pt x="45" y="139"/>
                </a:cubicBezTo>
                <a:cubicBezTo>
                  <a:pt x="45" y="132"/>
                  <a:pt x="50" y="126"/>
                  <a:pt x="57" y="126"/>
                </a:cubicBezTo>
                <a:cubicBezTo>
                  <a:pt x="63" y="126"/>
                  <a:pt x="69" y="132"/>
                  <a:pt x="69" y="139"/>
                </a:cubicBezTo>
                <a:cubicBezTo>
                  <a:pt x="69" y="145"/>
                  <a:pt x="63" y="151"/>
                  <a:pt x="57" y="151"/>
                </a:cubicBezTo>
                <a:close/>
                <a:moveTo>
                  <a:pt x="127" y="118"/>
                </a:moveTo>
                <a:cubicBezTo>
                  <a:pt x="116" y="118"/>
                  <a:pt x="106" y="127"/>
                  <a:pt x="106" y="139"/>
                </a:cubicBezTo>
                <a:cubicBezTo>
                  <a:pt x="106" y="150"/>
                  <a:pt x="116" y="159"/>
                  <a:pt x="127" y="159"/>
                </a:cubicBezTo>
                <a:cubicBezTo>
                  <a:pt x="139" y="159"/>
                  <a:pt x="148" y="150"/>
                  <a:pt x="148" y="139"/>
                </a:cubicBezTo>
                <a:cubicBezTo>
                  <a:pt x="148" y="127"/>
                  <a:pt x="139" y="118"/>
                  <a:pt x="127" y="118"/>
                </a:cubicBezTo>
                <a:close/>
                <a:moveTo>
                  <a:pt x="127" y="151"/>
                </a:moveTo>
                <a:cubicBezTo>
                  <a:pt x="120" y="151"/>
                  <a:pt x="115" y="145"/>
                  <a:pt x="115" y="139"/>
                </a:cubicBezTo>
                <a:cubicBezTo>
                  <a:pt x="115" y="132"/>
                  <a:pt x="120" y="126"/>
                  <a:pt x="127" y="126"/>
                </a:cubicBezTo>
                <a:cubicBezTo>
                  <a:pt x="134" y="126"/>
                  <a:pt x="139" y="132"/>
                  <a:pt x="139" y="139"/>
                </a:cubicBezTo>
                <a:cubicBezTo>
                  <a:pt x="139" y="145"/>
                  <a:pt x="134" y="151"/>
                  <a:pt x="127" y="151"/>
                </a:cubicBezTo>
                <a:close/>
                <a:moveTo>
                  <a:pt x="281" y="118"/>
                </a:moveTo>
                <a:cubicBezTo>
                  <a:pt x="269" y="118"/>
                  <a:pt x="260" y="127"/>
                  <a:pt x="260" y="139"/>
                </a:cubicBezTo>
                <a:cubicBezTo>
                  <a:pt x="260" y="150"/>
                  <a:pt x="269" y="159"/>
                  <a:pt x="281" y="159"/>
                </a:cubicBezTo>
                <a:cubicBezTo>
                  <a:pt x="292" y="159"/>
                  <a:pt x="301" y="150"/>
                  <a:pt x="301" y="139"/>
                </a:cubicBezTo>
                <a:cubicBezTo>
                  <a:pt x="301" y="127"/>
                  <a:pt x="292" y="118"/>
                  <a:pt x="281" y="118"/>
                </a:cubicBezTo>
                <a:close/>
                <a:moveTo>
                  <a:pt x="281" y="151"/>
                </a:moveTo>
                <a:cubicBezTo>
                  <a:pt x="274" y="151"/>
                  <a:pt x="269" y="145"/>
                  <a:pt x="269" y="139"/>
                </a:cubicBezTo>
                <a:cubicBezTo>
                  <a:pt x="269" y="132"/>
                  <a:pt x="274" y="126"/>
                  <a:pt x="281" y="126"/>
                </a:cubicBezTo>
                <a:cubicBezTo>
                  <a:pt x="287" y="126"/>
                  <a:pt x="293" y="132"/>
                  <a:pt x="293" y="139"/>
                </a:cubicBezTo>
                <a:cubicBezTo>
                  <a:pt x="293" y="145"/>
                  <a:pt x="287" y="151"/>
                  <a:pt x="281" y="1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幼圆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91680" y="1619508"/>
            <a:ext cx="5744244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月婴幼儿奶粉广告媒体占比前三位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16" name="MH_Text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04248" y="4250588"/>
            <a:ext cx="1224136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幼圆"/>
                <a:ea typeface="幼圆"/>
              </a:rPr>
              <a:t>交通类</a:t>
            </a: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视频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8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15244" y="4653136"/>
            <a:ext cx="6811192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90.3%                 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8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.6%                   0.4% 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818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01995"/>
              </p:ext>
            </p:extLst>
          </p:nvPr>
        </p:nvGraphicFramePr>
        <p:xfrm>
          <a:off x="421316" y="1988839"/>
          <a:ext cx="8136904" cy="42418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74936"/>
                <a:gridCol w="2420656"/>
                <a:gridCol w="2420656"/>
                <a:gridCol w="2420656"/>
              </a:tblGrid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花费占比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惠氏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35.0%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4.9%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美赞臣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24.8%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245.8%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雀巢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-50.7%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雅培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5.9%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-74.7%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雅士利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108.3%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飞鹤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&gt;1000%</a:t>
                      </a:r>
                      <a:endParaRPr lang="en-US" altLang="zh-CN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贝因美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-28.9%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伊利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359.4%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燎原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108.0%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多美滋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-65.7%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251520" y="163179"/>
            <a:ext cx="7289969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婴幼儿奶粉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广告花费榜单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按照花费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排序 </a:t>
            </a:r>
            <a:r>
              <a:rPr lang="zh-CN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7677" y="1409001"/>
            <a:ext cx="5796631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月婴幼儿奶粉广告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花费前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10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171985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婴幼儿</a:t>
            </a:r>
            <a:r>
              <a:rPr lang="zh-CN" altLang="en-US" b="1" dirty="0">
                <a:solidFill>
                  <a:schemeClr val="bg1"/>
                </a:solidFill>
                <a:latin typeface="Arial Black"/>
              </a:rPr>
              <a:t>纸尿裤</a:t>
            </a: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广告投放分析</a:t>
            </a:r>
            <a:endParaRPr lang="zh-CN" altLang="en-US" b="1" dirty="0">
              <a:solidFill>
                <a:schemeClr val="bg1"/>
              </a:solidFill>
              <a:latin typeface="Arial Black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3" t="52400" r="59694" b="15467"/>
          <a:stretch/>
        </p:blipFill>
        <p:spPr>
          <a:xfrm rot="20736065">
            <a:off x="2179877" y="2515413"/>
            <a:ext cx="973428" cy="168774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550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78460" y="451391"/>
            <a:ext cx="8340725" cy="6013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花费趋势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：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婴幼儿纸尿裤广告花费同比降幅逐渐收窄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600" y="1619508"/>
            <a:ext cx="7128792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月婴幼儿纸尿裤广告花费月度同比增幅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3192408775"/>
              </p:ext>
            </p:extLst>
          </p:nvPr>
        </p:nvGraphicFramePr>
        <p:xfrm>
          <a:off x="467544" y="1992240"/>
          <a:ext cx="8208912" cy="395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051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2545319382"/>
              </p:ext>
            </p:extLst>
          </p:nvPr>
        </p:nvGraphicFramePr>
        <p:xfrm>
          <a:off x="414589" y="1957288"/>
          <a:ext cx="8261867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91680" y="1611532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婴幼儿纸尿裤品牌数量  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414589" y="116633"/>
            <a:ext cx="7685803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品牌数量：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总量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持平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，新增品牌占半数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32031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520" y="184806"/>
            <a:ext cx="8419898" cy="86793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媒介分布：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婴幼儿纸尿裤在电视的广告花费占比较大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9" name="MH_Text_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00844" y="4228746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b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电视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0" name="MH_Text_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48239" y="4239742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交通类视频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1" name="KSO_Shape"/>
          <p:cNvSpPr>
            <a:spLocks/>
          </p:cNvSpPr>
          <p:nvPr/>
        </p:nvSpPr>
        <p:spPr bwMode="auto">
          <a:xfrm>
            <a:off x="1315244" y="2692524"/>
            <a:ext cx="952500" cy="808484"/>
          </a:xfrm>
          <a:custGeom>
            <a:avLst/>
            <a:gdLst>
              <a:gd name="T0" fmla="*/ 1372823 w 5484"/>
              <a:gd name="T1" fmla="*/ 154929 h 5484"/>
              <a:gd name="T2" fmla="*/ 1427013 w 5484"/>
              <a:gd name="T3" fmla="*/ 95181 h 5484"/>
              <a:gd name="T4" fmla="*/ 1405476 w 5484"/>
              <a:gd name="T5" fmla="*/ 23274 h 5484"/>
              <a:gd name="T6" fmla="*/ 1333222 w 5484"/>
              <a:gd name="T7" fmla="*/ 1389 h 5484"/>
              <a:gd name="T8" fmla="*/ 1273126 w 5484"/>
              <a:gd name="T9" fmla="*/ 55580 h 5484"/>
              <a:gd name="T10" fmla="*/ 629789 w 5484"/>
              <a:gd name="T11" fmla="*/ 105949 h 5484"/>
              <a:gd name="T12" fmla="*/ 625274 w 5484"/>
              <a:gd name="T13" fmla="*/ 40990 h 5484"/>
              <a:gd name="T14" fmla="*/ 555451 w 5484"/>
              <a:gd name="T15" fmla="*/ 0 h 5484"/>
              <a:gd name="T16" fmla="*/ 489450 w 5484"/>
              <a:gd name="T17" fmla="*/ 34737 h 5484"/>
              <a:gd name="T18" fmla="*/ 482503 w 5484"/>
              <a:gd name="T19" fmla="*/ 110118 h 5484"/>
              <a:gd name="T20" fmla="*/ 547114 w 5484"/>
              <a:gd name="T21" fmla="*/ 158055 h 5484"/>
              <a:gd name="T22" fmla="*/ 134434 w 5484"/>
              <a:gd name="T23" fmla="*/ 477987 h 5484"/>
              <a:gd name="T24" fmla="*/ 57664 w 5484"/>
              <a:gd name="T25" fmla="*/ 512377 h 5484"/>
              <a:gd name="T26" fmla="*/ 9726 w 5484"/>
              <a:gd name="T27" fmla="*/ 579768 h 5484"/>
              <a:gd name="T28" fmla="*/ 695 w 5484"/>
              <a:gd name="T29" fmla="*/ 1762229 h 5484"/>
              <a:gd name="T30" fmla="*/ 31264 w 5484"/>
              <a:gd name="T31" fmla="*/ 1840736 h 5484"/>
              <a:gd name="T32" fmla="*/ 96917 w 5484"/>
              <a:gd name="T33" fmla="*/ 1892147 h 5484"/>
              <a:gd name="T34" fmla="*/ 1754240 w 5484"/>
              <a:gd name="T35" fmla="*/ 1904305 h 5484"/>
              <a:gd name="T36" fmla="*/ 1834830 w 5484"/>
              <a:gd name="T37" fmla="*/ 1877557 h 5484"/>
              <a:gd name="T38" fmla="*/ 1889368 w 5484"/>
              <a:gd name="T39" fmla="*/ 1814683 h 5484"/>
              <a:gd name="T40" fmla="*/ 1905000 w 5484"/>
              <a:gd name="T41" fmla="*/ 634653 h 5484"/>
              <a:gd name="T42" fmla="*/ 1881726 w 5484"/>
              <a:gd name="T43" fmla="*/ 552325 h 5484"/>
              <a:gd name="T44" fmla="*/ 1821630 w 5484"/>
              <a:gd name="T45" fmla="*/ 495008 h 5484"/>
              <a:gd name="T46" fmla="*/ 1428403 w 5484"/>
              <a:gd name="T47" fmla="*/ 1587153 h 5484"/>
              <a:gd name="T48" fmla="*/ 1409297 w 5484"/>
              <a:gd name="T49" fmla="*/ 1662533 h 5484"/>
              <a:gd name="T50" fmla="*/ 1351980 w 5484"/>
              <a:gd name="T51" fmla="*/ 1722976 h 5484"/>
              <a:gd name="T52" fmla="*/ 1269653 w 5484"/>
              <a:gd name="T53" fmla="*/ 1745903 h 5484"/>
              <a:gd name="T54" fmla="*/ 248720 w 5484"/>
              <a:gd name="T55" fmla="*/ 1730271 h 5484"/>
              <a:gd name="T56" fmla="*/ 185845 w 5484"/>
              <a:gd name="T57" fmla="*/ 1675733 h 5484"/>
              <a:gd name="T58" fmla="*/ 159097 w 5484"/>
              <a:gd name="T59" fmla="*/ 1595490 h 5484"/>
              <a:gd name="T60" fmla="*/ 170908 w 5484"/>
              <a:gd name="T61" fmla="*/ 731570 h 5484"/>
              <a:gd name="T62" fmla="*/ 222319 w 5484"/>
              <a:gd name="T63" fmla="*/ 666264 h 5484"/>
              <a:gd name="T64" fmla="*/ 301173 w 5484"/>
              <a:gd name="T65" fmla="*/ 635695 h 5484"/>
              <a:gd name="T66" fmla="*/ 1324538 w 5484"/>
              <a:gd name="T67" fmla="*/ 644379 h 5484"/>
              <a:gd name="T68" fmla="*/ 1392276 w 5484"/>
              <a:gd name="T69" fmla="*/ 692317 h 5484"/>
              <a:gd name="T70" fmla="*/ 1426666 w 5484"/>
              <a:gd name="T71" fmla="*/ 769086 h 5484"/>
              <a:gd name="T72" fmla="*/ 1627101 w 5484"/>
              <a:gd name="T73" fmla="*/ 1343991 h 5484"/>
              <a:gd name="T74" fmla="*/ 1554152 w 5484"/>
              <a:gd name="T75" fmla="*/ 1302306 h 5484"/>
              <a:gd name="T76" fmla="*/ 1513162 w 5484"/>
              <a:gd name="T77" fmla="*/ 1230052 h 5484"/>
              <a:gd name="T78" fmla="*/ 1513162 w 5484"/>
              <a:gd name="T79" fmla="*/ 1150851 h 5484"/>
              <a:gd name="T80" fmla="*/ 1554152 w 5484"/>
              <a:gd name="T81" fmla="*/ 1078249 h 5484"/>
              <a:gd name="T82" fmla="*/ 1627101 w 5484"/>
              <a:gd name="T83" fmla="*/ 1036565 h 5484"/>
              <a:gd name="T84" fmla="*/ 1706302 w 5484"/>
              <a:gd name="T85" fmla="*/ 1036565 h 5484"/>
              <a:gd name="T86" fmla="*/ 1778903 w 5484"/>
              <a:gd name="T87" fmla="*/ 1078249 h 5484"/>
              <a:gd name="T88" fmla="*/ 1820241 w 5484"/>
              <a:gd name="T89" fmla="*/ 1150851 h 5484"/>
              <a:gd name="T90" fmla="*/ 1820241 w 5484"/>
              <a:gd name="T91" fmla="*/ 1230052 h 5484"/>
              <a:gd name="T92" fmla="*/ 1778903 w 5484"/>
              <a:gd name="T93" fmla="*/ 1302306 h 5484"/>
              <a:gd name="T94" fmla="*/ 1706302 w 5484"/>
              <a:gd name="T95" fmla="*/ 1343991 h 5484"/>
              <a:gd name="T96" fmla="*/ 1634743 w 5484"/>
              <a:gd name="T97" fmla="*/ 949026 h 5484"/>
              <a:gd name="T98" fmla="*/ 1559710 w 5484"/>
              <a:gd name="T99" fmla="*/ 910815 h 5484"/>
              <a:gd name="T100" fmla="*/ 1514899 w 5484"/>
              <a:gd name="T101" fmla="*/ 840646 h 5484"/>
              <a:gd name="T102" fmla="*/ 1511078 w 5484"/>
              <a:gd name="T103" fmla="*/ 761792 h 5484"/>
              <a:gd name="T104" fmla="*/ 1548941 w 5484"/>
              <a:gd name="T105" fmla="*/ 686759 h 5484"/>
              <a:gd name="T106" fmla="*/ 1619458 w 5484"/>
              <a:gd name="T107" fmla="*/ 641947 h 5484"/>
              <a:gd name="T108" fmla="*/ 1698660 w 5484"/>
              <a:gd name="T109" fmla="*/ 638126 h 5484"/>
              <a:gd name="T110" fmla="*/ 1773693 w 5484"/>
              <a:gd name="T111" fmla="*/ 675990 h 5484"/>
              <a:gd name="T112" fmla="*/ 1818504 w 5484"/>
              <a:gd name="T113" fmla="*/ 746507 h 5484"/>
              <a:gd name="T114" fmla="*/ 1821978 w 5484"/>
              <a:gd name="T115" fmla="*/ 825361 h 5484"/>
              <a:gd name="T116" fmla="*/ 1784114 w 5484"/>
              <a:gd name="T117" fmla="*/ 900046 h 5484"/>
              <a:gd name="T118" fmla="*/ 1713944 w 5484"/>
              <a:gd name="T119" fmla="*/ 944858 h 548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484" h="5484">
                <a:moveTo>
                  <a:pt x="5026" y="1370"/>
                </a:moveTo>
                <a:lnTo>
                  <a:pt x="3081" y="1370"/>
                </a:lnTo>
                <a:lnTo>
                  <a:pt x="3849" y="449"/>
                </a:lnTo>
                <a:lnTo>
                  <a:pt x="3866" y="454"/>
                </a:lnTo>
                <a:lnTo>
                  <a:pt x="3875" y="455"/>
                </a:lnTo>
                <a:lnTo>
                  <a:pt x="3884" y="456"/>
                </a:lnTo>
                <a:lnTo>
                  <a:pt x="3907" y="455"/>
                </a:lnTo>
                <a:lnTo>
                  <a:pt x="3930" y="451"/>
                </a:lnTo>
                <a:lnTo>
                  <a:pt x="3952" y="446"/>
                </a:lnTo>
                <a:lnTo>
                  <a:pt x="3973" y="438"/>
                </a:lnTo>
                <a:lnTo>
                  <a:pt x="3993" y="428"/>
                </a:lnTo>
                <a:lnTo>
                  <a:pt x="4012" y="417"/>
                </a:lnTo>
                <a:lnTo>
                  <a:pt x="4029" y="404"/>
                </a:lnTo>
                <a:lnTo>
                  <a:pt x="4046" y="389"/>
                </a:lnTo>
                <a:lnTo>
                  <a:pt x="4061" y="373"/>
                </a:lnTo>
                <a:lnTo>
                  <a:pt x="4073" y="356"/>
                </a:lnTo>
                <a:lnTo>
                  <a:pt x="4085" y="336"/>
                </a:lnTo>
                <a:lnTo>
                  <a:pt x="4094" y="317"/>
                </a:lnTo>
                <a:lnTo>
                  <a:pt x="4102" y="296"/>
                </a:lnTo>
                <a:lnTo>
                  <a:pt x="4108" y="274"/>
                </a:lnTo>
                <a:lnTo>
                  <a:pt x="4111" y="251"/>
                </a:lnTo>
                <a:lnTo>
                  <a:pt x="4112" y="228"/>
                </a:lnTo>
                <a:lnTo>
                  <a:pt x="4111" y="204"/>
                </a:lnTo>
                <a:lnTo>
                  <a:pt x="4108" y="182"/>
                </a:lnTo>
                <a:lnTo>
                  <a:pt x="4102" y="160"/>
                </a:lnTo>
                <a:lnTo>
                  <a:pt x="4094" y="139"/>
                </a:lnTo>
                <a:lnTo>
                  <a:pt x="4085" y="118"/>
                </a:lnTo>
                <a:lnTo>
                  <a:pt x="4073" y="100"/>
                </a:lnTo>
                <a:lnTo>
                  <a:pt x="4061" y="83"/>
                </a:lnTo>
                <a:lnTo>
                  <a:pt x="4046" y="67"/>
                </a:lnTo>
                <a:lnTo>
                  <a:pt x="4029" y="52"/>
                </a:lnTo>
                <a:lnTo>
                  <a:pt x="4012" y="38"/>
                </a:lnTo>
                <a:lnTo>
                  <a:pt x="3993" y="27"/>
                </a:lnTo>
                <a:lnTo>
                  <a:pt x="3973" y="17"/>
                </a:lnTo>
                <a:lnTo>
                  <a:pt x="3952" y="10"/>
                </a:lnTo>
                <a:lnTo>
                  <a:pt x="3930" y="4"/>
                </a:lnTo>
                <a:lnTo>
                  <a:pt x="3907" y="1"/>
                </a:lnTo>
                <a:lnTo>
                  <a:pt x="3884" y="0"/>
                </a:lnTo>
                <a:lnTo>
                  <a:pt x="3860" y="1"/>
                </a:lnTo>
                <a:lnTo>
                  <a:pt x="3838" y="4"/>
                </a:lnTo>
                <a:lnTo>
                  <a:pt x="3816" y="10"/>
                </a:lnTo>
                <a:lnTo>
                  <a:pt x="3796" y="17"/>
                </a:lnTo>
                <a:lnTo>
                  <a:pt x="3775" y="27"/>
                </a:lnTo>
                <a:lnTo>
                  <a:pt x="3756" y="38"/>
                </a:lnTo>
                <a:lnTo>
                  <a:pt x="3739" y="52"/>
                </a:lnTo>
                <a:lnTo>
                  <a:pt x="3722" y="67"/>
                </a:lnTo>
                <a:lnTo>
                  <a:pt x="3708" y="83"/>
                </a:lnTo>
                <a:lnTo>
                  <a:pt x="3694" y="100"/>
                </a:lnTo>
                <a:lnTo>
                  <a:pt x="3683" y="118"/>
                </a:lnTo>
                <a:lnTo>
                  <a:pt x="3673" y="139"/>
                </a:lnTo>
                <a:lnTo>
                  <a:pt x="3665" y="160"/>
                </a:lnTo>
                <a:lnTo>
                  <a:pt x="3660" y="182"/>
                </a:lnTo>
                <a:lnTo>
                  <a:pt x="3656" y="204"/>
                </a:lnTo>
                <a:lnTo>
                  <a:pt x="3655" y="228"/>
                </a:lnTo>
                <a:lnTo>
                  <a:pt x="3656" y="247"/>
                </a:lnTo>
                <a:lnTo>
                  <a:pt x="3660" y="267"/>
                </a:lnTo>
                <a:lnTo>
                  <a:pt x="3664" y="287"/>
                </a:lnTo>
                <a:lnTo>
                  <a:pt x="3671" y="305"/>
                </a:lnTo>
                <a:lnTo>
                  <a:pt x="2783" y="1370"/>
                </a:lnTo>
                <a:lnTo>
                  <a:pt x="2700" y="1370"/>
                </a:lnTo>
                <a:lnTo>
                  <a:pt x="1813" y="305"/>
                </a:lnTo>
                <a:lnTo>
                  <a:pt x="1818" y="287"/>
                </a:lnTo>
                <a:lnTo>
                  <a:pt x="1823" y="267"/>
                </a:lnTo>
                <a:lnTo>
                  <a:pt x="1826" y="247"/>
                </a:lnTo>
                <a:lnTo>
                  <a:pt x="1828" y="228"/>
                </a:lnTo>
                <a:lnTo>
                  <a:pt x="1826" y="204"/>
                </a:lnTo>
                <a:lnTo>
                  <a:pt x="1823" y="182"/>
                </a:lnTo>
                <a:lnTo>
                  <a:pt x="1817" y="160"/>
                </a:lnTo>
                <a:lnTo>
                  <a:pt x="1809" y="139"/>
                </a:lnTo>
                <a:lnTo>
                  <a:pt x="1800" y="118"/>
                </a:lnTo>
                <a:lnTo>
                  <a:pt x="1788" y="100"/>
                </a:lnTo>
                <a:lnTo>
                  <a:pt x="1776" y="83"/>
                </a:lnTo>
                <a:lnTo>
                  <a:pt x="1761" y="67"/>
                </a:lnTo>
                <a:lnTo>
                  <a:pt x="1745" y="52"/>
                </a:lnTo>
                <a:lnTo>
                  <a:pt x="1727" y="38"/>
                </a:lnTo>
                <a:lnTo>
                  <a:pt x="1708" y="27"/>
                </a:lnTo>
                <a:lnTo>
                  <a:pt x="1688" y="17"/>
                </a:lnTo>
                <a:lnTo>
                  <a:pt x="1667" y="10"/>
                </a:lnTo>
                <a:lnTo>
                  <a:pt x="1646" y="4"/>
                </a:lnTo>
                <a:lnTo>
                  <a:pt x="1622" y="1"/>
                </a:lnTo>
                <a:lnTo>
                  <a:pt x="1599" y="0"/>
                </a:lnTo>
                <a:lnTo>
                  <a:pt x="1575" y="1"/>
                </a:lnTo>
                <a:lnTo>
                  <a:pt x="1553" y="4"/>
                </a:lnTo>
                <a:lnTo>
                  <a:pt x="1531" y="10"/>
                </a:lnTo>
                <a:lnTo>
                  <a:pt x="1510" y="17"/>
                </a:lnTo>
                <a:lnTo>
                  <a:pt x="1490" y="27"/>
                </a:lnTo>
                <a:lnTo>
                  <a:pt x="1472" y="38"/>
                </a:lnTo>
                <a:lnTo>
                  <a:pt x="1454" y="52"/>
                </a:lnTo>
                <a:lnTo>
                  <a:pt x="1437" y="67"/>
                </a:lnTo>
                <a:lnTo>
                  <a:pt x="1423" y="83"/>
                </a:lnTo>
                <a:lnTo>
                  <a:pt x="1409" y="100"/>
                </a:lnTo>
                <a:lnTo>
                  <a:pt x="1398" y="118"/>
                </a:lnTo>
                <a:lnTo>
                  <a:pt x="1389" y="139"/>
                </a:lnTo>
                <a:lnTo>
                  <a:pt x="1381" y="160"/>
                </a:lnTo>
                <a:lnTo>
                  <a:pt x="1375" y="182"/>
                </a:lnTo>
                <a:lnTo>
                  <a:pt x="1371" y="204"/>
                </a:lnTo>
                <a:lnTo>
                  <a:pt x="1370" y="228"/>
                </a:lnTo>
                <a:lnTo>
                  <a:pt x="1371" y="251"/>
                </a:lnTo>
                <a:lnTo>
                  <a:pt x="1375" y="274"/>
                </a:lnTo>
                <a:lnTo>
                  <a:pt x="1381" y="296"/>
                </a:lnTo>
                <a:lnTo>
                  <a:pt x="1389" y="317"/>
                </a:lnTo>
                <a:lnTo>
                  <a:pt x="1398" y="336"/>
                </a:lnTo>
                <a:lnTo>
                  <a:pt x="1409" y="356"/>
                </a:lnTo>
                <a:lnTo>
                  <a:pt x="1423" y="373"/>
                </a:lnTo>
                <a:lnTo>
                  <a:pt x="1437" y="389"/>
                </a:lnTo>
                <a:lnTo>
                  <a:pt x="1454" y="404"/>
                </a:lnTo>
                <a:lnTo>
                  <a:pt x="1472" y="417"/>
                </a:lnTo>
                <a:lnTo>
                  <a:pt x="1490" y="428"/>
                </a:lnTo>
                <a:lnTo>
                  <a:pt x="1510" y="438"/>
                </a:lnTo>
                <a:lnTo>
                  <a:pt x="1531" y="446"/>
                </a:lnTo>
                <a:lnTo>
                  <a:pt x="1553" y="451"/>
                </a:lnTo>
                <a:lnTo>
                  <a:pt x="1575" y="455"/>
                </a:lnTo>
                <a:lnTo>
                  <a:pt x="1599" y="456"/>
                </a:lnTo>
                <a:lnTo>
                  <a:pt x="1609" y="455"/>
                </a:lnTo>
                <a:lnTo>
                  <a:pt x="1617" y="454"/>
                </a:lnTo>
                <a:lnTo>
                  <a:pt x="1634" y="449"/>
                </a:lnTo>
                <a:lnTo>
                  <a:pt x="2403" y="1370"/>
                </a:lnTo>
                <a:lnTo>
                  <a:pt x="456" y="1370"/>
                </a:lnTo>
                <a:lnTo>
                  <a:pt x="433" y="1371"/>
                </a:lnTo>
                <a:lnTo>
                  <a:pt x="410" y="1372"/>
                </a:lnTo>
                <a:lnTo>
                  <a:pt x="387" y="1376"/>
                </a:lnTo>
                <a:lnTo>
                  <a:pt x="364" y="1379"/>
                </a:lnTo>
                <a:lnTo>
                  <a:pt x="342" y="1385"/>
                </a:lnTo>
                <a:lnTo>
                  <a:pt x="320" y="1391"/>
                </a:lnTo>
                <a:lnTo>
                  <a:pt x="300" y="1397"/>
                </a:lnTo>
                <a:lnTo>
                  <a:pt x="279" y="1406"/>
                </a:lnTo>
                <a:lnTo>
                  <a:pt x="258" y="1415"/>
                </a:lnTo>
                <a:lnTo>
                  <a:pt x="239" y="1425"/>
                </a:lnTo>
                <a:lnTo>
                  <a:pt x="220" y="1437"/>
                </a:lnTo>
                <a:lnTo>
                  <a:pt x="201" y="1448"/>
                </a:lnTo>
                <a:lnTo>
                  <a:pt x="183" y="1461"/>
                </a:lnTo>
                <a:lnTo>
                  <a:pt x="166" y="1475"/>
                </a:lnTo>
                <a:lnTo>
                  <a:pt x="150" y="1489"/>
                </a:lnTo>
                <a:lnTo>
                  <a:pt x="134" y="1504"/>
                </a:lnTo>
                <a:lnTo>
                  <a:pt x="119" y="1520"/>
                </a:lnTo>
                <a:lnTo>
                  <a:pt x="104" y="1537"/>
                </a:lnTo>
                <a:lnTo>
                  <a:pt x="90" y="1554"/>
                </a:lnTo>
                <a:lnTo>
                  <a:pt x="77" y="1571"/>
                </a:lnTo>
                <a:lnTo>
                  <a:pt x="66" y="1590"/>
                </a:lnTo>
                <a:lnTo>
                  <a:pt x="54" y="1610"/>
                </a:lnTo>
                <a:lnTo>
                  <a:pt x="45" y="1629"/>
                </a:lnTo>
                <a:lnTo>
                  <a:pt x="36" y="1649"/>
                </a:lnTo>
                <a:lnTo>
                  <a:pt x="28" y="1669"/>
                </a:lnTo>
                <a:lnTo>
                  <a:pt x="20" y="1691"/>
                </a:lnTo>
                <a:lnTo>
                  <a:pt x="14" y="1713"/>
                </a:lnTo>
                <a:lnTo>
                  <a:pt x="9" y="1735"/>
                </a:lnTo>
                <a:lnTo>
                  <a:pt x="5" y="1757"/>
                </a:lnTo>
                <a:lnTo>
                  <a:pt x="2" y="1780"/>
                </a:lnTo>
                <a:lnTo>
                  <a:pt x="0" y="1803"/>
                </a:lnTo>
                <a:lnTo>
                  <a:pt x="0" y="1827"/>
                </a:lnTo>
                <a:lnTo>
                  <a:pt x="0" y="5026"/>
                </a:lnTo>
                <a:lnTo>
                  <a:pt x="0" y="5049"/>
                </a:lnTo>
                <a:lnTo>
                  <a:pt x="2" y="5073"/>
                </a:lnTo>
                <a:lnTo>
                  <a:pt x="5" y="5095"/>
                </a:lnTo>
                <a:lnTo>
                  <a:pt x="9" y="5118"/>
                </a:lnTo>
                <a:lnTo>
                  <a:pt x="14" y="5140"/>
                </a:lnTo>
                <a:lnTo>
                  <a:pt x="20" y="5162"/>
                </a:lnTo>
                <a:lnTo>
                  <a:pt x="28" y="5183"/>
                </a:lnTo>
                <a:lnTo>
                  <a:pt x="36" y="5204"/>
                </a:lnTo>
                <a:lnTo>
                  <a:pt x="45" y="5224"/>
                </a:lnTo>
                <a:lnTo>
                  <a:pt x="54" y="5244"/>
                </a:lnTo>
                <a:lnTo>
                  <a:pt x="66" y="5263"/>
                </a:lnTo>
                <a:lnTo>
                  <a:pt x="77" y="5282"/>
                </a:lnTo>
                <a:lnTo>
                  <a:pt x="90" y="5299"/>
                </a:lnTo>
                <a:lnTo>
                  <a:pt x="104" y="5316"/>
                </a:lnTo>
                <a:lnTo>
                  <a:pt x="119" y="5334"/>
                </a:lnTo>
                <a:lnTo>
                  <a:pt x="134" y="5349"/>
                </a:lnTo>
                <a:lnTo>
                  <a:pt x="150" y="5365"/>
                </a:lnTo>
                <a:lnTo>
                  <a:pt x="166" y="5379"/>
                </a:lnTo>
                <a:lnTo>
                  <a:pt x="183" y="5393"/>
                </a:lnTo>
                <a:lnTo>
                  <a:pt x="201" y="5405"/>
                </a:lnTo>
                <a:lnTo>
                  <a:pt x="220" y="5417"/>
                </a:lnTo>
                <a:lnTo>
                  <a:pt x="239" y="5428"/>
                </a:lnTo>
                <a:lnTo>
                  <a:pt x="258" y="5437"/>
                </a:lnTo>
                <a:lnTo>
                  <a:pt x="279" y="5447"/>
                </a:lnTo>
                <a:lnTo>
                  <a:pt x="300" y="5456"/>
                </a:lnTo>
                <a:lnTo>
                  <a:pt x="320" y="5463"/>
                </a:lnTo>
                <a:lnTo>
                  <a:pt x="342" y="5469"/>
                </a:lnTo>
                <a:lnTo>
                  <a:pt x="364" y="5474"/>
                </a:lnTo>
                <a:lnTo>
                  <a:pt x="387" y="5478"/>
                </a:lnTo>
                <a:lnTo>
                  <a:pt x="410" y="5481"/>
                </a:lnTo>
                <a:lnTo>
                  <a:pt x="433" y="5482"/>
                </a:lnTo>
                <a:lnTo>
                  <a:pt x="456" y="5484"/>
                </a:lnTo>
                <a:lnTo>
                  <a:pt x="5026" y="5484"/>
                </a:lnTo>
                <a:lnTo>
                  <a:pt x="5050" y="5482"/>
                </a:lnTo>
                <a:lnTo>
                  <a:pt x="5073" y="5481"/>
                </a:lnTo>
                <a:lnTo>
                  <a:pt x="5096" y="5478"/>
                </a:lnTo>
                <a:lnTo>
                  <a:pt x="5118" y="5474"/>
                </a:lnTo>
                <a:lnTo>
                  <a:pt x="5140" y="5469"/>
                </a:lnTo>
                <a:lnTo>
                  <a:pt x="5162" y="5463"/>
                </a:lnTo>
                <a:lnTo>
                  <a:pt x="5184" y="5456"/>
                </a:lnTo>
                <a:lnTo>
                  <a:pt x="5205" y="5447"/>
                </a:lnTo>
                <a:lnTo>
                  <a:pt x="5224" y="5437"/>
                </a:lnTo>
                <a:lnTo>
                  <a:pt x="5244" y="5428"/>
                </a:lnTo>
                <a:lnTo>
                  <a:pt x="5263" y="5417"/>
                </a:lnTo>
                <a:lnTo>
                  <a:pt x="5282" y="5405"/>
                </a:lnTo>
                <a:lnTo>
                  <a:pt x="5299" y="5393"/>
                </a:lnTo>
                <a:lnTo>
                  <a:pt x="5316" y="5379"/>
                </a:lnTo>
                <a:lnTo>
                  <a:pt x="5334" y="5365"/>
                </a:lnTo>
                <a:lnTo>
                  <a:pt x="5350" y="5349"/>
                </a:lnTo>
                <a:lnTo>
                  <a:pt x="5365" y="5334"/>
                </a:lnTo>
                <a:lnTo>
                  <a:pt x="5379" y="5316"/>
                </a:lnTo>
                <a:lnTo>
                  <a:pt x="5393" y="5299"/>
                </a:lnTo>
                <a:lnTo>
                  <a:pt x="5405" y="5282"/>
                </a:lnTo>
                <a:lnTo>
                  <a:pt x="5417" y="5263"/>
                </a:lnTo>
                <a:lnTo>
                  <a:pt x="5428" y="5244"/>
                </a:lnTo>
                <a:lnTo>
                  <a:pt x="5439" y="5224"/>
                </a:lnTo>
                <a:lnTo>
                  <a:pt x="5448" y="5204"/>
                </a:lnTo>
                <a:lnTo>
                  <a:pt x="5456" y="5183"/>
                </a:lnTo>
                <a:lnTo>
                  <a:pt x="5463" y="5162"/>
                </a:lnTo>
                <a:lnTo>
                  <a:pt x="5469" y="5140"/>
                </a:lnTo>
                <a:lnTo>
                  <a:pt x="5474" y="5118"/>
                </a:lnTo>
                <a:lnTo>
                  <a:pt x="5478" y="5095"/>
                </a:lnTo>
                <a:lnTo>
                  <a:pt x="5481" y="5073"/>
                </a:lnTo>
                <a:lnTo>
                  <a:pt x="5482" y="5049"/>
                </a:lnTo>
                <a:lnTo>
                  <a:pt x="5484" y="5026"/>
                </a:lnTo>
                <a:lnTo>
                  <a:pt x="5484" y="1827"/>
                </a:lnTo>
                <a:lnTo>
                  <a:pt x="5482" y="1803"/>
                </a:lnTo>
                <a:lnTo>
                  <a:pt x="5481" y="1780"/>
                </a:lnTo>
                <a:lnTo>
                  <a:pt x="5478" y="1757"/>
                </a:lnTo>
                <a:lnTo>
                  <a:pt x="5474" y="1735"/>
                </a:lnTo>
                <a:lnTo>
                  <a:pt x="5469" y="1713"/>
                </a:lnTo>
                <a:lnTo>
                  <a:pt x="5463" y="1691"/>
                </a:lnTo>
                <a:lnTo>
                  <a:pt x="5456" y="1669"/>
                </a:lnTo>
                <a:lnTo>
                  <a:pt x="5448" y="1649"/>
                </a:lnTo>
                <a:lnTo>
                  <a:pt x="5439" y="1629"/>
                </a:lnTo>
                <a:lnTo>
                  <a:pt x="5428" y="1610"/>
                </a:lnTo>
                <a:lnTo>
                  <a:pt x="5417" y="1590"/>
                </a:lnTo>
                <a:lnTo>
                  <a:pt x="5405" y="1571"/>
                </a:lnTo>
                <a:lnTo>
                  <a:pt x="5393" y="1554"/>
                </a:lnTo>
                <a:lnTo>
                  <a:pt x="5379" y="1537"/>
                </a:lnTo>
                <a:lnTo>
                  <a:pt x="5365" y="1520"/>
                </a:lnTo>
                <a:lnTo>
                  <a:pt x="5350" y="1504"/>
                </a:lnTo>
                <a:lnTo>
                  <a:pt x="5334" y="1489"/>
                </a:lnTo>
                <a:lnTo>
                  <a:pt x="5316" y="1475"/>
                </a:lnTo>
                <a:lnTo>
                  <a:pt x="5299" y="1461"/>
                </a:lnTo>
                <a:lnTo>
                  <a:pt x="5282" y="1448"/>
                </a:lnTo>
                <a:lnTo>
                  <a:pt x="5263" y="1437"/>
                </a:lnTo>
                <a:lnTo>
                  <a:pt x="5244" y="1425"/>
                </a:lnTo>
                <a:lnTo>
                  <a:pt x="5224" y="1415"/>
                </a:lnTo>
                <a:lnTo>
                  <a:pt x="5205" y="1406"/>
                </a:lnTo>
                <a:lnTo>
                  <a:pt x="5184" y="1397"/>
                </a:lnTo>
                <a:lnTo>
                  <a:pt x="5162" y="1391"/>
                </a:lnTo>
                <a:lnTo>
                  <a:pt x="5140" y="1385"/>
                </a:lnTo>
                <a:lnTo>
                  <a:pt x="5118" y="1379"/>
                </a:lnTo>
                <a:lnTo>
                  <a:pt x="5096" y="1376"/>
                </a:lnTo>
                <a:lnTo>
                  <a:pt x="5073" y="1372"/>
                </a:lnTo>
                <a:lnTo>
                  <a:pt x="5050" y="1371"/>
                </a:lnTo>
                <a:lnTo>
                  <a:pt x="5026" y="1370"/>
                </a:lnTo>
                <a:close/>
                <a:moveTo>
                  <a:pt x="4112" y="4569"/>
                </a:moveTo>
                <a:lnTo>
                  <a:pt x="4112" y="4569"/>
                </a:lnTo>
                <a:lnTo>
                  <a:pt x="4111" y="4593"/>
                </a:lnTo>
                <a:lnTo>
                  <a:pt x="4110" y="4616"/>
                </a:lnTo>
                <a:lnTo>
                  <a:pt x="4107" y="4639"/>
                </a:lnTo>
                <a:lnTo>
                  <a:pt x="4103" y="4661"/>
                </a:lnTo>
                <a:lnTo>
                  <a:pt x="4097" y="4683"/>
                </a:lnTo>
                <a:lnTo>
                  <a:pt x="4092" y="4705"/>
                </a:lnTo>
                <a:lnTo>
                  <a:pt x="4085" y="4727"/>
                </a:lnTo>
                <a:lnTo>
                  <a:pt x="4077" y="4747"/>
                </a:lnTo>
                <a:lnTo>
                  <a:pt x="4067" y="4767"/>
                </a:lnTo>
                <a:lnTo>
                  <a:pt x="4057" y="4786"/>
                </a:lnTo>
                <a:lnTo>
                  <a:pt x="4047" y="4806"/>
                </a:lnTo>
                <a:lnTo>
                  <a:pt x="4034" y="4824"/>
                </a:lnTo>
                <a:lnTo>
                  <a:pt x="4021" y="4843"/>
                </a:lnTo>
                <a:lnTo>
                  <a:pt x="4008" y="4860"/>
                </a:lnTo>
                <a:lnTo>
                  <a:pt x="3994" y="4876"/>
                </a:lnTo>
                <a:lnTo>
                  <a:pt x="3979" y="4892"/>
                </a:lnTo>
                <a:lnTo>
                  <a:pt x="3963" y="4907"/>
                </a:lnTo>
                <a:lnTo>
                  <a:pt x="3946" y="4921"/>
                </a:lnTo>
                <a:lnTo>
                  <a:pt x="3929" y="4935"/>
                </a:lnTo>
                <a:lnTo>
                  <a:pt x="3911" y="4948"/>
                </a:lnTo>
                <a:lnTo>
                  <a:pt x="3892" y="4960"/>
                </a:lnTo>
                <a:lnTo>
                  <a:pt x="3873" y="4971"/>
                </a:lnTo>
                <a:lnTo>
                  <a:pt x="3853" y="4981"/>
                </a:lnTo>
                <a:lnTo>
                  <a:pt x="3834" y="4990"/>
                </a:lnTo>
                <a:lnTo>
                  <a:pt x="3813" y="4998"/>
                </a:lnTo>
                <a:lnTo>
                  <a:pt x="3791" y="5005"/>
                </a:lnTo>
                <a:lnTo>
                  <a:pt x="3769" y="5011"/>
                </a:lnTo>
                <a:lnTo>
                  <a:pt x="3747" y="5017"/>
                </a:lnTo>
                <a:lnTo>
                  <a:pt x="3725" y="5020"/>
                </a:lnTo>
                <a:lnTo>
                  <a:pt x="3702" y="5024"/>
                </a:lnTo>
                <a:lnTo>
                  <a:pt x="3679" y="5025"/>
                </a:lnTo>
                <a:lnTo>
                  <a:pt x="3655" y="5026"/>
                </a:lnTo>
                <a:lnTo>
                  <a:pt x="914" y="5026"/>
                </a:lnTo>
                <a:lnTo>
                  <a:pt x="890" y="5025"/>
                </a:lnTo>
                <a:lnTo>
                  <a:pt x="867" y="5024"/>
                </a:lnTo>
                <a:lnTo>
                  <a:pt x="844" y="5020"/>
                </a:lnTo>
                <a:lnTo>
                  <a:pt x="822" y="5017"/>
                </a:lnTo>
                <a:lnTo>
                  <a:pt x="800" y="5011"/>
                </a:lnTo>
                <a:lnTo>
                  <a:pt x="778" y="5005"/>
                </a:lnTo>
                <a:lnTo>
                  <a:pt x="756" y="4998"/>
                </a:lnTo>
                <a:lnTo>
                  <a:pt x="735" y="4990"/>
                </a:lnTo>
                <a:lnTo>
                  <a:pt x="716" y="4981"/>
                </a:lnTo>
                <a:lnTo>
                  <a:pt x="696" y="4971"/>
                </a:lnTo>
                <a:lnTo>
                  <a:pt x="677" y="4960"/>
                </a:lnTo>
                <a:lnTo>
                  <a:pt x="658" y="4948"/>
                </a:lnTo>
                <a:lnTo>
                  <a:pt x="640" y="4935"/>
                </a:lnTo>
                <a:lnTo>
                  <a:pt x="624" y="4921"/>
                </a:lnTo>
                <a:lnTo>
                  <a:pt x="606" y="4907"/>
                </a:lnTo>
                <a:lnTo>
                  <a:pt x="590" y="4892"/>
                </a:lnTo>
                <a:lnTo>
                  <a:pt x="575" y="4876"/>
                </a:lnTo>
                <a:lnTo>
                  <a:pt x="561" y="4860"/>
                </a:lnTo>
                <a:lnTo>
                  <a:pt x="547" y="4843"/>
                </a:lnTo>
                <a:lnTo>
                  <a:pt x="535" y="4824"/>
                </a:lnTo>
                <a:lnTo>
                  <a:pt x="523" y="4806"/>
                </a:lnTo>
                <a:lnTo>
                  <a:pt x="512" y="4786"/>
                </a:lnTo>
                <a:lnTo>
                  <a:pt x="501" y="4767"/>
                </a:lnTo>
                <a:lnTo>
                  <a:pt x="492" y="4747"/>
                </a:lnTo>
                <a:lnTo>
                  <a:pt x="484" y="4727"/>
                </a:lnTo>
                <a:lnTo>
                  <a:pt x="477" y="4705"/>
                </a:lnTo>
                <a:lnTo>
                  <a:pt x="471" y="4683"/>
                </a:lnTo>
                <a:lnTo>
                  <a:pt x="466" y="4661"/>
                </a:lnTo>
                <a:lnTo>
                  <a:pt x="462" y="4639"/>
                </a:lnTo>
                <a:lnTo>
                  <a:pt x="459" y="4616"/>
                </a:lnTo>
                <a:lnTo>
                  <a:pt x="458" y="4593"/>
                </a:lnTo>
                <a:lnTo>
                  <a:pt x="456" y="4569"/>
                </a:lnTo>
                <a:lnTo>
                  <a:pt x="456" y="2284"/>
                </a:lnTo>
                <a:lnTo>
                  <a:pt x="458" y="2261"/>
                </a:lnTo>
                <a:lnTo>
                  <a:pt x="459" y="2238"/>
                </a:lnTo>
                <a:lnTo>
                  <a:pt x="462" y="2214"/>
                </a:lnTo>
                <a:lnTo>
                  <a:pt x="466" y="2193"/>
                </a:lnTo>
                <a:lnTo>
                  <a:pt x="471" y="2170"/>
                </a:lnTo>
                <a:lnTo>
                  <a:pt x="477" y="2148"/>
                </a:lnTo>
                <a:lnTo>
                  <a:pt x="484" y="2127"/>
                </a:lnTo>
                <a:lnTo>
                  <a:pt x="492" y="2106"/>
                </a:lnTo>
                <a:lnTo>
                  <a:pt x="501" y="2085"/>
                </a:lnTo>
                <a:lnTo>
                  <a:pt x="512" y="2066"/>
                </a:lnTo>
                <a:lnTo>
                  <a:pt x="523" y="2047"/>
                </a:lnTo>
                <a:lnTo>
                  <a:pt x="535" y="2029"/>
                </a:lnTo>
                <a:lnTo>
                  <a:pt x="547" y="2011"/>
                </a:lnTo>
                <a:lnTo>
                  <a:pt x="561" y="1993"/>
                </a:lnTo>
                <a:lnTo>
                  <a:pt x="575" y="1977"/>
                </a:lnTo>
                <a:lnTo>
                  <a:pt x="590" y="1961"/>
                </a:lnTo>
                <a:lnTo>
                  <a:pt x="606" y="1946"/>
                </a:lnTo>
                <a:lnTo>
                  <a:pt x="624" y="1931"/>
                </a:lnTo>
                <a:lnTo>
                  <a:pt x="640" y="1918"/>
                </a:lnTo>
                <a:lnTo>
                  <a:pt x="658" y="1906"/>
                </a:lnTo>
                <a:lnTo>
                  <a:pt x="677" y="1893"/>
                </a:lnTo>
                <a:lnTo>
                  <a:pt x="696" y="1883"/>
                </a:lnTo>
                <a:lnTo>
                  <a:pt x="716" y="1872"/>
                </a:lnTo>
                <a:lnTo>
                  <a:pt x="735" y="1863"/>
                </a:lnTo>
                <a:lnTo>
                  <a:pt x="756" y="1855"/>
                </a:lnTo>
                <a:lnTo>
                  <a:pt x="778" y="1848"/>
                </a:lnTo>
                <a:lnTo>
                  <a:pt x="800" y="1841"/>
                </a:lnTo>
                <a:lnTo>
                  <a:pt x="822" y="1837"/>
                </a:lnTo>
                <a:lnTo>
                  <a:pt x="844" y="1832"/>
                </a:lnTo>
                <a:lnTo>
                  <a:pt x="867" y="1830"/>
                </a:lnTo>
                <a:lnTo>
                  <a:pt x="890" y="1827"/>
                </a:lnTo>
                <a:lnTo>
                  <a:pt x="914" y="1827"/>
                </a:lnTo>
                <a:lnTo>
                  <a:pt x="3655" y="1827"/>
                </a:lnTo>
                <a:lnTo>
                  <a:pt x="3679" y="1827"/>
                </a:lnTo>
                <a:lnTo>
                  <a:pt x="3702" y="1830"/>
                </a:lnTo>
                <a:lnTo>
                  <a:pt x="3725" y="1832"/>
                </a:lnTo>
                <a:lnTo>
                  <a:pt x="3747" y="1837"/>
                </a:lnTo>
                <a:lnTo>
                  <a:pt x="3769" y="1841"/>
                </a:lnTo>
                <a:lnTo>
                  <a:pt x="3791" y="1848"/>
                </a:lnTo>
                <a:lnTo>
                  <a:pt x="3813" y="1855"/>
                </a:lnTo>
                <a:lnTo>
                  <a:pt x="3834" y="1863"/>
                </a:lnTo>
                <a:lnTo>
                  <a:pt x="3853" y="1872"/>
                </a:lnTo>
                <a:lnTo>
                  <a:pt x="3873" y="1883"/>
                </a:lnTo>
                <a:lnTo>
                  <a:pt x="3892" y="1893"/>
                </a:lnTo>
                <a:lnTo>
                  <a:pt x="3911" y="1906"/>
                </a:lnTo>
                <a:lnTo>
                  <a:pt x="3929" y="1918"/>
                </a:lnTo>
                <a:lnTo>
                  <a:pt x="3946" y="1931"/>
                </a:lnTo>
                <a:lnTo>
                  <a:pt x="3963" y="1946"/>
                </a:lnTo>
                <a:lnTo>
                  <a:pt x="3979" y="1961"/>
                </a:lnTo>
                <a:lnTo>
                  <a:pt x="3994" y="1977"/>
                </a:lnTo>
                <a:lnTo>
                  <a:pt x="4008" y="1993"/>
                </a:lnTo>
                <a:lnTo>
                  <a:pt x="4021" y="2011"/>
                </a:lnTo>
                <a:lnTo>
                  <a:pt x="4034" y="2029"/>
                </a:lnTo>
                <a:lnTo>
                  <a:pt x="4047" y="2047"/>
                </a:lnTo>
                <a:lnTo>
                  <a:pt x="4057" y="2066"/>
                </a:lnTo>
                <a:lnTo>
                  <a:pt x="4067" y="2085"/>
                </a:lnTo>
                <a:lnTo>
                  <a:pt x="4077" y="2106"/>
                </a:lnTo>
                <a:lnTo>
                  <a:pt x="4085" y="2127"/>
                </a:lnTo>
                <a:lnTo>
                  <a:pt x="4092" y="2148"/>
                </a:lnTo>
                <a:lnTo>
                  <a:pt x="4097" y="2170"/>
                </a:lnTo>
                <a:lnTo>
                  <a:pt x="4103" y="2193"/>
                </a:lnTo>
                <a:lnTo>
                  <a:pt x="4107" y="2214"/>
                </a:lnTo>
                <a:lnTo>
                  <a:pt x="4110" y="2238"/>
                </a:lnTo>
                <a:lnTo>
                  <a:pt x="4111" y="2261"/>
                </a:lnTo>
                <a:lnTo>
                  <a:pt x="4112" y="2284"/>
                </a:lnTo>
                <a:lnTo>
                  <a:pt x="4112" y="4569"/>
                </a:lnTo>
                <a:close/>
                <a:moveTo>
                  <a:pt x="4798" y="3884"/>
                </a:moveTo>
                <a:lnTo>
                  <a:pt x="4798" y="3884"/>
                </a:lnTo>
                <a:lnTo>
                  <a:pt x="4774" y="3883"/>
                </a:lnTo>
                <a:lnTo>
                  <a:pt x="4751" y="3881"/>
                </a:lnTo>
                <a:lnTo>
                  <a:pt x="4728" y="3878"/>
                </a:lnTo>
                <a:lnTo>
                  <a:pt x="4706" y="3874"/>
                </a:lnTo>
                <a:lnTo>
                  <a:pt x="4684" y="3869"/>
                </a:lnTo>
                <a:lnTo>
                  <a:pt x="4662" y="3863"/>
                </a:lnTo>
                <a:lnTo>
                  <a:pt x="4641" y="3855"/>
                </a:lnTo>
                <a:lnTo>
                  <a:pt x="4619" y="3847"/>
                </a:lnTo>
                <a:lnTo>
                  <a:pt x="4600" y="3838"/>
                </a:lnTo>
                <a:lnTo>
                  <a:pt x="4580" y="3829"/>
                </a:lnTo>
                <a:lnTo>
                  <a:pt x="4561" y="3817"/>
                </a:lnTo>
                <a:lnTo>
                  <a:pt x="4542" y="3806"/>
                </a:lnTo>
                <a:lnTo>
                  <a:pt x="4525" y="3793"/>
                </a:lnTo>
                <a:lnTo>
                  <a:pt x="4508" y="3779"/>
                </a:lnTo>
                <a:lnTo>
                  <a:pt x="4490" y="3764"/>
                </a:lnTo>
                <a:lnTo>
                  <a:pt x="4474" y="3749"/>
                </a:lnTo>
                <a:lnTo>
                  <a:pt x="4459" y="3734"/>
                </a:lnTo>
                <a:lnTo>
                  <a:pt x="4445" y="3717"/>
                </a:lnTo>
                <a:lnTo>
                  <a:pt x="4432" y="3700"/>
                </a:lnTo>
                <a:lnTo>
                  <a:pt x="4419" y="3683"/>
                </a:lnTo>
                <a:lnTo>
                  <a:pt x="4407" y="3664"/>
                </a:lnTo>
                <a:lnTo>
                  <a:pt x="4396" y="3644"/>
                </a:lnTo>
                <a:lnTo>
                  <a:pt x="4385" y="3625"/>
                </a:lnTo>
                <a:lnTo>
                  <a:pt x="4376" y="3604"/>
                </a:lnTo>
                <a:lnTo>
                  <a:pt x="4368" y="3583"/>
                </a:lnTo>
                <a:lnTo>
                  <a:pt x="4361" y="3563"/>
                </a:lnTo>
                <a:lnTo>
                  <a:pt x="4356" y="3541"/>
                </a:lnTo>
                <a:lnTo>
                  <a:pt x="4350" y="3519"/>
                </a:lnTo>
                <a:lnTo>
                  <a:pt x="4346" y="3496"/>
                </a:lnTo>
                <a:lnTo>
                  <a:pt x="4343" y="3473"/>
                </a:lnTo>
                <a:lnTo>
                  <a:pt x="4342" y="3450"/>
                </a:lnTo>
                <a:lnTo>
                  <a:pt x="4341" y="3427"/>
                </a:lnTo>
                <a:lnTo>
                  <a:pt x="4342" y="3403"/>
                </a:lnTo>
                <a:lnTo>
                  <a:pt x="4343" y="3379"/>
                </a:lnTo>
                <a:lnTo>
                  <a:pt x="4346" y="3358"/>
                </a:lnTo>
                <a:lnTo>
                  <a:pt x="4350" y="3335"/>
                </a:lnTo>
                <a:lnTo>
                  <a:pt x="4356" y="3313"/>
                </a:lnTo>
                <a:lnTo>
                  <a:pt x="4361" y="3291"/>
                </a:lnTo>
                <a:lnTo>
                  <a:pt x="4368" y="3270"/>
                </a:lnTo>
                <a:lnTo>
                  <a:pt x="4376" y="3249"/>
                </a:lnTo>
                <a:lnTo>
                  <a:pt x="4385" y="3229"/>
                </a:lnTo>
                <a:lnTo>
                  <a:pt x="4396" y="3209"/>
                </a:lnTo>
                <a:lnTo>
                  <a:pt x="4407" y="3189"/>
                </a:lnTo>
                <a:lnTo>
                  <a:pt x="4419" y="3171"/>
                </a:lnTo>
                <a:lnTo>
                  <a:pt x="4432" y="3154"/>
                </a:lnTo>
                <a:lnTo>
                  <a:pt x="4445" y="3136"/>
                </a:lnTo>
                <a:lnTo>
                  <a:pt x="4459" y="3119"/>
                </a:lnTo>
                <a:lnTo>
                  <a:pt x="4474" y="3104"/>
                </a:lnTo>
                <a:lnTo>
                  <a:pt x="4490" y="3088"/>
                </a:lnTo>
                <a:lnTo>
                  <a:pt x="4508" y="3074"/>
                </a:lnTo>
                <a:lnTo>
                  <a:pt x="4525" y="3060"/>
                </a:lnTo>
                <a:lnTo>
                  <a:pt x="4542" y="3048"/>
                </a:lnTo>
                <a:lnTo>
                  <a:pt x="4561" y="3036"/>
                </a:lnTo>
                <a:lnTo>
                  <a:pt x="4580" y="3025"/>
                </a:lnTo>
                <a:lnTo>
                  <a:pt x="4600" y="3014"/>
                </a:lnTo>
                <a:lnTo>
                  <a:pt x="4619" y="3005"/>
                </a:lnTo>
                <a:lnTo>
                  <a:pt x="4641" y="2997"/>
                </a:lnTo>
                <a:lnTo>
                  <a:pt x="4662" y="2990"/>
                </a:lnTo>
                <a:lnTo>
                  <a:pt x="4684" y="2984"/>
                </a:lnTo>
                <a:lnTo>
                  <a:pt x="4706" y="2978"/>
                </a:lnTo>
                <a:lnTo>
                  <a:pt x="4728" y="2975"/>
                </a:lnTo>
                <a:lnTo>
                  <a:pt x="4751" y="2972"/>
                </a:lnTo>
                <a:lnTo>
                  <a:pt x="4774" y="2970"/>
                </a:lnTo>
                <a:lnTo>
                  <a:pt x="4798" y="2969"/>
                </a:lnTo>
                <a:lnTo>
                  <a:pt x="4821" y="2970"/>
                </a:lnTo>
                <a:lnTo>
                  <a:pt x="4844" y="2972"/>
                </a:lnTo>
                <a:lnTo>
                  <a:pt x="4867" y="2975"/>
                </a:lnTo>
                <a:lnTo>
                  <a:pt x="4890" y="2978"/>
                </a:lnTo>
                <a:lnTo>
                  <a:pt x="4912" y="2984"/>
                </a:lnTo>
                <a:lnTo>
                  <a:pt x="4934" y="2990"/>
                </a:lnTo>
                <a:lnTo>
                  <a:pt x="4955" y="2997"/>
                </a:lnTo>
                <a:lnTo>
                  <a:pt x="4975" y="3005"/>
                </a:lnTo>
                <a:lnTo>
                  <a:pt x="4996" y="3014"/>
                </a:lnTo>
                <a:lnTo>
                  <a:pt x="5016" y="3025"/>
                </a:lnTo>
                <a:lnTo>
                  <a:pt x="5035" y="3036"/>
                </a:lnTo>
                <a:lnTo>
                  <a:pt x="5054" y="3048"/>
                </a:lnTo>
                <a:lnTo>
                  <a:pt x="5071" y="3060"/>
                </a:lnTo>
                <a:lnTo>
                  <a:pt x="5088" y="3074"/>
                </a:lnTo>
                <a:lnTo>
                  <a:pt x="5106" y="3088"/>
                </a:lnTo>
                <a:lnTo>
                  <a:pt x="5121" y="3104"/>
                </a:lnTo>
                <a:lnTo>
                  <a:pt x="5136" y="3119"/>
                </a:lnTo>
                <a:lnTo>
                  <a:pt x="5151" y="3136"/>
                </a:lnTo>
                <a:lnTo>
                  <a:pt x="5164" y="3154"/>
                </a:lnTo>
                <a:lnTo>
                  <a:pt x="5177" y="3171"/>
                </a:lnTo>
                <a:lnTo>
                  <a:pt x="5189" y="3189"/>
                </a:lnTo>
                <a:lnTo>
                  <a:pt x="5200" y="3209"/>
                </a:lnTo>
                <a:lnTo>
                  <a:pt x="5209" y="3229"/>
                </a:lnTo>
                <a:lnTo>
                  <a:pt x="5219" y="3249"/>
                </a:lnTo>
                <a:lnTo>
                  <a:pt x="5227" y="3270"/>
                </a:lnTo>
                <a:lnTo>
                  <a:pt x="5235" y="3291"/>
                </a:lnTo>
                <a:lnTo>
                  <a:pt x="5240" y="3313"/>
                </a:lnTo>
                <a:lnTo>
                  <a:pt x="5245" y="3335"/>
                </a:lnTo>
                <a:lnTo>
                  <a:pt x="5250" y="3358"/>
                </a:lnTo>
                <a:lnTo>
                  <a:pt x="5252" y="3379"/>
                </a:lnTo>
                <a:lnTo>
                  <a:pt x="5254" y="3403"/>
                </a:lnTo>
                <a:lnTo>
                  <a:pt x="5254" y="3427"/>
                </a:lnTo>
                <a:lnTo>
                  <a:pt x="5254" y="3450"/>
                </a:lnTo>
                <a:lnTo>
                  <a:pt x="5252" y="3473"/>
                </a:lnTo>
                <a:lnTo>
                  <a:pt x="5250" y="3496"/>
                </a:lnTo>
                <a:lnTo>
                  <a:pt x="5245" y="3519"/>
                </a:lnTo>
                <a:lnTo>
                  <a:pt x="5240" y="3541"/>
                </a:lnTo>
                <a:lnTo>
                  <a:pt x="5235" y="3563"/>
                </a:lnTo>
                <a:lnTo>
                  <a:pt x="5227" y="3583"/>
                </a:lnTo>
                <a:lnTo>
                  <a:pt x="5219" y="3604"/>
                </a:lnTo>
                <a:lnTo>
                  <a:pt x="5209" y="3625"/>
                </a:lnTo>
                <a:lnTo>
                  <a:pt x="5200" y="3644"/>
                </a:lnTo>
                <a:lnTo>
                  <a:pt x="5189" y="3664"/>
                </a:lnTo>
                <a:lnTo>
                  <a:pt x="5177" y="3683"/>
                </a:lnTo>
                <a:lnTo>
                  <a:pt x="5164" y="3700"/>
                </a:lnTo>
                <a:lnTo>
                  <a:pt x="5151" y="3717"/>
                </a:lnTo>
                <a:lnTo>
                  <a:pt x="5136" y="3734"/>
                </a:lnTo>
                <a:lnTo>
                  <a:pt x="5121" y="3749"/>
                </a:lnTo>
                <a:lnTo>
                  <a:pt x="5106" y="3764"/>
                </a:lnTo>
                <a:lnTo>
                  <a:pt x="5088" y="3779"/>
                </a:lnTo>
                <a:lnTo>
                  <a:pt x="5071" y="3793"/>
                </a:lnTo>
                <a:lnTo>
                  <a:pt x="5054" y="3806"/>
                </a:lnTo>
                <a:lnTo>
                  <a:pt x="5035" y="3817"/>
                </a:lnTo>
                <a:lnTo>
                  <a:pt x="5016" y="3829"/>
                </a:lnTo>
                <a:lnTo>
                  <a:pt x="4996" y="3838"/>
                </a:lnTo>
                <a:lnTo>
                  <a:pt x="4975" y="3847"/>
                </a:lnTo>
                <a:lnTo>
                  <a:pt x="4955" y="3855"/>
                </a:lnTo>
                <a:lnTo>
                  <a:pt x="4934" y="3863"/>
                </a:lnTo>
                <a:lnTo>
                  <a:pt x="4912" y="3869"/>
                </a:lnTo>
                <a:lnTo>
                  <a:pt x="4890" y="3874"/>
                </a:lnTo>
                <a:lnTo>
                  <a:pt x="4867" y="3878"/>
                </a:lnTo>
                <a:lnTo>
                  <a:pt x="4844" y="3881"/>
                </a:lnTo>
                <a:lnTo>
                  <a:pt x="4821" y="3883"/>
                </a:lnTo>
                <a:lnTo>
                  <a:pt x="4798" y="3884"/>
                </a:lnTo>
                <a:close/>
                <a:moveTo>
                  <a:pt x="4798" y="2741"/>
                </a:moveTo>
                <a:lnTo>
                  <a:pt x="4798" y="2741"/>
                </a:lnTo>
                <a:lnTo>
                  <a:pt x="4774" y="2741"/>
                </a:lnTo>
                <a:lnTo>
                  <a:pt x="4751" y="2739"/>
                </a:lnTo>
                <a:lnTo>
                  <a:pt x="4728" y="2736"/>
                </a:lnTo>
                <a:lnTo>
                  <a:pt x="4706" y="2732"/>
                </a:lnTo>
                <a:lnTo>
                  <a:pt x="4684" y="2727"/>
                </a:lnTo>
                <a:lnTo>
                  <a:pt x="4662" y="2720"/>
                </a:lnTo>
                <a:lnTo>
                  <a:pt x="4641" y="2713"/>
                </a:lnTo>
                <a:lnTo>
                  <a:pt x="4619" y="2705"/>
                </a:lnTo>
                <a:lnTo>
                  <a:pt x="4600" y="2696"/>
                </a:lnTo>
                <a:lnTo>
                  <a:pt x="4580" y="2686"/>
                </a:lnTo>
                <a:lnTo>
                  <a:pt x="4561" y="2675"/>
                </a:lnTo>
                <a:lnTo>
                  <a:pt x="4542" y="2663"/>
                </a:lnTo>
                <a:lnTo>
                  <a:pt x="4525" y="2650"/>
                </a:lnTo>
                <a:lnTo>
                  <a:pt x="4508" y="2637"/>
                </a:lnTo>
                <a:lnTo>
                  <a:pt x="4490" y="2622"/>
                </a:lnTo>
                <a:lnTo>
                  <a:pt x="4474" y="2607"/>
                </a:lnTo>
                <a:lnTo>
                  <a:pt x="4459" y="2591"/>
                </a:lnTo>
                <a:lnTo>
                  <a:pt x="4445" y="2575"/>
                </a:lnTo>
                <a:lnTo>
                  <a:pt x="4432" y="2558"/>
                </a:lnTo>
                <a:lnTo>
                  <a:pt x="4419" y="2539"/>
                </a:lnTo>
                <a:lnTo>
                  <a:pt x="4407" y="2521"/>
                </a:lnTo>
                <a:lnTo>
                  <a:pt x="4396" y="2503"/>
                </a:lnTo>
                <a:lnTo>
                  <a:pt x="4385" y="2482"/>
                </a:lnTo>
                <a:lnTo>
                  <a:pt x="4376" y="2462"/>
                </a:lnTo>
                <a:lnTo>
                  <a:pt x="4368" y="2441"/>
                </a:lnTo>
                <a:lnTo>
                  <a:pt x="4361" y="2420"/>
                </a:lnTo>
                <a:lnTo>
                  <a:pt x="4356" y="2399"/>
                </a:lnTo>
                <a:lnTo>
                  <a:pt x="4350" y="2376"/>
                </a:lnTo>
                <a:lnTo>
                  <a:pt x="4346" y="2354"/>
                </a:lnTo>
                <a:lnTo>
                  <a:pt x="4343" y="2331"/>
                </a:lnTo>
                <a:lnTo>
                  <a:pt x="4342" y="2308"/>
                </a:lnTo>
                <a:lnTo>
                  <a:pt x="4341" y="2285"/>
                </a:lnTo>
                <a:lnTo>
                  <a:pt x="4342" y="2261"/>
                </a:lnTo>
                <a:lnTo>
                  <a:pt x="4343" y="2238"/>
                </a:lnTo>
                <a:lnTo>
                  <a:pt x="4346" y="2214"/>
                </a:lnTo>
                <a:lnTo>
                  <a:pt x="4350" y="2193"/>
                </a:lnTo>
                <a:lnTo>
                  <a:pt x="4356" y="2170"/>
                </a:lnTo>
                <a:lnTo>
                  <a:pt x="4361" y="2149"/>
                </a:lnTo>
                <a:lnTo>
                  <a:pt x="4368" y="2127"/>
                </a:lnTo>
                <a:lnTo>
                  <a:pt x="4376" y="2106"/>
                </a:lnTo>
                <a:lnTo>
                  <a:pt x="4385" y="2087"/>
                </a:lnTo>
                <a:lnTo>
                  <a:pt x="4396" y="2067"/>
                </a:lnTo>
                <a:lnTo>
                  <a:pt x="4407" y="2047"/>
                </a:lnTo>
                <a:lnTo>
                  <a:pt x="4419" y="2029"/>
                </a:lnTo>
                <a:lnTo>
                  <a:pt x="4432" y="2011"/>
                </a:lnTo>
                <a:lnTo>
                  <a:pt x="4445" y="1993"/>
                </a:lnTo>
                <a:lnTo>
                  <a:pt x="4459" y="1977"/>
                </a:lnTo>
                <a:lnTo>
                  <a:pt x="4474" y="1961"/>
                </a:lnTo>
                <a:lnTo>
                  <a:pt x="4490" y="1946"/>
                </a:lnTo>
                <a:lnTo>
                  <a:pt x="4508" y="1932"/>
                </a:lnTo>
                <a:lnTo>
                  <a:pt x="4525" y="1918"/>
                </a:lnTo>
                <a:lnTo>
                  <a:pt x="4542" y="1906"/>
                </a:lnTo>
                <a:lnTo>
                  <a:pt x="4561" y="1893"/>
                </a:lnTo>
                <a:lnTo>
                  <a:pt x="4580" y="1883"/>
                </a:lnTo>
                <a:lnTo>
                  <a:pt x="4600" y="1872"/>
                </a:lnTo>
                <a:lnTo>
                  <a:pt x="4619" y="1863"/>
                </a:lnTo>
                <a:lnTo>
                  <a:pt x="4641" y="1855"/>
                </a:lnTo>
                <a:lnTo>
                  <a:pt x="4662" y="1848"/>
                </a:lnTo>
                <a:lnTo>
                  <a:pt x="4684" y="1841"/>
                </a:lnTo>
                <a:lnTo>
                  <a:pt x="4706" y="1837"/>
                </a:lnTo>
                <a:lnTo>
                  <a:pt x="4728" y="1833"/>
                </a:lnTo>
                <a:lnTo>
                  <a:pt x="4751" y="1830"/>
                </a:lnTo>
                <a:lnTo>
                  <a:pt x="4774" y="1827"/>
                </a:lnTo>
                <a:lnTo>
                  <a:pt x="4798" y="1827"/>
                </a:lnTo>
                <a:lnTo>
                  <a:pt x="4821" y="1827"/>
                </a:lnTo>
                <a:lnTo>
                  <a:pt x="4844" y="1830"/>
                </a:lnTo>
                <a:lnTo>
                  <a:pt x="4867" y="1833"/>
                </a:lnTo>
                <a:lnTo>
                  <a:pt x="4890" y="1837"/>
                </a:lnTo>
                <a:lnTo>
                  <a:pt x="4912" y="1841"/>
                </a:lnTo>
                <a:lnTo>
                  <a:pt x="4934" y="1848"/>
                </a:lnTo>
                <a:lnTo>
                  <a:pt x="4955" y="1855"/>
                </a:lnTo>
                <a:lnTo>
                  <a:pt x="4975" y="1863"/>
                </a:lnTo>
                <a:lnTo>
                  <a:pt x="4996" y="1872"/>
                </a:lnTo>
                <a:lnTo>
                  <a:pt x="5016" y="1883"/>
                </a:lnTo>
                <a:lnTo>
                  <a:pt x="5035" y="1893"/>
                </a:lnTo>
                <a:lnTo>
                  <a:pt x="5054" y="1906"/>
                </a:lnTo>
                <a:lnTo>
                  <a:pt x="5071" y="1918"/>
                </a:lnTo>
                <a:lnTo>
                  <a:pt x="5088" y="1932"/>
                </a:lnTo>
                <a:lnTo>
                  <a:pt x="5106" y="1946"/>
                </a:lnTo>
                <a:lnTo>
                  <a:pt x="5121" y="1961"/>
                </a:lnTo>
                <a:lnTo>
                  <a:pt x="5136" y="1977"/>
                </a:lnTo>
                <a:lnTo>
                  <a:pt x="5151" y="1993"/>
                </a:lnTo>
                <a:lnTo>
                  <a:pt x="5164" y="2011"/>
                </a:lnTo>
                <a:lnTo>
                  <a:pt x="5177" y="2029"/>
                </a:lnTo>
                <a:lnTo>
                  <a:pt x="5189" y="2047"/>
                </a:lnTo>
                <a:lnTo>
                  <a:pt x="5200" y="2067"/>
                </a:lnTo>
                <a:lnTo>
                  <a:pt x="5209" y="2087"/>
                </a:lnTo>
                <a:lnTo>
                  <a:pt x="5219" y="2106"/>
                </a:lnTo>
                <a:lnTo>
                  <a:pt x="5227" y="2127"/>
                </a:lnTo>
                <a:lnTo>
                  <a:pt x="5235" y="2149"/>
                </a:lnTo>
                <a:lnTo>
                  <a:pt x="5240" y="2170"/>
                </a:lnTo>
                <a:lnTo>
                  <a:pt x="5245" y="2193"/>
                </a:lnTo>
                <a:lnTo>
                  <a:pt x="5250" y="2214"/>
                </a:lnTo>
                <a:lnTo>
                  <a:pt x="5252" y="2238"/>
                </a:lnTo>
                <a:lnTo>
                  <a:pt x="5254" y="2261"/>
                </a:lnTo>
                <a:lnTo>
                  <a:pt x="5254" y="2285"/>
                </a:lnTo>
                <a:lnTo>
                  <a:pt x="5254" y="2308"/>
                </a:lnTo>
                <a:lnTo>
                  <a:pt x="5252" y="2331"/>
                </a:lnTo>
                <a:lnTo>
                  <a:pt x="5250" y="2354"/>
                </a:lnTo>
                <a:lnTo>
                  <a:pt x="5245" y="2376"/>
                </a:lnTo>
                <a:lnTo>
                  <a:pt x="5240" y="2399"/>
                </a:lnTo>
                <a:lnTo>
                  <a:pt x="5235" y="2420"/>
                </a:lnTo>
                <a:lnTo>
                  <a:pt x="5227" y="2441"/>
                </a:lnTo>
                <a:lnTo>
                  <a:pt x="5219" y="2462"/>
                </a:lnTo>
                <a:lnTo>
                  <a:pt x="5209" y="2482"/>
                </a:lnTo>
                <a:lnTo>
                  <a:pt x="5200" y="2503"/>
                </a:lnTo>
                <a:lnTo>
                  <a:pt x="5189" y="2521"/>
                </a:lnTo>
                <a:lnTo>
                  <a:pt x="5177" y="2539"/>
                </a:lnTo>
                <a:lnTo>
                  <a:pt x="5164" y="2558"/>
                </a:lnTo>
                <a:lnTo>
                  <a:pt x="5151" y="2575"/>
                </a:lnTo>
                <a:lnTo>
                  <a:pt x="5136" y="2591"/>
                </a:lnTo>
                <a:lnTo>
                  <a:pt x="5121" y="2607"/>
                </a:lnTo>
                <a:lnTo>
                  <a:pt x="5106" y="2622"/>
                </a:lnTo>
                <a:lnTo>
                  <a:pt x="5088" y="2637"/>
                </a:lnTo>
                <a:lnTo>
                  <a:pt x="5071" y="2650"/>
                </a:lnTo>
                <a:lnTo>
                  <a:pt x="5054" y="2663"/>
                </a:lnTo>
                <a:lnTo>
                  <a:pt x="5035" y="2675"/>
                </a:lnTo>
                <a:lnTo>
                  <a:pt x="5016" y="2686"/>
                </a:lnTo>
                <a:lnTo>
                  <a:pt x="4996" y="2696"/>
                </a:lnTo>
                <a:lnTo>
                  <a:pt x="4975" y="2705"/>
                </a:lnTo>
                <a:lnTo>
                  <a:pt x="4955" y="2713"/>
                </a:lnTo>
                <a:lnTo>
                  <a:pt x="4934" y="2720"/>
                </a:lnTo>
                <a:lnTo>
                  <a:pt x="4912" y="2727"/>
                </a:lnTo>
                <a:lnTo>
                  <a:pt x="4890" y="2732"/>
                </a:lnTo>
                <a:lnTo>
                  <a:pt x="4867" y="2736"/>
                </a:lnTo>
                <a:lnTo>
                  <a:pt x="4844" y="2739"/>
                </a:lnTo>
                <a:lnTo>
                  <a:pt x="4821" y="2741"/>
                </a:lnTo>
                <a:lnTo>
                  <a:pt x="4798" y="27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tIns="468000" rIns="432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幼圆"/>
            </a:endParaRPr>
          </a:p>
        </p:txBody>
      </p:sp>
      <p:sp>
        <p:nvSpPr>
          <p:cNvPr id="12" name="MH_Text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23928" y="4261584"/>
            <a:ext cx="1224136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幼圆"/>
                <a:ea typeface="幼圆"/>
              </a:rPr>
              <a:t>商务</a:t>
            </a: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楼宇视频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6" name="KSO_Shape"/>
          <p:cNvSpPr>
            <a:spLocks/>
          </p:cNvSpPr>
          <p:nvPr/>
        </p:nvSpPr>
        <p:spPr bwMode="auto">
          <a:xfrm>
            <a:off x="4067944" y="2794694"/>
            <a:ext cx="936104" cy="778322"/>
          </a:xfrm>
          <a:custGeom>
            <a:avLst/>
            <a:gdLst>
              <a:gd name="T0" fmla="*/ 2147483646 w 5926"/>
              <a:gd name="T1" fmla="*/ 2147483646 h 5735"/>
              <a:gd name="T2" fmla="*/ 2147483646 w 5926"/>
              <a:gd name="T3" fmla="*/ 2147483646 h 5735"/>
              <a:gd name="T4" fmla="*/ 2147483646 w 5926"/>
              <a:gd name="T5" fmla="*/ 0 h 5735"/>
              <a:gd name="T6" fmla="*/ 2147483646 w 5926"/>
              <a:gd name="T7" fmla="*/ 2147483646 h 5735"/>
              <a:gd name="T8" fmla="*/ 2147483646 w 5926"/>
              <a:gd name="T9" fmla="*/ 2147483646 h 5735"/>
              <a:gd name="T10" fmla="*/ 2147483646 w 5926"/>
              <a:gd name="T11" fmla="*/ 2147483646 h 5735"/>
              <a:gd name="T12" fmla="*/ 0 w 5926"/>
              <a:gd name="T13" fmla="*/ 2147483646 h 5735"/>
              <a:gd name="T14" fmla="*/ 2147483646 w 5926"/>
              <a:gd name="T15" fmla="*/ 2147483646 h 5735"/>
              <a:gd name="T16" fmla="*/ 2147483646 w 5926"/>
              <a:gd name="T17" fmla="*/ 2147483646 h 5735"/>
              <a:gd name="T18" fmla="*/ 2147483646 w 5926"/>
              <a:gd name="T19" fmla="*/ 2147483646 h 5735"/>
              <a:gd name="T20" fmla="*/ 2147483646 w 5926"/>
              <a:gd name="T21" fmla="*/ 2147483646 h 5735"/>
              <a:gd name="T22" fmla="*/ 2147483646 w 5926"/>
              <a:gd name="T23" fmla="*/ 2147483646 h 5735"/>
              <a:gd name="T24" fmla="*/ 2147483646 w 5926"/>
              <a:gd name="T25" fmla="*/ 2147483646 h 5735"/>
              <a:gd name="T26" fmla="*/ 2147483646 w 5926"/>
              <a:gd name="T27" fmla="*/ 2147483646 h 5735"/>
              <a:gd name="T28" fmla="*/ 2147483646 w 5926"/>
              <a:gd name="T29" fmla="*/ 2147483646 h 5735"/>
              <a:gd name="T30" fmla="*/ 2147483646 w 5926"/>
              <a:gd name="T31" fmla="*/ 2147483646 h 5735"/>
              <a:gd name="T32" fmla="*/ 2147483646 w 5926"/>
              <a:gd name="T33" fmla="*/ 2147483646 h 5735"/>
              <a:gd name="T34" fmla="*/ 2147483646 w 5926"/>
              <a:gd name="T35" fmla="*/ 2147483646 h 5735"/>
              <a:gd name="T36" fmla="*/ 2147483646 w 5926"/>
              <a:gd name="T37" fmla="*/ 2147483646 h 5735"/>
              <a:gd name="T38" fmla="*/ 2147483646 w 5926"/>
              <a:gd name="T39" fmla="*/ 2147483646 h 5735"/>
              <a:gd name="T40" fmla="*/ 2147483646 w 5926"/>
              <a:gd name="T41" fmla="*/ 2147483646 h 5735"/>
              <a:gd name="T42" fmla="*/ 2147483646 w 5926"/>
              <a:gd name="T43" fmla="*/ 2147483646 h 5735"/>
              <a:gd name="T44" fmla="*/ 2147483646 w 5926"/>
              <a:gd name="T45" fmla="*/ 2147483646 h 5735"/>
              <a:gd name="T46" fmla="*/ 2147483646 w 5926"/>
              <a:gd name="T47" fmla="*/ 2147483646 h 5735"/>
              <a:gd name="T48" fmla="*/ 2147483646 w 5926"/>
              <a:gd name="T49" fmla="*/ 2147483646 h 5735"/>
              <a:gd name="T50" fmla="*/ 2147483646 w 5926"/>
              <a:gd name="T51" fmla="*/ 2147483646 h 5735"/>
              <a:gd name="T52" fmla="*/ 2147483646 w 5926"/>
              <a:gd name="T53" fmla="*/ 2147483646 h 5735"/>
              <a:gd name="T54" fmla="*/ 2147483646 w 5926"/>
              <a:gd name="T55" fmla="*/ 2147483646 h 5735"/>
              <a:gd name="T56" fmla="*/ 2147483646 w 5926"/>
              <a:gd name="T57" fmla="*/ 2147483646 h 5735"/>
              <a:gd name="T58" fmla="*/ 2147483646 w 5926"/>
              <a:gd name="T59" fmla="*/ 2147483646 h 5735"/>
              <a:gd name="T60" fmla="*/ 2147483646 w 5926"/>
              <a:gd name="T61" fmla="*/ 2147483646 h 5735"/>
              <a:gd name="T62" fmla="*/ 2147483646 w 5926"/>
              <a:gd name="T63" fmla="*/ 2147483646 h 5735"/>
              <a:gd name="T64" fmla="*/ 2147483646 w 5926"/>
              <a:gd name="T65" fmla="*/ 2147483646 h 5735"/>
              <a:gd name="T66" fmla="*/ 2147483646 w 5926"/>
              <a:gd name="T67" fmla="*/ 2147483646 h 5735"/>
              <a:gd name="T68" fmla="*/ 2147483646 w 5926"/>
              <a:gd name="T69" fmla="*/ 2147483646 h 5735"/>
              <a:gd name="T70" fmla="*/ 2147483646 w 5926"/>
              <a:gd name="T71" fmla="*/ 2147483646 h 5735"/>
              <a:gd name="T72" fmla="*/ 2147483646 w 5926"/>
              <a:gd name="T73" fmla="*/ 2147483646 h 5735"/>
              <a:gd name="T74" fmla="*/ 2147483646 w 5926"/>
              <a:gd name="T75" fmla="*/ 2147483646 h 5735"/>
              <a:gd name="T76" fmla="*/ 2147483646 w 5926"/>
              <a:gd name="T77" fmla="*/ 2147483646 h 5735"/>
              <a:gd name="T78" fmla="*/ 2147483646 w 5926"/>
              <a:gd name="T79" fmla="*/ 2147483646 h 5735"/>
              <a:gd name="T80" fmla="*/ 2147483646 w 5926"/>
              <a:gd name="T81" fmla="*/ 2147483646 h 5735"/>
              <a:gd name="T82" fmla="*/ 2147483646 w 5926"/>
              <a:gd name="T83" fmla="*/ 2147483646 h 5735"/>
              <a:gd name="T84" fmla="*/ 2147483646 w 5926"/>
              <a:gd name="T85" fmla="*/ 2147483646 h 5735"/>
              <a:gd name="T86" fmla="*/ 2147483646 w 5926"/>
              <a:gd name="T87" fmla="*/ 2147483646 h 5735"/>
              <a:gd name="T88" fmla="*/ 2147483646 w 5926"/>
              <a:gd name="T89" fmla="*/ 2147483646 h 5735"/>
              <a:gd name="T90" fmla="*/ 2147483646 w 5926"/>
              <a:gd name="T91" fmla="*/ 2147483646 h 5735"/>
              <a:gd name="T92" fmla="*/ 2147483646 w 5926"/>
              <a:gd name="T93" fmla="*/ 2147483646 h 5735"/>
              <a:gd name="T94" fmla="*/ 2147483646 w 5926"/>
              <a:gd name="T95" fmla="*/ 2147483646 h 5735"/>
              <a:gd name="T96" fmla="*/ 2147483646 w 5926"/>
              <a:gd name="T97" fmla="*/ 2147483646 h 5735"/>
              <a:gd name="T98" fmla="*/ 2147483646 w 5926"/>
              <a:gd name="T99" fmla="*/ 2147483646 h 5735"/>
              <a:gd name="T100" fmla="*/ 2147483646 w 5926"/>
              <a:gd name="T101" fmla="*/ 2147483646 h 573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26" h="5735">
                <a:moveTo>
                  <a:pt x="0" y="5408"/>
                </a:moveTo>
                <a:lnTo>
                  <a:pt x="407" y="5408"/>
                </a:lnTo>
                <a:lnTo>
                  <a:pt x="407" y="1609"/>
                </a:lnTo>
                <a:lnTo>
                  <a:pt x="407" y="1495"/>
                </a:lnTo>
                <a:lnTo>
                  <a:pt x="520" y="1464"/>
                </a:lnTo>
                <a:lnTo>
                  <a:pt x="2110" y="1038"/>
                </a:lnTo>
                <a:lnTo>
                  <a:pt x="2300" y="987"/>
                </a:lnTo>
                <a:lnTo>
                  <a:pt x="3099" y="1516"/>
                </a:lnTo>
                <a:lnTo>
                  <a:pt x="3099" y="5408"/>
                </a:lnTo>
                <a:lnTo>
                  <a:pt x="3235" y="5408"/>
                </a:lnTo>
                <a:lnTo>
                  <a:pt x="3235" y="622"/>
                </a:lnTo>
                <a:lnTo>
                  <a:pt x="3235" y="506"/>
                </a:lnTo>
                <a:lnTo>
                  <a:pt x="3347" y="477"/>
                </a:lnTo>
                <a:lnTo>
                  <a:pt x="4938" y="50"/>
                </a:lnTo>
                <a:lnTo>
                  <a:pt x="5128" y="0"/>
                </a:lnTo>
                <a:lnTo>
                  <a:pt x="5926" y="524"/>
                </a:lnTo>
                <a:lnTo>
                  <a:pt x="5926" y="5713"/>
                </a:lnTo>
                <a:lnTo>
                  <a:pt x="5128" y="5713"/>
                </a:lnTo>
                <a:lnTo>
                  <a:pt x="4825" y="5713"/>
                </a:lnTo>
                <a:lnTo>
                  <a:pt x="4825" y="392"/>
                </a:lnTo>
                <a:lnTo>
                  <a:pt x="3536" y="738"/>
                </a:lnTo>
                <a:lnTo>
                  <a:pt x="3536" y="5434"/>
                </a:lnTo>
                <a:lnTo>
                  <a:pt x="3790" y="5434"/>
                </a:lnTo>
                <a:lnTo>
                  <a:pt x="3790" y="5735"/>
                </a:lnTo>
                <a:lnTo>
                  <a:pt x="2149" y="5735"/>
                </a:lnTo>
                <a:lnTo>
                  <a:pt x="1998" y="5735"/>
                </a:lnTo>
                <a:lnTo>
                  <a:pt x="1998" y="5583"/>
                </a:lnTo>
                <a:lnTo>
                  <a:pt x="1998" y="1379"/>
                </a:lnTo>
                <a:lnTo>
                  <a:pt x="709" y="1725"/>
                </a:lnTo>
                <a:lnTo>
                  <a:pt x="709" y="5559"/>
                </a:lnTo>
                <a:lnTo>
                  <a:pt x="709" y="5710"/>
                </a:lnTo>
                <a:lnTo>
                  <a:pt x="557" y="5710"/>
                </a:lnTo>
                <a:lnTo>
                  <a:pt x="0" y="5710"/>
                </a:lnTo>
                <a:lnTo>
                  <a:pt x="0" y="5408"/>
                </a:lnTo>
                <a:close/>
                <a:moveTo>
                  <a:pt x="3760" y="3302"/>
                </a:moveTo>
                <a:lnTo>
                  <a:pt x="3760" y="3302"/>
                </a:lnTo>
                <a:lnTo>
                  <a:pt x="3760" y="3886"/>
                </a:lnTo>
                <a:lnTo>
                  <a:pt x="3920" y="3886"/>
                </a:lnTo>
                <a:lnTo>
                  <a:pt x="4084" y="3886"/>
                </a:lnTo>
                <a:lnTo>
                  <a:pt x="4084" y="3287"/>
                </a:lnTo>
                <a:lnTo>
                  <a:pt x="3920" y="3295"/>
                </a:lnTo>
                <a:lnTo>
                  <a:pt x="3760" y="3302"/>
                </a:lnTo>
                <a:close/>
                <a:moveTo>
                  <a:pt x="4271" y="819"/>
                </a:moveTo>
                <a:lnTo>
                  <a:pt x="4271" y="819"/>
                </a:lnTo>
                <a:lnTo>
                  <a:pt x="4271" y="1426"/>
                </a:lnTo>
                <a:lnTo>
                  <a:pt x="4444" y="1394"/>
                </a:lnTo>
                <a:lnTo>
                  <a:pt x="4622" y="1361"/>
                </a:lnTo>
                <a:lnTo>
                  <a:pt x="4622" y="736"/>
                </a:lnTo>
                <a:lnTo>
                  <a:pt x="4444" y="778"/>
                </a:lnTo>
                <a:lnTo>
                  <a:pt x="4271" y="819"/>
                </a:lnTo>
                <a:close/>
                <a:moveTo>
                  <a:pt x="3760" y="938"/>
                </a:moveTo>
                <a:lnTo>
                  <a:pt x="3760" y="938"/>
                </a:lnTo>
                <a:lnTo>
                  <a:pt x="3760" y="1522"/>
                </a:lnTo>
                <a:lnTo>
                  <a:pt x="3920" y="1492"/>
                </a:lnTo>
                <a:lnTo>
                  <a:pt x="4084" y="1461"/>
                </a:lnTo>
                <a:lnTo>
                  <a:pt x="4084" y="863"/>
                </a:lnTo>
                <a:lnTo>
                  <a:pt x="3920" y="901"/>
                </a:lnTo>
                <a:lnTo>
                  <a:pt x="3760" y="938"/>
                </a:lnTo>
                <a:close/>
                <a:moveTo>
                  <a:pt x="4271" y="1640"/>
                </a:moveTo>
                <a:lnTo>
                  <a:pt x="4271" y="1640"/>
                </a:lnTo>
                <a:lnTo>
                  <a:pt x="4271" y="2245"/>
                </a:lnTo>
                <a:lnTo>
                  <a:pt x="4444" y="2224"/>
                </a:lnTo>
                <a:lnTo>
                  <a:pt x="4622" y="2202"/>
                </a:lnTo>
                <a:lnTo>
                  <a:pt x="4622" y="1580"/>
                </a:lnTo>
                <a:lnTo>
                  <a:pt x="4444" y="1609"/>
                </a:lnTo>
                <a:lnTo>
                  <a:pt x="4271" y="1640"/>
                </a:lnTo>
                <a:close/>
                <a:moveTo>
                  <a:pt x="3760" y="1727"/>
                </a:moveTo>
                <a:lnTo>
                  <a:pt x="3760" y="1727"/>
                </a:lnTo>
                <a:lnTo>
                  <a:pt x="3760" y="2310"/>
                </a:lnTo>
                <a:lnTo>
                  <a:pt x="3920" y="2290"/>
                </a:lnTo>
                <a:lnTo>
                  <a:pt x="4084" y="2269"/>
                </a:lnTo>
                <a:lnTo>
                  <a:pt x="4084" y="1670"/>
                </a:lnTo>
                <a:lnTo>
                  <a:pt x="3920" y="1699"/>
                </a:lnTo>
                <a:lnTo>
                  <a:pt x="3760" y="1727"/>
                </a:lnTo>
                <a:close/>
                <a:moveTo>
                  <a:pt x="4271" y="2459"/>
                </a:moveTo>
                <a:lnTo>
                  <a:pt x="4271" y="2459"/>
                </a:lnTo>
                <a:lnTo>
                  <a:pt x="4271" y="3066"/>
                </a:lnTo>
                <a:lnTo>
                  <a:pt x="4444" y="3055"/>
                </a:lnTo>
                <a:lnTo>
                  <a:pt x="4622" y="3044"/>
                </a:lnTo>
                <a:lnTo>
                  <a:pt x="4622" y="2421"/>
                </a:lnTo>
                <a:lnTo>
                  <a:pt x="4444" y="2440"/>
                </a:lnTo>
                <a:lnTo>
                  <a:pt x="4271" y="2459"/>
                </a:lnTo>
                <a:close/>
                <a:moveTo>
                  <a:pt x="3760" y="2515"/>
                </a:moveTo>
                <a:lnTo>
                  <a:pt x="3760" y="2515"/>
                </a:lnTo>
                <a:lnTo>
                  <a:pt x="3760" y="3098"/>
                </a:lnTo>
                <a:lnTo>
                  <a:pt x="3920" y="3087"/>
                </a:lnTo>
                <a:lnTo>
                  <a:pt x="4084" y="3078"/>
                </a:lnTo>
                <a:lnTo>
                  <a:pt x="4084" y="2479"/>
                </a:lnTo>
                <a:lnTo>
                  <a:pt x="3920" y="2497"/>
                </a:lnTo>
                <a:lnTo>
                  <a:pt x="3760" y="2515"/>
                </a:lnTo>
                <a:close/>
                <a:moveTo>
                  <a:pt x="4271" y="3279"/>
                </a:moveTo>
                <a:lnTo>
                  <a:pt x="4271" y="3279"/>
                </a:lnTo>
                <a:lnTo>
                  <a:pt x="4271" y="3886"/>
                </a:lnTo>
                <a:lnTo>
                  <a:pt x="4444" y="3886"/>
                </a:lnTo>
                <a:lnTo>
                  <a:pt x="4622" y="3886"/>
                </a:lnTo>
                <a:lnTo>
                  <a:pt x="4622" y="3262"/>
                </a:lnTo>
                <a:lnTo>
                  <a:pt x="4444" y="3270"/>
                </a:lnTo>
                <a:lnTo>
                  <a:pt x="4271" y="3279"/>
                </a:lnTo>
                <a:close/>
                <a:moveTo>
                  <a:pt x="918" y="4350"/>
                </a:moveTo>
                <a:lnTo>
                  <a:pt x="918" y="4350"/>
                </a:lnTo>
                <a:lnTo>
                  <a:pt x="918" y="4933"/>
                </a:lnTo>
                <a:lnTo>
                  <a:pt x="1077" y="4933"/>
                </a:lnTo>
                <a:lnTo>
                  <a:pt x="1241" y="4933"/>
                </a:lnTo>
                <a:lnTo>
                  <a:pt x="1241" y="4334"/>
                </a:lnTo>
                <a:lnTo>
                  <a:pt x="1077" y="4343"/>
                </a:lnTo>
                <a:lnTo>
                  <a:pt x="918" y="4350"/>
                </a:lnTo>
                <a:close/>
                <a:moveTo>
                  <a:pt x="1429" y="1866"/>
                </a:moveTo>
                <a:lnTo>
                  <a:pt x="1429" y="1866"/>
                </a:lnTo>
                <a:lnTo>
                  <a:pt x="1429" y="2473"/>
                </a:lnTo>
                <a:lnTo>
                  <a:pt x="1601" y="2441"/>
                </a:lnTo>
                <a:lnTo>
                  <a:pt x="1780" y="2407"/>
                </a:lnTo>
                <a:lnTo>
                  <a:pt x="1780" y="1784"/>
                </a:lnTo>
                <a:lnTo>
                  <a:pt x="1601" y="1825"/>
                </a:lnTo>
                <a:lnTo>
                  <a:pt x="1429" y="1866"/>
                </a:lnTo>
                <a:close/>
                <a:moveTo>
                  <a:pt x="918" y="1986"/>
                </a:moveTo>
                <a:lnTo>
                  <a:pt x="918" y="1986"/>
                </a:lnTo>
                <a:lnTo>
                  <a:pt x="918" y="2569"/>
                </a:lnTo>
                <a:lnTo>
                  <a:pt x="1077" y="2539"/>
                </a:lnTo>
                <a:lnTo>
                  <a:pt x="1241" y="2509"/>
                </a:lnTo>
                <a:lnTo>
                  <a:pt x="1241" y="1909"/>
                </a:lnTo>
                <a:lnTo>
                  <a:pt x="1077" y="1948"/>
                </a:lnTo>
                <a:lnTo>
                  <a:pt x="918" y="1986"/>
                </a:lnTo>
                <a:close/>
                <a:moveTo>
                  <a:pt x="1429" y="2686"/>
                </a:moveTo>
                <a:lnTo>
                  <a:pt x="1429" y="2686"/>
                </a:lnTo>
                <a:lnTo>
                  <a:pt x="1429" y="3293"/>
                </a:lnTo>
                <a:lnTo>
                  <a:pt x="1601" y="3272"/>
                </a:lnTo>
                <a:lnTo>
                  <a:pt x="1780" y="3249"/>
                </a:lnTo>
                <a:lnTo>
                  <a:pt x="1780" y="2626"/>
                </a:lnTo>
                <a:lnTo>
                  <a:pt x="1601" y="2656"/>
                </a:lnTo>
                <a:lnTo>
                  <a:pt x="1429" y="2686"/>
                </a:lnTo>
                <a:close/>
                <a:moveTo>
                  <a:pt x="918" y="2773"/>
                </a:moveTo>
                <a:lnTo>
                  <a:pt x="918" y="2773"/>
                </a:lnTo>
                <a:lnTo>
                  <a:pt x="918" y="3357"/>
                </a:lnTo>
                <a:lnTo>
                  <a:pt x="1077" y="3337"/>
                </a:lnTo>
                <a:lnTo>
                  <a:pt x="1241" y="3316"/>
                </a:lnTo>
                <a:lnTo>
                  <a:pt x="1241" y="2718"/>
                </a:lnTo>
                <a:lnTo>
                  <a:pt x="1077" y="2746"/>
                </a:lnTo>
                <a:lnTo>
                  <a:pt x="918" y="2773"/>
                </a:lnTo>
                <a:close/>
                <a:moveTo>
                  <a:pt x="1429" y="3507"/>
                </a:moveTo>
                <a:lnTo>
                  <a:pt x="1429" y="3507"/>
                </a:lnTo>
                <a:lnTo>
                  <a:pt x="1429" y="4113"/>
                </a:lnTo>
                <a:lnTo>
                  <a:pt x="1601" y="4103"/>
                </a:lnTo>
                <a:lnTo>
                  <a:pt x="1780" y="4091"/>
                </a:lnTo>
                <a:lnTo>
                  <a:pt x="1780" y="3468"/>
                </a:lnTo>
                <a:lnTo>
                  <a:pt x="1601" y="3488"/>
                </a:lnTo>
                <a:lnTo>
                  <a:pt x="1429" y="3507"/>
                </a:lnTo>
                <a:close/>
                <a:moveTo>
                  <a:pt x="918" y="3562"/>
                </a:moveTo>
                <a:lnTo>
                  <a:pt x="918" y="3562"/>
                </a:lnTo>
                <a:lnTo>
                  <a:pt x="918" y="4145"/>
                </a:lnTo>
                <a:lnTo>
                  <a:pt x="1077" y="4135"/>
                </a:lnTo>
                <a:lnTo>
                  <a:pt x="1241" y="4125"/>
                </a:lnTo>
                <a:lnTo>
                  <a:pt x="1241" y="3527"/>
                </a:lnTo>
                <a:lnTo>
                  <a:pt x="1077" y="3544"/>
                </a:lnTo>
                <a:lnTo>
                  <a:pt x="918" y="3562"/>
                </a:lnTo>
                <a:close/>
                <a:moveTo>
                  <a:pt x="1429" y="4326"/>
                </a:moveTo>
                <a:lnTo>
                  <a:pt x="1429" y="4326"/>
                </a:lnTo>
                <a:lnTo>
                  <a:pt x="1429" y="4933"/>
                </a:lnTo>
                <a:lnTo>
                  <a:pt x="1601" y="4933"/>
                </a:lnTo>
                <a:lnTo>
                  <a:pt x="1780" y="4933"/>
                </a:lnTo>
                <a:lnTo>
                  <a:pt x="1780" y="4309"/>
                </a:lnTo>
                <a:lnTo>
                  <a:pt x="1601" y="4318"/>
                </a:lnTo>
                <a:lnTo>
                  <a:pt x="1429" y="432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0000"/>
              </a:solidFill>
              <a:ea typeface="幼圆"/>
            </a:endParaRPr>
          </a:p>
        </p:txBody>
      </p:sp>
      <p:sp>
        <p:nvSpPr>
          <p:cNvPr id="17" name="KSO_Shape"/>
          <p:cNvSpPr>
            <a:spLocks/>
          </p:cNvSpPr>
          <p:nvPr/>
        </p:nvSpPr>
        <p:spPr bwMode="auto">
          <a:xfrm>
            <a:off x="6843464" y="2844941"/>
            <a:ext cx="1184920" cy="656067"/>
          </a:xfrm>
          <a:custGeom>
            <a:avLst/>
            <a:gdLst>
              <a:gd name="T0" fmla="*/ 2147483646 w 373"/>
              <a:gd name="T1" fmla="*/ 2147483646 h 159"/>
              <a:gd name="T2" fmla="*/ 2147483646 w 373"/>
              <a:gd name="T3" fmla="*/ 0 h 159"/>
              <a:gd name="T4" fmla="*/ 0 w 373"/>
              <a:gd name="T5" fmla="*/ 2147483646 h 159"/>
              <a:gd name="T6" fmla="*/ 2147483646 w 373"/>
              <a:gd name="T7" fmla="*/ 2147483646 h 159"/>
              <a:gd name="T8" fmla="*/ 2147483646 w 373"/>
              <a:gd name="T9" fmla="*/ 2147483646 h 159"/>
              <a:gd name="T10" fmla="*/ 2147483646 w 373"/>
              <a:gd name="T11" fmla="*/ 2147483646 h 159"/>
              <a:gd name="T12" fmla="*/ 2147483646 w 373"/>
              <a:gd name="T13" fmla="*/ 2147483646 h 159"/>
              <a:gd name="T14" fmla="*/ 2147483646 w 373"/>
              <a:gd name="T15" fmla="*/ 2147483646 h 159"/>
              <a:gd name="T16" fmla="*/ 2147483646 w 373"/>
              <a:gd name="T17" fmla="*/ 2147483646 h 159"/>
              <a:gd name="T18" fmla="*/ 2147483646 w 373"/>
              <a:gd name="T19" fmla="*/ 2147483646 h 159"/>
              <a:gd name="T20" fmla="*/ 2147483646 w 373"/>
              <a:gd name="T21" fmla="*/ 2147483646 h 159"/>
              <a:gd name="T22" fmla="*/ 2147483646 w 373"/>
              <a:gd name="T23" fmla="*/ 2147483646 h 159"/>
              <a:gd name="T24" fmla="*/ 2147483646 w 373"/>
              <a:gd name="T25" fmla="*/ 2147483646 h 159"/>
              <a:gd name="T26" fmla="*/ 2147483646 w 373"/>
              <a:gd name="T27" fmla="*/ 2147483646 h 159"/>
              <a:gd name="T28" fmla="*/ 2147483646 w 373"/>
              <a:gd name="T29" fmla="*/ 2147483646 h 159"/>
              <a:gd name="T30" fmla="*/ 2147483646 w 373"/>
              <a:gd name="T31" fmla="*/ 2147483646 h 159"/>
              <a:gd name="T32" fmla="*/ 2147483646 w 373"/>
              <a:gd name="T33" fmla="*/ 2147483646 h 159"/>
              <a:gd name="T34" fmla="*/ 2147483646 w 373"/>
              <a:gd name="T35" fmla="*/ 2147483646 h 159"/>
              <a:gd name="T36" fmla="*/ 2147483646 w 373"/>
              <a:gd name="T37" fmla="*/ 2147483646 h 159"/>
              <a:gd name="T38" fmla="*/ 2147483646 w 373"/>
              <a:gd name="T39" fmla="*/ 2147483646 h 159"/>
              <a:gd name="T40" fmla="*/ 2147483646 w 373"/>
              <a:gd name="T41" fmla="*/ 2147483646 h 159"/>
              <a:gd name="T42" fmla="*/ 2147483646 w 373"/>
              <a:gd name="T43" fmla="*/ 2147483646 h 159"/>
              <a:gd name="T44" fmla="*/ 2147483646 w 373"/>
              <a:gd name="T45" fmla="*/ 2147483646 h 159"/>
              <a:gd name="T46" fmla="*/ 2147483646 w 373"/>
              <a:gd name="T47" fmla="*/ 2147483646 h 159"/>
              <a:gd name="T48" fmla="*/ 2147483646 w 373"/>
              <a:gd name="T49" fmla="*/ 2147483646 h 159"/>
              <a:gd name="T50" fmla="*/ 2147483646 w 373"/>
              <a:gd name="T51" fmla="*/ 2147483646 h 159"/>
              <a:gd name="T52" fmla="*/ 2147483646 w 373"/>
              <a:gd name="T53" fmla="*/ 2147483646 h 159"/>
              <a:gd name="T54" fmla="*/ 2147483646 w 373"/>
              <a:gd name="T55" fmla="*/ 2147483646 h 159"/>
              <a:gd name="T56" fmla="*/ 2147483646 w 373"/>
              <a:gd name="T57" fmla="*/ 2147483646 h 159"/>
              <a:gd name="T58" fmla="*/ 2147483646 w 373"/>
              <a:gd name="T59" fmla="*/ 2147483646 h 159"/>
              <a:gd name="T60" fmla="*/ 2147483646 w 373"/>
              <a:gd name="T61" fmla="*/ 2147483646 h 159"/>
              <a:gd name="T62" fmla="*/ 2147483646 w 373"/>
              <a:gd name="T63" fmla="*/ 2147483646 h 159"/>
              <a:gd name="T64" fmla="*/ 2147483646 w 373"/>
              <a:gd name="T65" fmla="*/ 2147483646 h 159"/>
              <a:gd name="T66" fmla="*/ 2147483646 w 373"/>
              <a:gd name="T67" fmla="*/ 2147483646 h 159"/>
              <a:gd name="T68" fmla="*/ 2147483646 w 373"/>
              <a:gd name="T69" fmla="*/ 2147483646 h 159"/>
              <a:gd name="T70" fmla="*/ 2147483646 w 373"/>
              <a:gd name="T71" fmla="*/ 2147483646 h 159"/>
              <a:gd name="T72" fmla="*/ 2147483646 w 373"/>
              <a:gd name="T73" fmla="*/ 2147483646 h 159"/>
              <a:gd name="T74" fmla="*/ 2147483646 w 373"/>
              <a:gd name="T75" fmla="*/ 2147483646 h 159"/>
              <a:gd name="T76" fmla="*/ 2147483646 w 373"/>
              <a:gd name="T77" fmla="*/ 2147483646 h 159"/>
              <a:gd name="T78" fmla="*/ 2147483646 w 373"/>
              <a:gd name="T79" fmla="*/ 2147483646 h 15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373" h="159">
                <a:moveTo>
                  <a:pt x="371" y="40"/>
                </a:moveTo>
                <a:cubicBezTo>
                  <a:pt x="363" y="28"/>
                  <a:pt x="354" y="16"/>
                  <a:pt x="338" y="16"/>
                </a:cubicBezTo>
                <a:cubicBezTo>
                  <a:pt x="318" y="16"/>
                  <a:pt x="318" y="16"/>
                  <a:pt x="318" y="16"/>
                </a:cubicBezTo>
                <a:cubicBezTo>
                  <a:pt x="307" y="6"/>
                  <a:pt x="295" y="0"/>
                  <a:pt x="28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9" y="0"/>
                  <a:pt x="6" y="30"/>
                  <a:pt x="0" y="55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30"/>
                  <a:pt x="11" y="141"/>
                  <a:pt x="24" y="141"/>
                </a:cubicBezTo>
                <a:cubicBezTo>
                  <a:pt x="24" y="140"/>
                  <a:pt x="24" y="139"/>
                  <a:pt x="24" y="139"/>
                </a:cubicBezTo>
                <a:cubicBezTo>
                  <a:pt x="24" y="121"/>
                  <a:pt x="39" y="106"/>
                  <a:pt x="57" y="106"/>
                </a:cubicBezTo>
                <a:cubicBezTo>
                  <a:pt x="74" y="106"/>
                  <a:pt x="89" y="121"/>
                  <a:pt x="89" y="139"/>
                </a:cubicBezTo>
                <a:cubicBezTo>
                  <a:pt x="89" y="139"/>
                  <a:pt x="89" y="140"/>
                  <a:pt x="89" y="141"/>
                </a:cubicBezTo>
                <a:cubicBezTo>
                  <a:pt x="95" y="141"/>
                  <a:pt x="95" y="141"/>
                  <a:pt x="95" y="141"/>
                </a:cubicBezTo>
                <a:cubicBezTo>
                  <a:pt x="95" y="140"/>
                  <a:pt x="95" y="139"/>
                  <a:pt x="95" y="139"/>
                </a:cubicBezTo>
                <a:cubicBezTo>
                  <a:pt x="95" y="121"/>
                  <a:pt x="109" y="106"/>
                  <a:pt x="127" y="106"/>
                </a:cubicBezTo>
                <a:cubicBezTo>
                  <a:pt x="145" y="106"/>
                  <a:pt x="159" y="121"/>
                  <a:pt x="159" y="139"/>
                </a:cubicBezTo>
                <a:cubicBezTo>
                  <a:pt x="159" y="139"/>
                  <a:pt x="159" y="140"/>
                  <a:pt x="159" y="141"/>
                </a:cubicBezTo>
                <a:cubicBezTo>
                  <a:pt x="249" y="141"/>
                  <a:pt x="249" y="141"/>
                  <a:pt x="249" y="141"/>
                </a:cubicBezTo>
                <a:cubicBezTo>
                  <a:pt x="249" y="140"/>
                  <a:pt x="249" y="139"/>
                  <a:pt x="249" y="139"/>
                </a:cubicBezTo>
                <a:cubicBezTo>
                  <a:pt x="249" y="121"/>
                  <a:pt x="263" y="106"/>
                  <a:pt x="281" y="106"/>
                </a:cubicBezTo>
                <a:cubicBezTo>
                  <a:pt x="299" y="106"/>
                  <a:pt x="313" y="121"/>
                  <a:pt x="313" y="139"/>
                </a:cubicBezTo>
                <a:cubicBezTo>
                  <a:pt x="313" y="139"/>
                  <a:pt x="313" y="140"/>
                  <a:pt x="313" y="141"/>
                </a:cubicBezTo>
                <a:cubicBezTo>
                  <a:pt x="336" y="141"/>
                  <a:pt x="336" y="141"/>
                  <a:pt x="336" y="141"/>
                </a:cubicBezTo>
                <a:cubicBezTo>
                  <a:pt x="350" y="141"/>
                  <a:pt x="361" y="130"/>
                  <a:pt x="361" y="116"/>
                </a:cubicBezTo>
                <a:cubicBezTo>
                  <a:pt x="361" y="90"/>
                  <a:pt x="361" y="90"/>
                  <a:pt x="361" y="90"/>
                </a:cubicBezTo>
                <a:cubicBezTo>
                  <a:pt x="356" y="66"/>
                  <a:pt x="344" y="44"/>
                  <a:pt x="330" y="28"/>
                </a:cubicBezTo>
                <a:cubicBezTo>
                  <a:pt x="338" y="28"/>
                  <a:pt x="338" y="28"/>
                  <a:pt x="338" y="28"/>
                </a:cubicBezTo>
                <a:cubicBezTo>
                  <a:pt x="347" y="28"/>
                  <a:pt x="353" y="35"/>
                  <a:pt x="361" y="47"/>
                </a:cubicBezTo>
                <a:cubicBezTo>
                  <a:pt x="362" y="48"/>
                  <a:pt x="364" y="49"/>
                  <a:pt x="366" y="49"/>
                </a:cubicBezTo>
                <a:cubicBezTo>
                  <a:pt x="367" y="49"/>
                  <a:pt x="368" y="49"/>
                  <a:pt x="369" y="48"/>
                </a:cubicBezTo>
                <a:cubicBezTo>
                  <a:pt x="372" y="47"/>
                  <a:pt x="373" y="43"/>
                  <a:pt x="371" y="40"/>
                </a:cubicBezTo>
                <a:close/>
                <a:moveTo>
                  <a:pt x="234" y="64"/>
                </a:moveTo>
                <a:cubicBezTo>
                  <a:pt x="16" y="64"/>
                  <a:pt x="16" y="64"/>
                  <a:pt x="16" y="64"/>
                </a:cubicBezTo>
                <a:cubicBezTo>
                  <a:pt x="16" y="56"/>
                  <a:pt x="16" y="56"/>
                  <a:pt x="16" y="56"/>
                </a:cubicBezTo>
                <a:cubicBezTo>
                  <a:pt x="17" y="53"/>
                  <a:pt x="18" y="49"/>
                  <a:pt x="18" y="45"/>
                </a:cubicBezTo>
                <a:cubicBezTo>
                  <a:pt x="20" y="36"/>
                  <a:pt x="23" y="20"/>
                  <a:pt x="27" y="16"/>
                </a:cubicBezTo>
                <a:cubicBezTo>
                  <a:pt x="234" y="16"/>
                  <a:pt x="234" y="16"/>
                  <a:pt x="234" y="16"/>
                </a:cubicBezTo>
                <a:lnTo>
                  <a:pt x="234" y="64"/>
                </a:lnTo>
                <a:close/>
                <a:moveTo>
                  <a:pt x="347" y="116"/>
                </a:moveTo>
                <a:cubicBezTo>
                  <a:pt x="347" y="118"/>
                  <a:pt x="346" y="119"/>
                  <a:pt x="346" y="120"/>
                </a:cubicBezTo>
                <a:cubicBezTo>
                  <a:pt x="337" y="120"/>
                  <a:pt x="329" y="120"/>
                  <a:pt x="329" y="116"/>
                </a:cubicBezTo>
                <a:cubicBezTo>
                  <a:pt x="329" y="113"/>
                  <a:pt x="336" y="107"/>
                  <a:pt x="347" y="106"/>
                </a:cubicBezTo>
                <a:lnTo>
                  <a:pt x="347" y="116"/>
                </a:lnTo>
                <a:close/>
                <a:moveTo>
                  <a:pt x="345" y="92"/>
                </a:moveTo>
                <a:cubicBezTo>
                  <a:pt x="345" y="95"/>
                  <a:pt x="345" y="95"/>
                  <a:pt x="345" y="95"/>
                </a:cubicBezTo>
                <a:cubicBezTo>
                  <a:pt x="316" y="87"/>
                  <a:pt x="280" y="64"/>
                  <a:pt x="248" y="64"/>
                </a:cubicBezTo>
                <a:cubicBezTo>
                  <a:pt x="246" y="64"/>
                  <a:pt x="246" y="64"/>
                  <a:pt x="246" y="64"/>
                </a:cubicBezTo>
                <a:cubicBezTo>
                  <a:pt x="246" y="16"/>
                  <a:pt x="246" y="16"/>
                  <a:pt x="246" y="16"/>
                </a:cubicBezTo>
                <a:cubicBezTo>
                  <a:pt x="285" y="16"/>
                  <a:pt x="285" y="16"/>
                  <a:pt x="285" y="16"/>
                </a:cubicBezTo>
                <a:cubicBezTo>
                  <a:pt x="303" y="16"/>
                  <a:pt x="336" y="48"/>
                  <a:pt x="345" y="92"/>
                </a:cubicBezTo>
                <a:close/>
                <a:moveTo>
                  <a:pt x="57" y="118"/>
                </a:moveTo>
                <a:cubicBezTo>
                  <a:pt x="45" y="118"/>
                  <a:pt x="36" y="127"/>
                  <a:pt x="36" y="139"/>
                </a:cubicBezTo>
                <a:cubicBezTo>
                  <a:pt x="36" y="150"/>
                  <a:pt x="45" y="159"/>
                  <a:pt x="57" y="159"/>
                </a:cubicBezTo>
                <a:cubicBezTo>
                  <a:pt x="68" y="159"/>
                  <a:pt x="77" y="150"/>
                  <a:pt x="77" y="139"/>
                </a:cubicBezTo>
                <a:cubicBezTo>
                  <a:pt x="77" y="127"/>
                  <a:pt x="68" y="118"/>
                  <a:pt x="57" y="118"/>
                </a:cubicBezTo>
                <a:close/>
                <a:moveTo>
                  <a:pt x="57" y="151"/>
                </a:moveTo>
                <a:cubicBezTo>
                  <a:pt x="50" y="151"/>
                  <a:pt x="45" y="145"/>
                  <a:pt x="45" y="139"/>
                </a:cubicBezTo>
                <a:cubicBezTo>
                  <a:pt x="45" y="132"/>
                  <a:pt x="50" y="126"/>
                  <a:pt x="57" y="126"/>
                </a:cubicBezTo>
                <a:cubicBezTo>
                  <a:pt x="63" y="126"/>
                  <a:pt x="69" y="132"/>
                  <a:pt x="69" y="139"/>
                </a:cubicBezTo>
                <a:cubicBezTo>
                  <a:pt x="69" y="145"/>
                  <a:pt x="63" y="151"/>
                  <a:pt x="57" y="151"/>
                </a:cubicBezTo>
                <a:close/>
                <a:moveTo>
                  <a:pt x="127" y="118"/>
                </a:moveTo>
                <a:cubicBezTo>
                  <a:pt x="116" y="118"/>
                  <a:pt x="106" y="127"/>
                  <a:pt x="106" y="139"/>
                </a:cubicBezTo>
                <a:cubicBezTo>
                  <a:pt x="106" y="150"/>
                  <a:pt x="116" y="159"/>
                  <a:pt x="127" y="159"/>
                </a:cubicBezTo>
                <a:cubicBezTo>
                  <a:pt x="139" y="159"/>
                  <a:pt x="148" y="150"/>
                  <a:pt x="148" y="139"/>
                </a:cubicBezTo>
                <a:cubicBezTo>
                  <a:pt x="148" y="127"/>
                  <a:pt x="139" y="118"/>
                  <a:pt x="127" y="118"/>
                </a:cubicBezTo>
                <a:close/>
                <a:moveTo>
                  <a:pt x="127" y="151"/>
                </a:moveTo>
                <a:cubicBezTo>
                  <a:pt x="120" y="151"/>
                  <a:pt x="115" y="145"/>
                  <a:pt x="115" y="139"/>
                </a:cubicBezTo>
                <a:cubicBezTo>
                  <a:pt x="115" y="132"/>
                  <a:pt x="120" y="126"/>
                  <a:pt x="127" y="126"/>
                </a:cubicBezTo>
                <a:cubicBezTo>
                  <a:pt x="134" y="126"/>
                  <a:pt x="139" y="132"/>
                  <a:pt x="139" y="139"/>
                </a:cubicBezTo>
                <a:cubicBezTo>
                  <a:pt x="139" y="145"/>
                  <a:pt x="134" y="151"/>
                  <a:pt x="127" y="151"/>
                </a:cubicBezTo>
                <a:close/>
                <a:moveTo>
                  <a:pt x="281" y="118"/>
                </a:moveTo>
                <a:cubicBezTo>
                  <a:pt x="269" y="118"/>
                  <a:pt x="260" y="127"/>
                  <a:pt x="260" y="139"/>
                </a:cubicBezTo>
                <a:cubicBezTo>
                  <a:pt x="260" y="150"/>
                  <a:pt x="269" y="159"/>
                  <a:pt x="281" y="159"/>
                </a:cubicBezTo>
                <a:cubicBezTo>
                  <a:pt x="292" y="159"/>
                  <a:pt x="301" y="150"/>
                  <a:pt x="301" y="139"/>
                </a:cubicBezTo>
                <a:cubicBezTo>
                  <a:pt x="301" y="127"/>
                  <a:pt x="292" y="118"/>
                  <a:pt x="281" y="118"/>
                </a:cubicBezTo>
                <a:close/>
                <a:moveTo>
                  <a:pt x="281" y="151"/>
                </a:moveTo>
                <a:cubicBezTo>
                  <a:pt x="274" y="151"/>
                  <a:pt x="269" y="145"/>
                  <a:pt x="269" y="139"/>
                </a:cubicBezTo>
                <a:cubicBezTo>
                  <a:pt x="269" y="132"/>
                  <a:pt x="274" y="126"/>
                  <a:pt x="281" y="126"/>
                </a:cubicBezTo>
                <a:cubicBezTo>
                  <a:pt x="287" y="126"/>
                  <a:pt x="293" y="132"/>
                  <a:pt x="293" y="139"/>
                </a:cubicBezTo>
                <a:cubicBezTo>
                  <a:pt x="293" y="145"/>
                  <a:pt x="287" y="151"/>
                  <a:pt x="281" y="1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幼圆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91680" y="1619508"/>
            <a:ext cx="5744244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月婴幼儿纸尿裤广告媒体占比前三位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13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15244" y="4643916"/>
            <a:ext cx="689642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95.5%                  2.6%                   1.7%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713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467903"/>
              </p:ext>
            </p:extLst>
          </p:nvPr>
        </p:nvGraphicFramePr>
        <p:xfrm>
          <a:off x="421316" y="1772815"/>
          <a:ext cx="8136904" cy="44578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74936"/>
                <a:gridCol w="2420656"/>
                <a:gridCol w="2420656"/>
                <a:gridCol w="2420656"/>
              </a:tblGrid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花费占比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帮宝适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57.4%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-15.7%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好奇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19.0%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-16.0%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花王妙而舒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9.6%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&gt;1000.0</a:t>
                      </a: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妈咪宝贝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-8.7%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舒比奇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&gt;1000.2</a:t>
                      </a: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一片爽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</a:t>
                      </a: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吉氏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167.8%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千芝雅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-66.5%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舒氏宝贝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</a:t>
                      </a: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安儿乐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-87.7%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395536" y="44624"/>
            <a:ext cx="7289969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婴幼儿纸尿裤广告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花费榜单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7664" y="1268760"/>
            <a:ext cx="6264696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月婴幼儿纸尿裤广告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花费前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10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133088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童装</a:t>
            </a:r>
            <a:r>
              <a:rPr lang="en-US" altLang="zh-CN" b="1" dirty="0" smtClean="0">
                <a:solidFill>
                  <a:schemeClr val="bg1"/>
                </a:solidFill>
                <a:latin typeface="Arial Black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童鞋广告投放分析</a:t>
            </a:r>
            <a:endParaRPr lang="zh-CN" altLang="en-US" b="1" dirty="0">
              <a:solidFill>
                <a:schemeClr val="bg1"/>
              </a:solidFill>
              <a:latin typeface="Arial Black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t="4193" r="4582" b="6033"/>
          <a:stretch/>
        </p:blipFill>
        <p:spPr>
          <a:xfrm rot="21068900">
            <a:off x="1549979" y="2662897"/>
            <a:ext cx="1513891" cy="145898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550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78460" y="404664"/>
            <a:ext cx="8340725" cy="86793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花费趋势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：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童装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童鞋广告花费同比增幅波动较大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1680" y="1619508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月童装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/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童鞋广告花费月度同比增幅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2828438411"/>
              </p:ext>
            </p:extLst>
          </p:nvPr>
        </p:nvGraphicFramePr>
        <p:xfrm>
          <a:off x="378460" y="2276872"/>
          <a:ext cx="8225988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051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680248293"/>
              </p:ext>
            </p:extLst>
          </p:nvPr>
        </p:nvGraphicFramePr>
        <p:xfrm>
          <a:off x="414589" y="2029296"/>
          <a:ext cx="8261867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91680" y="1794412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童装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/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童鞋品牌数量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73427" y="167344"/>
            <a:ext cx="7685803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品牌数量：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多数品牌延续投放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32031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400574" y="184806"/>
            <a:ext cx="8419898" cy="86793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媒介分布：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童装</a:t>
            </a:r>
            <a:r>
              <a:rPr lang="en-US" altLang="zh-CN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/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童鞋在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电视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、传统户外的广告花费占比较大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9" name="MH_Text_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00844" y="4228746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b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电视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0" name="MH_Text_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48239" y="4239742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幼圆"/>
                <a:ea typeface="幼圆"/>
              </a:rPr>
              <a:t>影院视频</a:t>
            </a:r>
          </a:p>
        </p:txBody>
      </p:sp>
      <p:sp>
        <p:nvSpPr>
          <p:cNvPr id="11" name="KSO_Shape"/>
          <p:cNvSpPr>
            <a:spLocks/>
          </p:cNvSpPr>
          <p:nvPr/>
        </p:nvSpPr>
        <p:spPr bwMode="auto">
          <a:xfrm>
            <a:off x="1315244" y="2692524"/>
            <a:ext cx="952500" cy="808484"/>
          </a:xfrm>
          <a:custGeom>
            <a:avLst/>
            <a:gdLst>
              <a:gd name="T0" fmla="*/ 1372823 w 5484"/>
              <a:gd name="T1" fmla="*/ 154929 h 5484"/>
              <a:gd name="T2" fmla="*/ 1427013 w 5484"/>
              <a:gd name="T3" fmla="*/ 95181 h 5484"/>
              <a:gd name="T4" fmla="*/ 1405476 w 5484"/>
              <a:gd name="T5" fmla="*/ 23274 h 5484"/>
              <a:gd name="T6" fmla="*/ 1333222 w 5484"/>
              <a:gd name="T7" fmla="*/ 1389 h 5484"/>
              <a:gd name="T8" fmla="*/ 1273126 w 5484"/>
              <a:gd name="T9" fmla="*/ 55580 h 5484"/>
              <a:gd name="T10" fmla="*/ 629789 w 5484"/>
              <a:gd name="T11" fmla="*/ 105949 h 5484"/>
              <a:gd name="T12" fmla="*/ 625274 w 5484"/>
              <a:gd name="T13" fmla="*/ 40990 h 5484"/>
              <a:gd name="T14" fmla="*/ 555451 w 5484"/>
              <a:gd name="T15" fmla="*/ 0 h 5484"/>
              <a:gd name="T16" fmla="*/ 489450 w 5484"/>
              <a:gd name="T17" fmla="*/ 34737 h 5484"/>
              <a:gd name="T18" fmla="*/ 482503 w 5484"/>
              <a:gd name="T19" fmla="*/ 110118 h 5484"/>
              <a:gd name="T20" fmla="*/ 547114 w 5484"/>
              <a:gd name="T21" fmla="*/ 158055 h 5484"/>
              <a:gd name="T22" fmla="*/ 134434 w 5484"/>
              <a:gd name="T23" fmla="*/ 477987 h 5484"/>
              <a:gd name="T24" fmla="*/ 57664 w 5484"/>
              <a:gd name="T25" fmla="*/ 512377 h 5484"/>
              <a:gd name="T26" fmla="*/ 9726 w 5484"/>
              <a:gd name="T27" fmla="*/ 579768 h 5484"/>
              <a:gd name="T28" fmla="*/ 695 w 5484"/>
              <a:gd name="T29" fmla="*/ 1762229 h 5484"/>
              <a:gd name="T30" fmla="*/ 31264 w 5484"/>
              <a:gd name="T31" fmla="*/ 1840736 h 5484"/>
              <a:gd name="T32" fmla="*/ 96917 w 5484"/>
              <a:gd name="T33" fmla="*/ 1892147 h 5484"/>
              <a:gd name="T34" fmla="*/ 1754240 w 5484"/>
              <a:gd name="T35" fmla="*/ 1904305 h 5484"/>
              <a:gd name="T36" fmla="*/ 1834830 w 5484"/>
              <a:gd name="T37" fmla="*/ 1877557 h 5484"/>
              <a:gd name="T38" fmla="*/ 1889368 w 5484"/>
              <a:gd name="T39" fmla="*/ 1814683 h 5484"/>
              <a:gd name="T40" fmla="*/ 1905000 w 5484"/>
              <a:gd name="T41" fmla="*/ 634653 h 5484"/>
              <a:gd name="T42" fmla="*/ 1881726 w 5484"/>
              <a:gd name="T43" fmla="*/ 552325 h 5484"/>
              <a:gd name="T44" fmla="*/ 1821630 w 5484"/>
              <a:gd name="T45" fmla="*/ 495008 h 5484"/>
              <a:gd name="T46" fmla="*/ 1428403 w 5484"/>
              <a:gd name="T47" fmla="*/ 1587153 h 5484"/>
              <a:gd name="T48" fmla="*/ 1409297 w 5484"/>
              <a:gd name="T49" fmla="*/ 1662533 h 5484"/>
              <a:gd name="T50" fmla="*/ 1351980 w 5484"/>
              <a:gd name="T51" fmla="*/ 1722976 h 5484"/>
              <a:gd name="T52" fmla="*/ 1269653 w 5484"/>
              <a:gd name="T53" fmla="*/ 1745903 h 5484"/>
              <a:gd name="T54" fmla="*/ 248720 w 5484"/>
              <a:gd name="T55" fmla="*/ 1730271 h 5484"/>
              <a:gd name="T56" fmla="*/ 185845 w 5484"/>
              <a:gd name="T57" fmla="*/ 1675733 h 5484"/>
              <a:gd name="T58" fmla="*/ 159097 w 5484"/>
              <a:gd name="T59" fmla="*/ 1595490 h 5484"/>
              <a:gd name="T60" fmla="*/ 170908 w 5484"/>
              <a:gd name="T61" fmla="*/ 731570 h 5484"/>
              <a:gd name="T62" fmla="*/ 222319 w 5484"/>
              <a:gd name="T63" fmla="*/ 666264 h 5484"/>
              <a:gd name="T64" fmla="*/ 301173 w 5484"/>
              <a:gd name="T65" fmla="*/ 635695 h 5484"/>
              <a:gd name="T66" fmla="*/ 1324538 w 5484"/>
              <a:gd name="T67" fmla="*/ 644379 h 5484"/>
              <a:gd name="T68" fmla="*/ 1392276 w 5484"/>
              <a:gd name="T69" fmla="*/ 692317 h 5484"/>
              <a:gd name="T70" fmla="*/ 1426666 w 5484"/>
              <a:gd name="T71" fmla="*/ 769086 h 5484"/>
              <a:gd name="T72" fmla="*/ 1627101 w 5484"/>
              <a:gd name="T73" fmla="*/ 1343991 h 5484"/>
              <a:gd name="T74" fmla="*/ 1554152 w 5484"/>
              <a:gd name="T75" fmla="*/ 1302306 h 5484"/>
              <a:gd name="T76" fmla="*/ 1513162 w 5484"/>
              <a:gd name="T77" fmla="*/ 1230052 h 5484"/>
              <a:gd name="T78" fmla="*/ 1513162 w 5484"/>
              <a:gd name="T79" fmla="*/ 1150851 h 5484"/>
              <a:gd name="T80" fmla="*/ 1554152 w 5484"/>
              <a:gd name="T81" fmla="*/ 1078249 h 5484"/>
              <a:gd name="T82" fmla="*/ 1627101 w 5484"/>
              <a:gd name="T83" fmla="*/ 1036565 h 5484"/>
              <a:gd name="T84" fmla="*/ 1706302 w 5484"/>
              <a:gd name="T85" fmla="*/ 1036565 h 5484"/>
              <a:gd name="T86" fmla="*/ 1778903 w 5484"/>
              <a:gd name="T87" fmla="*/ 1078249 h 5484"/>
              <a:gd name="T88" fmla="*/ 1820241 w 5484"/>
              <a:gd name="T89" fmla="*/ 1150851 h 5484"/>
              <a:gd name="T90" fmla="*/ 1820241 w 5484"/>
              <a:gd name="T91" fmla="*/ 1230052 h 5484"/>
              <a:gd name="T92" fmla="*/ 1778903 w 5484"/>
              <a:gd name="T93" fmla="*/ 1302306 h 5484"/>
              <a:gd name="T94" fmla="*/ 1706302 w 5484"/>
              <a:gd name="T95" fmla="*/ 1343991 h 5484"/>
              <a:gd name="T96" fmla="*/ 1634743 w 5484"/>
              <a:gd name="T97" fmla="*/ 949026 h 5484"/>
              <a:gd name="T98" fmla="*/ 1559710 w 5484"/>
              <a:gd name="T99" fmla="*/ 910815 h 5484"/>
              <a:gd name="T100" fmla="*/ 1514899 w 5484"/>
              <a:gd name="T101" fmla="*/ 840646 h 5484"/>
              <a:gd name="T102" fmla="*/ 1511078 w 5484"/>
              <a:gd name="T103" fmla="*/ 761792 h 5484"/>
              <a:gd name="T104" fmla="*/ 1548941 w 5484"/>
              <a:gd name="T105" fmla="*/ 686759 h 5484"/>
              <a:gd name="T106" fmla="*/ 1619458 w 5484"/>
              <a:gd name="T107" fmla="*/ 641947 h 5484"/>
              <a:gd name="T108" fmla="*/ 1698660 w 5484"/>
              <a:gd name="T109" fmla="*/ 638126 h 5484"/>
              <a:gd name="T110" fmla="*/ 1773693 w 5484"/>
              <a:gd name="T111" fmla="*/ 675990 h 5484"/>
              <a:gd name="T112" fmla="*/ 1818504 w 5484"/>
              <a:gd name="T113" fmla="*/ 746507 h 5484"/>
              <a:gd name="T114" fmla="*/ 1821978 w 5484"/>
              <a:gd name="T115" fmla="*/ 825361 h 5484"/>
              <a:gd name="T116" fmla="*/ 1784114 w 5484"/>
              <a:gd name="T117" fmla="*/ 900046 h 5484"/>
              <a:gd name="T118" fmla="*/ 1713944 w 5484"/>
              <a:gd name="T119" fmla="*/ 944858 h 548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484" h="5484">
                <a:moveTo>
                  <a:pt x="5026" y="1370"/>
                </a:moveTo>
                <a:lnTo>
                  <a:pt x="3081" y="1370"/>
                </a:lnTo>
                <a:lnTo>
                  <a:pt x="3849" y="449"/>
                </a:lnTo>
                <a:lnTo>
                  <a:pt x="3866" y="454"/>
                </a:lnTo>
                <a:lnTo>
                  <a:pt x="3875" y="455"/>
                </a:lnTo>
                <a:lnTo>
                  <a:pt x="3884" y="456"/>
                </a:lnTo>
                <a:lnTo>
                  <a:pt x="3907" y="455"/>
                </a:lnTo>
                <a:lnTo>
                  <a:pt x="3930" y="451"/>
                </a:lnTo>
                <a:lnTo>
                  <a:pt x="3952" y="446"/>
                </a:lnTo>
                <a:lnTo>
                  <a:pt x="3973" y="438"/>
                </a:lnTo>
                <a:lnTo>
                  <a:pt x="3993" y="428"/>
                </a:lnTo>
                <a:lnTo>
                  <a:pt x="4012" y="417"/>
                </a:lnTo>
                <a:lnTo>
                  <a:pt x="4029" y="404"/>
                </a:lnTo>
                <a:lnTo>
                  <a:pt x="4046" y="389"/>
                </a:lnTo>
                <a:lnTo>
                  <a:pt x="4061" y="373"/>
                </a:lnTo>
                <a:lnTo>
                  <a:pt x="4073" y="356"/>
                </a:lnTo>
                <a:lnTo>
                  <a:pt x="4085" y="336"/>
                </a:lnTo>
                <a:lnTo>
                  <a:pt x="4094" y="317"/>
                </a:lnTo>
                <a:lnTo>
                  <a:pt x="4102" y="296"/>
                </a:lnTo>
                <a:lnTo>
                  <a:pt x="4108" y="274"/>
                </a:lnTo>
                <a:lnTo>
                  <a:pt x="4111" y="251"/>
                </a:lnTo>
                <a:lnTo>
                  <a:pt x="4112" y="228"/>
                </a:lnTo>
                <a:lnTo>
                  <a:pt x="4111" y="204"/>
                </a:lnTo>
                <a:lnTo>
                  <a:pt x="4108" y="182"/>
                </a:lnTo>
                <a:lnTo>
                  <a:pt x="4102" y="160"/>
                </a:lnTo>
                <a:lnTo>
                  <a:pt x="4094" y="139"/>
                </a:lnTo>
                <a:lnTo>
                  <a:pt x="4085" y="118"/>
                </a:lnTo>
                <a:lnTo>
                  <a:pt x="4073" y="100"/>
                </a:lnTo>
                <a:lnTo>
                  <a:pt x="4061" y="83"/>
                </a:lnTo>
                <a:lnTo>
                  <a:pt x="4046" y="67"/>
                </a:lnTo>
                <a:lnTo>
                  <a:pt x="4029" y="52"/>
                </a:lnTo>
                <a:lnTo>
                  <a:pt x="4012" y="38"/>
                </a:lnTo>
                <a:lnTo>
                  <a:pt x="3993" y="27"/>
                </a:lnTo>
                <a:lnTo>
                  <a:pt x="3973" y="17"/>
                </a:lnTo>
                <a:lnTo>
                  <a:pt x="3952" y="10"/>
                </a:lnTo>
                <a:lnTo>
                  <a:pt x="3930" y="4"/>
                </a:lnTo>
                <a:lnTo>
                  <a:pt x="3907" y="1"/>
                </a:lnTo>
                <a:lnTo>
                  <a:pt x="3884" y="0"/>
                </a:lnTo>
                <a:lnTo>
                  <a:pt x="3860" y="1"/>
                </a:lnTo>
                <a:lnTo>
                  <a:pt x="3838" y="4"/>
                </a:lnTo>
                <a:lnTo>
                  <a:pt x="3816" y="10"/>
                </a:lnTo>
                <a:lnTo>
                  <a:pt x="3796" y="17"/>
                </a:lnTo>
                <a:lnTo>
                  <a:pt x="3775" y="27"/>
                </a:lnTo>
                <a:lnTo>
                  <a:pt x="3756" y="38"/>
                </a:lnTo>
                <a:lnTo>
                  <a:pt x="3739" y="52"/>
                </a:lnTo>
                <a:lnTo>
                  <a:pt x="3722" y="67"/>
                </a:lnTo>
                <a:lnTo>
                  <a:pt x="3708" y="83"/>
                </a:lnTo>
                <a:lnTo>
                  <a:pt x="3694" y="100"/>
                </a:lnTo>
                <a:lnTo>
                  <a:pt x="3683" y="118"/>
                </a:lnTo>
                <a:lnTo>
                  <a:pt x="3673" y="139"/>
                </a:lnTo>
                <a:lnTo>
                  <a:pt x="3665" y="160"/>
                </a:lnTo>
                <a:lnTo>
                  <a:pt x="3660" y="182"/>
                </a:lnTo>
                <a:lnTo>
                  <a:pt x="3656" y="204"/>
                </a:lnTo>
                <a:lnTo>
                  <a:pt x="3655" y="228"/>
                </a:lnTo>
                <a:lnTo>
                  <a:pt x="3656" y="247"/>
                </a:lnTo>
                <a:lnTo>
                  <a:pt x="3660" y="267"/>
                </a:lnTo>
                <a:lnTo>
                  <a:pt x="3664" y="287"/>
                </a:lnTo>
                <a:lnTo>
                  <a:pt x="3671" y="305"/>
                </a:lnTo>
                <a:lnTo>
                  <a:pt x="2783" y="1370"/>
                </a:lnTo>
                <a:lnTo>
                  <a:pt x="2700" y="1370"/>
                </a:lnTo>
                <a:lnTo>
                  <a:pt x="1813" y="305"/>
                </a:lnTo>
                <a:lnTo>
                  <a:pt x="1818" y="287"/>
                </a:lnTo>
                <a:lnTo>
                  <a:pt x="1823" y="267"/>
                </a:lnTo>
                <a:lnTo>
                  <a:pt x="1826" y="247"/>
                </a:lnTo>
                <a:lnTo>
                  <a:pt x="1828" y="228"/>
                </a:lnTo>
                <a:lnTo>
                  <a:pt x="1826" y="204"/>
                </a:lnTo>
                <a:lnTo>
                  <a:pt x="1823" y="182"/>
                </a:lnTo>
                <a:lnTo>
                  <a:pt x="1817" y="160"/>
                </a:lnTo>
                <a:lnTo>
                  <a:pt x="1809" y="139"/>
                </a:lnTo>
                <a:lnTo>
                  <a:pt x="1800" y="118"/>
                </a:lnTo>
                <a:lnTo>
                  <a:pt x="1788" y="100"/>
                </a:lnTo>
                <a:lnTo>
                  <a:pt x="1776" y="83"/>
                </a:lnTo>
                <a:lnTo>
                  <a:pt x="1761" y="67"/>
                </a:lnTo>
                <a:lnTo>
                  <a:pt x="1745" y="52"/>
                </a:lnTo>
                <a:lnTo>
                  <a:pt x="1727" y="38"/>
                </a:lnTo>
                <a:lnTo>
                  <a:pt x="1708" y="27"/>
                </a:lnTo>
                <a:lnTo>
                  <a:pt x="1688" y="17"/>
                </a:lnTo>
                <a:lnTo>
                  <a:pt x="1667" y="10"/>
                </a:lnTo>
                <a:lnTo>
                  <a:pt x="1646" y="4"/>
                </a:lnTo>
                <a:lnTo>
                  <a:pt x="1622" y="1"/>
                </a:lnTo>
                <a:lnTo>
                  <a:pt x="1599" y="0"/>
                </a:lnTo>
                <a:lnTo>
                  <a:pt x="1575" y="1"/>
                </a:lnTo>
                <a:lnTo>
                  <a:pt x="1553" y="4"/>
                </a:lnTo>
                <a:lnTo>
                  <a:pt x="1531" y="10"/>
                </a:lnTo>
                <a:lnTo>
                  <a:pt x="1510" y="17"/>
                </a:lnTo>
                <a:lnTo>
                  <a:pt x="1490" y="27"/>
                </a:lnTo>
                <a:lnTo>
                  <a:pt x="1472" y="38"/>
                </a:lnTo>
                <a:lnTo>
                  <a:pt x="1454" y="52"/>
                </a:lnTo>
                <a:lnTo>
                  <a:pt x="1437" y="67"/>
                </a:lnTo>
                <a:lnTo>
                  <a:pt x="1423" y="83"/>
                </a:lnTo>
                <a:lnTo>
                  <a:pt x="1409" y="100"/>
                </a:lnTo>
                <a:lnTo>
                  <a:pt x="1398" y="118"/>
                </a:lnTo>
                <a:lnTo>
                  <a:pt x="1389" y="139"/>
                </a:lnTo>
                <a:lnTo>
                  <a:pt x="1381" y="160"/>
                </a:lnTo>
                <a:lnTo>
                  <a:pt x="1375" y="182"/>
                </a:lnTo>
                <a:lnTo>
                  <a:pt x="1371" y="204"/>
                </a:lnTo>
                <a:lnTo>
                  <a:pt x="1370" y="228"/>
                </a:lnTo>
                <a:lnTo>
                  <a:pt x="1371" y="251"/>
                </a:lnTo>
                <a:lnTo>
                  <a:pt x="1375" y="274"/>
                </a:lnTo>
                <a:lnTo>
                  <a:pt x="1381" y="296"/>
                </a:lnTo>
                <a:lnTo>
                  <a:pt x="1389" y="317"/>
                </a:lnTo>
                <a:lnTo>
                  <a:pt x="1398" y="336"/>
                </a:lnTo>
                <a:lnTo>
                  <a:pt x="1409" y="356"/>
                </a:lnTo>
                <a:lnTo>
                  <a:pt x="1423" y="373"/>
                </a:lnTo>
                <a:lnTo>
                  <a:pt x="1437" y="389"/>
                </a:lnTo>
                <a:lnTo>
                  <a:pt x="1454" y="404"/>
                </a:lnTo>
                <a:lnTo>
                  <a:pt x="1472" y="417"/>
                </a:lnTo>
                <a:lnTo>
                  <a:pt x="1490" y="428"/>
                </a:lnTo>
                <a:lnTo>
                  <a:pt x="1510" y="438"/>
                </a:lnTo>
                <a:lnTo>
                  <a:pt x="1531" y="446"/>
                </a:lnTo>
                <a:lnTo>
                  <a:pt x="1553" y="451"/>
                </a:lnTo>
                <a:lnTo>
                  <a:pt x="1575" y="455"/>
                </a:lnTo>
                <a:lnTo>
                  <a:pt x="1599" y="456"/>
                </a:lnTo>
                <a:lnTo>
                  <a:pt x="1609" y="455"/>
                </a:lnTo>
                <a:lnTo>
                  <a:pt x="1617" y="454"/>
                </a:lnTo>
                <a:lnTo>
                  <a:pt x="1634" y="449"/>
                </a:lnTo>
                <a:lnTo>
                  <a:pt x="2403" y="1370"/>
                </a:lnTo>
                <a:lnTo>
                  <a:pt x="456" y="1370"/>
                </a:lnTo>
                <a:lnTo>
                  <a:pt x="433" y="1371"/>
                </a:lnTo>
                <a:lnTo>
                  <a:pt x="410" y="1372"/>
                </a:lnTo>
                <a:lnTo>
                  <a:pt x="387" y="1376"/>
                </a:lnTo>
                <a:lnTo>
                  <a:pt x="364" y="1379"/>
                </a:lnTo>
                <a:lnTo>
                  <a:pt x="342" y="1385"/>
                </a:lnTo>
                <a:lnTo>
                  <a:pt x="320" y="1391"/>
                </a:lnTo>
                <a:lnTo>
                  <a:pt x="300" y="1397"/>
                </a:lnTo>
                <a:lnTo>
                  <a:pt x="279" y="1406"/>
                </a:lnTo>
                <a:lnTo>
                  <a:pt x="258" y="1415"/>
                </a:lnTo>
                <a:lnTo>
                  <a:pt x="239" y="1425"/>
                </a:lnTo>
                <a:lnTo>
                  <a:pt x="220" y="1437"/>
                </a:lnTo>
                <a:lnTo>
                  <a:pt x="201" y="1448"/>
                </a:lnTo>
                <a:lnTo>
                  <a:pt x="183" y="1461"/>
                </a:lnTo>
                <a:lnTo>
                  <a:pt x="166" y="1475"/>
                </a:lnTo>
                <a:lnTo>
                  <a:pt x="150" y="1489"/>
                </a:lnTo>
                <a:lnTo>
                  <a:pt x="134" y="1504"/>
                </a:lnTo>
                <a:lnTo>
                  <a:pt x="119" y="1520"/>
                </a:lnTo>
                <a:lnTo>
                  <a:pt x="104" y="1537"/>
                </a:lnTo>
                <a:lnTo>
                  <a:pt x="90" y="1554"/>
                </a:lnTo>
                <a:lnTo>
                  <a:pt x="77" y="1571"/>
                </a:lnTo>
                <a:lnTo>
                  <a:pt x="66" y="1590"/>
                </a:lnTo>
                <a:lnTo>
                  <a:pt x="54" y="1610"/>
                </a:lnTo>
                <a:lnTo>
                  <a:pt x="45" y="1629"/>
                </a:lnTo>
                <a:lnTo>
                  <a:pt x="36" y="1649"/>
                </a:lnTo>
                <a:lnTo>
                  <a:pt x="28" y="1669"/>
                </a:lnTo>
                <a:lnTo>
                  <a:pt x="20" y="1691"/>
                </a:lnTo>
                <a:lnTo>
                  <a:pt x="14" y="1713"/>
                </a:lnTo>
                <a:lnTo>
                  <a:pt x="9" y="1735"/>
                </a:lnTo>
                <a:lnTo>
                  <a:pt x="5" y="1757"/>
                </a:lnTo>
                <a:lnTo>
                  <a:pt x="2" y="1780"/>
                </a:lnTo>
                <a:lnTo>
                  <a:pt x="0" y="1803"/>
                </a:lnTo>
                <a:lnTo>
                  <a:pt x="0" y="1827"/>
                </a:lnTo>
                <a:lnTo>
                  <a:pt x="0" y="5026"/>
                </a:lnTo>
                <a:lnTo>
                  <a:pt x="0" y="5049"/>
                </a:lnTo>
                <a:lnTo>
                  <a:pt x="2" y="5073"/>
                </a:lnTo>
                <a:lnTo>
                  <a:pt x="5" y="5095"/>
                </a:lnTo>
                <a:lnTo>
                  <a:pt x="9" y="5118"/>
                </a:lnTo>
                <a:lnTo>
                  <a:pt x="14" y="5140"/>
                </a:lnTo>
                <a:lnTo>
                  <a:pt x="20" y="5162"/>
                </a:lnTo>
                <a:lnTo>
                  <a:pt x="28" y="5183"/>
                </a:lnTo>
                <a:lnTo>
                  <a:pt x="36" y="5204"/>
                </a:lnTo>
                <a:lnTo>
                  <a:pt x="45" y="5224"/>
                </a:lnTo>
                <a:lnTo>
                  <a:pt x="54" y="5244"/>
                </a:lnTo>
                <a:lnTo>
                  <a:pt x="66" y="5263"/>
                </a:lnTo>
                <a:lnTo>
                  <a:pt x="77" y="5282"/>
                </a:lnTo>
                <a:lnTo>
                  <a:pt x="90" y="5299"/>
                </a:lnTo>
                <a:lnTo>
                  <a:pt x="104" y="5316"/>
                </a:lnTo>
                <a:lnTo>
                  <a:pt x="119" y="5334"/>
                </a:lnTo>
                <a:lnTo>
                  <a:pt x="134" y="5349"/>
                </a:lnTo>
                <a:lnTo>
                  <a:pt x="150" y="5365"/>
                </a:lnTo>
                <a:lnTo>
                  <a:pt x="166" y="5379"/>
                </a:lnTo>
                <a:lnTo>
                  <a:pt x="183" y="5393"/>
                </a:lnTo>
                <a:lnTo>
                  <a:pt x="201" y="5405"/>
                </a:lnTo>
                <a:lnTo>
                  <a:pt x="220" y="5417"/>
                </a:lnTo>
                <a:lnTo>
                  <a:pt x="239" y="5428"/>
                </a:lnTo>
                <a:lnTo>
                  <a:pt x="258" y="5437"/>
                </a:lnTo>
                <a:lnTo>
                  <a:pt x="279" y="5447"/>
                </a:lnTo>
                <a:lnTo>
                  <a:pt x="300" y="5456"/>
                </a:lnTo>
                <a:lnTo>
                  <a:pt x="320" y="5463"/>
                </a:lnTo>
                <a:lnTo>
                  <a:pt x="342" y="5469"/>
                </a:lnTo>
                <a:lnTo>
                  <a:pt x="364" y="5474"/>
                </a:lnTo>
                <a:lnTo>
                  <a:pt x="387" y="5478"/>
                </a:lnTo>
                <a:lnTo>
                  <a:pt x="410" y="5481"/>
                </a:lnTo>
                <a:lnTo>
                  <a:pt x="433" y="5482"/>
                </a:lnTo>
                <a:lnTo>
                  <a:pt x="456" y="5484"/>
                </a:lnTo>
                <a:lnTo>
                  <a:pt x="5026" y="5484"/>
                </a:lnTo>
                <a:lnTo>
                  <a:pt x="5050" y="5482"/>
                </a:lnTo>
                <a:lnTo>
                  <a:pt x="5073" y="5481"/>
                </a:lnTo>
                <a:lnTo>
                  <a:pt x="5096" y="5478"/>
                </a:lnTo>
                <a:lnTo>
                  <a:pt x="5118" y="5474"/>
                </a:lnTo>
                <a:lnTo>
                  <a:pt x="5140" y="5469"/>
                </a:lnTo>
                <a:lnTo>
                  <a:pt x="5162" y="5463"/>
                </a:lnTo>
                <a:lnTo>
                  <a:pt x="5184" y="5456"/>
                </a:lnTo>
                <a:lnTo>
                  <a:pt x="5205" y="5447"/>
                </a:lnTo>
                <a:lnTo>
                  <a:pt x="5224" y="5437"/>
                </a:lnTo>
                <a:lnTo>
                  <a:pt x="5244" y="5428"/>
                </a:lnTo>
                <a:lnTo>
                  <a:pt x="5263" y="5417"/>
                </a:lnTo>
                <a:lnTo>
                  <a:pt x="5282" y="5405"/>
                </a:lnTo>
                <a:lnTo>
                  <a:pt x="5299" y="5393"/>
                </a:lnTo>
                <a:lnTo>
                  <a:pt x="5316" y="5379"/>
                </a:lnTo>
                <a:lnTo>
                  <a:pt x="5334" y="5365"/>
                </a:lnTo>
                <a:lnTo>
                  <a:pt x="5350" y="5349"/>
                </a:lnTo>
                <a:lnTo>
                  <a:pt x="5365" y="5334"/>
                </a:lnTo>
                <a:lnTo>
                  <a:pt x="5379" y="5316"/>
                </a:lnTo>
                <a:lnTo>
                  <a:pt x="5393" y="5299"/>
                </a:lnTo>
                <a:lnTo>
                  <a:pt x="5405" y="5282"/>
                </a:lnTo>
                <a:lnTo>
                  <a:pt x="5417" y="5263"/>
                </a:lnTo>
                <a:lnTo>
                  <a:pt x="5428" y="5244"/>
                </a:lnTo>
                <a:lnTo>
                  <a:pt x="5439" y="5224"/>
                </a:lnTo>
                <a:lnTo>
                  <a:pt x="5448" y="5204"/>
                </a:lnTo>
                <a:lnTo>
                  <a:pt x="5456" y="5183"/>
                </a:lnTo>
                <a:lnTo>
                  <a:pt x="5463" y="5162"/>
                </a:lnTo>
                <a:lnTo>
                  <a:pt x="5469" y="5140"/>
                </a:lnTo>
                <a:lnTo>
                  <a:pt x="5474" y="5118"/>
                </a:lnTo>
                <a:lnTo>
                  <a:pt x="5478" y="5095"/>
                </a:lnTo>
                <a:lnTo>
                  <a:pt x="5481" y="5073"/>
                </a:lnTo>
                <a:lnTo>
                  <a:pt x="5482" y="5049"/>
                </a:lnTo>
                <a:lnTo>
                  <a:pt x="5484" y="5026"/>
                </a:lnTo>
                <a:lnTo>
                  <a:pt x="5484" y="1827"/>
                </a:lnTo>
                <a:lnTo>
                  <a:pt x="5482" y="1803"/>
                </a:lnTo>
                <a:lnTo>
                  <a:pt x="5481" y="1780"/>
                </a:lnTo>
                <a:lnTo>
                  <a:pt x="5478" y="1757"/>
                </a:lnTo>
                <a:lnTo>
                  <a:pt x="5474" y="1735"/>
                </a:lnTo>
                <a:lnTo>
                  <a:pt x="5469" y="1713"/>
                </a:lnTo>
                <a:lnTo>
                  <a:pt x="5463" y="1691"/>
                </a:lnTo>
                <a:lnTo>
                  <a:pt x="5456" y="1669"/>
                </a:lnTo>
                <a:lnTo>
                  <a:pt x="5448" y="1649"/>
                </a:lnTo>
                <a:lnTo>
                  <a:pt x="5439" y="1629"/>
                </a:lnTo>
                <a:lnTo>
                  <a:pt x="5428" y="1610"/>
                </a:lnTo>
                <a:lnTo>
                  <a:pt x="5417" y="1590"/>
                </a:lnTo>
                <a:lnTo>
                  <a:pt x="5405" y="1571"/>
                </a:lnTo>
                <a:lnTo>
                  <a:pt x="5393" y="1554"/>
                </a:lnTo>
                <a:lnTo>
                  <a:pt x="5379" y="1537"/>
                </a:lnTo>
                <a:lnTo>
                  <a:pt x="5365" y="1520"/>
                </a:lnTo>
                <a:lnTo>
                  <a:pt x="5350" y="1504"/>
                </a:lnTo>
                <a:lnTo>
                  <a:pt x="5334" y="1489"/>
                </a:lnTo>
                <a:lnTo>
                  <a:pt x="5316" y="1475"/>
                </a:lnTo>
                <a:lnTo>
                  <a:pt x="5299" y="1461"/>
                </a:lnTo>
                <a:lnTo>
                  <a:pt x="5282" y="1448"/>
                </a:lnTo>
                <a:lnTo>
                  <a:pt x="5263" y="1437"/>
                </a:lnTo>
                <a:lnTo>
                  <a:pt x="5244" y="1425"/>
                </a:lnTo>
                <a:lnTo>
                  <a:pt x="5224" y="1415"/>
                </a:lnTo>
                <a:lnTo>
                  <a:pt x="5205" y="1406"/>
                </a:lnTo>
                <a:lnTo>
                  <a:pt x="5184" y="1397"/>
                </a:lnTo>
                <a:lnTo>
                  <a:pt x="5162" y="1391"/>
                </a:lnTo>
                <a:lnTo>
                  <a:pt x="5140" y="1385"/>
                </a:lnTo>
                <a:lnTo>
                  <a:pt x="5118" y="1379"/>
                </a:lnTo>
                <a:lnTo>
                  <a:pt x="5096" y="1376"/>
                </a:lnTo>
                <a:lnTo>
                  <a:pt x="5073" y="1372"/>
                </a:lnTo>
                <a:lnTo>
                  <a:pt x="5050" y="1371"/>
                </a:lnTo>
                <a:lnTo>
                  <a:pt x="5026" y="1370"/>
                </a:lnTo>
                <a:close/>
                <a:moveTo>
                  <a:pt x="4112" y="4569"/>
                </a:moveTo>
                <a:lnTo>
                  <a:pt x="4112" y="4569"/>
                </a:lnTo>
                <a:lnTo>
                  <a:pt x="4111" y="4593"/>
                </a:lnTo>
                <a:lnTo>
                  <a:pt x="4110" y="4616"/>
                </a:lnTo>
                <a:lnTo>
                  <a:pt x="4107" y="4639"/>
                </a:lnTo>
                <a:lnTo>
                  <a:pt x="4103" y="4661"/>
                </a:lnTo>
                <a:lnTo>
                  <a:pt x="4097" y="4683"/>
                </a:lnTo>
                <a:lnTo>
                  <a:pt x="4092" y="4705"/>
                </a:lnTo>
                <a:lnTo>
                  <a:pt x="4085" y="4727"/>
                </a:lnTo>
                <a:lnTo>
                  <a:pt x="4077" y="4747"/>
                </a:lnTo>
                <a:lnTo>
                  <a:pt x="4067" y="4767"/>
                </a:lnTo>
                <a:lnTo>
                  <a:pt x="4057" y="4786"/>
                </a:lnTo>
                <a:lnTo>
                  <a:pt x="4047" y="4806"/>
                </a:lnTo>
                <a:lnTo>
                  <a:pt x="4034" y="4824"/>
                </a:lnTo>
                <a:lnTo>
                  <a:pt x="4021" y="4843"/>
                </a:lnTo>
                <a:lnTo>
                  <a:pt x="4008" y="4860"/>
                </a:lnTo>
                <a:lnTo>
                  <a:pt x="3994" y="4876"/>
                </a:lnTo>
                <a:lnTo>
                  <a:pt x="3979" y="4892"/>
                </a:lnTo>
                <a:lnTo>
                  <a:pt x="3963" y="4907"/>
                </a:lnTo>
                <a:lnTo>
                  <a:pt x="3946" y="4921"/>
                </a:lnTo>
                <a:lnTo>
                  <a:pt x="3929" y="4935"/>
                </a:lnTo>
                <a:lnTo>
                  <a:pt x="3911" y="4948"/>
                </a:lnTo>
                <a:lnTo>
                  <a:pt x="3892" y="4960"/>
                </a:lnTo>
                <a:lnTo>
                  <a:pt x="3873" y="4971"/>
                </a:lnTo>
                <a:lnTo>
                  <a:pt x="3853" y="4981"/>
                </a:lnTo>
                <a:lnTo>
                  <a:pt x="3834" y="4990"/>
                </a:lnTo>
                <a:lnTo>
                  <a:pt x="3813" y="4998"/>
                </a:lnTo>
                <a:lnTo>
                  <a:pt x="3791" y="5005"/>
                </a:lnTo>
                <a:lnTo>
                  <a:pt x="3769" y="5011"/>
                </a:lnTo>
                <a:lnTo>
                  <a:pt x="3747" y="5017"/>
                </a:lnTo>
                <a:lnTo>
                  <a:pt x="3725" y="5020"/>
                </a:lnTo>
                <a:lnTo>
                  <a:pt x="3702" y="5024"/>
                </a:lnTo>
                <a:lnTo>
                  <a:pt x="3679" y="5025"/>
                </a:lnTo>
                <a:lnTo>
                  <a:pt x="3655" y="5026"/>
                </a:lnTo>
                <a:lnTo>
                  <a:pt x="914" y="5026"/>
                </a:lnTo>
                <a:lnTo>
                  <a:pt x="890" y="5025"/>
                </a:lnTo>
                <a:lnTo>
                  <a:pt x="867" y="5024"/>
                </a:lnTo>
                <a:lnTo>
                  <a:pt x="844" y="5020"/>
                </a:lnTo>
                <a:lnTo>
                  <a:pt x="822" y="5017"/>
                </a:lnTo>
                <a:lnTo>
                  <a:pt x="800" y="5011"/>
                </a:lnTo>
                <a:lnTo>
                  <a:pt x="778" y="5005"/>
                </a:lnTo>
                <a:lnTo>
                  <a:pt x="756" y="4998"/>
                </a:lnTo>
                <a:lnTo>
                  <a:pt x="735" y="4990"/>
                </a:lnTo>
                <a:lnTo>
                  <a:pt x="716" y="4981"/>
                </a:lnTo>
                <a:lnTo>
                  <a:pt x="696" y="4971"/>
                </a:lnTo>
                <a:lnTo>
                  <a:pt x="677" y="4960"/>
                </a:lnTo>
                <a:lnTo>
                  <a:pt x="658" y="4948"/>
                </a:lnTo>
                <a:lnTo>
                  <a:pt x="640" y="4935"/>
                </a:lnTo>
                <a:lnTo>
                  <a:pt x="624" y="4921"/>
                </a:lnTo>
                <a:lnTo>
                  <a:pt x="606" y="4907"/>
                </a:lnTo>
                <a:lnTo>
                  <a:pt x="590" y="4892"/>
                </a:lnTo>
                <a:lnTo>
                  <a:pt x="575" y="4876"/>
                </a:lnTo>
                <a:lnTo>
                  <a:pt x="561" y="4860"/>
                </a:lnTo>
                <a:lnTo>
                  <a:pt x="547" y="4843"/>
                </a:lnTo>
                <a:lnTo>
                  <a:pt x="535" y="4824"/>
                </a:lnTo>
                <a:lnTo>
                  <a:pt x="523" y="4806"/>
                </a:lnTo>
                <a:lnTo>
                  <a:pt x="512" y="4786"/>
                </a:lnTo>
                <a:lnTo>
                  <a:pt x="501" y="4767"/>
                </a:lnTo>
                <a:lnTo>
                  <a:pt x="492" y="4747"/>
                </a:lnTo>
                <a:lnTo>
                  <a:pt x="484" y="4727"/>
                </a:lnTo>
                <a:lnTo>
                  <a:pt x="477" y="4705"/>
                </a:lnTo>
                <a:lnTo>
                  <a:pt x="471" y="4683"/>
                </a:lnTo>
                <a:lnTo>
                  <a:pt x="466" y="4661"/>
                </a:lnTo>
                <a:lnTo>
                  <a:pt x="462" y="4639"/>
                </a:lnTo>
                <a:lnTo>
                  <a:pt x="459" y="4616"/>
                </a:lnTo>
                <a:lnTo>
                  <a:pt x="458" y="4593"/>
                </a:lnTo>
                <a:lnTo>
                  <a:pt x="456" y="4569"/>
                </a:lnTo>
                <a:lnTo>
                  <a:pt x="456" y="2284"/>
                </a:lnTo>
                <a:lnTo>
                  <a:pt x="458" y="2261"/>
                </a:lnTo>
                <a:lnTo>
                  <a:pt x="459" y="2238"/>
                </a:lnTo>
                <a:lnTo>
                  <a:pt x="462" y="2214"/>
                </a:lnTo>
                <a:lnTo>
                  <a:pt x="466" y="2193"/>
                </a:lnTo>
                <a:lnTo>
                  <a:pt x="471" y="2170"/>
                </a:lnTo>
                <a:lnTo>
                  <a:pt x="477" y="2148"/>
                </a:lnTo>
                <a:lnTo>
                  <a:pt x="484" y="2127"/>
                </a:lnTo>
                <a:lnTo>
                  <a:pt x="492" y="2106"/>
                </a:lnTo>
                <a:lnTo>
                  <a:pt x="501" y="2085"/>
                </a:lnTo>
                <a:lnTo>
                  <a:pt x="512" y="2066"/>
                </a:lnTo>
                <a:lnTo>
                  <a:pt x="523" y="2047"/>
                </a:lnTo>
                <a:lnTo>
                  <a:pt x="535" y="2029"/>
                </a:lnTo>
                <a:lnTo>
                  <a:pt x="547" y="2011"/>
                </a:lnTo>
                <a:lnTo>
                  <a:pt x="561" y="1993"/>
                </a:lnTo>
                <a:lnTo>
                  <a:pt x="575" y="1977"/>
                </a:lnTo>
                <a:lnTo>
                  <a:pt x="590" y="1961"/>
                </a:lnTo>
                <a:lnTo>
                  <a:pt x="606" y="1946"/>
                </a:lnTo>
                <a:lnTo>
                  <a:pt x="624" y="1931"/>
                </a:lnTo>
                <a:lnTo>
                  <a:pt x="640" y="1918"/>
                </a:lnTo>
                <a:lnTo>
                  <a:pt x="658" y="1906"/>
                </a:lnTo>
                <a:lnTo>
                  <a:pt x="677" y="1893"/>
                </a:lnTo>
                <a:lnTo>
                  <a:pt x="696" y="1883"/>
                </a:lnTo>
                <a:lnTo>
                  <a:pt x="716" y="1872"/>
                </a:lnTo>
                <a:lnTo>
                  <a:pt x="735" y="1863"/>
                </a:lnTo>
                <a:lnTo>
                  <a:pt x="756" y="1855"/>
                </a:lnTo>
                <a:lnTo>
                  <a:pt x="778" y="1848"/>
                </a:lnTo>
                <a:lnTo>
                  <a:pt x="800" y="1841"/>
                </a:lnTo>
                <a:lnTo>
                  <a:pt x="822" y="1837"/>
                </a:lnTo>
                <a:lnTo>
                  <a:pt x="844" y="1832"/>
                </a:lnTo>
                <a:lnTo>
                  <a:pt x="867" y="1830"/>
                </a:lnTo>
                <a:lnTo>
                  <a:pt x="890" y="1827"/>
                </a:lnTo>
                <a:lnTo>
                  <a:pt x="914" y="1827"/>
                </a:lnTo>
                <a:lnTo>
                  <a:pt x="3655" y="1827"/>
                </a:lnTo>
                <a:lnTo>
                  <a:pt x="3679" y="1827"/>
                </a:lnTo>
                <a:lnTo>
                  <a:pt x="3702" y="1830"/>
                </a:lnTo>
                <a:lnTo>
                  <a:pt x="3725" y="1832"/>
                </a:lnTo>
                <a:lnTo>
                  <a:pt x="3747" y="1837"/>
                </a:lnTo>
                <a:lnTo>
                  <a:pt x="3769" y="1841"/>
                </a:lnTo>
                <a:lnTo>
                  <a:pt x="3791" y="1848"/>
                </a:lnTo>
                <a:lnTo>
                  <a:pt x="3813" y="1855"/>
                </a:lnTo>
                <a:lnTo>
                  <a:pt x="3834" y="1863"/>
                </a:lnTo>
                <a:lnTo>
                  <a:pt x="3853" y="1872"/>
                </a:lnTo>
                <a:lnTo>
                  <a:pt x="3873" y="1883"/>
                </a:lnTo>
                <a:lnTo>
                  <a:pt x="3892" y="1893"/>
                </a:lnTo>
                <a:lnTo>
                  <a:pt x="3911" y="1906"/>
                </a:lnTo>
                <a:lnTo>
                  <a:pt x="3929" y="1918"/>
                </a:lnTo>
                <a:lnTo>
                  <a:pt x="3946" y="1931"/>
                </a:lnTo>
                <a:lnTo>
                  <a:pt x="3963" y="1946"/>
                </a:lnTo>
                <a:lnTo>
                  <a:pt x="3979" y="1961"/>
                </a:lnTo>
                <a:lnTo>
                  <a:pt x="3994" y="1977"/>
                </a:lnTo>
                <a:lnTo>
                  <a:pt x="4008" y="1993"/>
                </a:lnTo>
                <a:lnTo>
                  <a:pt x="4021" y="2011"/>
                </a:lnTo>
                <a:lnTo>
                  <a:pt x="4034" y="2029"/>
                </a:lnTo>
                <a:lnTo>
                  <a:pt x="4047" y="2047"/>
                </a:lnTo>
                <a:lnTo>
                  <a:pt x="4057" y="2066"/>
                </a:lnTo>
                <a:lnTo>
                  <a:pt x="4067" y="2085"/>
                </a:lnTo>
                <a:lnTo>
                  <a:pt x="4077" y="2106"/>
                </a:lnTo>
                <a:lnTo>
                  <a:pt x="4085" y="2127"/>
                </a:lnTo>
                <a:lnTo>
                  <a:pt x="4092" y="2148"/>
                </a:lnTo>
                <a:lnTo>
                  <a:pt x="4097" y="2170"/>
                </a:lnTo>
                <a:lnTo>
                  <a:pt x="4103" y="2193"/>
                </a:lnTo>
                <a:lnTo>
                  <a:pt x="4107" y="2214"/>
                </a:lnTo>
                <a:lnTo>
                  <a:pt x="4110" y="2238"/>
                </a:lnTo>
                <a:lnTo>
                  <a:pt x="4111" y="2261"/>
                </a:lnTo>
                <a:lnTo>
                  <a:pt x="4112" y="2284"/>
                </a:lnTo>
                <a:lnTo>
                  <a:pt x="4112" y="4569"/>
                </a:lnTo>
                <a:close/>
                <a:moveTo>
                  <a:pt x="4798" y="3884"/>
                </a:moveTo>
                <a:lnTo>
                  <a:pt x="4798" y="3884"/>
                </a:lnTo>
                <a:lnTo>
                  <a:pt x="4774" y="3883"/>
                </a:lnTo>
                <a:lnTo>
                  <a:pt x="4751" y="3881"/>
                </a:lnTo>
                <a:lnTo>
                  <a:pt x="4728" y="3878"/>
                </a:lnTo>
                <a:lnTo>
                  <a:pt x="4706" y="3874"/>
                </a:lnTo>
                <a:lnTo>
                  <a:pt x="4684" y="3869"/>
                </a:lnTo>
                <a:lnTo>
                  <a:pt x="4662" y="3863"/>
                </a:lnTo>
                <a:lnTo>
                  <a:pt x="4641" y="3855"/>
                </a:lnTo>
                <a:lnTo>
                  <a:pt x="4619" y="3847"/>
                </a:lnTo>
                <a:lnTo>
                  <a:pt x="4600" y="3838"/>
                </a:lnTo>
                <a:lnTo>
                  <a:pt x="4580" y="3829"/>
                </a:lnTo>
                <a:lnTo>
                  <a:pt x="4561" y="3817"/>
                </a:lnTo>
                <a:lnTo>
                  <a:pt x="4542" y="3806"/>
                </a:lnTo>
                <a:lnTo>
                  <a:pt x="4525" y="3793"/>
                </a:lnTo>
                <a:lnTo>
                  <a:pt x="4508" y="3779"/>
                </a:lnTo>
                <a:lnTo>
                  <a:pt x="4490" y="3764"/>
                </a:lnTo>
                <a:lnTo>
                  <a:pt x="4474" y="3749"/>
                </a:lnTo>
                <a:lnTo>
                  <a:pt x="4459" y="3734"/>
                </a:lnTo>
                <a:lnTo>
                  <a:pt x="4445" y="3717"/>
                </a:lnTo>
                <a:lnTo>
                  <a:pt x="4432" y="3700"/>
                </a:lnTo>
                <a:lnTo>
                  <a:pt x="4419" y="3683"/>
                </a:lnTo>
                <a:lnTo>
                  <a:pt x="4407" y="3664"/>
                </a:lnTo>
                <a:lnTo>
                  <a:pt x="4396" y="3644"/>
                </a:lnTo>
                <a:lnTo>
                  <a:pt x="4385" y="3625"/>
                </a:lnTo>
                <a:lnTo>
                  <a:pt x="4376" y="3604"/>
                </a:lnTo>
                <a:lnTo>
                  <a:pt x="4368" y="3583"/>
                </a:lnTo>
                <a:lnTo>
                  <a:pt x="4361" y="3563"/>
                </a:lnTo>
                <a:lnTo>
                  <a:pt x="4356" y="3541"/>
                </a:lnTo>
                <a:lnTo>
                  <a:pt x="4350" y="3519"/>
                </a:lnTo>
                <a:lnTo>
                  <a:pt x="4346" y="3496"/>
                </a:lnTo>
                <a:lnTo>
                  <a:pt x="4343" y="3473"/>
                </a:lnTo>
                <a:lnTo>
                  <a:pt x="4342" y="3450"/>
                </a:lnTo>
                <a:lnTo>
                  <a:pt x="4341" y="3427"/>
                </a:lnTo>
                <a:lnTo>
                  <a:pt x="4342" y="3403"/>
                </a:lnTo>
                <a:lnTo>
                  <a:pt x="4343" y="3379"/>
                </a:lnTo>
                <a:lnTo>
                  <a:pt x="4346" y="3358"/>
                </a:lnTo>
                <a:lnTo>
                  <a:pt x="4350" y="3335"/>
                </a:lnTo>
                <a:lnTo>
                  <a:pt x="4356" y="3313"/>
                </a:lnTo>
                <a:lnTo>
                  <a:pt x="4361" y="3291"/>
                </a:lnTo>
                <a:lnTo>
                  <a:pt x="4368" y="3270"/>
                </a:lnTo>
                <a:lnTo>
                  <a:pt x="4376" y="3249"/>
                </a:lnTo>
                <a:lnTo>
                  <a:pt x="4385" y="3229"/>
                </a:lnTo>
                <a:lnTo>
                  <a:pt x="4396" y="3209"/>
                </a:lnTo>
                <a:lnTo>
                  <a:pt x="4407" y="3189"/>
                </a:lnTo>
                <a:lnTo>
                  <a:pt x="4419" y="3171"/>
                </a:lnTo>
                <a:lnTo>
                  <a:pt x="4432" y="3154"/>
                </a:lnTo>
                <a:lnTo>
                  <a:pt x="4445" y="3136"/>
                </a:lnTo>
                <a:lnTo>
                  <a:pt x="4459" y="3119"/>
                </a:lnTo>
                <a:lnTo>
                  <a:pt x="4474" y="3104"/>
                </a:lnTo>
                <a:lnTo>
                  <a:pt x="4490" y="3088"/>
                </a:lnTo>
                <a:lnTo>
                  <a:pt x="4508" y="3074"/>
                </a:lnTo>
                <a:lnTo>
                  <a:pt x="4525" y="3060"/>
                </a:lnTo>
                <a:lnTo>
                  <a:pt x="4542" y="3048"/>
                </a:lnTo>
                <a:lnTo>
                  <a:pt x="4561" y="3036"/>
                </a:lnTo>
                <a:lnTo>
                  <a:pt x="4580" y="3025"/>
                </a:lnTo>
                <a:lnTo>
                  <a:pt x="4600" y="3014"/>
                </a:lnTo>
                <a:lnTo>
                  <a:pt x="4619" y="3005"/>
                </a:lnTo>
                <a:lnTo>
                  <a:pt x="4641" y="2997"/>
                </a:lnTo>
                <a:lnTo>
                  <a:pt x="4662" y="2990"/>
                </a:lnTo>
                <a:lnTo>
                  <a:pt x="4684" y="2984"/>
                </a:lnTo>
                <a:lnTo>
                  <a:pt x="4706" y="2978"/>
                </a:lnTo>
                <a:lnTo>
                  <a:pt x="4728" y="2975"/>
                </a:lnTo>
                <a:lnTo>
                  <a:pt x="4751" y="2972"/>
                </a:lnTo>
                <a:lnTo>
                  <a:pt x="4774" y="2970"/>
                </a:lnTo>
                <a:lnTo>
                  <a:pt x="4798" y="2969"/>
                </a:lnTo>
                <a:lnTo>
                  <a:pt x="4821" y="2970"/>
                </a:lnTo>
                <a:lnTo>
                  <a:pt x="4844" y="2972"/>
                </a:lnTo>
                <a:lnTo>
                  <a:pt x="4867" y="2975"/>
                </a:lnTo>
                <a:lnTo>
                  <a:pt x="4890" y="2978"/>
                </a:lnTo>
                <a:lnTo>
                  <a:pt x="4912" y="2984"/>
                </a:lnTo>
                <a:lnTo>
                  <a:pt x="4934" y="2990"/>
                </a:lnTo>
                <a:lnTo>
                  <a:pt x="4955" y="2997"/>
                </a:lnTo>
                <a:lnTo>
                  <a:pt x="4975" y="3005"/>
                </a:lnTo>
                <a:lnTo>
                  <a:pt x="4996" y="3014"/>
                </a:lnTo>
                <a:lnTo>
                  <a:pt x="5016" y="3025"/>
                </a:lnTo>
                <a:lnTo>
                  <a:pt x="5035" y="3036"/>
                </a:lnTo>
                <a:lnTo>
                  <a:pt x="5054" y="3048"/>
                </a:lnTo>
                <a:lnTo>
                  <a:pt x="5071" y="3060"/>
                </a:lnTo>
                <a:lnTo>
                  <a:pt x="5088" y="3074"/>
                </a:lnTo>
                <a:lnTo>
                  <a:pt x="5106" y="3088"/>
                </a:lnTo>
                <a:lnTo>
                  <a:pt x="5121" y="3104"/>
                </a:lnTo>
                <a:lnTo>
                  <a:pt x="5136" y="3119"/>
                </a:lnTo>
                <a:lnTo>
                  <a:pt x="5151" y="3136"/>
                </a:lnTo>
                <a:lnTo>
                  <a:pt x="5164" y="3154"/>
                </a:lnTo>
                <a:lnTo>
                  <a:pt x="5177" y="3171"/>
                </a:lnTo>
                <a:lnTo>
                  <a:pt x="5189" y="3189"/>
                </a:lnTo>
                <a:lnTo>
                  <a:pt x="5200" y="3209"/>
                </a:lnTo>
                <a:lnTo>
                  <a:pt x="5209" y="3229"/>
                </a:lnTo>
                <a:lnTo>
                  <a:pt x="5219" y="3249"/>
                </a:lnTo>
                <a:lnTo>
                  <a:pt x="5227" y="3270"/>
                </a:lnTo>
                <a:lnTo>
                  <a:pt x="5235" y="3291"/>
                </a:lnTo>
                <a:lnTo>
                  <a:pt x="5240" y="3313"/>
                </a:lnTo>
                <a:lnTo>
                  <a:pt x="5245" y="3335"/>
                </a:lnTo>
                <a:lnTo>
                  <a:pt x="5250" y="3358"/>
                </a:lnTo>
                <a:lnTo>
                  <a:pt x="5252" y="3379"/>
                </a:lnTo>
                <a:lnTo>
                  <a:pt x="5254" y="3403"/>
                </a:lnTo>
                <a:lnTo>
                  <a:pt x="5254" y="3427"/>
                </a:lnTo>
                <a:lnTo>
                  <a:pt x="5254" y="3450"/>
                </a:lnTo>
                <a:lnTo>
                  <a:pt x="5252" y="3473"/>
                </a:lnTo>
                <a:lnTo>
                  <a:pt x="5250" y="3496"/>
                </a:lnTo>
                <a:lnTo>
                  <a:pt x="5245" y="3519"/>
                </a:lnTo>
                <a:lnTo>
                  <a:pt x="5240" y="3541"/>
                </a:lnTo>
                <a:lnTo>
                  <a:pt x="5235" y="3563"/>
                </a:lnTo>
                <a:lnTo>
                  <a:pt x="5227" y="3583"/>
                </a:lnTo>
                <a:lnTo>
                  <a:pt x="5219" y="3604"/>
                </a:lnTo>
                <a:lnTo>
                  <a:pt x="5209" y="3625"/>
                </a:lnTo>
                <a:lnTo>
                  <a:pt x="5200" y="3644"/>
                </a:lnTo>
                <a:lnTo>
                  <a:pt x="5189" y="3664"/>
                </a:lnTo>
                <a:lnTo>
                  <a:pt x="5177" y="3683"/>
                </a:lnTo>
                <a:lnTo>
                  <a:pt x="5164" y="3700"/>
                </a:lnTo>
                <a:lnTo>
                  <a:pt x="5151" y="3717"/>
                </a:lnTo>
                <a:lnTo>
                  <a:pt x="5136" y="3734"/>
                </a:lnTo>
                <a:lnTo>
                  <a:pt x="5121" y="3749"/>
                </a:lnTo>
                <a:lnTo>
                  <a:pt x="5106" y="3764"/>
                </a:lnTo>
                <a:lnTo>
                  <a:pt x="5088" y="3779"/>
                </a:lnTo>
                <a:lnTo>
                  <a:pt x="5071" y="3793"/>
                </a:lnTo>
                <a:lnTo>
                  <a:pt x="5054" y="3806"/>
                </a:lnTo>
                <a:lnTo>
                  <a:pt x="5035" y="3817"/>
                </a:lnTo>
                <a:lnTo>
                  <a:pt x="5016" y="3829"/>
                </a:lnTo>
                <a:lnTo>
                  <a:pt x="4996" y="3838"/>
                </a:lnTo>
                <a:lnTo>
                  <a:pt x="4975" y="3847"/>
                </a:lnTo>
                <a:lnTo>
                  <a:pt x="4955" y="3855"/>
                </a:lnTo>
                <a:lnTo>
                  <a:pt x="4934" y="3863"/>
                </a:lnTo>
                <a:lnTo>
                  <a:pt x="4912" y="3869"/>
                </a:lnTo>
                <a:lnTo>
                  <a:pt x="4890" y="3874"/>
                </a:lnTo>
                <a:lnTo>
                  <a:pt x="4867" y="3878"/>
                </a:lnTo>
                <a:lnTo>
                  <a:pt x="4844" y="3881"/>
                </a:lnTo>
                <a:lnTo>
                  <a:pt x="4821" y="3883"/>
                </a:lnTo>
                <a:lnTo>
                  <a:pt x="4798" y="3884"/>
                </a:lnTo>
                <a:close/>
                <a:moveTo>
                  <a:pt x="4798" y="2741"/>
                </a:moveTo>
                <a:lnTo>
                  <a:pt x="4798" y="2741"/>
                </a:lnTo>
                <a:lnTo>
                  <a:pt x="4774" y="2741"/>
                </a:lnTo>
                <a:lnTo>
                  <a:pt x="4751" y="2739"/>
                </a:lnTo>
                <a:lnTo>
                  <a:pt x="4728" y="2736"/>
                </a:lnTo>
                <a:lnTo>
                  <a:pt x="4706" y="2732"/>
                </a:lnTo>
                <a:lnTo>
                  <a:pt x="4684" y="2727"/>
                </a:lnTo>
                <a:lnTo>
                  <a:pt x="4662" y="2720"/>
                </a:lnTo>
                <a:lnTo>
                  <a:pt x="4641" y="2713"/>
                </a:lnTo>
                <a:lnTo>
                  <a:pt x="4619" y="2705"/>
                </a:lnTo>
                <a:lnTo>
                  <a:pt x="4600" y="2696"/>
                </a:lnTo>
                <a:lnTo>
                  <a:pt x="4580" y="2686"/>
                </a:lnTo>
                <a:lnTo>
                  <a:pt x="4561" y="2675"/>
                </a:lnTo>
                <a:lnTo>
                  <a:pt x="4542" y="2663"/>
                </a:lnTo>
                <a:lnTo>
                  <a:pt x="4525" y="2650"/>
                </a:lnTo>
                <a:lnTo>
                  <a:pt x="4508" y="2637"/>
                </a:lnTo>
                <a:lnTo>
                  <a:pt x="4490" y="2622"/>
                </a:lnTo>
                <a:lnTo>
                  <a:pt x="4474" y="2607"/>
                </a:lnTo>
                <a:lnTo>
                  <a:pt x="4459" y="2591"/>
                </a:lnTo>
                <a:lnTo>
                  <a:pt x="4445" y="2575"/>
                </a:lnTo>
                <a:lnTo>
                  <a:pt x="4432" y="2558"/>
                </a:lnTo>
                <a:lnTo>
                  <a:pt x="4419" y="2539"/>
                </a:lnTo>
                <a:lnTo>
                  <a:pt x="4407" y="2521"/>
                </a:lnTo>
                <a:lnTo>
                  <a:pt x="4396" y="2503"/>
                </a:lnTo>
                <a:lnTo>
                  <a:pt x="4385" y="2482"/>
                </a:lnTo>
                <a:lnTo>
                  <a:pt x="4376" y="2462"/>
                </a:lnTo>
                <a:lnTo>
                  <a:pt x="4368" y="2441"/>
                </a:lnTo>
                <a:lnTo>
                  <a:pt x="4361" y="2420"/>
                </a:lnTo>
                <a:lnTo>
                  <a:pt x="4356" y="2399"/>
                </a:lnTo>
                <a:lnTo>
                  <a:pt x="4350" y="2376"/>
                </a:lnTo>
                <a:lnTo>
                  <a:pt x="4346" y="2354"/>
                </a:lnTo>
                <a:lnTo>
                  <a:pt x="4343" y="2331"/>
                </a:lnTo>
                <a:lnTo>
                  <a:pt x="4342" y="2308"/>
                </a:lnTo>
                <a:lnTo>
                  <a:pt x="4341" y="2285"/>
                </a:lnTo>
                <a:lnTo>
                  <a:pt x="4342" y="2261"/>
                </a:lnTo>
                <a:lnTo>
                  <a:pt x="4343" y="2238"/>
                </a:lnTo>
                <a:lnTo>
                  <a:pt x="4346" y="2214"/>
                </a:lnTo>
                <a:lnTo>
                  <a:pt x="4350" y="2193"/>
                </a:lnTo>
                <a:lnTo>
                  <a:pt x="4356" y="2170"/>
                </a:lnTo>
                <a:lnTo>
                  <a:pt x="4361" y="2149"/>
                </a:lnTo>
                <a:lnTo>
                  <a:pt x="4368" y="2127"/>
                </a:lnTo>
                <a:lnTo>
                  <a:pt x="4376" y="2106"/>
                </a:lnTo>
                <a:lnTo>
                  <a:pt x="4385" y="2087"/>
                </a:lnTo>
                <a:lnTo>
                  <a:pt x="4396" y="2067"/>
                </a:lnTo>
                <a:lnTo>
                  <a:pt x="4407" y="2047"/>
                </a:lnTo>
                <a:lnTo>
                  <a:pt x="4419" y="2029"/>
                </a:lnTo>
                <a:lnTo>
                  <a:pt x="4432" y="2011"/>
                </a:lnTo>
                <a:lnTo>
                  <a:pt x="4445" y="1993"/>
                </a:lnTo>
                <a:lnTo>
                  <a:pt x="4459" y="1977"/>
                </a:lnTo>
                <a:lnTo>
                  <a:pt x="4474" y="1961"/>
                </a:lnTo>
                <a:lnTo>
                  <a:pt x="4490" y="1946"/>
                </a:lnTo>
                <a:lnTo>
                  <a:pt x="4508" y="1932"/>
                </a:lnTo>
                <a:lnTo>
                  <a:pt x="4525" y="1918"/>
                </a:lnTo>
                <a:lnTo>
                  <a:pt x="4542" y="1906"/>
                </a:lnTo>
                <a:lnTo>
                  <a:pt x="4561" y="1893"/>
                </a:lnTo>
                <a:lnTo>
                  <a:pt x="4580" y="1883"/>
                </a:lnTo>
                <a:lnTo>
                  <a:pt x="4600" y="1872"/>
                </a:lnTo>
                <a:lnTo>
                  <a:pt x="4619" y="1863"/>
                </a:lnTo>
                <a:lnTo>
                  <a:pt x="4641" y="1855"/>
                </a:lnTo>
                <a:lnTo>
                  <a:pt x="4662" y="1848"/>
                </a:lnTo>
                <a:lnTo>
                  <a:pt x="4684" y="1841"/>
                </a:lnTo>
                <a:lnTo>
                  <a:pt x="4706" y="1837"/>
                </a:lnTo>
                <a:lnTo>
                  <a:pt x="4728" y="1833"/>
                </a:lnTo>
                <a:lnTo>
                  <a:pt x="4751" y="1830"/>
                </a:lnTo>
                <a:lnTo>
                  <a:pt x="4774" y="1827"/>
                </a:lnTo>
                <a:lnTo>
                  <a:pt x="4798" y="1827"/>
                </a:lnTo>
                <a:lnTo>
                  <a:pt x="4821" y="1827"/>
                </a:lnTo>
                <a:lnTo>
                  <a:pt x="4844" y="1830"/>
                </a:lnTo>
                <a:lnTo>
                  <a:pt x="4867" y="1833"/>
                </a:lnTo>
                <a:lnTo>
                  <a:pt x="4890" y="1837"/>
                </a:lnTo>
                <a:lnTo>
                  <a:pt x="4912" y="1841"/>
                </a:lnTo>
                <a:lnTo>
                  <a:pt x="4934" y="1848"/>
                </a:lnTo>
                <a:lnTo>
                  <a:pt x="4955" y="1855"/>
                </a:lnTo>
                <a:lnTo>
                  <a:pt x="4975" y="1863"/>
                </a:lnTo>
                <a:lnTo>
                  <a:pt x="4996" y="1872"/>
                </a:lnTo>
                <a:lnTo>
                  <a:pt x="5016" y="1883"/>
                </a:lnTo>
                <a:lnTo>
                  <a:pt x="5035" y="1893"/>
                </a:lnTo>
                <a:lnTo>
                  <a:pt x="5054" y="1906"/>
                </a:lnTo>
                <a:lnTo>
                  <a:pt x="5071" y="1918"/>
                </a:lnTo>
                <a:lnTo>
                  <a:pt x="5088" y="1932"/>
                </a:lnTo>
                <a:lnTo>
                  <a:pt x="5106" y="1946"/>
                </a:lnTo>
                <a:lnTo>
                  <a:pt x="5121" y="1961"/>
                </a:lnTo>
                <a:lnTo>
                  <a:pt x="5136" y="1977"/>
                </a:lnTo>
                <a:lnTo>
                  <a:pt x="5151" y="1993"/>
                </a:lnTo>
                <a:lnTo>
                  <a:pt x="5164" y="2011"/>
                </a:lnTo>
                <a:lnTo>
                  <a:pt x="5177" y="2029"/>
                </a:lnTo>
                <a:lnTo>
                  <a:pt x="5189" y="2047"/>
                </a:lnTo>
                <a:lnTo>
                  <a:pt x="5200" y="2067"/>
                </a:lnTo>
                <a:lnTo>
                  <a:pt x="5209" y="2087"/>
                </a:lnTo>
                <a:lnTo>
                  <a:pt x="5219" y="2106"/>
                </a:lnTo>
                <a:lnTo>
                  <a:pt x="5227" y="2127"/>
                </a:lnTo>
                <a:lnTo>
                  <a:pt x="5235" y="2149"/>
                </a:lnTo>
                <a:lnTo>
                  <a:pt x="5240" y="2170"/>
                </a:lnTo>
                <a:lnTo>
                  <a:pt x="5245" y="2193"/>
                </a:lnTo>
                <a:lnTo>
                  <a:pt x="5250" y="2214"/>
                </a:lnTo>
                <a:lnTo>
                  <a:pt x="5252" y="2238"/>
                </a:lnTo>
                <a:lnTo>
                  <a:pt x="5254" y="2261"/>
                </a:lnTo>
                <a:lnTo>
                  <a:pt x="5254" y="2285"/>
                </a:lnTo>
                <a:lnTo>
                  <a:pt x="5254" y="2308"/>
                </a:lnTo>
                <a:lnTo>
                  <a:pt x="5252" y="2331"/>
                </a:lnTo>
                <a:lnTo>
                  <a:pt x="5250" y="2354"/>
                </a:lnTo>
                <a:lnTo>
                  <a:pt x="5245" y="2376"/>
                </a:lnTo>
                <a:lnTo>
                  <a:pt x="5240" y="2399"/>
                </a:lnTo>
                <a:lnTo>
                  <a:pt x="5235" y="2420"/>
                </a:lnTo>
                <a:lnTo>
                  <a:pt x="5227" y="2441"/>
                </a:lnTo>
                <a:lnTo>
                  <a:pt x="5219" y="2462"/>
                </a:lnTo>
                <a:lnTo>
                  <a:pt x="5209" y="2482"/>
                </a:lnTo>
                <a:lnTo>
                  <a:pt x="5200" y="2503"/>
                </a:lnTo>
                <a:lnTo>
                  <a:pt x="5189" y="2521"/>
                </a:lnTo>
                <a:lnTo>
                  <a:pt x="5177" y="2539"/>
                </a:lnTo>
                <a:lnTo>
                  <a:pt x="5164" y="2558"/>
                </a:lnTo>
                <a:lnTo>
                  <a:pt x="5151" y="2575"/>
                </a:lnTo>
                <a:lnTo>
                  <a:pt x="5136" y="2591"/>
                </a:lnTo>
                <a:lnTo>
                  <a:pt x="5121" y="2607"/>
                </a:lnTo>
                <a:lnTo>
                  <a:pt x="5106" y="2622"/>
                </a:lnTo>
                <a:lnTo>
                  <a:pt x="5088" y="2637"/>
                </a:lnTo>
                <a:lnTo>
                  <a:pt x="5071" y="2650"/>
                </a:lnTo>
                <a:lnTo>
                  <a:pt x="5054" y="2663"/>
                </a:lnTo>
                <a:lnTo>
                  <a:pt x="5035" y="2675"/>
                </a:lnTo>
                <a:lnTo>
                  <a:pt x="5016" y="2686"/>
                </a:lnTo>
                <a:lnTo>
                  <a:pt x="4996" y="2696"/>
                </a:lnTo>
                <a:lnTo>
                  <a:pt x="4975" y="2705"/>
                </a:lnTo>
                <a:lnTo>
                  <a:pt x="4955" y="2713"/>
                </a:lnTo>
                <a:lnTo>
                  <a:pt x="4934" y="2720"/>
                </a:lnTo>
                <a:lnTo>
                  <a:pt x="4912" y="2727"/>
                </a:lnTo>
                <a:lnTo>
                  <a:pt x="4890" y="2732"/>
                </a:lnTo>
                <a:lnTo>
                  <a:pt x="4867" y="2736"/>
                </a:lnTo>
                <a:lnTo>
                  <a:pt x="4844" y="2739"/>
                </a:lnTo>
                <a:lnTo>
                  <a:pt x="4821" y="2741"/>
                </a:lnTo>
                <a:lnTo>
                  <a:pt x="4798" y="27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tIns="468000" rIns="432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幼圆"/>
            </a:endParaRPr>
          </a:p>
        </p:txBody>
      </p:sp>
      <p:sp>
        <p:nvSpPr>
          <p:cNvPr id="13" name="MH_Text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23928" y="4261584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传统传统户外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4" name="KSO_Shape"/>
          <p:cNvSpPr>
            <a:spLocks/>
          </p:cNvSpPr>
          <p:nvPr/>
        </p:nvSpPr>
        <p:spPr bwMode="auto">
          <a:xfrm>
            <a:off x="3995936" y="2708920"/>
            <a:ext cx="995939" cy="736963"/>
          </a:xfrm>
          <a:custGeom>
            <a:avLst/>
            <a:gdLst>
              <a:gd name="T0" fmla="*/ 192479 w 4892"/>
              <a:gd name="T1" fmla="*/ 95349 h 2558"/>
              <a:gd name="T2" fmla="*/ 171869 w 4892"/>
              <a:gd name="T3" fmla="*/ 611116 h 2558"/>
              <a:gd name="T4" fmla="*/ 140955 w 4892"/>
              <a:gd name="T5" fmla="*/ 464596 h 2558"/>
              <a:gd name="T6" fmla="*/ 140955 w 4892"/>
              <a:gd name="T7" fmla="*/ 644985 h 2558"/>
              <a:gd name="T8" fmla="*/ 192479 w 4892"/>
              <a:gd name="T9" fmla="*/ 640568 h 2558"/>
              <a:gd name="T10" fmla="*/ 0 w 4892"/>
              <a:gd name="T11" fmla="*/ 939867 h 2558"/>
              <a:gd name="T12" fmla="*/ 567500 w 4892"/>
              <a:gd name="T13" fmla="*/ 2209 h 2558"/>
              <a:gd name="T14" fmla="*/ 1800397 w 4892"/>
              <a:gd name="T15" fmla="*/ 941708 h 2558"/>
              <a:gd name="T16" fmla="*/ 567500 w 4892"/>
              <a:gd name="T17" fmla="*/ 2209 h 2558"/>
              <a:gd name="T18" fmla="*/ 677173 w 4892"/>
              <a:gd name="T19" fmla="*/ 830529 h 2558"/>
              <a:gd name="T20" fmla="*/ 769916 w 4892"/>
              <a:gd name="T21" fmla="*/ 830529 h 2558"/>
              <a:gd name="T22" fmla="*/ 723545 w 4892"/>
              <a:gd name="T23" fmla="*/ 103816 h 2558"/>
              <a:gd name="T24" fmla="*/ 1643617 w 4892"/>
              <a:gd name="T25" fmla="*/ 281261 h 2558"/>
              <a:gd name="T26" fmla="*/ 1681524 w 4892"/>
              <a:gd name="T27" fmla="*/ 876915 h 2558"/>
              <a:gd name="T28" fmla="*/ 1719431 w 4892"/>
              <a:gd name="T29" fmla="*/ 281261 h 2558"/>
              <a:gd name="T30" fmla="*/ 1643617 w 4892"/>
              <a:gd name="T31" fmla="*/ 281261 h 2558"/>
              <a:gd name="T32" fmla="*/ 1473955 w 4892"/>
              <a:gd name="T33" fmla="*/ 837524 h 2558"/>
              <a:gd name="T34" fmla="*/ 1552346 w 4892"/>
              <a:gd name="T35" fmla="*/ 837524 h 2558"/>
              <a:gd name="T36" fmla="*/ 1513335 w 4892"/>
              <a:gd name="T37" fmla="*/ 220885 h 2558"/>
              <a:gd name="T38" fmla="*/ 1285893 w 4892"/>
              <a:gd name="T39" fmla="*/ 238556 h 2558"/>
              <a:gd name="T40" fmla="*/ 1326744 w 4892"/>
              <a:gd name="T41" fmla="*/ 876915 h 2558"/>
              <a:gd name="T42" fmla="*/ 1367227 w 4892"/>
              <a:gd name="T43" fmla="*/ 238556 h 2558"/>
              <a:gd name="T44" fmla="*/ 1285893 w 4892"/>
              <a:gd name="T45" fmla="*/ 238556 h 2558"/>
              <a:gd name="T46" fmla="*/ 1097830 w 4892"/>
              <a:gd name="T47" fmla="*/ 834579 h 2558"/>
              <a:gd name="T48" fmla="*/ 1182477 w 4892"/>
              <a:gd name="T49" fmla="*/ 834579 h 2558"/>
              <a:gd name="T50" fmla="*/ 1140153 w 4892"/>
              <a:gd name="T51" fmla="*/ 169714 h 2558"/>
              <a:gd name="T52" fmla="*/ 893942 w 4892"/>
              <a:gd name="T53" fmla="*/ 181494 h 2558"/>
              <a:gd name="T54" fmla="*/ 938105 w 4892"/>
              <a:gd name="T55" fmla="*/ 876915 h 2558"/>
              <a:gd name="T56" fmla="*/ 982269 w 4892"/>
              <a:gd name="T57" fmla="*/ 181494 h 2558"/>
              <a:gd name="T58" fmla="*/ 893942 w 4892"/>
              <a:gd name="T59" fmla="*/ 181494 h 2558"/>
              <a:gd name="T60" fmla="*/ 497943 w 4892"/>
              <a:gd name="T61" fmla="*/ 0 h 2558"/>
              <a:gd name="T62" fmla="*/ 223393 w 4892"/>
              <a:gd name="T63" fmla="*/ 939867 h 2558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4892" h="2558">
                <a:moveTo>
                  <a:pt x="0" y="422"/>
                </a:moveTo>
                <a:cubicBezTo>
                  <a:pt x="523" y="259"/>
                  <a:pt x="523" y="259"/>
                  <a:pt x="523" y="259"/>
                </a:cubicBezTo>
                <a:cubicBezTo>
                  <a:pt x="523" y="1655"/>
                  <a:pt x="523" y="1655"/>
                  <a:pt x="523" y="1655"/>
                </a:cubicBezTo>
                <a:cubicBezTo>
                  <a:pt x="467" y="1660"/>
                  <a:pt x="467" y="1660"/>
                  <a:pt x="467" y="1660"/>
                </a:cubicBezTo>
                <a:cubicBezTo>
                  <a:pt x="467" y="1262"/>
                  <a:pt x="467" y="1262"/>
                  <a:pt x="467" y="1262"/>
                </a:cubicBezTo>
                <a:cubicBezTo>
                  <a:pt x="383" y="1262"/>
                  <a:pt x="383" y="1262"/>
                  <a:pt x="383" y="1262"/>
                </a:cubicBezTo>
                <a:cubicBezTo>
                  <a:pt x="383" y="1706"/>
                  <a:pt x="383" y="1706"/>
                  <a:pt x="383" y="1706"/>
                </a:cubicBezTo>
                <a:cubicBezTo>
                  <a:pt x="383" y="1752"/>
                  <a:pt x="383" y="1752"/>
                  <a:pt x="383" y="1752"/>
                </a:cubicBezTo>
                <a:cubicBezTo>
                  <a:pt x="429" y="1748"/>
                  <a:pt x="429" y="1748"/>
                  <a:pt x="429" y="1748"/>
                </a:cubicBezTo>
                <a:cubicBezTo>
                  <a:pt x="523" y="1740"/>
                  <a:pt x="523" y="1740"/>
                  <a:pt x="523" y="1740"/>
                </a:cubicBezTo>
                <a:cubicBezTo>
                  <a:pt x="523" y="2553"/>
                  <a:pt x="523" y="2553"/>
                  <a:pt x="523" y="2553"/>
                </a:cubicBezTo>
                <a:cubicBezTo>
                  <a:pt x="0" y="2553"/>
                  <a:pt x="0" y="2553"/>
                  <a:pt x="0" y="2553"/>
                </a:cubicBezTo>
                <a:lnTo>
                  <a:pt x="0" y="422"/>
                </a:lnTo>
                <a:close/>
                <a:moveTo>
                  <a:pt x="1542" y="6"/>
                </a:moveTo>
                <a:cubicBezTo>
                  <a:pt x="4892" y="577"/>
                  <a:pt x="4892" y="577"/>
                  <a:pt x="4892" y="577"/>
                </a:cubicBezTo>
                <a:cubicBezTo>
                  <a:pt x="4892" y="2558"/>
                  <a:pt x="4892" y="2558"/>
                  <a:pt x="4892" y="2558"/>
                </a:cubicBezTo>
                <a:cubicBezTo>
                  <a:pt x="1542" y="2558"/>
                  <a:pt x="1542" y="2558"/>
                  <a:pt x="1542" y="2558"/>
                </a:cubicBezTo>
                <a:lnTo>
                  <a:pt x="1542" y="6"/>
                </a:lnTo>
                <a:close/>
                <a:moveTo>
                  <a:pt x="1840" y="408"/>
                </a:moveTo>
                <a:cubicBezTo>
                  <a:pt x="1840" y="2256"/>
                  <a:pt x="1840" y="2256"/>
                  <a:pt x="1840" y="2256"/>
                </a:cubicBezTo>
                <a:cubicBezTo>
                  <a:pt x="1840" y="2325"/>
                  <a:pt x="1896" y="2382"/>
                  <a:pt x="1966" y="2382"/>
                </a:cubicBezTo>
                <a:cubicBezTo>
                  <a:pt x="2035" y="2382"/>
                  <a:pt x="2092" y="2325"/>
                  <a:pt x="2092" y="2256"/>
                </a:cubicBezTo>
                <a:cubicBezTo>
                  <a:pt x="2092" y="408"/>
                  <a:pt x="2092" y="408"/>
                  <a:pt x="2092" y="408"/>
                </a:cubicBezTo>
                <a:cubicBezTo>
                  <a:pt x="2092" y="339"/>
                  <a:pt x="2035" y="282"/>
                  <a:pt x="1966" y="282"/>
                </a:cubicBezTo>
                <a:cubicBezTo>
                  <a:pt x="1896" y="282"/>
                  <a:pt x="1840" y="339"/>
                  <a:pt x="1840" y="408"/>
                </a:cubicBezTo>
                <a:close/>
                <a:moveTo>
                  <a:pt x="4466" y="764"/>
                </a:moveTo>
                <a:cubicBezTo>
                  <a:pt x="4466" y="2279"/>
                  <a:pt x="4466" y="2279"/>
                  <a:pt x="4466" y="2279"/>
                </a:cubicBezTo>
                <a:cubicBezTo>
                  <a:pt x="4466" y="2336"/>
                  <a:pt x="4511" y="2382"/>
                  <a:pt x="4569" y="2382"/>
                </a:cubicBezTo>
                <a:cubicBezTo>
                  <a:pt x="4626" y="2382"/>
                  <a:pt x="4672" y="2336"/>
                  <a:pt x="4672" y="2279"/>
                </a:cubicBezTo>
                <a:cubicBezTo>
                  <a:pt x="4672" y="764"/>
                  <a:pt x="4672" y="764"/>
                  <a:pt x="4672" y="764"/>
                </a:cubicBezTo>
                <a:cubicBezTo>
                  <a:pt x="4672" y="708"/>
                  <a:pt x="4626" y="661"/>
                  <a:pt x="4569" y="661"/>
                </a:cubicBezTo>
                <a:cubicBezTo>
                  <a:pt x="4511" y="661"/>
                  <a:pt x="4466" y="708"/>
                  <a:pt x="4466" y="764"/>
                </a:cubicBezTo>
                <a:close/>
                <a:moveTo>
                  <a:pt x="4005" y="707"/>
                </a:moveTo>
                <a:cubicBezTo>
                  <a:pt x="4005" y="2275"/>
                  <a:pt x="4005" y="2275"/>
                  <a:pt x="4005" y="2275"/>
                </a:cubicBezTo>
                <a:cubicBezTo>
                  <a:pt x="4005" y="2334"/>
                  <a:pt x="4053" y="2382"/>
                  <a:pt x="4112" y="2382"/>
                </a:cubicBezTo>
                <a:cubicBezTo>
                  <a:pt x="4171" y="2382"/>
                  <a:pt x="4218" y="2334"/>
                  <a:pt x="4218" y="2275"/>
                </a:cubicBezTo>
                <a:cubicBezTo>
                  <a:pt x="4218" y="707"/>
                  <a:pt x="4218" y="707"/>
                  <a:pt x="4218" y="707"/>
                </a:cubicBezTo>
                <a:cubicBezTo>
                  <a:pt x="4218" y="648"/>
                  <a:pt x="4171" y="600"/>
                  <a:pt x="4112" y="600"/>
                </a:cubicBezTo>
                <a:cubicBezTo>
                  <a:pt x="4053" y="600"/>
                  <a:pt x="4005" y="648"/>
                  <a:pt x="4005" y="707"/>
                </a:cubicBezTo>
                <a:close/>
                <a:moveTo>
                  <a:pt x="3494" y="648"/>
                </a:moveTo>
                <a:cubicBezTo>
                  <a:pt x="3494" y="2271"/>
                  <a:pt x="3494" y="2271"/>
                  <a:pt x="3494" y="2271"/>
                </a:cubicBezTo>
                <a:cubicBezTo>
                  <a:pt x="3494" y="2332"/>
                  <a:pt x="3544" y="2382"/>
                  <a:pt x="3605" y="2382"/>
                </a:cubicBezTo>
                <a:cubicBezTo>
                  <a:pt x="3666" y="2382"/>
                  <a:pt x="3715" y="2332"/>
                  <a:pt x="3715" y="2271"/>
                </a:cubicBezTo>
                <a:cubicBezTo>
                  <a:pt x="3715" y="648"/>
                  <a:pt x="3715" y="648"/>
                  <a:pt x="3715" y="648"/>
                </a:cubicBezTo>
                <a:cubicBezTo>
                  <a:pt x="3715" y="587"/>
                  <a:pt x="3666" y="537"/>
                  <a:pt x="3605" y="537"/>
                </a:cubicBezTo>
                <a:cubicBezTo>
                  <a:pt x="3544" y="537"/>
                  <a:pt x="3494" y="587"/>
                  <a:pt x="3494" y="648"/>
                </a:cubicBezTo>
                <a:close/>
                <a:moveTo>
                  <a:pt x="2983" y="576"/>
                </a:moveTo>
                <a:cubicBezTo>
                  <a:pt x="2983" y="2267"/>
                  <a:pt x="2983" y="2267"/>
                  <a:pt x="2983" y="2267"/>
                </a:cubicBezTo>
                <a:cubicBezTo>
                  <a:pt x="2983" y="2330"/>
                  <a:pt x="3035" y="2382"/>
                  <a:pt x="3098" y="2382"/>
                </a:cubicBezTo>
                <a:cubicBezTo>
                  <a:pt x="3162" y="2382"/>
                  <a:pt x="3213" y="2330"/>
                  <a:pt x="3213" y="2267"/>
                </a:cubicBezTo>
                <a:cubicBezTo>
                  <a:pt x="3213" y="576"/>
                  <a:pt x="3213" y="576"/>
                  <a:pt x="3213" y="576"/>
                </a:cubicBezTo>
                <a:cubicBezTo>
                  <a:pt x="3213" y="513"/>
                  <a:pt x="3162" y="461"/>
                  <a:pt x="3098" y="461"/>
                </a:cubicBezTo>
                <a:cubicBezTo>
                  <a:pt x="3035" y="461"/>
                  <a:pt x="2983" y="513"/>
                  <a:pt x="2983" y="576"/>
                </a:cubicBezTo>
                <a:close/>
                <a:moveTo>
                  <a:pt x="2429" y="493"/>
                </a:moveTo>
                <a:cubicBezTo>
                  <a:pt x="2429" y="2261"/>
                  <a:pt x="2429" y="2261"/>
                  <a:pt x="2429" y="2261"/>
                </a:cubicBezTo>
                <a:cubicBezTo>
                  <a:pt x="2429" y="2328"/>
                  <a:pt x="2482" y="2382"/>
                  <a:pt x="2549" y="2382"/>
                </a:cubicBezTo>
                <a:cubicBezTo>
                  <a:pt x="2616" y="2382"/>
                  <a:pt x="2669" y="2328"/>
                  <a:pt x="2669" y="2261"/>
                </a:cubicBezTo>
                <a:cubicBezTo>
                  <a:pt x="2669" y="493"/>
                  <a:pt x="2669" y="493"/>
                  <a:pt x="2669" y="493"/>
                </a:cubicBezTo>
                <a:cubicBezTo>
                  <a:pt x="2669" y="426"/>
                  <a:pt x="2616" y="372"/>
                  <a:pt x="2549" y="372"/>
                </a:cubicBezTo>
                <a:cubicBezTo>
                  <a:pt x="2482" y="372"/>
                  <a:pt x="2429" y="426"/>
                  <a:pt x="2429" y="493"/>
                </a:cubicBezTo>
                <a:close/>
                <a:moveTo>
                  <a:pt x="607" y="233"/>
                </a:moveTo>
                <a:cubicBezTo>
                  <a:pt x="1353" y="0"/>
                  <a:pt x="1353" y="0"/>
                  <a:pt x="1353" y="0"/>
                </a:cubicBezTo>
                <a:cubicBezTo>
                  <a:pt x="1353" y="2553"/>
                  <a:pt x="1353" y="2553"/>
                  <a:pt x="1353" y="2553"/>
                </a:cubicBezTo>
                <a:cubicBezTo>
                  <a:pt x="607" y="2553"/>
                  <a:pt x="607" y="2553"/>
                  <a:pt x="607" y="2553"/>
                </a:cubicBezTo>
                <a:lnTo>
                  <a:pt x="607" y="2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幼圆"/>
            </a:endParaRPr>
          </a:p>
        </p:txBody>
      </p:sp>
      <p:sp>
        <p:nvSpPr>
          <p:cNvPr id="15" name="KSO_Shape"/>
          <p:cNvSpPr>
            <a:spLocks/>
          </p:cNvSpPr>
          <p:nvPr/>
        </p:nvSpPr>
        <p:spPr bwMode="auto">
          <a:xfrm>
            <a:off x="6876256" y="2780928"/>
            <a:ext cx="1151103" cy="648071"/>
          </a:xfrm>
          <a:custGeom>
            <a:avLst/>
            <a:gdLst>
              <a:gd name="T0" fmla="*/ 622123 w 1646237"/>
              <a:gd name="T1" fmla="*/ 656390 h 1420813"/>
              <a:gd name="T2" fmla="*/ 536604 w 1646237"/>
              <a:gd name="T3" fmla="*/ 767381 h 1420813"/>
              <a:gd name="T4" fmla="*/ 727462 w 1646237"/>
              <a:gd name="T5" fmla="*/ 717766 h 1420813"/>
              <a:gd name="T6" fmla="*/ 1010077 w 1646237"/>
              <a:gd name="T7" fmla="*/ 188538 h 1420813"/>
              <a:gd name="T8" fmla="*/ 1123859 w 1646237"/>
              <a:gd name="T9" fmla="*/ 211324 h 1420813"/>
              <a:gd name="T10" fmla="*/ 1210112 w 1646237"/>
              <a:gd name="T11" fmla="*/ 280418 h 1420813"/>
              <a:gd name="T12" fmla="*/ 1253789 w 1646237"/>
              <a:gd name="T13" fmla="*/ 382588 h 1420813"/>
              <a:gd name="T14" fmla="*/ 1242410 w 1646237"/>
              <a:gd name="T15" fmla="*/ 496519 h 1420813"/>
              <a:gd name="T16" fmla="*/ 1179648 w 1646237"/>
              <a:gd name="T17" fmla="*/ 586929 h 1420813"/>
              <a:gd name="T18" fmla="*/ 1080916 w 1646237"/>
              <a:gd name="T19" fmla="*/ 639117 h 1420813"/>
              <a:gd name="T20" fmla="*/ 963832 w 1646237"/>
              <a:gd name="T21" fmla="*/ 639117 h 1420813"/>
              <a:gd name="T22" fmla="*/ 865100 w 1646237"/>
              <a:gd name="T23" fmla="*/ 586929 h 1420813"/>
              <a:gd name="T24" fmla="*/ 802703 w 1646237"/>
              <a:gd name="T25" fmla="*/ 496519 h 1420813"/>
              <a:gd name="T26" fmla="*/ 791326 w 1646237"/>
              <a:gd name="T27" fmla="*/ 382588 h 1420813"/>
              <a:gd name="T28" fmla="*/ 835002 w 1646237"/>
              <a:gd name="T29" fmla="*/ 280418 h 1420813"/>
              <a:gd name="T30" fmla="*/ 921255 w 1646237"/>
              <a:gd name="T31" fmla="*/ 211324 h 1420813"/>
              <a:gd name="T32" fmla="*/ 1007142 w 1646237"/>
              <a:gd name="T33" fmla="*/ 126427 h 1420813"/>
              <a:gd name="T34" fmla="*/ 868402 w 1646237"/>
              <a:gd name="T35" fmla="*/ 168692 h 1420813"/>
              <a:gd name="T36" fmla="*/ 767836 w 1646237"/>
              <a:gd name="T37" fmla="*/ 266452 h 1420813"/>
              <a:gd name="T38" fmla="*/ 725260 w 1646237"/>
              <a:gd name="T39" fmla="*/ 402801 h 1420813"/>
              <a:gd name="T40" fmla="*/ 754255 w 1646237"/>
              <a:gd name="T41" fmla="*/ 543562 h 1420813"/>
              <a:gd name="T42" fmla="*/ 844179 w 1646237"/>
              <a:gd name="T43" fmla="*/ 650877 h 1420813"/>
              <a:gd name="T44" fmla="*/ 977044 w 1646237"/>
              <a:gd name="T45" fmla="*/ 705637 h 1420813"/>
              <a:gd name="T46" fmla="*/ 1124592 w 1646237"/>
              <a:gd name="T47" fmla="*/ 690937 h 1420813"/>
              <a:gd name="T48" fmla="*/ 1242777 w 1646237"/>
              <a:gd name="T49" fmla="*/ 613390 h 1420813"/>
              <a:gd name="T50" fmla="*/ 1311046 w 1646237"/>
              <a:gd name="T51" fmla="*/ 490271 h 1420813"/>
              <a:gd name="T52" fmla="*/ 1311046 w 1646237"/>
              <a:gd name="T53" fmla="*/ 345101 h 1420813"/>
              <a:gd name="T54" fmla="*/ 1242777 w 1646237"/>
              <a:gd name="T55" fmla="*/ 221615 h 1420813"/>
              <a:gd name="T56" fmla="*/ 1124592 w 1646237"/>
              <a:gd name="T57" fmla="*/ 144068 h 1420813"/>
              <a:gd name="T58" fmla="*/ 1044212 w 1646237"/>
              <a:gd name="T59" fmla="*/ 368 h 1420813"/>
              <a:gd name="T60" fmla="*/ 1188456 w 1646237"/>
              <a:gd name="T61" fmla="*/ 32710 h 1420813"/>
              <a:gd name="T62" fmla="*/ 1352154 w 1646237"/>
              <a:gd name="T63" fmla="*/ 151786 h 1420813"/>
              <a:gd name="T64" fmla="*/ 1438407 w 1646237"/>
              <a:gd name="T65" fmla="*/ 323050 h 1420813"/>
              <a:gd name="T66" fmla="*/ 1449051 w 1646237"/>
              <a:gd name="T67" fmla="*/ 432571 h 1420813"/>
              <a:gd name="T68" fmla="*/ 1419320 w 1646237"/>
              <a:gd name="T69" fmla="*/ 571125 h 1420813"/>
              <a:gd name="T70" fmla="*/ 1346648 w 1646237"/>
              <a:gd name="T71" fmla="*/ 689099 h 1420813"/>
              <a:gd name="T72" fmla="*/ 1239841 w 1646237"/>
              <a:gd name="T73" fmla="*/ 776936 h 1420813"/>
              <a:gd name="T74" fmla="*/ 1299668 w 1646237"/>
              <a:gd name="T75" fmla="*/ 796415 h 1420813"/>
              <a:gd name="T76" fmla="*/ 1364266 w 1646237"/>
              <a:gd name="T77" fmla="*/ 843825 h 1420813"/>
              <a:gd name="T78" fmla="*/ 1399133 w 1646237"/>
              <a:gd name="T79" fmla="*/ 915123 h 1420813"/>
              <a:gd name="T80" fmla="*/ 1396932 w 1646237"/>
              <a:gd name="T81" fmla="*/ 1521532 h 1420813"/>
              <a:gd name="T82" fmla="*/ 1358393 w 1646237"/>
              <a:gd name="T83" fmla="*/ 1590992 h 1420813"/>
              <a:gd name="T84" fmla="*/ 1291960 w 1646237"/>
              <a:gd name="T85" fmla="*/ 1635094 h 1420813"/>
              <a:gd name="T86" fmla="*/ 151219 w 1646237"/>
              <a:gd name="T87" fmla="*/ 1644283 h 1420813"/>
              <a:gd name="T88" fmla="*/ 74141 w 1646237"/>
              <a:gd name="T89" fmla="*/ 1616719 h 1420813"/>
              <a:gd name="T90" fmla="*/ 20554 w 1646237"/>
              <a:gd name="T91" fmla="*/ 1558650 h 1420813"/>
              <a:gd name="T92" fmla="*/ 0 w 1646237"/>
              <a:gd name="T93" fmla="*/ 1480369 h 1420813"/>
              <a:gd name="T94" fmla="*/ 16516 w 1646237"/>
              <a:gd name="T95" fmla="*/ 877269 h 1420813"/>
              <a:gd name="T96" fmla="*/ 67534 w 1646237"/>
              <a:gd name="T97" fmla="*/ 816628 h 1420813"/>
              <a:gd name="T98" fmla="*/ 142777 w 1646237"/>
              <a:gd name="T99" fmla="*/ 785757 h 1420813"/>
              <a:gd name="T100" fmla="*/ 133967 w 1646237"/>
              <a:gd name="T101" fmla="*/ 750108 h 1420813"/>
              <a:gd name="T102" fmla="*/ 80014 w 1646237"/>
              <a:gd name="T103" fmla="*/ 679911 h 1420813"/>
              <a:gd name="T104" fmla="*/ 49183 w 1646237"/>
              <a:gd name="T105" fmla="*/ 595381 h 1420813"/>
              <a:gd name="T106" fmla="*/ 49917 w 1646237"/>
              <a:gd name="T107" fmla="*/ 479980 h 1420813"/>
              <a:gd name="T108" fmla="*/ 112680 w 1646237"/>
              <a:gd name="T109" fmla="*/ 351349 h 1420813"/>
              <a:gd name="T110" fmla="*/ 227928 w 1646237"/>
              <a:gd name="T111" fmla="*/ 267554 h 1420813"/>
              <a:gd name="T112" fmla="*/ 365199 w 1646237"/>
              <a:gd name="T113" fmla="*/ 244768 h 1420813"/>
              <a:gd name="T114" fmla="*/ 458059 w 1646237"/>
              <a:gd name="T115" fmla="*/ 265349 h 1420813"/>
              <a:gd name="T116" fmla="*/ 536971 w 1646237"/>
              <a:gd name="T117" fmla="*/ 311290 h 1420813"/>
              <a:gd name="T118" fmla="*/ 597899 w 1646237"/>
              <a:gd name="T119" fmla="*/ 377810 h 1420813"/>
              <a:gd name="T120" fmla="*/ 660661 w 1646237"/>
              <a:gd name="T121" fmla="*/ 196255 h 1420813"/>
              <a:gd name="T122" fmla="*/ 796097 w 1646237"/>
              <a:gd name="T123" fmla="*/ 63581 h 1420813"/>
              <a:gd name="T124" fmla="*/ 981449 w 1646237"/>
              <a:gd name="T125" fmla="*/ 1838 h 1420813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1646237" h="1420813">
                <a:moveTo>
                  <a:pt x="1646237" y="762000"/>
                </a:moveTo>
                <a:lnTo>
                  <a:pt x="1646237" y="1350963"/>
                </a:lnTo>
                <a:lnTo>
                  <a:pt x="1277937" y="1162699"/>
                </a:lnTo>
                <a:lnTo>
                  <a:pt x="1277937" y="967120"/>
                </a:lnTo>
                <a:lnTo>
                  <a:pt x="1646237" y="762000"/>
                </a:lnTo>
                <a:close/>
                <a:moveTo>
                  <a:pt x="553476" y="520383"/>
                </a:moveTo>
                <a:lnTo>
                  <a:pt x="550622" y="532448"/>
                </a:lnTo>
                <a:lnTo>
                  <a:pt x="546816" y="544513"/>
                </a:lnTo>
                <a:lnTo>
                  <a:pt x="542692" y="555943"/>
                </a:lnTo>
                <a:lnTo>
                  <a:pt x="537618" y="567055"/>
                </a:lnTo>
                <a:lnTo>
                  <a:pt x="532860" y="578485"/>
                </a:lnTo>
                <a:lnTo>
                  <a:pt x="526834" y="588963"/>
                </a:lnTo>
                <a:lnTo>
                  <a:pt x="520173" y="599758"/>
                </a:lnTo>
                <a:lnTo>
                  <a:pt x="513829" y="609600"/>
                </a:lnTo>
                <a:lnTo>
                  <a:pt x="506217" y="619443"/>
                </a:lnTo>
                <a:lnTo>
                  <a:pt x="498922" y="628968"/>
                </a:lnTo>
                <a:lnTo>
                  <a:pt x="490358" y="637858"/>
                </a:lnTo>
                <a:lnTo>
                  <a:pt x="482111" y="646430"/>
                </a:lnTo>
                <a:lnTo>
                  <a:pt x="473230" y="655003"/>
                </a:lnTo>
                <a:lnTo>
                  <a:pt x="463715" y="662940"/>
                </a:lnTo>
                <a:lnTo>
                  <a:pt x="453882" y="669925"/>
                </a:lnTo>
                <a:lnTo>
                  <a:pt x="444050" y="677228"/>
                </a:lnTo>
                <a:lnTo>
                  <a:pt x="708894" y="677228"/>
                </a:lnTo>
                <a:lnTo>
                  <a:pt x="696207" y="670560"/>
                </a:lnTo>
                <a:lnTo>
                  <a:pt x="684154" y="662940"/>
                </a:lnTo>
                <a:lnTo>
                  <a:pt x="672418" y="655320"/>
                </a:lnTo>
                <a:lnTo>
                  <a:pt x="661317" y="647065"/>
                </a:lnTo>
                <a:lnTo>
                  <a:pt x="649899" y="638493"/>
                </a:lnTo>
                <a:lnTo>
                  <a:pt x="639432" y="629603"/>
                </a:lnTo>
                <a:lnTo>
                  <a:pt x="628648" y="620078"/>
                </a:lnTo>
                <a:lnTo>
                  <a:pt x="618815" y="610553"/>
                </a:lnTo>
                <a:lnTo>
                  <a:pt x="608983" y="600393"/>
                </a:lnTo>
                <a:lnTo>
                  <a:pt x="600102" y="589915"/>
                </a:lnTo>
                <a:lnTo>
                  <a:pt x="590904" y="579438"/>
                </a:lnTo>
                <a:lnTo>
                  <a:pt x="582657" y="568008"/>
                </a:lnTo>
                <a:lnTo>
                  <a:pt x="574728" y="556578"/>
                </a:lnTo>
                <a:lnTo>
                  <a:pt x="567115" y="544830"/>
                </a:lnTo>
                <a:lnTo>
                  <a:pt x="559820" y="532765"/>
                </a:lnTo>
                <a:lnTo>
                  <a:pt x="553476" y="520383"/>
                </a:lnTo>
                <a:close/>
                <a:moveTo>
                  <a:pt x="872875" y="162878"/>
                </a:moveTo>
                <a:lnTo>
                  <a:pt x="883659" y="162878"/>
                </a:lnTo>
                <a:lnTo>
                  <a:pt x="893809" y="162878"/>
                </a:lnTo>
                <a:lnTo>
                  <a:pt x="904276" y="164148"/>
                </a:lnTo>
                <a:lnTo>
                  <a:pt x="914108" y="165418"/>
                </a:lnTo>
                <a:lnTo>
                  <a:pt x="924258" y="166688"/>
                </a:lnTo>
                <a:lnTo>
                  <a:pt x="934091" y="168910"/>
                </a:lnTo>
                <a:lnTo>
                  <a:pt x="943606" y="171768"/>
                </a:lnTo>
                <a:lnTo>
                  <a:pt x="953122" y="174943"/>
                </a:lnTo>
                <a:lnTo>
                  <a:pt x="962002" y="178435"/>
                </a:lnTo>
                <a:lnTo>
                  <a:pt x="971201" y="182563"/>
                </a:lnTo>
                <a:lnTo>
                  <a:pt x="979764" y="186690"/>
                </a:lnTo>
                <a:lnTo>
                  <a:pt x="988328" y="191770"/>
                </a:lnTo>
                <a:lnTo>
                  <a:pt x="996575" y="196533"/>
                </a:lnTo>
                <a:lnTo>
                  <a:pt x="1004504" y="202248"/>
                </a:lnTo>
                <a:lnTo>
                  <a:pt x="1012117" y="207963"/>
                </a:lnTo>
                <a:lnTo>
                  <a:pt x="1019412" y="214313"/>
                </a:lnTo>
                <a:lnTo>
                  <a:pt x="1026390" y="220980"/>
                </a:lnTo>
                <a:lnTo>
                  <a:pt x="1033050" y="227648"/>
                </a:lnTo>
                <a:lnTo>
                  <a:pt x="1039711" y="234950"/>
                </a:lnTo>
                <a:lnTo>
                  <a:pt x="1045738" y="242253"/>
                </a:lnTo>
                <a:lnTo>
                  <a:pt x="1051130" y="250190"/>
                </a:lnTo>
                <a:lnTo>
                  <a:pt x="1056522" y="258128"/>
                </a:lnTo>
                <a:lnTo>
                  <a:pt x="1060962" y="266700"/>
                </a:lnTo>
                <a:lnTo>
                  <a:pt x="1065720" y="274955"/>
                </a:lnTo>
                <a:lnTo>
                  <a:pt x="1069843" y="283528"/>
                </a:lnTo>
                <a:lnTo>
                  <a:pt x="1073649" y="292735"/>
                </a:lnTo>
                <a:lnTo>
                  <a:pt x="1076504" y="301625"/>
                </a:lnTo>
                <a:lnTo>
                  <a:pt x="1079358" y="311150"/>
                </a:lnTo>
                <a:lnTo>
                  <a:pt x="1081579" y="320993"/>
                </a:lnTo>
                <a:lnTo>
                  <a:pt x="1083482" y="330518"/>
                </a:lnTo>
                <a:lnTo>
                  <a:pt x="1084433" y="340360"/>
                </a:lnTo>
                <a:lnTo>
                  <a:pt x="1085385" y="350520"/>
                </a:lnTo>
                <a:lnTo>
                  <a:pt x="1085702" y="360680"/>
                </a:lnTo>
                <a:lnTo>
                  <a:pt x="1085385" y="370840"/>
                </a:lnTo>
                <a:lnTo>
                  <a:pt x="1084433" y="380683"/>
                </a:lnTo>
                <a:lnTo>
                  <a:pt x="1083482" y="390843"/>
                </a:lnTo>
                <a:lnTo>
                  <a:pt x="1081579" y="400368"/>
                </a:lnTo>
                <a:lnTo>
                  <a:pt x="1079358" y="410210"/>
                </a:lnTo>
                <a:lnTo>
                  <a:pt x="1076504" y="419418"/>
                </a:lnTo>
                <a:lnTo>
                  <a:pt x="1073649" y="428943"/>
                </a:lnTo>
                <a:lnTo>
                  <a:pt x="1069843" y="437515"/>
                </a:lnTo>
                <a:lnTo>
                  <a:pt x="1065720" y="446723"/>
                </a:lnTo>
                <a:lnTo>
                  <a:pt x="1060962" y="454978"/>
                </a:lnTo>
                <a:lnTo>
                  <a:pt x="1056522" y="463233"/>
                </a:lnTo>
                <a:lnTo>
                  <a:pt x="1051130" y="471170"/>
                </a:lnTo>
                <a:lnTo>
                  <a:pt x="1045738" y="479108"/>
                </a:lnTo>
                <a:lnTo>
                  <a:pt x="1039711" y="486410"/>
                </a:lnTo>
                <a:lnTo>
                  <a:pt x="1033050" y="493395"/>
                </a:lnTo>
                <a:lnTo>
                  <a:pt x="1026390" y="500698"/>
                </a:lnTo>
                <a:lnTo>
                  <a:pt x="1019412" y="507048"/>
                </a:lnTo>
                <a:lnTo>
                  <a:pt x="1012117" y="513080"/>
                </a:lnTo>
                <a:lnTo>
                  <a:pt x="1004504" y="519113"/>
                </a:lnTo>
                <a:lnTo>
                  <a:pt x="996575" y="524510"/>
                </a:lnTo>
                <a:lnTo>
                  <a:pt x="988328" y="529908"/>
                </a:lnTo>
                <a:lnTo>
                  <a:pt x="979764" y="534670"/>
                </a:lnTo>
                <a:lnTo>
                  <a:pt x="971201" y="538798"/>
                </a:lnTo>
                <a:lnTo>
                  <a:pt x="962002" y="542925"/>
                </a:lnTo>
                <a:lnTo>
                  <a:pt x="953122" y="546418"/>
                </a:lnTo>
                <a:lnTo>
                  <a:pt x="943606" y="549275"/>
                </a:lnTo>
                <a:lnTo>
                  <a:pt x="934091" y="552133"/>
                </a:lnTo>
                <a:lnTo>
                  <a:pt x="924258" y="554355"/>
                </a:lnTo>
                <a:lnTo>
                  <a:pt x="914108" y="556260"/>
                </a:lnTo>
                <a:lnTo>
                  <a:pt x="904276" y="557213"/>
                </a:lnTo>
                <a:lnTo>
                  <a:pt x="893809" y="558165"/>
                </a:lnTo>
                <a:lnTo>
                  <a:pt x="883659" y="558483"/>
                </a:lnTo>
                <a:lnTo>
                  <a:pt x="872875" y="558165"/>
                </a:lnTo>
                <a:lnTo>
                  <a:pt x="862726" y="557213"/>
                </a:lnTo>
                <a:lnTo>
                  <a:pt x="852576" y="556260"/>
                </a:lnTo>
                <a:lnTo>
                  <a:pt x="842743" y="554355"/>
                </a:lnTo>
                <a:lnTo>
                  <a:pt x="832911" y="552133"/>
                </a:lnTo>
                <a:lnTo>
                  <a:pt x="823713" y="549275"/>
                </a:lnTo>
                <a:lnTo>
                  <a:pt x="814197" y="546418"/>
                </a:lnTo>
                <a:lnTo>
                  <a:pt x="804999" y="542925"/>
                </a:lnTo>
                <a:lnTo>
                  <a:pt x="796118" y="538798"/>
                </a:lnTo>
                <a:lnTo>
                  <a:pt x="787237" y="534670"/>
                </a:lnTo>
                <a:lnTo>
                  <a:pt x="778673" y="529908"/>
                </a:lnTo>
                <a:lnTo>
                  <a:pt x="770744" y="524510"/>
                </a:lnTo>
                <a:lnTo>
                  <a:pt x="762814" y="519113"/>
                </a:lnTo>
                <a:lnTo>
                  <a:pt x="754885" y="513080"/>
                </a:lnTo>
                <a:lnTo>
                  <a:pt x="747590" y="507048"/>
                </a:lnTo>
                <a:lnTo>
                  <a:pt x="740612" y="500698"/>
                </a:lnTo>
                <a:lnTo>
                  <a:pt x="733951" y="493395"/>
                </a:lnTo>
                <a:lnTo>
                  <a:pt x="727608" y="486410"/>
                </a:lnTo>
                <a:lnTo>
                  <a:pt x="721581" y="479108"/>
                </a:lnTo>
                <a:lnTo>
                  <a:pt x="715872" y="471170"/>
                </a:lnTo>
                <a:lnTo>
                  <a:pt x="710797" y="463233"/>
                </a:lnTo>
                <a:lnTo>
                  <a:pt x="705722" y="454978"/>
                </a:lnTo>
                <a:lnTo>
                  <a:pt x="701599" y="446723"/>
                </a:lnTo>
                <a:lnTo>
                  <a:pt x="697476" y="437515"/>
                </a:lnTo>
                <a:lnTo>
                  <a:pt x="693669" y="428943"/>
                </a:lnTo>
                <a:lnTo>
                  <a:pt x="690498" y="419418"/>
                </a:lnTo>
                <a:lnTo>
                  <a:pt x="687643" y="410210"/>
                </a:lnTo>
                <a:lnTo>
                  <a:pt x="685423" y="400368"/>
                </a:lnTo>
                <a:lnTo>
                  <a:pt x="683837" y="390843"/>
                </a:lnTo>
                <a:lnTo>
                  <a:pt x="682251" y="380683"/>
                </a:lnTo>
                <a:lnTo>
                  <a:pt x="681617" y="370840"/>
                </a:lnTo>
                <a:lnTo>
                  <a:pt x="681300" y="360680"/>
                </a:lnTo>
                <a:lnTo>
                  <a:pt x="681617" y="350520"/>
                </a:lnTo>
                <a:lnTo>
                  <a:pt x="682251" y="340360"/>
                </a:lnTo>
                <a:lnTo>
                  <a:pt x="683837" y="330518"/>
                </a:lnTo>
                <a:lnTo>
                  <a:pt x="685423" y="320993"/>
                </a:lnTo>
                <a:lnTo>
                  <a:pt x="687643" y="311150"/>
                </a:lnTo>
                <a:lnTo>
                  <a:pt x="690498" y="301625"/>
                </a:lnTo>
                <a:lnTo>
                  <a:pt x="693669" y="292735"/>
                </a:lnTo>
                <a:lnTo>
                  <a:pt x="697476" y="283528"/>
                </a:lnTo>
                <a:lnTo>
                  <a:pt x="701599" y="274955"/>
                </a:lnTo>
                <a:lnTo>
                  <a:pt x="705722" y="266700"/>
                </a:lnTo>
                <a:lnTo>
                  <a:pt x="710797" y="258128"/>
                </a:lnTo>
                <a:lnTo>
                  <a:pt x="715872" y="250190"/>
                </a:lnTo>
                <a:lnTo>
                  <a:pt x="721581" y="242253"/>
                </a:lnTo>
                <a:lnTo>
                  <a:pt x="727608" y="234950"/>
                </a:lnTo>
                <a:lnTo>
                  <a:pt x="733951" y="227648"/>
                </a:lnTo>
                <a:lnTo>
                  <a:pt x="740612" y="220980"/>
                </a:lnTo>
                <a:lnTo>
                  <a:pt x="747590" y="214313"/>
                </a:lnTo>
                <a:lnTo>
                  <a:pt x="754885" y="207963"/>
                </a:lnTo>
                <a:lnTo>
                  <a:pt x="762814" y="202248"/>
                </a:lnTo>
                <a:lnTo>
                  <a:pt x="770744" y="196533"/>
                </a:lnTo>
                <a:lnTo>
                  <a:pt x="778673" y="191770"/>
                </a:lnTo>
                <a:lnTo>
                  <a:pt x="787237" y="186690"/>
                </a:lnTo>
                <a:lnTo>
                  <a:pt x="796118" y="182563"/>
                </a:lnTo>
                <a:lnTo>
                  <a:pt x="804999" y="178435"/>
                </a:lnTo>
                <a:lnTo>
                  <a:pt x="814197" y="174943"/>
                </a:lnTo>
                <a:lnTo>
                  <a:pt x="823713" y="171768"/>
                </a:lnTo>
                <a:lnTo>
                  <a:pt x="832911" y="168910"/>
                </a:lnTo>
                <a:lnTo>
                  <a:pt x="842743" y="166688"/>
                </a:lnTo>
                <a:lnTo>
                  <a:pt x="852576" y="165418"/>
                </a:lnTo>
                <a:lnTo>
                  <a:pt x="862726" y="164148"/>
                </a:lnTo>
                <a:lnTo>
                  <a:pt x="872875" y="162878"/>
                </a:lnTo>
                <a:close/>
                <a:moveTo>
                  <a:pt x="883659" y="108903"/>
                </a:moveTo>
                <a:lnTo>
                  <a:pt x="870338" y="109220"/>
                </a:lnTo>
                <a:lnTo>
                  <a:pt x="857016" y="110490"/>
                </a:lnTo>
                <a:lnTo>
                  <a:pt x="844329" y="112078"/>
                </a:lnTo>
                <a:lnTo>
                  <a:pt x="831959" y="114300"/>
                </a:lnTo>
                <a:lnTo>
                  <a:pt x="819272" y="116840"/>
                </a:lnTo>
                <a:lnTo>
                  <a:pt x="806902" y="120333"/>
                </a:lnTo>
                <a:lnTo>
                  <a:pt x="795167" y="124460"/>
                </a:lnTo>
                <a:lnTo>
                  <a:pt x="783431" y="128905"/>
                </a:lnTo>
                <a:lnTo>
                  <a:pt x="772330" y="133985"/>
                </a:lnTo>
                <a:lnTo>
                  <a:pt x="760911" y="139700"/>
                </a:lnTo>
                <a:lnTo>
                  <a:pt x="750444" y="145733"/>
                </a:lnTo>
                <a:lnTo>
                  <a:pt x="739660" y="152083"/>
                </a:lnTo>
                <a:lnTo>
                  <a:pt x="729511" y="159068"/>
                </a:lnTo>
                <a:lnTo>
                  <a:pt x="719995" y="166370"/>
                </a:lnTo>
                <a:lnTo>
                  <a:pt x="710797" y="174308"/>
                </a:lnTo>
                <a:lnTo>
                  <a:pt x="701599" y="182563"/>
                </a:lnTo>
                <a:lnTo>
                  <a:pt x="693352" y="191453"/>
                </a:lnTo>
                <a:lnTo>
                  <a:pt x="685106" y="200660"/>
                </a:lnTo>
                <a:lnTo>
                  <a:pt x="677493" y="210185"/>
                </a:lnTo>
                <a:lnTo>
                  <a:pt x="670198" y="220028"/>
                </a:lnTo>
                <a:lnTo>
                  <a:pt x="663538" y="230188"/>
                </a:lnTo>
                <a:lnTo>
                  <a:pt x="657511" y="240983"/>
                </a:lnTo>
                <a:lnTo>
                  <a:pt x="651802" y="251460"/>
                </a:lnTo>
                <a:lnTo>
                  <a:pt x="646410" y="262890"/>
                </a:lnTo>
                <a:lnTo>
                  <a:pt x="641969" y="274003"/>
                </a:lnTo>
                <a:lnTo>
                  <a:pt x="638163" y="285750"/>
                </a:lnTo>
                <a:lnTo>
                  <a:pt x="634357" y="298133"/>
                </a:lnTo>
                <a:lnTo>
                  <a:pt x="631820" y="310198"/>
                </a:lnTo>
                <a:lnTo>
                  <a:pt x="629599" y="322580"/>
                </a:lnTo>
                <a:lnTo>
                  <a:pt x="627696" y="334963"/>
                </a:lnTo>
                <a:lnTo>
                  <a:pt x="626745" y="347980"/>
                </a:lnTo>
                <a:lnTo>
                  <a:pt x="626428" y="360680"/>
                </a:lnTo>
                <a:lnTo>
                  <a:pt x="626745" y="373698"/>
                </a:lnTo>
                <a:lnTo>
                  <a:pt x="627696" y="386398"/>
                </a:lnTo>
                <a:lnTo>
                  <a:pt x="629599" y="398780"/>
                </a:lnTo>
                <a:lnTo>
                  <a:pt x="631820" y="411480"/>
                </a:lnTo>
                <a:lnTo>
                  <a:pt x="634357" y="423545"/>
                </a:lnTo>
                <a:lnTo>
                  <a:pt x="638163" y="435610"/>
                </a:lnTo>
                <a:lnTo>
                  <a:pt x="641969" y="447358"/>
                </a:lnTo>
                <a:lnTo>
                  <a:pt x="646410" y="458788"/>
                </a:lnTo>
                <a:lnTo>
                  <a:pt x="651802" y="469583"/>
                </a:lnTo>
                <a:lnTo>
                  <a:pt x="657511" y="480695"/>
                </a:lnTo>
                <a:lnTo>
                  <a:pt x="663538" y="491173"/>
                </a:lnTo>
                <a:lnTo>
                  <a:pt x="670198" y="501333"/>
                </a:lnTo>
                <a:lnTo>
                  <a:pt x="677493" y="511175"/>
                </a:lnTo>
                <a:lnTo>
                  <a:pt x="685106" y="520700"/>
                </a:lnTo>
                <a:lnTo>
                  <a:pt x="693352" y="529908"/>
                </a:lnTo>
                <a:lnTo>
                  <a:pt x="701599" y="538798"/>
                </a:lnTo>
                <a:lnTo>
                  <a:pt x="710797" y="547053"/>
                </a:lnTo>
                <a:lnTo>
                  <a:pt x="719995" y="554990"/>
                </a:lnTo>
                <a:lnTo>
                  <a:pt x="729511" y="562293"/>
                </a:lnTo>
                <a:lnTo>
                  <a:pt x="739660" y="569595"/>
                </a:lnTo>
                <a:lnTo>
                  <a:pt x="750444" y="575945"/>
                </a:lnTo>
                <a:lnTo>
                  <a:pt x="760911" y="581978"/>
                </a:lnTo>
                <a:lnTo>
                  <a:pt x="772330" y="587693"/>
                </a:lnTo>
                <a:lnTo>
                  <a:pt x="783431" y="592455"/>
                </a:lnTo>
                <a:lnTo>
                  <a:pt x="795167" y="596900"/>
                </a:lnTo>
                <a:lnTo>
                  <a:pt x="806902" y="601345"/>
                </a:lnTo>
                <a:lnTo>
                  <a:pt x="819272" y="604520"/>
                </a:lnTo>
                <a:lnTo>
                  <a:pt x="831959" y="607378"/>
                </a:lnTo>
                <a:lnTo>
                  <a:pt x="844329" y="609600"/>
                </a:lnTo>
                <a:lnTo>
                  <a:pt x="857016" y="611188"/>
                </a:lnTo>
                <a:lnTo>
                  <a:pt x="870338" y="612140"/>
                </a:lnTo>
                <a:lnTo>
                  <a:pt x="883659" y="612458"/>
                </a:lnTo>
                <a:lnTo>
                  <a:pt x="896664" y="612140"/>
                </a:lnTo>
                <a:lnTo>
                  <a:pt x="909985" y="611188"/>
                </a:lnTo>
                <a:lnTo>
                  <a:pt x="922990" y="609600"/>
                </a:lnTo>
                <a:lnTo>
                  <a:pt x="935360" y="607378"/>
                </a:lnTo>
                <a:lnTo>
                  <a:pt x="947729" y="604520"/>
                </a:lnTo>
                <a:lnTo>
                  <a:pt x="960417" y="601345"/>
                </a:lnTo>
                <a:lnTo>
                  <a:pt x="971835" y="596900"/>
                </a:lnTo>
                <a:lnTo>
                  <a:pt x="983571" y="592455"/>
                </a:lnTo>
                <a:lnTo>
                  <a:pt x="994989" y="587693"/>
                </a:lnTo>
                <a:lnTo>
                  <a:pt x="1006407" y="581978"/>
                </a:lnTo>
                <a:lnTo>
                  <a:pt x="1016874" y="575945"/>
                </a:lnTo>
                <a:lnTo>
                  <a:pt x="1027341" y="569595"/>
                </a:lnTo>
                <a:lnTo>
                  <a:pt x="1037808" y="562293"/>
                </a:lnTo>
                <a:lnTo>
                  <a:pt x="1047006" y="554990"/>
                </a:lnTo>
                <a:lnTo>
                  <a:pt x="1056522" y="547053"/>
                </a:lnTo>
                <a:lnTo>
                  <a:pt x="1065720" y="538798"/>
                </a:lnTo>
                <a:lnTo>
                  <a:pt x="1073966" y="529908"/>
                </a:lnTo>
                <a:lnTo>
                  <a:pt x="1082213" y="520700"/>
                </a:lnTo>
                <a:lnTo>
                  <a:pt x="1089825" y="511175"/>
                </a:lnTo>
                <a:lnTo>
                  <a:pt x="1097120" y="501333"/>
                </a:lnTo>
                <a:lnTo>
                  <a:pt x="1103781" y="491173"/>
                </a:lnTo>
                <a:lnTo>
                  <a:pt x="1109808" y="480695"/>
                </a:lnTo>
                <a:lnTo>
                  <a:pt x="1115517" y="469583"/>
                </a:lnTo>
                <a:lnTo>
                  <a:pt x="1120909" y="458788"/>
                </a:lnTo>
                <a:lnTo>
                  <a:pt x="1125349" y="447358"/>
                </a:lnTo>
                <a:lnTo>
                  <a:pt x="1129473" y="435610"/>
                </a:lnTo>
                <a:lnTo>
                  <a:pt x="1132962" y="423545"/>
                </a:lnTo>
                <a:lnTo>
                  <a:pt x="1135816" y="411480"/>
                </a:lnTo>
                <a:lnTo>
                  <a:pt x="1138036" y="398780"/>
                </a:lnTo>
                <a:lnTo>
                  <a:pt x="1139622" y="386398"/>
                </a:lnTo>
                <a:lnTo>
                  <a:pt x="1140891" y="373698"/>
                </a:lnTo>
                <a:lnTo>
                  <a:pt x="1140891" y="360680"/>
                </a:lnTo>
                <a:lnTo>
                  <a:pt x="1140891" y="347980"/>
                </a:lnTo>
                <a:lnTo>
                  <a:pt x="1139622" y="334963"/>
                </a:lnTo>
                <a:lnTo>
                  <a:pt x="1138036" y="322580"/>
                </a:lnTo>
                <a:lnTo>
                  <a:pt x="1135816" y="310198"/>
                </a:lnTo>
                <a:lnTo>
                  <a:pt x="1132962" y="298133"/>
                </a:lnTo>
                <a:lnTo>
                  <a:pt x="1129473" y="285750"/>
                </a:lnTo>
                <a:lnTo>
                  <a:pt x="1125349" y="274003"/>
                </a:lnTo>
                <a:lnTo>
                  <a:pt x="1120909" y="262890"/>
                </a:lnTo>
                <a:lnTo>
                  <a:pt x="1115517" y="251460"/>
                </a:lnTo>
                <a:lnTo>
                  <a:pt x="1109808" y="240983"/>
                </a:lnTo>
                <a:lnTo>
                  <a:pt x="1103781" y="230188"/>
                </a:lnTo>
                <a:lnTo>
                  <a:pt x="1097120" y="220028"/>
                </a:lnTo>
                <a:lnTo>
                  <a:pt x="1089825" y="210185"/>
                </a:lnTo>
                <a:lnTo>
                  <a:pt x="1082213" y="200660"/>
                </a:lnTo>
                <a:lnTo>
                  <a:pt x="1073966" y="191453"/>
                </a:lnTo>
                <a:lnTo>
                  <a:pt x="1065720" y="182563"/>
                </a:lnTo>
                <a:lnTo>
                  <a:pt x="1056522" y="174308"/>
                </a:lnTo>
                <a:lnTo>
                  <a:pt x="1047006" y="166370"/>
                </a:lnTo>
                <a:lnTo>
                  <a:pt x="1037808" y="159068"/>
                </a:lnTo>
                <a:lnTo>
                  <a:pt x="1027341" y="152083"/>
                </a:lnTo>
                <a:lnTo>
                  <a:pt x="1016874" y="145733"/>
                </a:lnTo>
                <a:lnTo>
                  <a:pt x="1006407" y="139700"/>
                </a:lnTo>
                <a:lnTo>
                  <a:pt x="994989" y="133985"/>
                </a:lnTo>
                <a:lnTo>
                  <a:pt x="983571" y="128905"/>
                </a:lnTo>
                <a:lnTo>
                  <a:pt x="971835" y="124460"/>
                </a:lnTo>
                <a:lnTo>
                  <a:pt x="960417" y="120333"/>
                </a:lnTo>
                <a:lnTo>
                  <a:pt x="947729" y="116840"/>
                </a:lnTo>
                <a:lnTo>
                  <a:pt x="935360" y="114300"/>
                </a:lnTo>
                <a:lnTo>
                  <a:pt x="922990" y="112078"/>
                </a:lnTo>
                <a:lnTo>
                  <a:pt x="909985" y="110490"/>
                </a:lnTo>
                <a:lnTo>
                  <a:pt x="896664" y="109220"/>
                </a:lnTo>
                <a:lnTo>
                  <a:pt x="883659" y="108903"/>
                </a:lnTo>
                <a:close/>
                <a:moveTo>
                  <a:pt x="883659" y="0"/>
                </a:moveTo>
                <a:lnTo>
                  <a:pt x="893175" y="0"/>
                </a:lnTo>
                <a:lnTo>
                  <a:pt x="902373" y="318"/>
                </a:lnTo>
                <a:lnTo>
                  <a:pt x="911888" y="1270"/>
                </a:lnTo>
                <a:lnTo>
                  <a:pt x="921404" y="1905"/>
                </a:lnTo>
                <a:lnTo>
                  <a:pt x="930919" y="3175"/>
                </a:lnTo>
                <a:lnTo>
                  <a:pt x="939800" y="4128"/>
                </a:lnTo>
                <a:lnTo>
                  <a:pt x="948998" y="5715"/>
                </a:lnTo>
                <a:lnTo>
                  <a:pt x="957879" y="7303"/>
                </a:lnTo>
                <a:lnTo>
                  <a:pt x="975641" y="11430"/>
                </a:lnTo>
                <a:lnTo>
                  <a:pt x="993086" y="16193"/>
                </a:lnTo>
                <a:lnTo>
                  <a:pt x="1010531" y="21908"/>
                </a:lnTo>
                <a:lnTo>
                  <a:pt x="1027024" y="28258"/>
                </a:lnTo>
                <a:lnTo>
                  <a:pt x="1043200" y="35560"/>
                </a:lnTo>
                <a:lnTo>
                  <a:pt x="1059694" y="43498"/>
                </a:lnTo>
                <a:lnTo>
                  <a:pt x="1074601" y="52070"/>
                </a:lnTo>
                <a:lnTo>
                  <a:pt x="1089825" y="61595"/>
                </a:lnTo>
                <a:lnTo>
                  <a:pt x="1104098" y="71438"/>
                </a:lnTo>
                <a:lnTo>
                  <a:pt x="1118054" y="82550"/>
                </a:lnTo>
                <a:lnTo>
                  <a:pt x="1131693" y="93663"/>
                </a:lnTo>
                <a:lnTo>
                  <a:pt x="1144697" y="105410"/>
                </a:lnTo>
                <a:lnTo>
                  <a:pt x="1156750" y="118110"/>
                </a:lnTo>
                <a:lnTo>
                  <a:pt x="1168486" y="131128"/>
                </a:lnTo>
                <a:lnTo>
                  <a:pt x="1179270" y="144780"/>
                </a:lnTo>
                <a:lnTo>
                  <a:pt x="1189420" y="158750"/>
                </a:lnTo>
                <a:lnTo>
                  <a:pt x="1198935" y="173673"/>
                </a:lnTo>
                <a:lnTo>
                  <a:pt x="1208133" y="188595"/>
                </a:lnTo>
                <a:lnTo>
                  <a:pt x="1216062" y="204153"/>
                </a:lnTo>
                <a:lnTo>
                  <a:pt x="1223358" y="220345"/>
                </a:lnTo>
                <a:lnTo>
                  <a:pt x="1230018" y="236855"/>
                </a:lnTo>
                <a:lnTo>
                  <a:pt x="1236045" y="253365"/>
                </a:lnTo>
                <a:lnTo>
                  <a:pt x="1240802" y="270510"/>
                </a:lnTo>
                <a:lnTo>
                  <a:pt x="1243023" y="279083"/>
                </a:lnTo>
                <a:lnTo>
                  <a:pt x="1244926" y="288290"/>
                </a:lnTo>
                <a:lnTo>
                  <a:pt x="1246512" y="296863"/>
                </a:lnTo>
                <a:lnTo>
                  <a:pt x="1248098" y="306070"/>
                </a:lnTo>
                <a:lnTo>
                  <a:pt x="1249683" y="314643"/>
                </a:lnTo>
                <a:lnTo>
                  <a:pt x="1250635" y="323533"/>
                </a:lnTo>
                <a:lnTo>
                  <a:pt x="1251269" y="333058"/>
                </a:lnTo>
                <a:lnTo>
                  <a:pt x="1251904" y="342265"/>
                </a:lnTo>
                <a:lnTo>
                  <a:pt x="1252221" y="351155"/>
                </a:lnTo>
                <a:lnTo>
                  <a:pt x="1252538" y="360680"/>
                </a:lnTo>
                <a:lnTo>
                  <a:pt x="1252221" y="373698"/>
                </a:lnTo>
                <a:lnTo>
                  <a:pt x="1251269" y="386080"/>
                </a:lnTo>
                <a:lnTo>
                  <a:pt x="1250318" y="398463"/>
                </a:lnTo>
                <a:lnTo>
                  <a:pt x="1248732" y="411163"/>
                </a:lnTo>
                <a:lnTo>
                  <a:pt x="1246829" y="423228"/>
                </a:lnTo>
                <a:lnTo>
                  <a:pt x="1244608" y="435293"/>
                </a:lnTo>
                <a:lnTo>
                  <a:pt x="1241754" y="447358"/>
                </a:lnTo>
                <a:lnTo>
                  <a:pt x="1238582" y="459105"/>
                </a:lnTo>
                <a:lnTo>
                  <a:pt x="1234776" y="470853"/>
                </a:lnTo>
                <a:lnTo>
                  <a:pt x="1230970" y="481965"/>
                </a:lnTo>
                <a:lnTo>
                  <a:pt x="1226529" y="493395"/>
                </a:lnTo>
                <a:lnTo>
                  <a:pt x="1222089" y="504825"/>
                </a:lnTo>
                <a:lnTo>
                  <a:pt x="1216697" y="515303"/>
                </a:lnTo>
                <a:lnTo>
                  <a:pt x="1211305" y="526415"/>
                </a:lnTo>
                <a:lnTo>
                  <a:pt x="1205278" y="536893"/>
                </a:lnTo>
                <a:lnTo>
                  <a:pt x="1199252" y="547053"/>
                </a:lnTo>
                <a:lnTo>
                  <a:pt x="1192908" y="557213"/>
                </a:lnTo>
                <a:lnTo>
                  <a:pt x="1185930" y="567055"/>
                </a:lnTo>
                <a:lnTo>
                  <a:pt x="1178953" y="576580"/>
                </a:lnTo>
                <a:lnTo>
                  <a:pt x="1171340" y="586105"/>
                </a:lnTo>
                <a:lnTo>
                  <a:pt x="1163728" y="595313"/>
                </a:lnTo>
                <a:lnTo>
                  <a:pt x="1155798" y="604203"/>
                </a:lnTo>
                <a:lnTo>
                  <a:pt x="1147552" y="612458"/>
                </a:lnTo>
                <a:lnTo>
                  <a:pt x="1138988" y="621030"/>
                </a:lnTo>
                <a:lnTo>
                  <a:pt x="1129790" y="629285"/>
                </a:lnTo>
                <a:lnTo>
                  <a:pt x="1120909" y="636905"/>
                </a:lnTo>
                <a:lnTo>
                  <a:pt x="1111394" y="644208"/>
                </a:lnTo>
                <a:lnTo>
                  <a:pt x="1101878" y="651510"/>
                </a:lnTo>
                <a:lnTo>
                  <a:pt x="1091728" y="658178"/>
                </a:lnTo>
                <a:lnTo>
                  <a:pt x="1081896" y="665163"/>
                </a:lnTo>
                <a:lnTo>
                  <a:pt x="1071429" y="671195"/>
                </a:lnTo>
                <a:lnTo>
                  <a:pt x="1060645" y="677228"/>
                </a:lnTo>
                <a:lnTo>
                  <a:pt x="1066354" y="677228"/>
                </a:lnTo>
                <a:lnTo>
                  <a:pt x="1073966" y="677228"/>
                </a:lnTo>
                <a:lnTo>
                  <a:pt x="1081579" y="677863"/>
                </a:lnTo>
                <a:lnTo>
                  <a:pt x="1088557" y="678815"/>
                </a:lnTo>
                <a:lnTo>
                  <a:pt x="1095852" y="679768"/>
                </a:lnTo>
                <a:lnTo>
                  <a:pt x="1103147" y="681673"/>
                </a:lnTo>
                <a:lnTo>
                  <a:pt x="1109808" y="683578"/>
                </a:lnTo>
                <a:lnTo>
                  <a:pt x="1116468" y="685800"/>
                </a:lnTo>
                <a:lnTo>
                  <a:pt x="1123129" y="688023"/>
                </a:lnTo>
                <a:lnTo>
                  <a:pt x="1129473" y="691198"/>
                </a:lnTo>
                <a:lnTo>
                  <a:pt x="1135816" y="694373"/>
                </a:lnTo>
                <a:lnTo>
                  <a:pt x="1141843" y="697548"/>
                </a:lnTo>
                <a:lnTo>
                  <a:pt x="1147869" y="701358"/>
                </a:lnTo>
                <a:lnTo>
                  <a:pt x="1153578" y="705485"/>
                </a:lnTo>
                <a:lnTo>
                  <a:pt x="1158970" y="709613"/>
                </a:lnTo>
                <a:lnTo>
                  <a:pt x="1164045" y="714375"/>
                </a:lnTo>
                <a:lnTo>
                  <a:pt x="1169437" y="718820"/>
                </a:lnTo>
                <a:lnTo>
                  <a:pt x="1173878" y="723583"/>
                </a:lnTo>
                <a:lnTo>
                  <a:pt x="1178953" y="728980"/>
                </a:lnTo>
                <a:lnTo>
                  <a:pt x="1183076" y="734378"/>
                </a:lnTo>
                <a:lnTo>
                  <a:pt x="1187199" y="740093"/>
                </a:lnTo>
                <a:lnTo>
                  <a:pt x="1191005" y="745808"/>
                </a:lnTo>
                <a:lnTo>
                  <a:pt x="1194494" y="751840"/>
                </a:lnTo>
                <a:lnTo>
                  <a:pt x="1197666" y="757873"/>
                </a:lnTo>
                <a:lnTo>
                  <a:pt x="1200521" y="764223"/>
                </a:lnTo>
                <a:lnTo>
                  <a:pt x="1203058" y="770573"/>
                </a:lnTo>
                <a:lnTo>
                  <a:pt x="1205278" y="776923"/>
                </a:lnTo>
                <a:lnTo>
                  <a:pt x="1207182" y="783908"/>
                </a:lnTo>
                <a:lnTo>
                  <a:pt x="1209084" y="790575"/>
                </a:lnTo>
                <a:lnTo>
                  <a:pt x="1210353" y="797878"/>
                </a:lnTo>
                <a:lnTo>
                  <a:pt x="1211305" y="804863"/>
                </a:lnTo>
                <a:lnTo>
                  <a:pt x="1211622" y="812165"/>
                </a:lnTo>
                <a:lnTo>
                  <a:pt x="1212256" y="819468"/>
                </a:lnTo>
                <a:lnTo>
                  <a:pt x="1212256" y="1278891"/>
                </a:lnTo>
                <a:lnTo>
                  <a:pt x="1211622" y="1285876"/>
                </a:lnTo>
                <a:lnTo>
                  <a:pt x="1211305" y="1293178"/>
                </a:lnTo>
                <a:lnTo>
                  <a:pt x="1210353" y="1300481"/>
                </a:lnTo>
                <a:lnTo>
                  <a:pt x="1209084" y="1307466"/>
                </a:lnTo>
                <a:lnTo>
                  <a:pt x="1207182" y="1314451"/>
                </a:lnTo>
                <a:lnTo>
                  <a:pt x="1205278" y="1321118"/>
                </a:lnTo>
                <a:lnTo>
                  <a:pt x="1203058" y="1327468"/>
                </a:lnTo>
                <a:lnTo>
                  <a:pt x="1200521" y="1334136"/>
                </a:lnTo>
                <a:lnTo>
                  <a:pt x="1197666" y="1340486"/>
                </a:lnTo>
                <a:lnTo>
                  <a:pt x="1194494" y="1346518"/>
                </a:lnTo>
                <a:lnTo>
                  <a:pt x="1191005" y="1352551"/>
                </a:lnTo>
                <a:lnTo>
                  <a:pt x="1187199" y="1358266"/>
                </a:lnTo>
                <a:lnTo>
                  <a:pt x="1183076" y="1363981"/>
                </a:lnTo>
                <a:lnTo>
                  <a:pt x="1178953" y="1369061"/>
                </a:lnTo>
                <a:lnTo>
                  <a:pt x="1173878" y="1374458"/>
                </a:lnTo>
                <a:lnTo>
                  <a:pt x="1169437" y="1379221"/>
                </a:lnTo>
                <a:lnTo>
                  <a:pt x="1164045" y="1384301"/>
                </a:lnTo>
                <a:lnTo>
                  <a:pt x="1158970" y="1388428"/>
                </a:lnTo>
                <a:lnTo>
                  <a:pt x="1153578" y="1392873"/>
                </a:lnTo>
                <a:lnTo>
                  <a:pt x="1147869" y="1396683"/>
                </a:lnTo>
                <a:lnTo>
                  <a:pt x="1141843" y="1400493"/>
                </a:lnTo>
                <a:lnTo>
                  <a:pt x="1135816" y="1403986"/>
                </a:lnTo>
                <a:lnTo>
                  <a:pt x="1129473" y="1406843"/>
                </a:lnTo>
                <a:lnTo>
                  <a:pt x="1123129" y="1410018"/>
                </a:lnTo>
                <a:lnTo>
                  <a:pt x="1116468" y="1412558"/>
                </a:lnTo>
                <a:lnTo>
                  <a:pt x="1109808" y="1414781"/>
                </a:lnTo>
                <a:lnTo>
                  <a:pt x="1103147" y="1416686"/>
                </a:lnTo>
                <a:lnTo>
                  <a:pt x="1095852" y="1418273"/>
                </a:lnTo>
                <a:lnTo>
                  <a:pt x="1088557" y="1419543"/>
                </a:lnTo>
                <a:lnTo>
                  <a:pt x="1081579" y="1420496"/>
                </a:lnTo>
                <a:lnTo>
                  <a:pt x="1073966" y="1420813"/>
                </a:lnTo>
                <a:lnTo>
                  <a:pt x="1066354" y="1420813"/>
                </a:lnTo>
                <a:lnTo>
                  <a:pt x="145585" y="1420813"/>
                </a:lnTo>
                <a:lnTo>
                  <a:pt x="138290" y="1420813"/>
                </a:lnTo>
                <a:lnTo>
                  <a:pt x="130678" y="1420496"/>
                </a:lnTo>
                <a:lnTo>
                  <a:pt x="123383" y="1419543"/>
                </a:lnTo>
                <a:lnTo>
                  <a:pt x="116405" y="1418273"/>
                </a:lnTo>
                <a:lnTo>
                  <a:pt x="109427" y="1416686"/>
                </a:lnTo>
                <a:lnTo>
                  <a:pt x="102449" y="1414781"/>
                </a:lnTo>
                <a:lnTo>
                  <a:pt x="95471" y="1412558"/>
                </a:lnTo>
                <a:lnTo>
                  <a:pt x="89127" y="1410018"/>
                </a:lnTo>
                <a:lnTo>
                  <a:pt x="82784" y="1406843"/>
                </a:lnTo>
                <a:lnTo>
                  <a:pt x="76123" y="1403986"/>
                </a:lnTo>
                <a:lnTo>
                  <a:pt x="70097" y="1400493"/>
                </a:lnTo>
                <a:lnTo>
                  <a:pt x="64070" y="1396683"/>
                </a:lnTo>
                <a:lnTo>
                  <a:pt x="58361" y="1392873"/>
                </a:lnTo>
                <a:lnTo>
                  <a:pt x="53286" y="1388428"/>
                </a:lnTo>
                <a:lnTo>
                  <a:pt x="47894" y="1384301"/>
                </a:lnTo>
                <a:lnTo>
                  <a:pt x="42502" y="1379221"/>
                </a:lnTo>
                <a:lnTo>
                  <a:pt x="38062" y="1374458"/>
                </a:lnTo>
                <a:lnTo>
                  <a:pt x="33304" y="1369061"/>
                </a:lnTo>
                <a:lnTo>
                  <a:pt x="29181" y="1363981"/>
                </a:lnTo>
                <a:lnTo>
                  <a:pt x="24740" y="1358266"/>
                </a:lnTo>
                <a:lnTo>
                  <a:pt x="21251" y="1352551"/>
                </a:lnTo>
                <a:lnTo>
                  <a:pt x="17762" y="1346518"/>
                </a:lnTo>
                <a:lnTo>
                  <a:pt x="14273" y="1340486"/>
                </a:lnTo>
                <a:lnTo>
                  <a:pt x="11736" y="1334136"/>
                </a:lnTo>
                <a:lnTo>
                  <a:pt x="8881" y="1327468"/>
                </a:lnTo>
                <a:lnTo>
                  <a:pt x="6661" y="1321118"/>
                </a:lnTo>
                <a:lnTo>
                  <a:pt x="4758" y="1314451"/>
                </a:lnTo>
                <a:lnTo>
                  <a:pt x="2855" y="1307466"/>
                </a:lnTo>
                <a:lnTo>
                  <a:pt x="1903" y="1300481"/>
                </a:lnTo>
                <a:lnTo>
                  <a:pt x="635" y="1293178"/>
                </a:lnTo>
                <a:lnTo>
                  <a:pt x="317" y="1285876"/>
                </a:lnTo>
                <a:lnTo>
                  <a:pt x="0" y="1278891"/>
                </a:lnTo>
                <a:lnTo>
                  <a:pt x="0" y="819468"/>
                </a:lnTo>
                <a:lnTo>
                  <a:pt x="317" y="812165"/>
                </a:lnTo>
                <a:lnTo>
                  <a:pt x="635" y="804863"/>
                </a:lnTo>
                <a:lnTo>
                  <a:pt x="1903" y="797878"/>
                </a:lnTo>
                <a:lnTo>
                  <a:pt x="2855" y="790575"/>
                </a:lnTo>
                <a:lnTo>
                  <a:pt x="4758" y="783908"/>
                </a:lnTo>
                <a:lnTo>
                  <a:pt x="6661" y="776923"/>
                </a:lnTo>
                <a:lnTo>
                  <a:pt x="8881" y="770573"/>
                </a:lnTo>
                <a:lnTo>
                  <a:pt x="11736" y="764223"/>
                </a:lnTo>
                <a:lnTo>
                  <a:pt x="14273" y="757873"/>
                </a:lnTo>
                <a:lnTo>
                  <a:pt x="17762" y="751840"/>
                </a:lnTo>
                <a:lnTo>
                  <a:pt x="21251" y="745808"/>
                </a:lnTo>
                <a:lnTo>
                  <a:pt x="24740" y="740093"/>
                </a:lnTo>
                <a:lnTo>
                  <a:pt x="29181" y="734378"/>
                </a:lnTo>
                <a:lnTo>
                  <a:pt x="33304" y="728980"/>
                </a:lnTo>
                <a:lnTo>
                  <a:pt x="38062" y="723583"/>
                </a:lnTo>
                <a:lnTo>
                  <a:pt x="42502" y="718820"/>
                </a:lnTo>
                <a:lnTo>
                  <a:pt x="47894" y="714375"/>
                </a:lnTo>
                <a:lnTo>
                  <a:pt x="53286" y="709613"/>
                </a:lnTo>
                <a:lnTo>
                  <a:pt x="58361" y="705485"/>
                </a:lnTo>
                <a:lnTo>
                  <a:pt x="64070" y="701358"/>
                </a:lnTo>
                <a:lnTo>
                  <a:pt x="70097" y="697548"/>
                </a:lnTo>
                <a:lnTo>
                  <a:pt x="76123" y="694373"/>
                </a:lnTo>
                <a:lnTo>
                  <a:pt x="82784" y="691198"/>
                </a:lnTo>
                <a:lnTo>
                  <a:pt x="89127" y="688023"/>
                </a:lnTo>
                <a:lnTo>
                  <a:pt x="95471" y="685800"/>
                </a:lnTo>
                <a:lnTo>
                  <a:pt x="102449" y="683578"/>
                </a:lnTo>
                <a:lnTo>
                  <a:pt x="109427" y="681673"/>
                </a:lnTo>
                <a:lnTo>
                  <a:pt x="116405" y="679768"/>
                </a:lnTo>
                <a:lnTo>
                  <a:pt x="123383" y="678815"/>
                </a:lnTo>
                <a:lnTo>
                  <a:pt x="130678" y="677863"/>
                </a:lnTo>
                <a:lnTo>
                  <a:pt x="138290" y="677228"/>
                </a:lnTo>
                <a:lnTo>
                  <a:pt x="145585" y="677228"/>
                </a:lnTo>
                <a:lnTo>
                  <a:pt x="151612" y="677228"/>
                </a:lnTo>
                <a:lnTo>
                  <a:pt x="145585" y="672783"/>
                </a:lnTo>
                <a:lnTo>
                  <a:pt x="139242" y="668020"/>
                </a:lnTo>
                <a:lnTo>
                  <a:pt x="133215" y="663258"/>
                </a:lnTo>
                <a:lnTo>
                  <a:pt x="127189" y="658178"/>
                </a:lnTo>
                <a:lnTo>
                  <a:pt x="121480" y="653415"/>
                </a:lnTo>
                <a:lnTo>
                  <a:pt x="115770" y="648018"/>
                </a:lnTo>
                <a:lnTo>
                  <a:pt x="110378" y="642938"/>
                </a:lnTo>
                <a:lnTo>
                  <a:pt x="104986" y="637223"/>
                </a:lnTo>
                <a:lnTo>
                  <a:pt x="99911" y="631508"/>
                </a:lnTo>
                <a:lnTo>
                  <a:pt x="95154" y="625475"/>
                </a:lnTo>
                <a:lnTo>
                  <a:pt x="90079" y="619443"/>
                </a:lnTo>
                <a:lnTo>
                  <a:pt x="85638" y="613410"/>
                </a:lnTo>
                <a:lnTo>
                  <a:pt x="81198" y="606743"/>
                </a:lnTo>
                <a:lnTo>
                  <a:pt x="77075" y="600393"/>
                </a:lnTo>
                <a:lnTo>
                  <a:pt x="72951" y="594043"/>
                </a:lnTo>
                <a:lnTo>
                  <a:pt x="69145" y="587375"/>
                </a:lnTo>
                <a:lnTo>
                  <a:pt x="65656" y="580390"/>
                </a:lnTo>
                <a:lnTo>
                  <a:pt x="61850" y="573723"/>
                </a:lnTo>
                <a:lnTo>
                  <a:pt x="58995" y="566420"/>
                </a:lnTo>
                <a:lnTo>
                  <a:pt x="55824" y="559118"/>
                </a:lnTo>
                <a:lnTo>
                  <a:pt x="53286" y="552133"/>
                </a:lnTo>
                <a:lnTo>
                  <a:pt x="50432" y="544830"/>
                </a:lnTo>
                <a:lnTo>
                  <a:pt x="48211" y="537210"/>
                </a:lnTo>
                <a:lnTo>
                  <a:pt x="45991" y="529908"/>
                </a:lnTo>
                <a:lnTo>
                  <a:pt x="44088" y="522288"/>
                </a:lnTo>
                <a:lnTo>
                  <a:pt x="42502" y="514350"/>
                </a:lnTo>
                <a:lnTo>
                  <a:pt x="41233" y="506413"/>
                </a:lnTo>
                <a:lnTo>
                  <a:pt x="39965" y="498793"/>
                </a:lnTo>
                <a:lnTo>
                  <a:pt x="39330" y="490538"/>
                </a:lnTo>
                <a:lnTo>
                  <a:pt x="38379" y="482600"/>
                </a:lnTo>
                <a:lnTo>
                  <a:pt x="38062" y="474663"/>
                </a:lnTo>
                <a:lnTo>
                  <a:pt x="37744" y="466090"/>
                </a:lnTo>
                <a:lnTo>
                  <a:pt x="38062" y="453073"/>
                </a:lnTo>
                <a:lnTo>
                  <a:pt x="39330" y="440055"/>
                </a:lnTo>
                <a:lnTo>
                  <a:pt x="40599" y="427355"/>
                </a:lnTo>
                <a:lnTo>
                  <a:pt x="43137" y="414655"/>
                </a:lnTo>
                <a:lnTo>
                  <a:pt x="45991" y="402273"/>
                </a:lnTo>
                <a:lnTo>
                  <a:pt x="49797" y="390208"/>
                </a:lnTo>
                <a:lnTo>
                  <a:pt x="53603" y="378460"/>
                </a:lnTo>
                <a:lnTo>
                  <a:pt x="58361" y="366713"/>
                </a:lnTo>
                <a:lnTo>
                  <a:pt x="63753" y="355600"/>
                </a:lnTo>
                <a:lnTo>
                  <a:pt x="69462" y="344488"/>
                </a:lnTo>
                <a:lnTo>
                  <a:pt x="75489" y="334010"/>
                </a:lnTo>
                <a:lnTo>
                  <a:pt x="82149" y="323215"/>
                </a:lnTo>
                <a:lnTo>
                  <a:pt x="89762" y="313373"/>
                </a:lnTo>
                <a:lnTo>
                  <a:pt x="97374" y="303530"/>
                </a:lnTo>
                <a:lnTo>
                  <a:pt x="105621" y="294640"/>
                </a:lnTo>
                <a:lnTo>
                  <a:pt x="114502" y="285750"/>
                </a:lnTo>
                <a:lnTo>
                  <a:pt x="123383" y="277178"/>
                </a:lnTo>
                <a:lnTo>
                  <a:pt x="132898" y="269240"/>
                </a:lnTo>
                <a:lnTo>
                  <a:pt x="142731" y="261620"/>
                </a:lnTo>
                <a:lnTo>
                  <a:pt x="152880" y="254635"/>
                </a:lnTo>
                <a:lnTo>
                  <a:pt x="163347" y="247968"/>
                </a:lnTo>
                <a:lnTo>
                  <a:pt x="174448" y="241618"/>
                </a:lnTo>
                <a:lnTo>
                  <a:pt x="185867" y="235903"/>
                </a:lnTo>
                <a:lnTo>
                  <a:pt x="196968" y="231140"/>
                </a:lnTo>
                <a:lnTo>
                  <a:pt x="209021" y="226378"/>
                </a:lnTo>
                <a:lnTo>
                  <a:pt x="221391" y="222250"/>
                </a:lnTo>
                <a:lnTo>
                  <a:pt x="233761" y="219075"/>
                </a:lnTo>
                <a:lnTo>
                  <a:pt x="246131" y="216218"/>
                </a:lnTo>
                <a:lnTo>
                  <a:pt x="259135" y="213995"/>
                </a:lnTo>
                <a:lnTo>
                  <a:pt x="272139" y="212090"/>
                </a:lnTo>
                <a:lnTo>
                  <a:pt x="285461" y="211455"/>
                </a:lnTo>
                <a:lnTo>
                  <a:pt x="298782" y="211138"/>
                </a:lnTo>
                <a:lnTo>
                  <a:pt x="307346" y="211138"/>
                </a:lnTo>
                <a:lnTo>
                  <a:pt x="315593" y="211455"/>
                </a:lnTo>
                <a:lnTo>
                  <a:pt x="323839" y="212090"/>
                </a:lnTo>
                <a:lnTo>
                  <a:pt x="332403" y="213043"/>
                </a:lnTo>
                <a:lnTo>
                  <a:pt x="340650" y="214313"/>
                </a:lnTo>
                <a:lnTo>
                  <a:pt x="348896" y="215583"/>
                </a:lnTo>
                <a:lnTo>
                  <a:pt x="356826" y="217488"/>
                </a:lnTo>
                <a:lnTo>
                  <a:pt x="364755" y="219393"/>
                </a:lnTo>
                <a:lnTo>
                  <a:pt x="372685" y="221298"/>
                </a:lnTo>
                <a:lnTo>
                  <a:pt x="380297" y="223838"/>
                </a:lnTo>
                <a:lnTo>
                  <a:pt x="388227" y="226378"/>
                </a:lnTo>
                <a:lnTo>
                  <a:pt x="395839" y="229235"/>
                </a:lnTo>
                <a:lnTo>
                  <a:pt x="402817" y="232093"/>
                </a:lnTo>
                <a:lnTo>
                  <a:pt x="410429" y="235585"/>
                </a:lnTo>
                <a:lnTo>
                  <a:pt x="417724" y="239078"/>
                </a:lnTo>
                <a:lnTo>
                  <a:pt x="424385" y="242888"/>
                </a:lnTo>
                <a:lnTo>
                  <a:pt x="431680" y="246698"/>
                </a:lnTo>
                <a:lnTo>
                  <a:pt x="438024" y="250825"/>
                </a:lnTo>
                <a:lnTo>
                  <a:pt x="444684" y="254953"/>
                </a:lnTo>
                <a:lnTo>
                  <a:pt x="451345" y="259398"/>
                </a:lnTo>
                <a:lnTo>
                  <a:pt x="457689" y="263843"/>
                </a:lnTo>
                <a:lnTo>
                  <a:pt x="464032" y="268923"/>
                </a:lnTo>
                <a:lnTo>
                  <a:pt x="470059" y="273685"/>
                </a:lnTo>
                <a:lnTo>
                  <a:pt x="475768" y="279083"/>
                </a:lnTo>
                <a:lnTo>
                  <a:pt x="481477" y="284480"/>
                </a:lnTo>
                <a:lnTo>
                  <a:pt x="487186" y="289878"/>
                </a:lnTo>
                <a:lnTo>
                  <a:pt x="492261" y="295593"/>
                </a:lnTo>
                <a:lnTo>
                  <a:pt x="497653" y="301308"/>
                </a:lnTo>
                <a:lnTo>
                  <a:pt x="502728" y="307340"/>
                </a:lnTo>
                <a:lnTo>
                  <a:pt x="507486" y="314008"/>
                </a:lnTo>
                <a:lnTo>
                  <a:pt x="512243" y="320040"/>
                </a:lnTo>
                <a:lnTo>
                  <a:pt x="516684" y="326390"/>
                </a:lnTo>
                <a:lnTo>
                  <a:pt x="518904" y="309245"/>
                </a:lnTo>
                <a:lnTo>
                  <a:pt x="521442" y="292735"/>
                </a:lnTo>
                <a:lnTo>
                  <a:pt x="525248" y="275908"/>
                </a:lnTo>
                <a:lnTo>
                  <a:pt x="529688" y="259715"/>
                </a:lnTo>
                <a:lnTo>
                  <a:pt x="534763" y="243840"/>
                </a:lnTo>
                <a:lnTo>
                  <a:pt x="540789" y="228283"/>
                </a:lnTo>
                <a:lnTo>
                  <a:pt x="547133" y="213043"/>
                </a:lnTo>
                <a:lnTo>
                  <a:pt x="554745" y="198120"/>
                </a:lnTo>
                <a:lnTo>
                  <a:pt x="562358" y="183833"/>
                </a:lnTo>
                <a:lnTo>
                  <a:pt x="570921" y="169545"/>
                </a:lnTo>
                <a:lnTo>
                  <a:pt x="580437" y="155893"/>
                </a:lnTo>
                <a:lnTo>
                  <a:pt x="589952" y="142558"/>
                </a:lnTo>
                <a:lnTo>
                  <a:pt x="600419" y="130175"/>
                </a:lnTo>
                <a:lnTo>
                  <a:pt x="611203" y="117475"/>
                </a:lnTo>
                <a:lnTo>
                  <a:pt x="622621" y="106045"/>
                </a:lnTo>
                <a:lnTo>
                  <a:pt x="634674" y="94615"/>
                </a:lnTo>
                <a:lnTo>
                  <a:pt x="647679" y="83820"/>
                </a:lnTo>
                <a:lnTo>
                  <a:pt x="660366" y="73660"/>
                </a:lnTo>
                <a:lnTo>
                  <a:pt x="674004" y="63818"/>
                </a:lnTo>
                <a:lnTo>
                  <a:pt x="687960" y="54928"/>
                </a:lnTo>
                <a:lnTo>
                  <a:pt x="702233" y="46673"/>
                </a:lnTo>
                <a:lnTo>
                  <a:pt x="717141" y="39053"/>
                </a:lnTo>
                <a:lnTo>
                  <a:pt x="732048" y="31750"/>
                </a:lnTo>
                <a:lnTo>
                  <a:pt x="747907" y="25400"/>
                </a:lnTo>
                <a:lnTo>
                  <a:pt x="763766" y="19368"/>
                </a:lnTo>
                <a:lnTo>
                  <a:pt x="780259" y="14288"/>
                </a:lnTo>
                <a:lnTo>
                  <a:pt x="796752" y="10160"/>
                </a:lnTo>
                <a:lnTo>
                  <a:pt x="813880" y="6350"/>
                </a:lnTo>
                <a:lnTo>
                  <a:pt x="830691" y="3810"/>
                </a:lnTo>
                <a:lnTo>
                  <a:pt x="848135" y="1588"/>
                </a:lnTo>
                <a:lnTo>
                  <a:pt x="865897" y="318"/>
                </a:lnTo>
                <a:lnTo>
                  <a:pt x="88365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幼圆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1619508"/>
            <a:ext cx="5760127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月童装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/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童鞋广告媒体占比前三位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18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03648" y="4653136"/>
            <a:ext cx="696041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90.3%                5.2%                    3.2% 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235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263757"/>
              </p:ext>
            </p:extLst>
          </p:nvPr>
        </p:nvGraphicFramePr>
        <p:xfrm>
          <a:off x="424748" y="1844823"/>
          <a:ext cx="8136904" cy="44578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74936"/>
                <a:gridCol w="2420656"/>
                <a:gridCol w="2420656"/>
                <a:gridCol w="2420656"/>
              </a:tblGrid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花费占比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361</a:t>
                      </a: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度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35.3%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-23.8%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ABC KIDS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23.8%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特步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18.1%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28.7%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永高人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-33.4%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英氏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乐比悠悠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125.5%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麦西西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&gt;1000%</a:t>
                      </a:r>
                      <a:endParaRPr lang="en-US" altLang="zh-CN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BEAN POLE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&gt;1000%</a:t>
                      </a:r>
                      <a:endParaRPr lang="en-US" altLang="zh-CN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阿迪达斯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21.3%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巴拉巴拉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-82.8%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395536" y="44624"/>
            <a:ext cx="7289969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童装</a:t>
            </a:r>
            <a:r>
              <a:rPr lang="en-US" altLang="zh-CN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/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童鞋广告花费榜单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58715" y="1412776"/>
            <a:ext cx="6264696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月年童装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/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童鞋广告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花费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10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299164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婴幼儿卫生用品广告投放分析</a:t>
            </a:r>
            <a:endParaRPr lang="zh-CN" altLang="en-US" b="1" dirty="0">
              <a:solidFill>
                <a:schemeClr val="bg1"/>
              </a:solidFill>
              <a:latin typeface="Arial Black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73" r="36075" b="22945"/>
          <a:stretch/>
        </p:blipFill>
        <p:spPr>
          <a:xfrm rot="20643008">
            <a:off x="1492162" y="3044952"/>
            <a:ext cx="1453843" cy="10321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550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78460" y="332656"/>
            <a:ext cx="8340725" cy="86793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花费趋势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：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婴幼儿卫生用品广告花费在前两个月同比增长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616" y="1556792"/>
            <a:ext cx="6912768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月婴幼儿卫生用品广告花费月度同比增幅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2471522189"/>
              </p:ext>
            </p:extLst>
          </p:nvPr>
        </p:nvGraphicFramePr>
        <p:xfrm>
          <a:off x="467544" y="1916832"/>
          <a:ext cx="8251641" cy="410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051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2693564479"/>
              </p:ext>
            </p:extLst>
          </p:nvPr>
        </p:nvGraphicFramePr>
        <p:xfrm>
          <a:off x="414589" y="2101304"/>
          <a:ext cx="8143631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91680" y="1704060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婴幼儿卫生用品品牌数量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251520" y="118182"/>
            <a:ext cx="7685803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品牌数量：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新增品牌约占半数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32031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按照花费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排序 </a:t>
            </a:r>
            <a:r>
              <a:rPr lang="zh-CN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520" y="188640"/>
            <a:ext cx="8419898" cy="86793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媒介分布：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婴幼儿卫生用品几乎全部投放在电视广告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8" name="MH_Text_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15244" y="4653136"/>
            <a:ext cx="689642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幼圆"/>
                <a:ea typeface="幼圆"/>
              </a:rPr>
              <a:t> 99.4%                0.6%                    0.04%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9" name="MH_Text_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00844" y="4228746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b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电视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1" name="MH_Text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48239" y="4256893"/>
            <a:ext cx="1080145" cy="224229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传统传统户外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2" name="KSO_Shape"/>
          <p:cNvSpPr>
            <a:spLocks/>
          </p:cNvSpPr>
          <p:nvPr/>
        </p:nvSpPr>
        <p:spPr bwMode="auto">
          <a:xfrm>
            <a:off x="1315244" y="2692524"/>
            <a:ext cx="952500" cy="808484"/>
          </a:xfrm>
          <a:custGeom>
            <a:avLst/>
            <a:gdLst>
              <a:gd name="T0" fmla="*/ 1372823 w 5484"/>
              <a:gd name="T1" fmla="*/ 154929 h 5484"/>
              <a:gd name="T2" fmla="*/ 1427013 w 5484"/>
              <a:gd name="T3" fmla="*/ 95181 h 5484"/>
              <a:gd name="T4" fmla="*/ 1405476 w 5484"/>
              <a:gd name="T5" fmla="*/ 23274 h 5484"/>
              <a:gd name="T6" fmla="*/ 1333222 w 5484"/>
              <a:gd name="T7" fmla="*/ 1389 h 5484"/>
              <a:gd name="T8" fmla="*/ 1273126 w 5484"/>
              <a:gd name="T9" fmla="*/ 55580 h 5484"/>
              <a:gd name="T10" fmla="*/ 629789 w 5484"/>
              <a:gd name="T11" fmla="*/ 105949 h 5484"/>
              <a:gd name="T12" fmla="*/ 625274 w 5484"/>
              <a:gd name="T13" fmla="*/ 40990 h 5484"/>
              <a:gd name="T14" fmla="*/ 555451 w 5484"/>
              <a:gd name="T15" fmla="*/ 0 h 5484"/>
              <a:gd name="T16" fmla="*/ 489450 w 5484"/>
              <a:gd name="T17" fmla="*/ 34737 h 5484"/>
              <a:gd name="T18" fmla="*/ 482503 w 5484"/>
              <a:gd name="T19" fmla="*/ 110118 h 5484"/>
              <a:gd name="T20" fmla="*/ 547114 w 5484"/>
              <a:gd name="T21" fmla="*/ 158055 h 5484"/>
              <a:gd name="T22" fmla="*/ 134434 w 5484"/>
              <a:gd name="T23" fmla="*/ 477987 h 5484"/>
              <a:gd name="T24" fmla="*/ 57664 w 5484"/>
              <a:gd name="T25" fmla="*/ 512377 h 5484"/>
              <a:gd name="T26" fmla="*/ 9726 w 5484"/>
              <a:gd name="T27" fmla="*/ 579768 h 5484"/>
              <a:gd name="T28" fmla="*/ 695 w 5484"/>
              <a:gd name="T29" fmla="*/ 1762229 h 5484"/>
              <a:gd name="T30" fmla="*/ 31264 w 5484"/>
              <a:gd name="T31" fmla="*/ 1840736 h 5484"/>
              <a:gd name="T32" fmla="*/ 96917 w 5484"/>
              <a:gd name="T33" fmla="*/ 1892147 h 5484"/>
              <a:gd name="T34" fmla="*/ 1754240 w 5484"/>
              <a:gd name="T35" fmla="*/ 1904305 h 5484"/>
              <a:gd name="T36" fmla="*/ 1834830 w 5484"/>
              <a:gd name="T37" fmla="*/ 1877557 h 5484"/>
              <a:gd name="T38" fmla="*/ 1889368 w 5484"/>
              <a:gd name="T39" fmla="*/ 1814683 h 5484"/>
              <a:gd name="T40" fmla="*/ 1905000 w 5484"/>
              <a:gd name="T41" fmla="*/ 634653 h 5484"/>
              <a:gd name="T42" fmla="*/ 1881726 w 5484"/>
              <a:gd name="T43" fmla="*/ 552325 h 5484"/>
              <a:gd name="T44" fmla="*/ 1821630 w 5484"/>
              <a:gd name="T45" fmla="*/ 495008 h 5484"/>
              <a:gd name="T46" fmla="*/ 1428403 w 5484"/>
              <a:gd name="T47" fmla="*/ 1587153 h 5484"/>
              <a:gd name="T48" fmla="*/ 1409297 w 5484"/>
              <a:gd name="T49" fmla="*/ 1662533 h 5484"/>
              <a:gd name="T50" fmla="*/ 1351980 w 5484"/>
              <a:gd name="T51" fmla="*/ 1722976 h 5484"/>
              <a:gd name="T52" fmla="*/ 1269653 w 5484"/>
              <a:gd name="T53" fmla="*/ 1745903 h 5484"/>
              <a:gd name="T54" fmla="*/ 248720 w 5484"/>
              <a:gd name="T55" fmla="*/ 1730271 h 5484"/>
              <a:gd name="T56" fmla="*/ 185845 w 5484"/>
              <a:gd name="T57" fmla="*/ 1675733 h 5484"/>
              <a:gd name="T58" fmla="*/ 159097 w 5484"/>
              <a:gd name="T59" fmla="*/ 1595490 h 5484"/>
              <a:gd name="T60" fmla="*/ 170908 w 5484"/>
              <a:gd name="T61" fmla="*/ 731570 h 5484"/>
              <a:gd name="T62" fmla="*/ 222319 w 5484"/>
              <a:gd name="T63" fmla="*/ 666264 h 5484"/>
              <a:gd name="T64" fmla="*/ 301173 w 5484"/>
              <a:gd name="T65" fmla="*/ 635695 h 5484"/>
              <a:gd name="T66" fmla="*/ 1324538 w 5484"/>
              <a:gd name="T67" fmla="*/ 644379 h 5484"/>
              <a:gd name="T68" fmla="*/ 1392276 w 5484"/>
              <a:gd name="T69" fmla="*/ 692317 h 5484"/>
              <a:gd name="T70" fmla="*/ 1426666 w 5484"/>
              <a:gd name="T71" fmla="*/ 769086 h 5484"/>
              <a:gd name="T72" fmla="*/ 1627101 w 5484"/>
              <a:gd name="T73" fmla="*/ 1343991 h 5484"/>
              <a:gd name="T74" fmla="*/ 1554152 w 5484"/>
              <a:gd name="T75" fmla="*/ 1302306 h 5484"/>
              <a:gd name="T76" fmla="*/ 1513162 w 5484"/>
              <a:gd name="T77" fmla="*/ 1230052 h 5484"/>
              <a:gd name="T78" fmla="*/ 1513162 w 5484"/>
              <a:gd name="T79" fmla="*/ 1150851 h 5484"/>
              <a:gd name="T80" fmla="*/ 1554152 w 5484"/>
              <a:gd name="T81" fmla="*/ 1078249 h 5484"/>
              <a:gd name="T82" fmla="*/ 1627101 w 5484"/>
              <a:gd name="T83" fmla="*/ 1036565 h 5484"/>
              <a:gd name="T84" fmla="*/ 1706302 w 5484"/>
              <a:gd name="T85" fmla="*/ 1036565 h 5484"/>
              <a:gd name="T86" fmla="*/ 1778903 w 5484"/>
              <a:gd name="T87" fmla="*/ 1078249 h 5484"/>
              <a:gd name="T88" fmla="*/ 1820241 w 5484"/>
              <a:gd name="T89" fmla="*/ 1150851 h 5484"/>
              <a:gd name="T90" fmla="*/ 1820241 w 5484"/>
              <a:gd name="T91" fmla="*/ 1230052 h 5484"/>
              <a:gd name="T92" fmla="*/ 1778903 w 5484"/>
              <a:gd name="T93" fmla="*/ 1302306 h 5484"/>
              <a:gd name="T94" fmla="*/ 1706302 w 5484"/>
              <a:gd name="T95" fmla="*/ 1343991 h 5484"/>
              <a:gd name="T96" fmla="*/ 1634743 w 5484"/>
              <a:gd name="T97" fmla="*/ 949026 h 5484"/>
              <a:gd name="T98" fmla="*/ 1559710 w 5484"/>
              <a:gd name="T99" fmla="*/ 910815 h 5484"/>
              <a:gd name="T100" fmla="*/ 1514899 w 5484"/>
              <a:gd name="T101" fmla="*/ 840646 h 5484"/>
              <a:gd name="T102" fmla="*/ 1511078 w 5484"/>
              <a:gd name="T103" fmla="*/ 761792 h 5484"/>
              <a:gd name="T104" fmla="*/ 1548941 w 5484"/>
              <a:gd name="T105" fmla="*/ 686759 h 5484"/>
              <a:gd name="T106" fmla="*/ 1619458 w 5484"/>
              <a:gd name="T107" fmla="*/ 641947 h 5484"/>
              <a:gd name="T108" fmla="*/ 1698660 w 5484"/>
              <a:gd name="T109" fmla="*/ 638126 h 5484"/>
              <a:gd name="T110" fmla="*/ 1773693 w 5484"/>
              <a:gd name="T111" fmla="*/ 675990 h 5484"/>
              <a:gd name="T112" fmla="*/ 1818504 w 5484"/>
              <a:gd name="T113" fmla="*/ 746507 h 5484"/>
              <a:gd name="T114" fmla="*/ 1821978 w 5484"/>
              <a:gd name="T115" fmla="*/ 825361 h 5484"/>
              <a:gd name="T116" fmla="*/ 1784114 w 5484"/>
              <a:gd name="T117" fmla="*/ 900046 h 5484"/>
              <a:gd name="T118" fmla="*/ 1713944 w 5484"/>
              <a:gd name="T119" fmla="*/ 944858 h 548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484" h="5484">
                <a:moveTo>
                  <a:pt x="5026" y="1370"/>
                </a:moveTo>
                <a:lnTo>
                  <a:pt x="3081" y="1370"/>
                </a:lnTo>
                <a:lnTo>
                  <a:pt x="3849" y="449"/>
                </a:lnTo>
                <a:lnTo>
                  <a:pt x="3866" y="454"/>
                </a:lnTo>
                <a:lnTo>
                  <a:pt x="3875" y="455"/>
                </a:lnTo>
                <a:lnTo>
                  <a:pt x="3884" y="456"/>
                </a:lnTo>
                <a:lnTo>
                  <a:pt x="3907" y="455"/>
                </a:lnTo>
                <a:lnTo>
                  <a:pt x="3930" y="451"/>
                </a:lnTo>
                <a:lnTo>
                  <a:pt x="3952" y="446"/>
                </a:lnTo>
                <a:lnTo>
                  <a:pt x="3973" y="438"/>
                </a:lnTo>
                <a:lnTo>
                  <a:pt x="3993" y="428"/>
                </a:lnTo>
                <a:lnTo>
                  <a:pt x="4012" y="417"/>
                </a:lnTo>
                <a:lnTo>
                  <a:pt x="4029" y="404"/>
                </a:lnTo>
                <a:lnTo>
                  <a:pt x="4046" y="389"/>
                </a:lnTo>
                <a:lnTo>
                  <a:pt x="4061" y="373"/>
                </a:lnTo>
                <a:lnTo>
                  <a:pt x="4073" y="356"/>
                </a:lnTo>
                <a:lnTo>
                  <a:pt x="4085" y="336"/>
                </a:lnTo>
                <a:lnTo>
                  <a:pt x="4094" y="317"/>
                </a:lnTo>
                <a:lnTo>
                  <a:pt x="4102" y="296"/>
                </a:lnTo>
                <a:lnTo>
                  <a:pt x="4108" y="274"/>
                </a:lnTo>
                <a:lnTo>
                  <a:pt x="4111" y="251"/>
                </a:lnTo>
                <a:lnTo>
                  <a:pt x="4112" y="228"/>
                </a:lnTo>
                <a:lnTo>
                  <a:pt x="4111" y="204"/>
                </a:lnTo>
                <a:lnTo>
                  <a:pt x="4108" y="182"/>
                </a:lnTo>
                <a:lnTo>
                  <a:pt x="4102" y="160"/>
                </a:lnTo>
                <a:lnTo>
                  <a:pt x="4094" y="139"/>
                </a:lnTo>
                <a:lnTo>
                  <a:pt x="4085" y="118"/>
                </a:lnTo>
                <a:lnTo>
                  <a:pt x="4073" y="100"/>
                </a:lnTo>
                <a:lnTo>
                  <a:pt x="4061" y="83"/>
                </a:lnTo>
                <a:lnTo>
                  <a:pt x="4046" y="67"/>
                </a:lnTo>
                <a:lnTo>
                  <a:pt x="4029" y="52"/>
                </a:lnTo>
                <a:lnTo>
                  <a:pt x="4012" y="38"/>
                </a:lnTo>
                <a:lnTo>
                  <a:pt x="3993" y="27"/>
                </a:lnTo>
                <a:lnTo>
                  <a:pt x="3973" y="17"/>
                </a:lnTo>
                <a:lnTo>
                  <a:pt x="3952" y="10"/>
                </a:lnTo>
                <a:lnTo>
                  <a:pt x="3930" y="4"/>
                </a:lnTo>
                <a:lnTo>
                  <a:pt x="3907" y="1"/>
                </a:lnTo>
                <a:lnTo>
                  <a:pt x="3884" y="0"/>
                </a:lnTo>
                <a:lnTo>
                  <a:pt x="3860" y="1"/>
                </a:lnTo>
                <a:lnTo>
                  <a:pt x="3838" y="4"/>
                </a:lnTo>
                <a:lnTo>
                  <a:pt x="3816" y="10"/>
                </a:lnTo>
                <a:lnTo>
                  <a:pt x="3796" y="17"/>
                </a:lnTo>
                <a:lnTo>
                  <a:pt x="3775" y="27"/>
                </a:lnTo>
                <a:lnTo>
                  <a:pt x="3756" y="38"/>
                </a:lnTo>
                <a:lnTo>
                  <a:pt x="3739" y="52"/>
                </a:lnTo>
                <a:lnTo>
                  <a:pt x="3722" y="67"/>
                </a:lnTo>
                <a:lnTo>
                  <a:pt x="3708" y="83"/>
                </a:lnTo>
                <a:lnTo>
                  <a:pt x="3694" y="100"/>
                </a:lnTo>
                <a:lnTo>
                  <a:pt x="3683" y="118"/>
                </a:lnTo>
                <a:lnTo>
                  <a:pt x="3673" y="139"/>
                </a:lnTo>
                <a:lnTo>
                  <a:pt x="3665" y="160"/>
                </a:lnTo>
                <a:lnTo>
                  <a:pt x="3660" y="182"/>
                </a:lnTo>
                <a:lnTo>
                  <a:pt x="3656" y="204"/>
                </a:lnTo>
                <a:lnTo>
                  <a:pt x="3655" y="228"/>
                </a:lnTo>
                <a:lnTo>
                  <a:pt x="3656" y="247"/>
                </a:lnTo>
                <a:lnTo>
                  <a:pt x="3660" y="267"/>
                </a:lnTo>
                <a:lnTo>
                  <a:pt x="3664" y="287"/>
                </a:lnTo>
                <a:lnTo>
                  <a:pt x="3671" y="305"/>
                </a:lnTo>
                <a:lnTo>
                  <a:pt x="2783" y="1370"/>
                </a:lnTo>
                <a:lnTo>
                  <a:pt x="2700" y="1370"/>
                </a:lnTo>
                <a:lnTo>
                  <a:pt x="1813" y="305"/>
                </a:lnTo>
                <a:lnTo>
                  <a:pt x="1818" y="287"/>
                </a:lnTo>
                <a:lnTo>
                  <a:pt x="1823" y="267"/>
                </a:lnTo>
                <a:lnTo>
                  <a:pt x="1826" y="247"/>
                </a:lnTo>
                <a:lnTo>
                  <a:pt x="1828" y="228"/>
                </a:lnTo>
                <a:lnTo>
                  <a:pt x="1826" y="204"/>
                </a:lnTo>
                <a:lnTo>
                  <a:pt x="1823" y="182"/>
                </a:lnTo>
                <a:lnTo>
                  <a:pt x="1817" y="160"/>
                </a:lnTo>
                <a:lnTo>
                  <a:pt x="1809" y="139"/>
                </a:lnTo>
                <a:lnTo>
                  <a:pt x="1800" y="118"/>
                </a:lnTo>
                <a:lnTo>
                  <a:pt x="1788" y="100"/>
                </a:lnTo>
                <a:lnTo>
                  <a:pt x="1776" y="83"/>
                </a:lnTo>
                <a:lnTo>
                  <a:pt x="1761" y="67"/>
                </a:lnTo>
                <a:lnTo>
                  <a:pt x="1745" y="52"/>
                </a:lnTo>
                <a:lnTo>
                  <a:pt x="1727" y="38"/>
                </a:lnTo>
                <a:lnTo>
                  <a:pt x="1708" y="27"/>
                </a:lnTo>
                <a:lnTo>
                  <a:pt x="1688" y="17"/>
                </a:lnTo>
                <a:lnTo>
                  <a:pt x="1667" y="10"/>
                </a:lnTo>
                <a:lnTo>
                  <a:pt x="1646" y="4"/>
                </a:lnTo>
                <a:lnTo>
                  <a:pt x="1622" y="1"/>
                </a:lnTo>
                <a:lnTo>
                  <a:pt x="1599" y="0"/>
                </a:lnTo>
                <a:lnTo>
                  <a:pt x="1575" y="1"/>
                </a:lnTo>
                <a:lnTo>
                  <a:pt x="1553" y="4"/>
                </a:lnTo>
                <a:lnTo>
                  <a:pt x="1531" y="10"/>
                </a:lnTo>
                <a:lnTo>
                  <a:pt x="1510" y="17"/>
                </a:lnTo>
                <a:lnTo>
                  <a:pt x="1490" y="27"/>
                </a:lnTo>
                <a:lnTo>
                  <a:pt x="1472" y="38"/>
                </a:lnTo>
                <a:lnTo>
                  <a:pt x="1454" y="52"/>
                </a:lnTo>
                <a:lnTo>
                  <a:pt x="1437" y="67"/>
                </a:lnTo>
                <a:lnTo>
                  <a:pt x="1423" y="83"/>
                </a:lnTo>
                <a:lnTo>
                  <a:pt x="1409" y="100"/>
                </a:lnTo>
                <a:lnTo>
                  <a:pt x="1398" y="118"/>
                </a:lnTo>
                <a:lnTo>
                  <a:pt x="1389" y="139"/>
                </a:lnTo>
                <a:lnTo>
                  <a:pt x="1381" y="160"/>
                </a:lnTo>
                <a:lnTo>
                  <a:pt x="1375" y="182"/>
                </a:lnTo>
                <a:lnTo>
                  <a:pt x="1371" y="204"/>
                </a:lnTo>
                <a:lnTo>
                  <a:pt x="1370" y="228"/>
                </a:lnTo>
                <a:lnTo>
                  <a:pt x="1371" y="251"/>
                </a:lnTo>
                <a:lnTo>
                  <a:pt x="1375" y="274"/>
                </a:lnTo>
                <a:lnTo>
                  <a:pt x="1381" y="296"/>
                </a:lnTo>
                <a:lnTo>
                  <a:pt x="1389" y="317"/>
                </a:lnTo>
                <a:lnTo>
                  <a:pt x="1398" y="336"/>
                </a:lnTo>
                <a:lnTo>
                  <a:pt x="1409" y="356"/>
                </a:lnTo>
                <a:lnTo>
                  <a:pt x="1423" y="373"/>
                </a:lnTo>
                <a:lnTo>
                  <a:pt x="1437" y="389"/>
                </a:lnTo>
                <a:lnTo>
                  <a:pt x="1454" y="404"/>
                </a:lnTo>
                <a:lnTo>
                  <a:pt x="1472" y="417"/>
                </a:lnTo>
                <a:lnTo>
                  <a:pt x="1490" y="428"/>
                </a:lnTo>
                <a:lnTo>
                  <a:pt x="1510" y="438"/>
                </a:lnTo>
                <a:lnTo>
                  <a:pt x="1531" y="446"/>
                </a:lnTo>
                <a:lnTo>
                  <a:pt x="1553" y="451"/>
                </a:lnTo>
                <a:lnTo>
                  <a:pt x="1575" y="455"/>
                </a:lnTo>
                <a:lnTo>
                  <a:pt x="1599" y="456"/>
                </a:lnTo>
                <a:lnTo>
                  <a:pt x="1609" y="455"/>
                </a:lnTo>
                <a:lnTo>
                  <a:pt x="1617" y="454"/>
                </a:lnTo>
                <a:lnTo>
                  <a:pt x="1634" y="449"/>
                </a:lnTo>
                <a:lnTo>
                  <a:pt x="2403" y="1370"/>
                </a:lnTo>
                <a:lnTo>
                  <a:pt x="456" y="1370"/>
                </a:lnTo>
                <a:lnTo>
                  <a:pt x="433" y="1371"/>
                </a:lnTo>
                <a:lnTo>
                  <a:pt x="410" y="1372"/>
                </a:lnTo>
                <a:lnTo>
                  <a:pt x="387" y="1376"/>
                </a:lnTo>
                <a:lnTo>
                  <a:pt x="364" y="1379"/>
                </a:lnTo>
                <a:lnTo>
                  <a:pt x="342" y="1385"/>
                </a:lnTo>
                <a:lnTo>
                  <a:pt x="320" y="1391"/>
                </a:lnTo>
                <a:lnTo>
                  <a:pt x="300" y="1397"/>
                </a:lnTo>
                <a:lnTo>
                  <a:pt x="279" y="1406"/>
                </a:lnTo>
                <a:lnTo>
                  <a:pt x="258" y="1415"/>
                </a:lnTo>
                <a:lnTo>
                  <a:pt x="239" y="1425"/>
                </a:lnTo>
                <a:lnTo>
                  <a:pt x="220" y="1437"/>
                </a:lnTo>
                <a:lnTo>
                  <a:pt x="201" y="1448"/>
                </a:lnTo>
                <a:lnTo>
                  <a:pt x="183" y="1461"/>
                </a:lnTo>
                <a:lnTo>
                  <a:pt x="166" y="1475"/>
                </a:lnTo>
                <a:lnTo>
                  <a:pt x="150" y="1489"/>
                </a:lnTo>
                <a:lnTo>
                  <a:pt x="134" y="1504"/>
                </a:lnTo>
                <a:lnTo>
                  <a:pt x="119" y="1520"/>
                </a:lnTo>
                <a:lnTo>
                  <a:pt x="104" y="1537"/>
                </a:lnTo>
                <a:lnTo>
                  <a:pt x="90" y="1554"/>
                </a:lnTo>
                <a:lnTo>
                  <a:pt x="77" y="1571"/>
                </a:lnTo>
                <a:lnTo>
                  <a:pt x="66" y="1590"/>
                </a:lnTo>
                <a:lnTo>
                  <a:pt x="54" y="1610"/>
                </a:lnTo>
                <a:lnTo>
                  <a:pt x="45" y="1629"/>
                </a:lnTo>
                <a:lnTo>
                  <a:pt x="36" y="1649"/>
                </a:lnTo>
                <a:lnTo>
                  <a:pt x="28" y="1669"/>
                </a:lnTo>
                <a:lnTo>
                  <a:pt x="20" y="1691"/>
                </a:lnTo>
                <a:lnTo>
                  <a:pt x="14" y="1713"/>
                </a:lnTo>
                <a:lnTo>
                  <a:pt x="9" y="1735"/>
                </a:lnTo>
                <a:lnTo>
                  <a:pt x="5" y="1757"/>
                </a:lnTo>
                <a:lnTo>
                  <a:pt x="2" y="1780"/>
                </a:lnTo>
                <a:lnTo>
                  <a:pt x="0" y="1803"/>
                </a:lnTo>
                <a:lnTo>
                  <a:pt x="0" y="1827"/>
                </a:lnTo>
                <a:lnTo>
                  <a:pt x="0" y="5026"/>
                </a:lnTo>
                <a:lnTo>
                  <a:pt x="0" y="5049"/>
                </a:lnTo>
                <a:lnTo>
                  <a:pt x="2" y="5073"/>
                </a:lnTo>
                <a:lnTo>
                  <a:pt x="5" y="5095"/>
                </a:lnTo>
                <a:lnTo>
                  <a:pt x="9" y="5118"/>
                </a:lnTo>
                <a:lnTo>
                  <a:pt x="14" y="5140"/>
                </a:lnTo>
                <a:lnTo>
                  <a:pt x="20" y="5162"/>
                </a:lnTo>
                <a:lnTo>
                  <a:pt x="28" y="5183"/>
                </a:lnTo>
                <a:lnTo>
                  <a:pt x="36" y="5204"/>
                </a:lnTo>
                <a:lnTo>
                  <a:pt x="45" y="5224"/>
                </a:lnTo>
                <a:lnTo>
                  <a:pt x="54" y="5244"/>
                </a:lnTo>
                <a:lnTo>
                  <a:pt x="66" y="5263"/>
                </a:lnTo>
                <a:lnTo>
                  <a:pt x="77" y="5282"/>
                </a:lnTo>
                <a:lnTo>
                  <a:pt x="90" y="5299"/>
                </a:lnTo>
                <a:lnTo>
                  <a:pt x="104" y="5316"/>
                </a:lnTo>
                <a:lnTo>
                  <a:pt x="119" y="5334"/>
                </a:lnTo>
                <a:lnTo>
                  <a:pt x="134" y="5349"/>
                </a:lnTo>
                <a:lnTo>
                  <a:pt x="150" y="5365"/>
                </a:lnTo>
                <a:lnTo>
                  <a:pt x="166" y="5379"/>
                </a:lnTo>
                <a:lnTo>
                  <a:pt x="183" y="5393"/>
                </a:lnTo>
                <a:lnTo>
                  <a:pt x="201" y="5405"/>
                </a:lnTo>
                <a:lnTo>
                  <a:pt x="220" y="5417"/>
                </a:lnTo>
                <a:lnTo>
                  <a:pt x="239" y="5428"/>
                </a:lnTo>
                <a:lnTo>
                  <a:pt x="258" y="5437"/>
                </a:lnTo>
                <a:lnTo>
                  <a:pt x="279" y="5447"/>
                </a:lnTo>
                <a:lnTo>
                  <a:pt x="300" y="5456"/>
                </a:lnTo>
                <a:lnTo>
                  <a:pt x="320" y="5463"/>
                </a:lnTo>
                <a:lnTo>
                  <a:pt x="342" y="5469"/>
                </a:lnTo>
                <a:lnTo>
                  <a:pt x="364" y="5474"/>
                </a:lnTo>
                <a:lnTo>
                  <a:pt x="387" y="5478"/>
                </a:lnTo>
                <a:lnTo>
                  <a:pt x="410" y="5481"/>
                </a:lnTo>
                <a:lnTo>
                  <a:pt x="433" y="5482"/>
                </a:lnTo>
                <a:lnTo>
                  <a:pt x="456" y="5484"/>
                </a:lnTo>
                <a:lnTo>
                  <a:pt x="5026" y="5484"/>
                </a:lnTo>
                <a:lnTo>
                  <a:pt x="5050" y="5482"/>
                </a:lnTo>
                <a:lnTo>
                  <a:pt x="5073" y="5481"/>
                </a:lnTo>
                <a:lnTo>
                  <a:pt x="5096" y="5478"/>
                </a:lnTo>
                <a:lnTo>
                  <a:pt x="5118" y="5474"/>
                </a:lnTo>
                <a:lnTo>
                  <a:pt x="5140" y="5469"/>
                </a:lnTo>
                <a:lnTo>
                  <a:pt x="5162" y="5463"/>
                </a:lnTo>
                <a:lnTo>
                  <a:pt x="5184" y="5456"/>
                </a:lnTo>
                <a:lnTo>
                  <a:pt x="5205" y="5447"/>
                </a:lnTo>
                <a:lnTo>
                  <a:pt x="5224" y="5437"/>
                </a:lnTo>
                <a:lnTo>
                  <a:pt x="5244" y="5428"/>
                </a:lnTo>
                <a:lnTo>
                  <a:pt x="5263" y="5417"/>
                </a:lnTo>
                <a:lnTo>
                  <a:pt x="5282" y="5405"/>
                </a:lnTo>
                <a:lnTo>
                  <a:pt x="5299" y="5393"/>
                </a:lnTo>
                <a:lnTo>
                  <a:pt x="5316" y="5379"/>
                </a:lnTo>
                <a:lnTo>
                  <a:pt x="5334" y="5365"/>
                </a:lnTo>
                <a:lnTo>
                  <a:pt x="5350" y="5349"/>
                </a:lnTo>
                <a:lnTo>
                  <a:pt x="5365" y="5334"/>
                </a:lnTo>
                <a:lnTo>
                  <a:pt x="5379" y="5316"/>
                </a:lnTo>
                <a:lnTo>
                  <a:pt x="5393" y="5299"/>
                </a:lnTo>
                <a:lnTo>
                  <a:pt x="5405" y="5282"/>
                </a:lnTo>
                <a:lnTo>
                  <a:pt x="5417" y="5263"/>
                </a:lnTo>
                <a:lnTo>
                  <a:pt x="5428" y="5244"/>
                </a:lnTo>
                <a:lnTo>
                  <a:pt x="5439" y="5224"/>
                </a:lnTo>
                <a:lnTo>
                  <a:pt x="5448" y="5204"/>
                </a:lnTo>
                <a:lnTo>
                  <a:pt x="5456" y="5183"/>
                </a:lnTo>
                <a:lnTo>
                  <a:pt x="5463" y="5162"/>
                </a:lnTo>
                <a:lnTo>
                  <a:pt x="5469" y="5140"/>
                </a:lnTo>
                <a:lnTo>
                  <a:pt x="5474" y="5118"/>
                </a:lnTo>
                <a:lnTo>
                  <a:pt x="5478" y="5095"/>
                </a:lnTo>
                <a:lnTo>
                  <a:pt x="5481" y="5073"/>
                </a:lnTo>
                <a:lnTo>
                  <a:pt x="5482" y="5049"/>
                </a:lnTo>
                <a:lnTo>
                  <a:pt x="5484" y="5026"/>
                </a:lnTo>
                <a:lnTo>
                  <a:pt x="5484" y="1827"/>
                </a:lnTo>
                <a:lnTo>
                  <a:pt x="5482" y="1803"/>
                </a:lnTo>
                <a:lnTo>
                  <a:pt x="5481" y="1780"/>
                </a:lnTo>
                <a:lnTo>
                  <a:pt x="5478" y="1757"/>
                </a:lnTo>
                <a:lnTo>
                  <a:pt x="5474" y="1735"/>
                </a:lnTo>
                <a:lnTo>
                  <a:pt x="5469" y="1713"/>
                </a:lnTo>
                <a:lnTo>
                  <a:pt x="5463" y="1691"/>
                </a:lnTo>
                <a:lnTo>
                  <a:pt x="5456" y="1669"/>
                </a:lnTo>
                <a:lnTo>
                  <a:pt x="5448" y="1649"/>
                </a:lnTo>
                <a:lnTo>
                  <a:pt x="5439" y="1629"/>
                </a:lnTo>
                <a:lnTo>
                  <a:pt x="5428" y="1610"/>
                </a:lnTo>
                <a:lnTo>
                  <a:pt x="5417" y="1590"/>
                </a:lnTo>
                <a:lnTo>
                  <a:pt x="5405" y="1571"/>
                </a:lnTo>
                <a:lnTo>
                  <a:pt x="5393" y="1554"/>
                </a:lnTo>
                <a:lnTo>
                  <a:pt x="5379" y="1537"/>
                </a:lnTo>
                <a:lnTo>
                  <a:pt x="5365" y="1520"/>
                </a:lnTo>
                <a:lnTo>
                  <a:pt x="5350" y="1504"/>
                </a:lnTo>
                <a:lnTo>
                  <a:pt x="5334" y="1489"/>
                </a:lnTo>
                <a:lnTo>
                  <a:pt x="5316" y="1475"/>
                </a:lnTo>
                <a:lnTo>
                  <a:pt x="5299" y="1461"/>
                </a:lnTo>
                <a:lnTo>
                  <a:pt x="5282" y="1448"/>
                </a:lnTo>
                <a:lnTo>
                  <a:pt x="5263" y="1437"/>
                </a:lnTo>
                <a:lnTo>
                  <a:pt x="5244" y="1425"/>
                </a:lnTo>
                <a:lnTo>
                  <a:pt x="5224" y="1415"/>
                </a:lnTo>
                <a:lnTo>
                  <a:pt x="5205" y="1406"/>
                </a:lnTo>
                <a:lnTo>
                  <a:pt x="5184" y="1397"/>
                </a:lnTo>
                <a:lnTo>
                  <a:pt x="5162" y="1391"/>
                </a:lnTo>
                <a:lnTo>
                  <a:pt x="5140" y="1385"/>
                </a:lnTo>
                <a:lnTo>
                  <a:pt x="5118" y="1379"/>
                </a:lnTo>
                <a:lnTo>
                  <a:pt x="5096" y="1376"/>
                </a:lnTo>
                <a:lnTo>
                  <a:pt x="5073" y="1372"/>
                </a:lnTo>
                <a:lnTo>
                  <a:pt x="5050" y="1371"/>
                </a:lnTo>
                <a:lnTo>
                  <a:pt x="5026" y="1370"/>
                </a:lnTo>
                <a:close/>
                <a:moveTo>
                  <a:pt x="4112" y="4569"/>
                </a:moveTo>
                <a:lnTo>
                  <a:pt x="4112" y="4569"/>
                </a:lnTo>
                <a:lnTo>
                  <a:pt x="4111" y="4593"/>
                </a:lnTo>
                <a:lnTo>
                  <a:pt x="4110" y="4616"/>
                </a:lnTo>
                <a:lnTo>
                  <a:pt x="4107" y="4639"/>
                </a:lnTo>
                <a:lnTo>
                  <a:pt x="4103" y="4661"/>
                </a:lnTo>
                <a:lnTo>
                  <a:pt x="4097" y="4683"/>
                </a:lnTo>
                <a:lnTo>
                  <a:pt x="4092" y="4705"/>
                </a:lnTo>
                <a:lnTo>
                  <a:pt x="4085" y="4727"/>
                </a:lnTo>
                <a:lnTo>
                  <a:pt x="4077" y="4747"/>
                </a:lnTo>
                <a:lnTo>
                  <a:pt x="4067" y="4767"/>
                </a:lnTo>
                <a:lnTo>
                  <a:pt x="4057" y="4786"/>
                </a:lnTo>
                <a:lnTo>
                  <a:pt x="4047" y="4806"/>
                </a:lnTo>
                <a:lnTo>
                  <a:pt x="4034" y="4824"/>
                </a:lnTo>
                <a:lnTo>
                  <a:pt x="4021" y="4843"/>
                </a:lnTo>
                <a:lnTo>
                  <a:pt x="4008" y="4860"/>
                </a:lnTo>
                <a:lnTo>
                  <a:pt x="3994" y="4876"/>
                </a:lnTo>
                <a:lnTo>
                  <a:pt x="3979" y="4892"/>
                </a:lnTo>
                <a:lnTo>
                  <a:pt x="3963" y="4907"/>
                </a:lnTo>
                <a:lnTo>
                  <a:pt x="3946" y="4921"/>
                </a:lnTo>
                <a:lnTo>
                  <a:pt x="3929" y="4935"/>
                </a:lnTo>
                <a:lnTo>
                  <a:pt x="3911" y="4948"/>
                </a:lnTo>
                <a:lnTo>
                  <a:pt x="3892" y="4960"/>
                </a:lnTo>
                <a:lnTo>
                  <a:pt x="3873" y="4971"/>
                </a:lnTo>
                <a:lnTo>
                  <a:pt x="3853" y="4981"/>
                </a:lnTo>
                <a:lnTo>
                  <a:pt x="3834" y="4990"/>
                </a:lnTo>
                <a:lnTo>
                  <a:pt x="3813" y="4998"/>
                </a:lnTo>
                <a:lnTo>
                  <a:pt x="3791" y="5005"/>
                </a:lnTo>
                <a:lnTo>
                  <a:pt x="3769" y="5011"/>
                </a:lnTo>
                <a:lnTo>
                  <a:pt x="3747" y="5017"/>
                </a:lnTo>
                <a:lnTo>
                  <a:pt x="3725" y="5020"/>
                </a:lnTo>
                <a:lnTo>
                  <a:pt x="3702" y="5024"/>
                </a:lnTo>
                <a:lnTo>
                  <a:pt x="3679" y="5025"/>
                </a:lnTo>
                <a:lnTo>
                  <a:pt x="3655" y="5026"/>
                </a:lnTo>
                <a:lnTo>
                  <a:pt x="914" y="5026"/>
                </a:lnTo>
                <a:lnTo>
                  <a:pt x="890" y="5025"/>
                </a:lnTo>
                <a:lnTo>
                  <a:pt x="867" y="5024"/>
                </a:lnTo>
                <a:lnTo>
                  <a:pt x="844" y="5020"/>
                </a:lnTo>
                <a:lnTo>
                  <a:pt x="822" y="5017"/>
                </a:lnTo>
                <a:lnTo>
                  <a:pt x="800" y="5011"/>
                </a:lnTo>
                <a:lnTo>
                  <a:pt x="778" y="5005"/>
                </a:lnTo>
                <a:lnTo>
                  <a:pt x="756" y="4998"/>
                </a:lnTo>
                <a:lnTo>
                  <a:pt x="735" y="4990"/>
                </a:lnTo>
                <a:lnTo>
                  <a:pt x="716" y="4981"/>
                </a:lnTo>
                <a:lnTo>
                  <a:pt x="696" y="4971"/>
                </a:lnTo>
                <a:lnTo>
                  <a:pt x="677" y="4960"/>
                </a:lnTo>
                <a:lnTo>
                  <a:pt x="658" y="4948"/>
                </a:lnTo>
                <a:lnTo>
                  <a:pt x="640" y="4935"/>
                </a:lnTo>
                <a:lnTo>
                  <a:pt x="624" y="4921"/>
                </a:lnTo>
                <a:lnTo>
                  <a:pt x="606" y="4907"/>
                </a:lnTo>
                <a:lnTo>
                  <a:pt x="590" y="4892"/>
                </a:lnTo>
                <a:lnTo>
                  <a:pt x="575" y="4876"/>
                </a:lnTo>
                <a:lnTo>
                  <a:pt x="561" y="4860"/>
                </a:lnTo>
                <a:lnTo>
                  <a:pt x="547" y="4843"/>
                </a:lnTo>
                <a:lnTo>
                  <a:pt x="535" y="4824"/>
                </a:lnTo>
                <a:lnTo>
                  <a:pt x="523" y="4806"/>
                </a:lnTo>
                <a:lnTo>
                  <a:pt x="512" y="4786"/>
                </a:lnTo>
                <a:lnTo>
                  <a:pt x="501" y="4767"/>
                </a:lnTo>
                <a:lnTo>
                  <a:pt x="492" y="4747"/>
                </a:lnTo>
                <a:lnTo>
                  <a:pt x="484" y="4727"/>
                </a:lnTo>
                <a:lnTo>
                  <a:pt x="477" y="4705"/>
                </a:lnTo>
                <a:lnTo>
                  <a:pt x="471" y="4683"/>
                </a:lnTo>
                <a:lnTo>
                  <a:pt x="466" y="4661"/>
                </a:lnTo>
                <a:lnTo>
                  <a:pt x="462" y="4639"/>
                </a:lnTo>
                <a:lnTo>
                  <a:pt x="459" y="4616"/>
                </a:lnTo>
                <a:lnTo>
                  <a:pt x="458" y="4593"/>
                </a:lnTo>
                <a:lnTo>
                  <a:pt x="456" y="4569"/>
                </a:lnTo>
                <a:lnTo>
                  <a:pt x="456" y="2284"/>
                </a:lnTo>
                <a:lnTo>
                  <a:pt x="458" y="2261"/>
                </a:lnTo>
                <a:lnTo>
                  <a:pt x="459" y="2238"/>
                </a:lnTo>
                <a:lnTo>
                  <a:pt x="462" y="2214"/>
                </a:lnTo>
                <a:lnTo>
                  <a:pt x="466" y="2193"/>
                </a:lnTo>
                <a:lnTo>
                  <a:pt x="471" y="2170"/>
                </a:lnTo>
                <a:lnTo>
                  <a:pt x="477" y="2148"/>
                </a:lnTo>
                <a:lnTo>
                  <a:pt x="484" y="2127"/>
                </a:lnTo>
                <a:lnTo>
                  <a:pt x="492" y="2106"/>
                </a:lnTo>
                <a:lnTo>
                  <a:pt x="501" y="2085"/>
                </a:lnTo>
                <a:lnTo>
                  <a:pt x="512" y="2066"/>
                </a:lnTo>
                <a:lnTo>
                  <a:pt x="523" y="2047"/>
                </a:lnTo>
                <a:lnTo>
                  <a:pt x="535" y="2029"/>
                </a:lnTo>
                <a:lnTo>
                  <a:pt x="547" y="2011"/>
                </a:lnTo>
                <a:lnTo>
                  <a:pt x="561" y="1993"/>
                </a:lnTo>
                <a:lnTo>
                  <a:pt x="575" y="1977"/>
                </a:lnTo>
                <a:lnTo>
                  <a:pt x="590" y="1961"/>
                </a:lnTo>
                <a:lnTo>
                  <a:pt x="606" y="1946"/>
                </a:lnTo>
                <a:lnTo>
                  <a:pt x="624" y="1931"/>
                </a:lnTo>
                <a:lnTo>
                  <a:pt x="640" y="1918"/>
                </a:lnTo>
                <a:lnTo>
                  <a:pt x="658" y="1906"/>
                </a:lnTo>
                <a:lnTo>
                  <a:pt x="677" y="1893"/>
                </a:lnTo>
                <a:lnTo>
                  <a:pt x="696" y="1883"/>
                </a:lnTo>
                <a:lnTo>
                  <a:pt x="716" y="1872"/>
                </a:lnTo>
                <a:lnTo>
                  <a:pt x="735" y="1863"/>
                </a:lnTo>
                <a:lnTo>
                  <a:pt x="756" y="1855"/>
                </a:lnTo>
                <a:lnTo>
                  <a:pt x="778" y="1848"/>
                </a:lnTo>
                <a:lnTo>
                  <a:pt x="800" y="1841"/>
                </a:lnTo>
                <a:lnTo>
                  <a:pt x="822" y="1837"/>
                </a:lnTo>
                <a:lnTo>
                  <a:pt x="844" y="1832"/>
                </a:lnTo>
                <a:lnTo>
                  <a:pt x="867" y="1830"/>
                </a:lnTo>
                <a:lnTo>
                  <a:pt x="890" y="1827"/>
                </a:lnTo>
                <a:lnTo>
                  <a:pt x="914" y="1827"/>
                </a:lnTo>
                <a:lnTo>
                  <a:pt x="3655" y="1827"/>
                </a:lnTo>
                <a:lnTo>
                  <a:pt x="3679" y="1827"/>
                </a:lnTo>
                <a:lnTo>
                  <a:pt x="3702" y="1830"/>
                </a:lnTo>
                <a:lnTo>
                  <a:pt x="3725" y="1832"/>
                </a:lnTo>
                <a:lnTo>
                  <a:pt x="3747" y="1837"/>
                </a:lnTo>
                <a:lnTo>
                  <a:pt x="3769" y="1841"/>
                </a:lnTo>
                <a:lnTo>
                  <a:pt x="3791" y="1848"/>
                </a:lnTo>
                <a:lnTo>
                  <a:pt x="3813" y="1855"/>
                </a:lnTo>
                <a:lnTo>
                  <a:pt x="3834" y="1863"/>
                </a:lnTo>
                <a:lnTo>
                  <a:pt x="3853" y="1872"/>
                </a:lnTo>
                <a:lnTo>
                  <a:pt x="3873" y="1883"/>
                </a:lnTo>
                <a:lnTo>
                  <a:pt x="3892" y="1893"/>
                </a:lnTo>
                <a:lnTo>
                  <a:pt x="3911" y="1906"/>
                </a:lnTo>
                <a:lnTo>
                  <a:pt x="3929" y="1918"/>
                </a:lnTo>
                <a:lnTo>
                  <a:pt x="3946" y="1931"/>
                </a:lnTo>
                <a:lnTo>
                  <a:pt x="3963" y="1946"/>
                </a:lnTo>
                <a:lnTo>
                  <a:pt x="3979" y="1961"/>
                </a:lnTo>
                <a:lnTo>
                  <a:pt x="3994" y="1977"/>
                </a:lnTo>
                <a:lnTo>
                  <a:pt x="4008" y="1993"/>
                </a:lnTo>
                <a:lnTo>
                  <a:pt x="4021" y="2011"/>
                </a:lnTo>
                <a:lnTo>
                  <a:pt x="4034" y="2029"/>
                </a:lnTo>
                <a:lnTo>
                  <a:pt x="4047" y="2047"/>
                </a:lnTo>
                <a:lnTo>
                  <a:pt x="4057" y="2066"/>
                </a:lnTo>
                <a:lnTo>
                  <a:pt x="4067" y="2085"/>
                </a:lnTo>
                <a:lnTo>
                  <a:pt x="4077" y="2106"/>
                </a:lnTo>
                <a:lnTo>
                  <a:pt x="4085" y="2127"/>
                </a:lnTo>
                <a:lnTo>
                  <a:pt x="4092" y="2148"/>
                </a:lnTo>
                <a:lnTo>
                  <a:pt x="4097" y="2170"/>
                </a:lnTo>
                <a:lnTo>
                  <a:pt x="4103" y="2193"/>
                </a:lnTo>
                <a:lnTo>
                  <a:pt x="4107" y="2214"/>
                </a:lnTo>
                <a:lnTo>
                  <a:pt x="4110" y="2238"/>
                </a:lnTo>
                <a:lnTo>
                  <a:pt x="4111" y="2261"/>
                </a:lnTo>
                <a:lnTo>
                  <a:pt x="4112" y="2284"/>
                </a:lnTo>
                <a:lnTo>
                  <a:pt x="4112" y="4569"/>
                </a:lnTo>
                <a:close/>
                <a:moveTo>
                  <a:pt x="4798" y="3884"/>
                </a:moveTo>
                <a:lnTo>
                  <a:pt x="4798" y="3884"/>
                </a:lnTo>
                <a:lnTo>
                  <a:pt x="4774" y="3883"/>
                </a:lnTo>
                <a:lnTo>
                  <a:pt x="4751" y="3881"/>
                </a:lnTo>
                <a:lnTo>
                  <a:pt x="4728" y="3878"/>
                </a:lnTo>
                <a:lnTo>
                  <a:pt x="4706" y="3874"/>
                </a:lnTo>
                <a:lnTo>
                  <a:pt x="4684" y="3869"/>
                </a:lnTo>
                <a:lnTo>
                  <a:pt x="4662" y="3863"/>
                </a:lnTo>
                <a:lnTo>
                  <a:pt x="4641" y="3855"/>
                </a:lnTo>
                <a:lnTo>
                  <a:pt x="4619" y="3847"/>
                </a:lnTo>
                <a:lnTo>
                  <a:pt x="4600" y="3838"/>
                </a:lnTo>
                <a:lnTo>
                  <a:pt x="4580" y="3829"/>
                </a:lnTo>
                <a:lnTo>
                  <a:pt x="4561" y="3817"/>
                </a:lnTo>
                <a:lnTo>
                  <a:pt x="4542" y="3806"/>
                </a:lnTo>
                <a:lnTo>
                  <a:pt x="4525" y="3793"/>
                </a:lnTo>
                <a:lnTo>
                  <a:pt x="4508" y="3779"/>
                </a:lnTo>
                <a:lnTo>
                  <a:pt x="4490" y="3764"/>
                </a:lnTo>
                <a:lnTo>
                  <a:pt x="4474" y="3749"/>
                </a:lnTo>
                <a:lnTo>
                  <a:pt x="4459" y="3734"/>
                </a:lnTo>
                <a:lnTo>
                  <a:pt x="4445" y="3717"/>
                </a:lnTo>
                <a:lnTo>
                  <a:pt x="4432" y="3700"/>
                </a:lnTo>
                <a:lnTo>
                  <a:pt x="4419" y="3683"/>
                </a:lnTo>
                <a:lnTo>
                  <a:pt x="4407" y="3664"/>
                </a:lnTo>
                <a:lnTo>
                  <a:pt x="4396" y="3644"/>
                </a:lnTo>
                <a:lnTo>
                  <a:pt x="4385" y="3625"/>
                </a:lnTo>
                <a:lnTo>
                  <a:pt x="4376" y="3604"/>
                </a:lnTo>
                <a:lnTo>
                  <a:pt x="4368" y="3583"/>
                </a:lnTo>
                <a:lnTo>
                  <a:pt x="4361" y="3563"/>
                </a:lnTo>
                <a:lnTo>
                  <a:pt x="4356" y="3541"/>
                </a:lnTo>
                <a:lnTo>
                  <a:pt x="4350" y="3519"/>
                </a:lnTo>
                <a:lnTo>
                  <a:pt x="4346" y="3496"/>
                </a:lnTo>
                <a:lnTo>
                  <a:pt x="4343" y="3473"/>
                </a:lnTo>
                <a:lnTo>
                  <a:pt x="4342" y="3450"/>
                </a:lnTo>
                <a:lnTo>
                  <a:pt x="4341" y="3427"/>
                </a:lnTo>
                <a:lnTo>
                  <a:pt x="4342" y="3403"/>
                </a:lnTo>
                <a:lnTo>
                  <a:pt x="4343" y="3379"/>
                </a:lnTo>
                <a:lnTo>
                  <a:pt x="4346" y="3358"/>
                </a:lnTo>
                <a:lnTo>
                  <a:pt x="4350" y="3335"/>
                </a:lnTo>
                <a:lnTo>
                  <a:pt x="4356" y="3313"/>
                </a:lnTo>
                <a:lnTo>
                  <a:pt x="4361" y="3291"/>
                </a:lnTo>
                <a:lnTo>
                  <a:pt x="4368" y="3270"/>
                </a:lnTo>
                <a:lnTo>
                  <a:pt x="4376" y="3249"/>
                </a:lnTo>
                <a:lnTo>
                  <a:pt x="4385" y="3229"/>
                </a:lnTo>
                <a:lnTo>
                  <a:pt x="4396" y="3209"/>
                </a:lnTo>
                <a:lnTo>
                  <a:pt x="4407" y="3189"/>
                </a:lnTo>
                <a:lnTo>
                  <a:pt x="4419" y="3171"/>
                </a:lnTo>
                <a:lnTo>
                  <a:pt x="4432" y="3154"/>
                </a:lnTo>
                <a:lnTo>
                  <a:pt x="4445" y="3136"/>
                </a:lnTo>
                <a:lnTo>
                  <a:pt x="4459" y="3119"/>
                </a:lnTo>
                <a:lnTo>
                  <a:pt x="4474" y="3104"/>
                </a:lnTo>
                <a:lnTo>
                  <a:pt x="4490" y="3088"/>
                </a:lnTo>
                <a:lnTo>
                  <a:pt x="4508" y="3074"/>
                </a:lnTo>
                <a:lnTo>
                  <a:pt x="4525" y="3060"/>
                </a:lnTo>
                <a:lnTo>
                  <a:pt x="4542" y="3048"/>
                </a:lnTo>
                <a:lnTo>
                  <a:pt x="4561" y="3036"/>
                </a:lnTo>
                <a:lnTo>
                  <a:pt x="4580" y="3025"/>
                </a:lnTo>
                <a:lnTo>
                  <a:pt x="4600" y="3014"/>
                </a:lnTo>
                <a:lnTo>
                  <a:pt x="4619" y="3005"/>
                </a:lnTo>
                <a:lnTo>
                  <a:pt x="4641" y="2997"/>
                </a:lnTo>
                <a:lnTo>
                  <a:pt x="4662" y="2990"/>
                </a:lnTo>
                <a:lnTo>
                  <a:pt x="4684" y="2984"/>
                </a:lnTo>
                <a:lnTo>
                  <a:pt x="4706" y="2978"/>
                </a:lnTo>
                <a:lnTo>
                  <a:pt x="4728" y="2975"/>
                </a:lnTo>
                <a:lnTo>
                  <a:pt x="4751" y="2972"/>
                </a:lnTo>
                <a:lnTo>
                  <a:pt x="4774" y="2970"/>
                </a:lnTo>
                <a:lnTo>
                  <a:pt x="4798" y="2969"/>
                </a:lnTo>
                <a:lnTo>
                  <a:pt x="4821" y="2970"/>
                </a:lnTo>
                <a:lnTo>
                  <a:pt x="4844" y="2972"/>
                </a:lnTo>
                <a:lnTo>
                  <a:pt x="4867" y="2975"/>
                </a:lnTo>
                <a:lnTo>
                  <a:pt x="4890" y="2978"/>
                </a:lnTo>
                <a:lnTo>
                  <a:pt x="4912" y="2984"/>
                </a:lnTo>
                <a:lnTo>
                  <a:pt x="4934" y="2990"/>
                </a:lnTo>
                <a:lnTo>
                  <a:pt x="4955" y="2997"/>
                </a:lnTo>
                <a:lnTo>
                  <a:pt x="4975" y="3005"/>
                </a:lnTo>
                <a:lnTo>
                  <a:pt x="4996" y="3014"/>
                </a:lnTo>
                <a:lnTo>
                  <a:pt x="5016" y="3025"/>
                </a:lnTo>
                <a:lnTo>
                  <a:pt x="5035" y="3036"/>
                </a:lnTo>
                <a:lnTo>
                  <a:pt x="5054" y="3048"/>
                </a:lnTo>
                <a:lnTo>
                  <a:pt x="5071" y="3060"/>
                </a:lnTo>
                <a:lnTo>
                  <a:pt x="5088" y="3074"/>
                </a:lnTo>
                <a:lnTo>
                  <a:pt x="5106" y="3088"/>
                </a:lnTo>
                <a:lnTo>
                  <a:pt x="5121" y="3104"/>
                </a:lnTo>
                <a:lnTo>
                  <a:pt x="5136" y="3119"/>
                </a:lnTo>
                <a:lnTo>
                  <a:pt x="5151" y="3136"/>
                </a:lnTo>
                <a:lnTo>
                  <a:pt x="5164" y="3154"/>
                </a:lnTo>
                <a:lnTo>
                  <a:pt x="5177" y="3171"/>
                </a:lnTo>
                <a:lnTo>
                  <a:pt x="5189" y="3189"/>
                </a:lnTo>
                <a:lnTo>
                  <a:pt x="5200" y="3209"/>
                </a:lnTo>
                <a:lnTo>
                  <a:pt x="5209" y="3229"/>
                </a:lnTo>
                <a:lnTo>
                  <a:pt x="5219" y="3249"/>
                </a:lnTo>
                <a:lnTo>
                  <a:pt x="5227" y="3270"/>
                </a:lnTo>
                <a:lnTo>
                  <a:pt x="5235" y="3291"/>
                </a:lnTo>
                <a:lnTo>
                  <a:pt x="5240" y="3313"/>
                </a:lnTo>
                <a:lnTo>
                  <a:pt x="5245" y="3335"/>
                </a:lnTo>
                <a:lnTo>
                  <a:pt x="5250" y="3358"/>
                </a:lnTo>
                <a:lnTo>
                  <a:pt x="5252" y="3379"/>
                </a:lnTo>
                <a:lnTo>
                  <a:pt x="5254" y="3403"/>
                </a:lnTo>
                <a:lnTo>
                  <a:pt x="5254" y="3427"/>
                </a:lnTo>
                <a:lnTo>
                  <a:pt x="5254" y="3450"/>
                </a:lnTo>
                <a:lnTo>
                  <a:pt x="5252" y="3473"/>
                </a:lnTo>
                <a:lnTo>
                  <a:pt x="5250" y="3496"/>
                </a:lnTo>
                <a:lnTo>
                  <a:pt x="5245" y="3519"/>
                </a:lnTo>
                <a:lnTo>
                  <a:pt x="5240" y="3541"/>
                </a:lnTo>
                <a:lnTo>
                  <a:pt x="5235" y="3563"/>
                </a:lnTo>
                <a:lnTo>
                  <a:pt x="5227" y="3583"/>
                </a:lnTo>
                <a:lnTo>
                  <a:pt x="5219" y="3604"/>
                </a:lnTo>
                <a:lnTo>
                  <a:pt x="5209" y="3625"/>
                </a:lnTo>
                <a:lnTo>
                  <a:pt x="5200" y="3644"/>
                </a:lnTo>
                <a:lnTo>
                  <a:pt x="5189" y="3664"/>
                </a:lnTo>
                <a:lnTo>
                  <a:pt x="5177" y="3683"/>
                </a:lnTo>
                <a:lnTo>
                  <a:pt x="5164" y="3700"/>
                </a:lnTo>
                <a:lnTo>
                  <a:pt x="5151" y="3717"/>
                </a:lnTo>
                <a:lnTo>
                  <a:pt x="5136" y="3734"/>
                </a:lnTo>
                <a:lnTo>
                  <a:pt x="5121" y="3749"/>
                </a:lnTo>
                <a:lnTo>
                  <a:pt x="5106" y="3764"/>
                </a:lnTo>
                <a:lnTo>
                  <a:pt x="5088" y="3779"/>
                </a:lnTo>
                <a:lnTo>
                  <a:pt x="5071" y="3793"/>
                </a:lnTo>
                <a:lnTo>
                  <a:pt x="5054" y="3806"/>
                </a:lnTo>
                <a:lnTo>
                  <a:pt x="5035" y="3817"/>
                </a:lnTo>
                <a:lnTo>
                  <a:pt x="5016" y="3829"/>
                </a:lnTo>
                <a:lnTo>
                  <a:pt x="4996" y="3838"/>
                </a:lnTo>
                <a:lnTo>
                  <a:pt x="4975" y="3847"/>
                </a:lnTo>
                <a:lnTo>
                  <a:pt x="4955" y="3855"/>
                </a:lnTo>
                <a:lnTo>
                  <a:pt x="4934" y="3863"/>
                </a:lnTo>
                <a:lnTo>
                  <a:pt x="4912" y="3869"/>
                </a:lnTo>
                <a:lnTo>
                  <a:pt x="4890" y="3874"/>
                </a:lnTo>
                <a:lnTo>
                  <a:pt x="4867" y="3878"/>
                </a:lnTo>
                <a:lnTo>
                  <a:pt x="4844" y="3881"/>
                </a:lnTo>
                <a:lnTo>
                  <a:pt x="4821" y="3883"/>
                </a:lnTo>
                <a:lnTo>
                  <a:pt x="4798" y="3884"/>
                </a:lnTo>
                <a:close/>
                <a:moveTo>
                  <a:pt x="4798" y="2741"/>
                </a:moveTo>
                <a:lnTo>
                  <a:pt x="4798" y="2741"/>
                </a:lnTo>
                <a:lnTo>
                  <a:pt x="4774" y="2741"/>
                </a:lnTo>
                <a:lnTo>
                  <a:pt x="4751" y="2739"/>
                </a:lnTo>
                <a:lnTo>
                  <a:pt x="4728" y="2736"/>
                </a:lnTo>
                <a:lnTo>
                  <a:pt x="4706" y="2732"/>
                </a:lnTo>
                <a:lnTo>
                  <a:pt x="4684" y="2727"/>
                </a:lnTo>
                <a:lnTo>
                  <a:pt x="4662" y="2720"/>
                </a:lnTo>
                <a:lnTo>
                  <a:pt x="4641" y="2713"/>
                </a:lnTo>
                <a:lnTo>
                  <a:pt x="4619" y="2705"/>
                </a:lnTo>
                <a:lnTo>
                  <a:pt x="4600" y="2696"/>
                </a:lnTo>
                <a:lnTo>
                  <a:pt x="4580" y="2686"/>
                </a:lnTo>
                <a:lnTo>
                  <a:pt x="4561" y="2675"/>
                </a:lnTo>
                <a:lnTo>
                  <a:pt x="4542" y="2663"/>
                </a:lnTo>
                <a:lnTo>
                  <a:pt x="4525" y="2650"/>
                </a:lnTo>
                <a:lnTo>
                  <a:pt x="4508" y="2637"/>
                </a:lnTo>
                <a:lnTo>
                  <a:pt x="4490" y="2622"/>
                </a:lnTo>
                <a:lnTo>
                  <a:pt x="4474" y="2607"/>
                </a:lnTo>
                <a:lnTo>
                  <a:pt x="4459" y="2591"/>
                </a:lnTo>
                <a:lnTo>
                  <a:pt x="4445" y="2575"/>
                </a:lnTo>
                <a:lnTo>
                  <a:pt x="4432" y="2558"/>
                </a:lnTo>
                <a:lnTo>
                  <a:pt x="4419" y="2539"/>
                </a:lnTo>
                <a:lnTo>
                  <a:pt x="4407" y="2521"/>
                </a:lnTo>
                <a:lnTo>
                  <a:pt x="4396" y="2503"/>
                </a:lnTo>
                <a:lnTo>
                  <a:pt x="4385" y="2482"/>
                </a:lnTo>
                <a:lnTo>
                  <a:pt x="4376" y="2462"/>
                </a:lnTo>
                <a:lnTo>
                  <a:pt x="4368" y="2441"/>
                </a:lnTo>
                <a:lnTo>
                  <a:pt x="4361" y="2420"/>
                </a:lnTo>
                <a:lnTo>
                  <a:pt x="4356" y="2399"/>
                </a:lnTo>
                <a:lnTo>
                  <a:pt x="4350" y="2376"/>
                </a:lnTo>
                <a:lnTo>
                  <a:pt x="4346" y="2354"/>
                </a:lnTo>
                <a:lnTo>
                  <a:pt x="4343" y="2331"/>
                </a:lnTo>
                <a:lnTo>
                  <a:pt x="4342" y="2308"/>
                </a:lnTo>
                <a:lnTo>
                  <a:pt x="4341" y="2285"/>
                </a:lnTo>
                <a:lnTo>
                  <a:pt x="4342" y="2261"/>
                </a:lnTo>
                <a:lnTo>
                  <a:pt x="4343" y="2238"/>
                </a:lnTo>
                <a:lnTo>
                  <a:pt x="4346" y="2214"/>
                </a:lnTo>
                <a:lnTo>
                  <a:pt x="4350" y="2193"/>
                </a:lnTo>
                <a:lnTo>
                  <a:pt x="4356" y="2170"/>
                </a:lnTo>
                <a:lnTo>
                  <a:pt x="4361" y="2149"/>
                </a:lnTo>
                <a:lnTo>
                  <a:pt x="4368" y="2127"/>
                </a:lnTo>
                <a:lnTo>
                  <a:pt x="4376" y="2106"/>
                </a:lnTo>
                <a:lnTo>
                  <a:pt x="4385" y="2087"/>
                </a:lnTo>
                <a:lnTo>
                  <a:pt x="4396" y="2067"/>
                </a:lnTo>
                <a:lnTo>
                  <a:pt x="4407" y="2047"/>
                </a:lnTo>
                <a:lnTo>
                  <a:pt x="4419" y="2029"/>
                </a:lnTo>
                <a:lnTo>
                  <a:pt x="4432" y="2011"/>
                </a:lnTo>
                <a:lnTo>
                  <a:pt x="4445" y="1993"/>
                </a:lnTo>
                <a:lnTo>
                  <a:pt x="4459" y="1977"/>
                </a:lnTo>
                <a:lnTo>
                  <a:pt x="4474" y="1961"/>
                </a:lnTo>
                <a:lnTo>
                  <a:pt x="4490" y="1946"/>
                </a:lnTo>
                <a:lnTo>
                  <a:pt x="4508" y="1932"/>
                </a:lnTo>
                <a:lnTo>
                  <a:pt x="4525" y="1918"/>
                </a:lnTo>
                <a:lnTo>
                  <a:pt x="4542" y="1906"/>
                </a:lnTo>
                <a:lnTo>
                  <a:pt x="4561" y="1893"/>
                </a:lnTo>
                <a:lnTo>
                  <a:pt x="4580" y="1883"/>
                </a:lnTo>
                <a:lnTo>
                  <a:pt x="4600" y="1872"/>
                </a:lnTo>
                <a:lnTo>
                  <a:pt x="4619" y="1863"/>
                </a:lnTo>
                <a:lnTo>
                  <a:pt x="4641" y="1855"/>
                </a:lnTo>
                <a:lnTo>
                  <a:pt x="4662" y="1848"/>
                </a:lnTo>
                <a:lnTo>
                  <a:pt x="4684" y="1841"/>
                </a:lnTo>
                <a:lnTo>
                  <a:pt x="4706" y="1837"/>
                </a:lnTo>
                <a:lnTo>
                  <a:pt x="4728" y="1833"/>
                </a:lnTo>
                <a:lnTo>
                  <a:pt x="4751" y="1830"/>
                </a:lnTo>
                <a:lnTo>
                  <a:pt x="4774" y="1827"/>
                </a:lnTo>
                <a:lnTo>
                  <a:pt x="4798" y="1827"/>
                </a:lnTo>
                <a:lnTo>
                  <a:pt x="4821" y="1827"/>
                </a:lnTo>
                <a:lnTo>
                  <a:pt x="4844" y="1830"/>
                </a:lnTo>
                <a:lnTo>
                  <a:pt x="4867" y="1833"/>
                </a:lnTo>
                <a:lnTo>
                  <a:pt x="4890" y="1837"/>
                </a:lnTo>
                <a:lnTo>
                  <a:pt x="4912" y="1841"/>
                </a:lnTo>
                <a:lnTo>
                  <a:pt x="4934" y="1848"/>
                </a:lnTo>
                <a:lnTo>
                  <a:pt x="4955" y="1855"/>
                </a:lnTo>
                <a:lnTo>
                  <a:pt x="4975" y="1863"/>
                </a:lnTo>
                <a:lnTo>
                  <a:pt x="4996" y="1872"/>
                </a:lnTo>
                <a:lnTo>
                  <a:pt x="5016" y="1883"/>
                </a:lnTo>
                <a:lnTo>
                  <a:pt x="5035" y="1893"/>
                </a:lnTo>
                <a:lnTo>
                  <a:pt x="5054" y="1906"/>
                </a:lnTo>
                <a:lnTo>
                  <a:pt x="5071" y="1918"/>
                </a:lnTo>
                <a:lnTo>
                  <a:pt x="5088" y="1932"/>
                </a:lnTo>
                <a:lnTo>
                  <a:pt x="5106" y="1946"/>
                </a:lnTo>
                <a:lnTo>
                  <a:pt x="5121" y="1961"/>
                </a:lnTo>
                <a:lnTo>
                  <a:pt x="5136" y="1977"/>
                </a:lnTo>
                <a:lnTo>
                  <a:pt x="5151" y="1993"/>
                </a:lnTo>
                <a:lnTo>
                  <a:pt x="5164" y="2011"/>
                </a:lnTo>
                <a:lnTo>
                  <a:pt x="5177" y="2029"/>
                </a:lnTo>
                <a:lnTo>
                  <a:pt x="5189" y="2047"/>
                </a:lnTo>
                <a:lnTo>
                  <a:pt x="5200" y="2067"/>
                </a:lnTo>
                <a:lnTo>
                  <a:pt x="5209" y="2087"/>
                </a:lnTo>
                <a:lnTo>
                  <a:pt x="5219" y="2106"/>
                </a:lnTo>
                <a:lnTo>
                  <a:pt x="5227" y="2127"/>
                </a:lnTo>
                <a:lnTo>
                  <a:pt x="5235" y="2149"/>
                </a:lnTo>
                <a:lnTo>
                  <a:pt x="5240" y="2170"/>
                </a:lnTo>
                <a:lnTo>
                  <a:pt x="5245" y="2193"/>
                </a:lnTo>
                <a:lnTo>
                  <a:pt x="5250" y="2214"/>
                </a:lnTo>
                <a:lnTo>
                  <a:pt x="5252" y="2238"/>
                </a:lnTo>
                <a:lnTo>
                  <a:pt x="5254" y="2261"/>
                </a:lnTo>
                <a:lnTo>
                  <a:pt x="5254" y="2285"/>
                </a:lnTo>
                <a:lnTo>
                  <a:pt x="5254" y="2308"/>
                </a:lnTo>
                <a:lnTo>
                  <a:pt x="5252" y="2331"/>
                </a:lnTo>
                <a:lnTo>
                  <a:pt x="5250" y="2354"/>
                </a:lnTo>
                <a:lnTo>
                  <a:pt x="5245" y="2376"/>
                </a:lnTo>
                <a:lnTo>
                  <a:pt x="5240" y="2399"/>
                </a:lnTo>
                <a:lnTo>
                  <a:pt x="5235" y="2420"/>
                </a:lnTo>
                <a:lnTo>
                  <a:pt x="5227" y="2441"/>
                </a:lnTo>
                <a:lnTo>
                  <a:pt x="5219" y="2462"/>
                </a:lnTo>
                <a:lnTo>
                  <a:pt x="5209" y="2482"/>
                </a:lnTo>
                <a:lnTo>
                  <a:pt x="5200" y="2503"/>
                </a:lnTo>
                <a:lnTo>
                  <a:pt x="5189" y="2521"/>
                </a:lnTo>
                <a:lnTo>
                  <a:pt x="5177" y="2539"/>
                </a:lnTo>
                <a:lnTo>
                  <a:pt x="5164" y="2558"/>
                </a:lnTo>
                <a:lnTo>
                  <a:pt x="5151" y="2575"/>
                </a:lnTo>
                <a:lnTo>
                  <a:pt x="5136" y="2591"/>
                </a:lnTo>
                <a:lnTo>
                  <a:pt x="5121" y="2607"/>
                </a:lnTo>
                <a:lnTo>
                  <a:pt x="5106" y="2622"/>
                </a:lnTo>
                <a:lnTo>
                  <a:pt x="5088" y="2637"/>
                </a:lnTo>
                <a:lnTo>
                  <a:pt x="5071" y="2650"/>
                </a:lnTo>
                <a:lnTo>
                  <a:pt x="5054" y="2663"/>
                </a:lnTo>
                <a:lnTo>
                  <a:pt x="5035" y="2675"/>
                </a:lnTo>
                <a:lnTo>
                  <a:pt x="5016" y="2686"/>
                </a:lnTo>
                <a:lnTo>
                  <a:pt x="4996" y="2696"/>
                </a:lnTo>
                <a:lnTo>
                  <a:pt x="4975" y="2705"/>
                </a:lnTo>
                <a:lnTo>
                  <a:pt x="4955" y="2713"/>
                </a:lnTo>
                <a:lnTo>
                  <a:pt x="4934" y="2720"/>
                </a:lnTo>
                <a:lnTo>
                  <a:pt x="4912" y="2727"/>
                </a:lnTo>
                <a:lnTo>
                  <a:pt x="4890" y="2732"/>
                </a:lnTo>
                <a:lnTo>
                  <a:pt x="4867" y="2736"/>
                </a:lnTo>
                <a:lnTo>
                  <a:pt x="4844" y="2739"/>
                </a:lnTo>
                <a:lnTo>
                  <a:pt x="4821" y="2741"/>
                </a:lnTo>
                <a:lnTo>
                  <a:pt x="4798" y="27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tIns="468000" rIns="432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幼圆"/>
            </a:endParaRPr>
          </a:p>
        </p:txBody>
      </p:sp>
      <p:sp>
        <p:nvSpPr>
          <p:cNvPr id="14" name="KSO_Shape"/>
          <p:cNvSpPr>
            <a:spLocks/>
          </p:cNvSpPr>
          <p:nvPr/>
        </p:nvSpPr>
        <p:spPr bwMode="auto">
          <a:xfrm>
            <a:off x="4051548" y="2852936"/>
            <a:ext cx="952500" cy="766763"/>
          </a:xfrm>
          <a:custGeom>
            <a:avLst/>
            <a:gdLst>
              <a:gd name="T0" fmla="*/ 913166 w 4940"/>
              <a:gd name="T1" fmla="*/ 216832 h 3973"/>
              <a:gd name="T2" fmla="*/ 832184 w 4940"/>
              <a:gd name="T3" fmla="*/ 139667 h 3973"/>
              <a:gd name="T4" fmla="*/ 750431 w 4940"/>
              <a:gd name="T5" fmla="*/ 81408 h 3973"/>
              <a:gd name="T6" fmla="*/ 668293 w 4940"/>
              <a:gd name="T7" fmla="*/ 40897 h 3973"/>
              <a:gd name="T8" fmla="*/ 586925 w 4940"/>
              <a:gd name="T9" fmla="*/ 14661 h 3973"/>
              <a:gd name="T10" fmla="*/ 506715 w 4940"/>
              <a:gd name="T11" fmla="*/ 2315 h 3973"/>
              <a:gd name="T12" fmla="*/ 429203 w 4940"/>
              <a:gd name="T13" fmla="*/ 772 h 3973"/>
              <a:gd name="T14" fmla="*/ 354777 w 4940"/>
              <a:gd name="T15" fmla="*/ 8102 h 3973"/>
              <a:gd name="T16" fmla="*/ 285364 w 4940"/>
              <a:gd name="T17" fmla="*/ 22763 h 3973"/>
              <a:gd name="T18" fmla="*/ 220965 w 4940"/>
              <a:gd name="T19" fmla="*/ 42826 h 3973"/>
              <a:gd name="T20" fmla="*/ 136898 w 4940"/>
              <a:gd name="T21" fmla="*/ 77164 h 3973"/>
              <a:gd name="T22" fmla="*/ 52060 w 4940"/>
              <a:gd name="T23" fmla="*/ 123077 h 3973"/>
              <a:gd name="T24" fmla="*/ 0 w 4940"/>
              <a:gd name="T25" fmla="*/ 158573 h 3973"/>
              <a:gd name="T26" fmla="*/ 23523 w 4940"/>
              <a:gd name="T27" fmla="*/ 1411336 h 3973"/>
              <a:gd name="T28" fmla="*/ 90237 w 4940"/>
              <a:gd name="T29" fmla="*/ 1371211 h 3973"/>
              <a:gd name="T30" fmla="*/ 191271 w 4940"/>
              <a:gd name="T31" fmla="*/ 1323755 h 3973"/>
              <a:gd name="T32" fmla="*/ 252200 w 4940"/>
              <a:gd name="T33" fmla="*/ 1302149 h 3973"/>
              <a:gd name="T34" fmla="*/ 319300 w 4940"/>
              <a:gd name="T35" fmla="*/ 1284787 h 3973"/>
              <a:gd name="T36" fmla="*/ 391798 w 4940"/>
              <a:gd name="T37" fmla="*/ 1273212 h 3973"/>
              <a:gd name="T38" fmla="*/ 467381 w 4940"/>
              <a:gd name="T39" fmla="*/ 1270511 h 3973"/>
              <a:gd name="T40" fmla="*/ 546434 w 4940"/>
              <a:gd name="T41" fmla="*/ 1277070 h 3973"/>
              <a:gd name="T42" fmla="*/ 627802 w 4940"/>
              <a:gd name="T43" fmla="*/ 1295975 h 3973"/>
              <a:gd name="T44" fmla="*/ 709555 w 4940"/>
              <a:gd name="T45" fmla="*/ 1329156 h 3973"/>
              <a:gd name="T46" fmla="*/ 791693 w 4940"/>
              <a:gd name="T47" fmla="*/ 1378155 h 3973"/>
              <a:gd name="T48" fmla="*/ 873061 w 4940"/>
              <a:gd name="T49" fmla="*/ 1445288 h 3973"/>
              <a:gd name="T50" fmla="*/ 952500 w 4940"/>
              <a:gd name="T51" fmla="*/ 1532870 h 3973"/>
              <a:gd name="T52" fmla="*/ 1011887 w 4940"/>
              <a:gd name="T53" fmla="*/ 1465351 h 3973"/>
              <a:gd name="T54" fmla="*/ 1092868 w 4940"/>
              <a:gd name="T55" fmla="*/ 1393588 h 3973"/>
              <a:gd name="T56" fmla="*/ 1175007 w 4940"/>
              <a:gd name="T57" fmla="*/ 1339959 h 3973"/>
              <a:gd name="T58" fmla="*/ 1256760 w 4940"/>
              <a:gd name="T59" fmla="*/ 1302920 h 3973"/>
              <a:gd name="T60" fmla="*/ 1338128 w 4940"/>
              <a:gd name="T61" fmla="*/ 1280928 h 3973"/>
              <a:gd name="T62" fmla="*/ 1417952 w 4940"/>
              <a:gd name="T63" fmla="*/ 1270897 h 3973"/>
              <a:gd name="T64" fmla="*/ 1494692 w 4940"/>
              <a:gd name="T65" fmla="*/ 1271669 h 3973"/>
              <a:gd name="T66" fmla="*/ 1567962 w 4940"/>
              <a:gd name="T67" fmla="*/ 1281314 h 3973"/>
              <a:gd name="T68" fmla="*/ 1635832 w 4940"/>
              <a:gd name="T69" fmla="*/ 1297519 h 3973"/>
              <a:gd name="T70" fmla="*/ 1698689 w 4940"/>
              <a:gd name="T71" fmla="*/ 1318353 h 3973"/>
              <a:gd name="T72" fmla="*/ 1792397 w 4940"/>
              <a:gd name="T73" fmla="*/ 1359250 h 3973"/>
              <a:gd name="T74" fmla="*/ 1868365 w 4940"/>
              <a:gd name="T75" fmla="*/ 1402848 h 3973"/>
              <a:gd name="T76" fmla="*/ 1905000 w 4940"/>
              <a:gd name="T77" fmla="*/ 158573 h 3973"/>
              <a:gd name="T78" fmla="*/ 1868365 w 4940"/>
              <a:gd name="T79" fmla="*/ 133109 h 3973"/>
              <a:gd name="T80" fmla="*/ 1792397 w 4940"/>
              <a:gd name="T81" fmla="*/ 89511 h 3973"/>
              <a:gd name="T82" fmla="*/ 1698689 w 4940"/>
              <a:gd name="T83" fmla="*/ 47842 h 3973"/>
              <a:gd name="T84" fmla="*/ 1635832 w 4940"/>
              <a:gd name="T85" fmla="*/ 27393 h 3973"/>
              <a:gd name="T86" fmla="*/ 1567962 w 4940"/>
              <a:gd name="T87" fmla="*/ 11575 h 3973"/>
              <a:gd name="T88" fmla="*/ 1494692 w 4940"/>
              <a:gd name="T89" fmla="*/ 1929 h 3973"/>
              <a:gd name="T90" fmla="*/ 1417952 w 4940"/>
              <a:gd name="T91" fmla="*/ 1157 h 3973"/>
              <a:gd name="T92" fmla="*/ 1338128 w 4940"/>
              <a:gd name="T93" fmla="*/ 10417 h 3973"/>
              <a:gd name="T94" fmla="*/ 1256760 w 4940"/>
              <a:gd name="T95" fmla="*/ 33181 h 3973"/>
              <a:gd name="T96" fmla="*/ 1175007 w 4940"/>
              <a:gd name="T97" fmla="*/ 70220 h 3973"/>
              <a:gd name="T98" fmla="*/ 1092868 w 4940"/>
              <a:gd name="T99" fmla="*/ 123463 h 3973"/>
              <a:gd name="T100" fmla="*/ 1011887 w 4940"/>
              <a:gd name="T101" fmla="*/ 195612 h 3973"/>
              <a:gd name="T102" fmla="*/ 952500 w 4940"/>
              <a:gd name="T103" fmla="*/ 262745 h 3973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4940" h="3973">
                <a:moveTo>
                  <a:pt x="2470" y="681"/>
                </a:moveTo>
                <a:lnTo>
                  <a:pt x="2470" y="681"/>
                </a:lnTo>
                <a:lnTo>
                  <a:pt x="2419" y="619"/>
                </a:lnTo>
                <a:lnTo>
                  <a:pt x="2368" y="562"/>
                </a:lnTo>
                <a:lnTo>
                  <a:pt x="2315" y="507"/>
                </a:lnTo>
                <a:lnTo>
                  <a:pt x="2264" y="455"/>
                </a:lnTo>
                <a:lnTo>
                  <a:pt x="2211" y="407"/>
                </a:lnTo>
                <a:lnTo>
                  <a:pt x="2158" y="362"/>
                </a:lnTo>
                <a:lnTo>
                  <a:pt x="2106" y="320"/>
                </a:lnTo>
                <a:lnTo>
                  <a:pt x="2053" y="281"/>
                </a:lnTo>
                <a:lnTo>
                  <a:pt x="2000" y="244"/>
                </a:lnTo>
                <a:lnTo>
                  <a:pt x="1946" y="211"/>
                </a:lnTo>
                <a:lnTo>
                  <a:pt x="1894" y="182"/>
                </a:lnTo>
                <a:lnTo>
                  <a:pt x="1840" y="154"/>
                </a:lnTo>
                <a:lnTo>
                  <a:pt x="1787" y="128"/>
                </a:lnTo>
                <a:lnTo>
                  <a:pt x="1733" y="106"/>
                </a:lnTo>
                <a:lnTo>
                  <a:pt x="1680" y="86"/>
                </a:lnTo>
                <a:lnTo>
                  <a:pt x="1628" y="68"/>
                </a:lnTo>
                <a:lnTo>
                  <a:pt x="1575" y="52"/>
                </a:lnTo>
                <a:lnTo>
                  <a:pt x="1522" y="38"/>
                </a:lnTo>
                <a:lnTo>
                  <a:pt x="1469" y="27"/>
                </a:lnTo>
                <a:lnTo>
                  <a:pt x="1417" y="19"/>
                </a:lnTo>
                <a:lnTo>
                  <a:pt x="1365" y="11"/>
                </a:lnTo>
                <a:lnTo>
                  <a:pt x="1314" y="6"/>
                </a:lnTo>
                <a:lnTo>
                  <a:pt x="1264" y="3"/>
                </a:lnTo>
                <a:lnTo>
                  <a:pt x="1212" y="0"/>
                </a:lnTo>
                <a:lnTo>
                  <a:pt x="1163" y="0"/>
                </a:lnTo>
                <a:lnTo>
                  <a:pt x="1113" y="2"/>
                </a:lnTo>
                <a:lnTo>
                  <a:pt x="1064" y="5"/>
                </a:lnTo>
                <a:lnTo>
                  <a:pt x="1016" y="9"/>
                </a:lnTo>
                <a:lnTo>
                  <a:pt x="968" y="15"/>
                </a:lnTo>
                <a:lnTo>
                  <a:pt x="920" y="21"/>
                </a:lnTo>
                <a:lnTo>
                  <a:pt x="875" y="30"/>
                </a:lnTo>
                <a:lnTo>
                  <a:pt x="828" y="38"/>
                </a:lnTo>
                <a:lnTo>
                  <a:pt x="784" y="48"/>
                </a:lnTo>
                <a:lnTo>
                  <a:pt x="740" y="59"/>
                </a:lnTo>
                <a:lnTo>
                  <a:pt x="697" y="71"/>
                </a:lnTo>
                <a:lnTo>
                  <a:pt x="654" y="84"/>
                </a:lnTo>
                <a:lnTo>
                  <a:pt x="614" y="96"/>
                </a:lnTo>
                <a:lnTo>
                  <a:pt x="573" y="111"/>
                </a:lnTo>
                <a:lnTo>
                  <a:pt x="534" y="124"/>
                </a:lnTo>
                <a:lnTo>
                  <a:pt x="496" y="139"/>
                </a:lnTo>
                <a:lnTo>
                  <a:pt x="423" y="169"/>
                </a:lnTo>
                <a:lnTo>
                  <a:pt x="355" y="200"/>
                </a:lnTo>
                <a:lnTo>
                  <a:pt x="292" y="232"/>
                </a:lnTo>
                <a:lnTo>
                  <a:pt x="234" y="263"/>
                </a:lnTo>
                <a:lnTo>
                  <a:pt x="181" y="292"/>
                </a:lnTo>
                <a:lnTo>
                  <a:pt x="135" y="319"/>
                </a:lnTo>
                <a:lnTo>
                  <a:pt x="95" y="345"/>
                </a:lnTo>
                <a:lnTo>
                  <a:pt x="61" y="367"/>
                </a:lnTo>
                <a:lnTo>
                  <a:pt x="16" y="399"/>
                </a:lnTo>
                <a:lnTo>
                  <a:pt x="0" y="411"/>
                </a:lnTo>
                <a:lnTo>
                  <a:pt x="0" y="3702"/>
                </a:lnTo>
                <a:lnTo>
                  <a:pt x="16" y="3690"/>
                </a:lnTo>
                <a:lnTo>
                  <a:pt x="61" y="3658"/>
                </a:lnTo>
                <a:lnTo>
                  <a:pt x="95" y="3636"/>
                </a:lnTo>
                <a:lnTo>
                  <a:pt x="135" y="3612"/>
                </a:lnTo>
                <a:lnTo>
                  <a:pt x="181" y="3583"/>
                </a:lnTo>
                <a:lnTo>
                  <a:pt x="234" y="3554"/>
                </a:lnTo>
                <a:lnTo>
                  <a:pt x="292" y="3523"/>
                </a:lnTo>
                <a:lnTo>
                  <a:pt x="355" y="3493"/>
                </a:lnTo>
                <a:lnTo>
                  <a:pt x="423" y="3461"/>
                </a:lnTo>
                <a:lnTo>
                  <a:pt x="496" y="3431"/>
                </a:lnTo>
                <a:lnTo>
                  <a:pt x="534" y="3417"/>
                </a:lnTo>
                <a:lnTo>
                  <a:pt x="573" y="3402"/>
                </a:lnTo>
                <a:lnTo>
                  <a:pt x="614" y="3388"/>
                </a:lnTo>
                <a:lnTo>
                  <a:pt x="654" y="3375"/>
                </a:lnTo>
                <a:lnTo>
                  <a:pt x="697" y="3363"/>
                </a:lnTo>
                <a:lnTo>
                  <a:pt x="740" y="3350"/>
                </a:lnTo>
                <a:lnTo>
                  <a:pt x="784" y="3339"/>
                </a:lnTo>
                <a:lnTo>
                  <a:pt x="828" y="3330"/>
                </a:lnTo>
                <a:lnTo>
                  <a:pt x="875" y="3321"/>
                </a:lnTo>
                <a:lnTo>
                  <a:pt x="920" y="3312"/>
                </a:lnTo>
                <a:lnTo>
                  <a:pt x="968" y="3306"/>
                </a:lnTo>
                <a:lnTo>
                  <a:pt x="1016" y="3300"/>
                </a:lnTo>
                <a:lnTo>
                  <a:pt x="1064" y="3296"/>
                </a:lnTo>
                <a:lnTo>
                  <a:pt x="1113" y="3294"/>
                </a:lnTo>
                <a:lnTo>
                  <a:pt x="1163" y="3292"/>
                </a:lnTo>
                <a:lnTo>
                  <a:pt x="1212" y="3293"/>
                </a:lnTo>
                <a:lnTo>
                  <a:pt x="1264" y="3294"/>
                </a:lnTo>
                <a:lnTo>
                  <a:pt x="1314" y="3298"/>
                </a:lnTo>
                <a:lnTo>
                  <a:pt x="1365" y="3303"/>
                </a:lnTo>
                <a:lnTo>
                  <a:pt x="1417" y="3310"/>
                </a:lnTo>
                <a:lnTo>
                  <a:pt x="1469" y="3320"/>
                </a:lnTo>
                <a:lnTo>
                  <a:pt x="1522" y="3331"/>
                </a:lnTo>
                <a:lnTo>
                  <a:pt x="1575" y="3344"/>
                </a:lnTo>
                <a:lnTo>
                  <a:pt x="1628" y="3359"/>
                </a:lnTo>
                <a:lnTo>
                  <a:pt x="1680" y="3377"/>
                </a:lnTo>
                <a:lnTo>
                  <a:pt x="1733" y="3397"/>
                </a:lnTo>
                <a:lnTo>
                  <a:pt x="1787" y="3420"/>
                </a:lnTo>
                <a:lnTo>
                  <a:pt x="1840" y="3445"/>
                </a:lnTo>
                <a:lnTo>
                  <a:pt x="1894" y="3473"/>
                </a:lnTo>
                <a:lnTo>
                  <a:pt x="1946" y="3504"/>
                </a:lnTo>
                <a:lnTo>
                  <a:pt x="2000" y="3537"/>
                </a:lnTo>
                <a:lnTo>
                  <a:pt x="2053" y="3572"/>
                </a:lnTo>
                <a:lnTo>
                  <a:pt x="2106" y="3612"/>
                </a:lnTo>
                <a:lnTo>
                  <a:pt x="2158" y="3653"/>
                </a:lnTo>
                <a:lnTo>
                  <a:pt x="2211" y="3699"/>
                </a:lnTo>
                <a:lnTo>
                  <a:pt x="2264" y="3746"/>
                </a:lnTo>
                <a:lnTo>
                  <a:pt x="2315" y="3798"/>
                </a:lnTo>
                <a:lnTo>
                  <a:pt x="2368" y="3853"/>
                </a:lnTo>
                <a:lnTo>
                  <a:pt x="2419" y="3911"/>
                </a:lnTo>
                <a:lnTo>
                  <a:pt x="2470" y="3973"/>
                </a:lnTo>
                <a:lnTo>
                  <a:pt x="2521" y="3911"/>
                </a:lnTo>
                <a:lnTo>
                  <a:pt x="2573" y="3853"/>
                </a:lnTo>
                <a:lnTo>
                  <a:pt x="2624" y="3798"/>
                </a:lnTo>
                <a:lnTo>
                  <a:pt x="2676" y="3746"/>
                </a:lnTo>
                <a:lnTo>
                  <a:pt x="2728" y="3699"/>
                </a:lnTo>
                <a:lnTo>
                  <a:pt x="2781" y="3653"/>
                </a:lnTo>
                <a:lnTo>
                  <a:pt x="2834" y="3612"/>
                </a:lnTo>
                <a:lnTo>
                  <a:pt x="2886" y="3572"/>
                </a:lnTo>
                <a:lnTo>
                  <a:pt x="2940" y="3537"/>
                </a:lnTo>
                <a:lnTo>
                  <a:pt x="2993" y="3504"/>
                </a:lnTo>
                <a:lnTo>
                  <a:pt x="3047" y="3473"/>
                </a:lnTo>
                <a:lnTo>
                  <a:pt x="3100" y="3445"/>
                </a:lnTo>
                <a:lnTo>
                  <a:pt x="3154" y="3420"/>
                </a:lnTo>
                <a:lnTo>
                  <a:pt x="3206" y="3397"/>
                </a:lnTo>
                <a:lnTo>
                  <a:pt x="3259" y="3377"/>
                </a:lnTo>
                <a:lnTo>
                  <a:pt x="3313" y="3359"/>
                </a:lnTo>
                <a:lnTo>
                  <a:pt x="3366" y="3344"/>
                </a:lnTo>
                <a:lnTo>
                  <a:pt x="3418" y="3331"/>
                </a:lnTo>
                <a:lnTo>
                  <a:pt x="3470" y="3320"/>
                </a:lnTo>
                <a:lnTo>
                  <a:pt x="3523" y="3310"/>
                </a:lnTo>
                <a:lnTo>
                  <a:pt x="3574" y="3303"/>
                </a:lnTo>
                <a:lnTo>
                  <a:pt x="3626" y="3298"/>
                </a:lnTo>
                <a:lnTo>
                  <a:pt x="3677" y="3294"/>
                </a:lnTo>
                <a:lnTo>
                  <a:pt x="3727" y="3293"/>
                </a:lnTo>
                <a:lnTo>
                  <a:pt x="3778" y="3292"/>
                </a:lnTo>
                <a:lnTo>
                  <a:pt x="3827" y="3294"/>
                </a:lnTo>
                <a:lnTo>
                  <a:pt x="3876" y="3296"/>
                </a:lnTo>
                <a:lnTo>
                  <a:pt x="3925" y="3300"/>
                </a:lnTo>
                <a:lnTo>
                  <a:pt x="3973" y="3306"/>
                </a:lnTo>
                <a:lnTo>
                  <a:pt x="4019" y="3312"/>
                </a:lnTo>
                <a:lnTo>
                  <a:pt x="4066" y="3321"/>
                </a:lnTo>
                <a:lnTo>
                  <a:pt x="4111" y="3330"/>
                </a:lnTo>
                <a:lnTo>
                  <a:pt x="4155" y="3339"/>
                </a:lnTo>
                <a:lnTo>
                  <a:pt x="4199" y="3350"/>
                </a:lnTo>
                <a:lnTo>
                  <a:pt x="4242" y="3363"/>
                </a:lnTo>
                <a:lnTo>
                  <a:pt x="4285" y="3375"/>
                </a:lnTo>
                <a:lnTo>
                  <a:pt x="4327" y="3388"/>
                </a:lnTo>
                <a:lnTo>
                  <a:pt x="4366" y="3402"/>
                </a:lnTo>
                <a:lnTo>
                  <a:pt x="4405" y="3417"/>
                </a:lnTo>
                <a:lnTo>
                  <a:pt x="4444" y="3431"/>
                </a:lnTo>
                <a:lnTo>
                  <a:pt x="4517" y="3461"/>
                </a:lnTo>
                <a:lnTo>
                  <a:pt x="4585" y="3493"/>
                </a:lnTo>
                <a:lnTo>
                  <a:pt x="4648" y="3523"/>
                </a:lnTo>
                <a:lnTo>
                  <a:pt x="4707" y="3554"/>
                </a:lnTo>
                <a:lnTo>
                  <a:pt x="4758" y="3583"/>
                </a:lnTo>
                <a:lnTo>
                  <a:pt x="4805" y="3612"/>
                </a:lnTo>
                <a:lnTo>
                  <a:pt x="4845" y="3636"/>
                </a:lnTo>
                <a:lnTo>
                  <a:pt x="4878" y="3658"/>
                </a:lnTo>
                <a:lnTo>
                  <a:pt x="4924" y="3690"/>
                </a:lnTo>
                <a:lnTo>
                  <a:pt x="4940" y="3702"/>
                </a:lnTo>
                <a:lnTo>
                  <a:pt x="4940" y="411"/>
                </a:lnTo>
                <a:lnTo>
                  <a:pt x="4924" y="399"/>
                </a:lnTo>
                <a:lnTo>
                  <a:pt x="4878" y="367"/>
                </a:lnTo>
                <a:lnTo>
                  <a:pt x="4845" y="345"/>
                </a:lnTo>
                <a:lnTo>
                  <a:pt x="4805" y="319"/>
                </a:lnTo>
                <a:lnTo>
                  <a:pt x="4758" y="292"/>
                </a:lnTo>
                <a:lnTo>
                  <a:pt x="4707" y="263"/>
                </a:lnTo>
                <a:lnTo>
                  <a:pt x="4648" y="232"/>
                </a:lnTo>
                <a:lnTo>
                  <a:pt x="4585" y="200"/>
                </a:lnTo>
                <a:lnTo>
                  <a:pt x="4517" y="169"/>
                </a:lnTo>
                <a:lnTo>
                  <a:pt x="4444" y="139"/>
                </a:lnTo>
                <a:lnTo>
                  <a:pt x="4405" y="124"/>
                </a:lnTo>
                <a:lnTo>
                  <a:pt x="4366" y="111"/>
                </a:lnTo>
                <a:lnTo>
                  <a:pt x="4327" y="96"/>
                </a:lnTo>
                <a:lnTo>
                  <a:pt x="4285" y="84"/>
                </a:lnTo>
                <a:lnTo>
                  <a:pt x="4242" y="71"/>
                </a:lnTo>
                <a:lnTo>
                  <a:pt x="4199" y="59"/>
                </a:lnTo>
                <a:lnTo>
                  <a:pt x="4155" y="48"/>
                </a:lnTo>
                <a:lnTo>
                  <a:pt x="4111" y="38"/>
                </a:lnTo>
                <a:lnTo>
                  <a:pt x="4066" y="30"/>
                </a:lnTo>
                <a:lnTo>
                  <a:pt x="4019" y="21"/>
                </a:lnTo>
                <a:lnTo>
                  <a:pt x="3973" y="15"/>
                </a:lnTo>
                <a:lnTo>
                  <a:pt x="3925" y="9"/>
                </a:lnTo>
                <a:lnTo>
                  <a:pt x="3876" y="5"/>
                </a:lnTo>
                <a:lnTo>
                  <a:pt x="3827" y="2"/>
                </a:lnTo>
                <a:lnTo>
                  <a:pt x="3778" y="0"/>
                </a:lnTo>
                <a:lnTo>
                  <a:pt x="3727" y="0"/>
                </a:lnTo>
                <a:lnTo>
                  <a:pt x="3677" y="3"/>
                </a:lnTo>
                <a:lnTo>
                  <a:pt x="3626" y="6"/>
                </a:lnTo>
                <a:lnTo>
                  <a:pt x="3574" y="11"/>
                </a:lnTo>
                <a:lnTo>
                  <a:pt x="3523" y="19"/>
                </a:lnTo>
                <a:lnTo>
                  <a:pt x="3470" y="27"/>
                </a:lnTo>
                <a:lnTo>
                  <a:pt x="3418" y="38"/>
                </a:lnTo>
                <a:lnTo>
                  <a:pt x="3366" y="52"/>
                </a:lnTo>
                <a:lnTo>
                  <a:pt x="3313" y="68"/>
                </a:lnTo>
                <a:lnTo>
                  <a:pt x="3259" y="86"/>
                </a:lnTo>
                <a:lnTo>
                  <a:pt x="3206" y="106"/>
                </a:lnTo>
                <a:lnTo>
                  <a:pt x="3154" y="128"/>
                </a:lnTo>
                <a:lnTo>
                  <a:pt x="3100" y="154"/>
                </a:lnTo>
                <a:lnTo>
                  <a:pt x="3047" y="182"/>
                </a:lnTo>
                <a:lnTo>
                  <a:pt x="2993" y="211"/>
                </a:lnTo>
                <a:lnTo>
                  <a:pt x="2940" y="244"/>
                </a:lnTo>
                <a:lnTo>
                  <a:pt x="2886" y="281"/>
                </a:lnTo>
                <a:lnTo>
                  <a:pt x="2834" y="320"/>
                </a:lnTo>
                <a:lnTo>
                  <a:pt x="2781" y="362"/>
                </a:lnTo>
                <a:lnTo>
                  <a:pt x="2728" y="407"/>
                </a:lnTo>
                <a:lnTo>
                  <a:pt x="2676" y="455"/>
                </a:lnTo>
                <a:lnTo>
                  <a:pt x="2624" y="507"/>
                </a:lnTo>
                <a:lnTo>
                  <a:pt x="2573" y="562"/>
                </a:lnTo>
                <a:lnTo>
                  <a:pt x="2521" y="619"/>
                </a:lnTo>
                <a:lnTo>
                  <a:pt x="2470" y="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幼圆"/>
            </a:endParaRPr>
          </a:p>
        </p:txBody>
      </p:sp>
      <p:sp>
        <p:nvSpPr>
          <p:cNvPr id="15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923928" y="4261584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幼圆"/>
                <a:ea typeface="幼圆"/>
              </a:rPr>
              <a:t>杂志</a:t>
            </a:r>
          </a:p>
        </p:txBody>
      </p:sp>
      <p:sp>
        <p:nvSpPr>
          <p:cNvPr id="16" name="KSO_Shape"/>
          <p:cNvSpPr>
            <a:spLocks/>
          </p:cNvSpPr>
          <p:nvPr/>
        </p:nvSpPr>
        <p:spPr bwMode="auto">
          <a:xfrm>
            <a:off x="6960437" y="2780928"/>
            <a:ext cx="995939" cy="736963"/>
          </a:xfrm>
          <a:custGeom>
            <a:avLst/>
            <a:gdLst>
              <a:gd name="T0" fmla="*/ 192479 w 4892"/>
              <a:gd name="T1" fmla="*/ 95349 h 2558"/>
              <a:gd name="T2" fmla="*/ 171869 w 4892"/>
              <a:gd name="T3" fmla="*/ 611116 h 2558"/>
              <a:gd name="T4" fmla="*/ 140955 w 4892"/>
              <a:gd name="T5" fmla="*/ 464596 h 2558"/>
              <a:gd name="T6" fmla="*/ 140955 w 4892"/>
              <a:gd name="T7" fmla="*/ 644985 h 2558"/>
              <a:gd name="T8" fmla="*/ 192479 w 4892"/>
              <a:gd name="T9" fmla="*/ 640568 h 2558"/>
              <a:gd name="T10" fmla="*/ 0 w 4892"/>
              <a:gd name="T11" fmla="*/ 939867 h 2558"/>
              <a:gd name="T12" fmla="*/ 567500 w 4892"/>
              <a:gd name="T13" fmla="*/ 2209 h 2558"/>
              <a:gd name="T14" fmla="*/ 1800397 w 4892"/>
              <a:gd name="T15" fmla="*/ 941708 h 2558"/>
              <a:gd name="T16" fmla="*/ 567500 w 4892"/>
              <a:gd name="T17" fmla="*/ 2209 h 2558"/>
              <a:gd name="T18" fmla="*/ 677173 w 4892"/>
              <a:gd name="T19" fmla="*/ 830529 h 2558"/>
              <a:gd name="T20" fmla="*/ 769916 w 4892"/>
              <a:gd name="T21" fmla="*/ 830529 h 2558"/>
              <a:gd name="T22" fmla="*/ 723545 w 4892"/>
              <a:gd name="T23" fmla="*/ 103816 h 2558"/>
              <a:gd name="T24" fmla="*/ 1643617 w 4892"/>
              <a:gd name="T25" fmla="*/ 281261 h 2558"/>
              <a:gd name="T26" fmla="*/ 1681524 w 4892"/>
              <a:gd name="T27" fmla="*/ 876915 h 2558"/>
              <a:gd name="T28" fmla="*/ 1719431 w 4892"/>
              <a:gd name="T29" fmla="*/ 281261 h 2558"/>
              <a:gd name="T30" fmla="*/ 1643617 w 4892"/>
              <a:gd name="T31" fmla="*/ 281261 h 2558"/>
              <a:gd name="T32" fmla="*/ 1473955 w 4892"/>
              <a:gd name="T33" fmla="*/ 837524 h 2558"/>
              <a:gd name="T34" fmla="*/ 1552346 w 4892"/>
              <a:gd name="T35" fmla="*/ 837524 h 2558"/>
              <a:gd name="T36" fmla="*/ 1513335 w 4892"/>
              <a:gd name="T37" fmla="*/ 220885 h 2558"/>
              <a:gd name="T38" fmla="*/ 1285893 w 4892"/>
              <a:gd name="T39" fmla="*/ 238556 h 2558"/>
              <a:gd name="T40" fmla="*/ 1326744 w 4892"/>
              <a:gd name="T41" fmla="*/ 876915 h 2558"/>
              <a:gd name="T42" fmla="*/ 1367227 w 4892"/>
              <a:gd name="T43" fmla="*/ 238556 h 2558"/>
              <a:gd name="T44" fmla="*/ 1285893 w 4892"/>
              <a:gd name="T45" fmla="*/ 238556 h 2558"/>
              <a:gd name="T46" fmla="*/ 1097830 w 4892"/>
              <a:gd name="T47" fmla="*/ 834579 h 2558"/>
              <a:gd name="T48" fmla="*/ 1182477 w 4892"/>
              <a:gd name="T49" fmla="*/ 834579 h 2558"/>
              <a:gd name="T50" fmla="*/ 1140153 w 4892"/>
              <a:gd name="T51" fmla="*/ 169714 h 2558"/>
              <a:gd name="T52" fmla="*/ 893942 w 4892"/>
              <a:gd name="T53" fmla="*/ 181494 h 2558"/>
              <a:gd name="T54" fmla="*/ 938105 w 4892"/>
              <a:gd name="T55" fmla="*/ 876915 h 2558"/>
              <a:gd name="T56" fmla="*/ 982269 w 4892"/>
              <a:gd name="T57" fmla="*/ 181494 h 2558"/>
              <a:gd name="T58" fmla="*/ 893942 w 4892"/>
              <a:gd name="T59" fmla="*/ 181494 h 2558"/>
              <a:gd name="T60" fmla="*/ 497943 w 4892"/>
              <a:gd name="T61" fmla="*/ 0 h 2558"/>
              <a:gd name="T62" fmla="*/ 223393 w 4892"/>
              <a:gd name="T63" fmla="*/ 939867 h 2558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4892" h="2558">
                <a:moveTo>
                  <a:pt x="0" y="422"/>
                </a:moveTo>
                <a:cubicBezTo>
                  <a:pt x="523" y="259"/>
                  <a:pt x="523" y="259"/>
                  <a:pt x="523" y="259"/>
                </a:cubicBezTo>
                <a:cubicBezTo>
                  <a:pt x="523" y="1655"/>
                  <a:pt x="523" y="1655"/>
                  <a:pt x="523" y="1655"/>
                </a:cubicBezTo>
                <a:cubicBezTo>
                  <a:pt x="467" y="1660"/>
                  <a:pt x="467" y="1660"/>
                  <a:pt x="467" y="1660"/>
                </a:cubicBezTo>
                <a:cubicBezTo>
                  <a:pt x="467" y="1262"/>
                  <a:pt x="467" y="1262"/>
                  <a:pt x="467" y="1262"/>
                </a:cubicBezTo>
                <a:cubicBezTo>
                  <a:pt x="383" y="1262"/>
                  <a:pt x="383" y="1262"/>
                  <a:pt x="383" y="1262"/>
                </a:cubicBezTo>
                <a:cubicBezTo>
                  <a:pt x="383" y="1706"/>
                  <a:pt x="383" y="1706"/>
                  <a:pt x="383" y="1706"/>
                </a:cubicBezTo>
                <a:cubicBezTo>
                  <a:pt x="383" y="1752"/>
                  <a:pt x="383" y="1752"/>
                  <a:pt x="383" y="1752"/>
                </a:cubicBezTo>
                <a:cubicBezTo>
                  <a:pt x="429" y="1748"/>
                  <a:pt x="429" y="1748"/>
                  <a:pt x="429" y="1748"/>
                </a:cubicBezTo>
                <a:cubicBezTo>
                  <a:pt x="523" y="1740"/>
                  <a:pt x="523" y="1740"/>
                  <a:pt x="523" y="1740"/>
                </a:cubicBezTo>
                <a:cubicBezTo>
                  <a:pt x="523" y="2553"/>
                  <a:pt x="523" y="2553"/>
                  <a:pt x="523" y="2553"/>
                </a:cubicBezTo>
                <a:cubicBezTo>
                  <a:pt x="0" y="2553"/>
                  <a:pt x="0" y="2553"/>
                  <a:pt x="0" y="2553"/>
                </a:cubicBezTo>
                <a:lnTo>
                  <a:pt x="0" y="422"/>
                </a:lnTo>
                <a:close/>
                <a:moveTo>
                  <a:pt x="1542" y="6"/>
                </a:moveTo>
                <a:cubicBezTo>
                  <a:pt x="4892" y="577"/>
                  <a:pt x="4892" y="577"/>
                  <a:pt x="4892" y="577"/>
                </a:cubicBezTo>
                <a:cubicBezTo>
                  <a:pt x="4892" y="2558"/>
                  <a:pt x="4892" y="2558"/>
                  <a:pt x="4892" y="2558"/>
                </a:cubicBezTo>
                <a:cubicBezTo>
                  <a:pt x="1542" y="2558"/>
                  <a:pt x="1542" y="2558"/>
                  <a:pt x="1542" y="2558"/>
                </a:cubicBezTo>
                <a:lnTo>
                  <a:pt x="1542" y="6"/>
                </a:lnTo>
                <a:close/>
                <a:moveTo>
                  <a:pt x="1840" y="408"/>
                </a:moveTo>
                <a:cubicBezTo>
                  <a:pt x="1840" y="2256"/>
                  <a:pt x="1840" y="2256"/>
                  <a:pt x="1840" y="2256"/>
                </a:cubicBezTo>
                <a:cubicBezTo>
                  <a:pt x="1840" y="2325"/>
                  <a:pt x="1896" y="2382"/>
                  <a:pt x="1966" y="2382"/>
                </a:cubicBezTo>
                <a:cubicBezTo>
                  <a:pt x="2035" y="2382"/>
                  <a:pt x="2092" y="2325"/>
                  <a:pt x="2092" y="2256"/>
                </a:cubicBezTo>
                <a:cubicBezTo>
                  <a:pt x="2092" y="408"/>
                  <a:pt x="2092" y="408"/>
                  <a:pt x="2092" y="408"/>
                </a:cubicBezTo>
                <a:cubicBezTo>
                  <a:pt x="2092" y="339"/>
                  <a:pt x="2035" y="282"/>
                  <a:pt x="1966" y="282"/>
                </a:cubicBezTo>
                <a:cubicBezTo>
                  <a:pt x="1896" y="282"/>
                  <a:pt x="1840" y="339"/>
                  <a:pt x="1840" y="408"/>
                </a:cubicBezTo>
                <a:close/>
                <a:moveTo>
                  <a:pt x="4466" y="764"/>
                </a:moveTo>
                <a:cubicBezTo>
                  <a:pt x="4466" y="2279"/>
                  <a:pt x="4466" y="2279"/>
                  <a:pt x="4466" y="2279"/>
                </a:cubicBezTo>
                <a:cubicBezTo>
                  <a:pt x="4466" y="2336"/>
                  <a:pt x="4511" y="2382"/>
                  <a:pt x="4569" y="2382"/>
                </a:cubicBezTo>
                <a:cubicBezTo>
                  <a:pt x="4626" y="2382"/>
                  <a:pt x="4672" y="2336"/>
                  <a:pt x="4672" y="2279"/>
                </a:cubicBezTo>
                <a:cubicBezTo>
                  <a:pt x="4672" y="764"/>
                  <a:pt x="4672" y="764"/>
                  <a:pt x="4672" y="764"/>
                </a:cubicBezTo>
                <a:cubicBezTo>
                  <a:pt x="4672" y="708"/>
                  <a:pt x="4626" y="661"/>
                  <a:pt x="4569" y="661"/>
                </a:cubicBezTo>
                <a:cubicBezTo>
                  <a:pt x="4511" y="661"/>
                  <a:pt x="4466" y="708"/>
                  <a:pt x="4466" y="764"/>
                </a:cubicBezTo>
                <a:close/>
                <a:moveTo>
                  <a:pt x="4005" y="707"/>
                </a:moveTo>
                <a:cubicBezTo>
                  <a:pt x="4005" y="2275"/>
                  <a:pt x="4005" y="2275"/>
                  <a:pt x="4005" y="2275"/>
                </a:cubicBezTo>
                <a:cubicBezTo>
                  <a:pt x="4005" y="2334"/>
                  <a:pt x="4053" y="2382"/>
                  <a:pt x="4112" y="2382"/>
                </a:cubicBezTo>
                <a:cubicBezTo>
                  <a:pt x="4171" y="2382"/>
                  <a:pt x="4218" y="2334"/>
                  <a:pt x="4218" y="2275"/>
                </a:cubicBezTo>
                <a:cubicBezTo>
                  <a:pt x="4218" y="707"/>
                  <a:pt x="4218" y="707"/>
                  <a:pt x="4218" y="707"/>
                </a:cubicBezTo>
                <a:cubicBezTo>
                  <a:pt x="4218" y="648"/>
                  <a:pt x="4171" y="600"/>
                  <a:pt x="4112" y="600"/>
                </a:cubicBezTo>
                <a:cubicBezTo>
                  <a:pt x="4053" y="600"/>
                  <a:pt x="4005" y="648"/>
                  <a:pt x="4005" y="707"/>
                </a:cubicBezTo>
                <a:close/>
                <a:moveTo>
                  <a:pt x="3494" y="648"/>
                </a:moveTo>
                <a:cubicBezTo>
                  <a:pt x="3494" y="2271"/>
                  <a:pt x="3494" y="2271"/>
                  <a:pt x="3494" y="2271"/>
                </a:cubicBezTo>
                <a:cubicBezTo>
                  <a:pt x="3494" y="2332"/>
                  <a:pt x="3544" y="2382"/>
                  <a:pt x="3605" y="2382"/>
                </a:cubicBezTo>
                <a:cubicBezTo>
                  <a:pt x="3666" y="2382"/>
                  <a:pt x="3715" y="2332"/>
                  <a:pt x="3715" y="2271"/>
                </a:cubicBezTo>
                <a:cubicBezTo>
                  <a:pt x="3715" y="648"/>
                  <a:pt x="3715" y="648"/>
                  <a:pt x="3715" y="648"/>
                </a:cubicBezTo>
                <a:cubicBezTo>
                  <a:pt x="3715" y="587"/>
                  <a:pt x="3666" y="537"/>
                  <a:pt x="3605" y="537"/>
                </a:cubicBezTo>
                <a:cubicBezTo>
                  <a:pt x="3544" y="537"/>
                  <a:pt x="3494" y="587"/>
                  <a:pt x="3494" y="648"/>
                </a:cubicBezTo>
                <a:close/>
                <a:moveTo>
                  <a:pt x="2983" y="576"/>
                </a:moveTo>
                <a:cubicBezTo>
                  <a:pt x="2983" y="2267"/>
                  <a:pt x="2983" y="2267"/>
                  <a:pt x="2983" y="2267"/>
                </a:cubicBezTo>
                <a:cubicBezTo>
                  <a:pt x="2983" y="2330"/>
                  <a:pt x="3035" y="2382"/>
                  <a:pt x="3098" y="2382"/>
                </a:cubicBezTo>
                <a:cubicBezTo>
                  <a:pt x="3162" y="2382"/>
                  <a:pt x="3213" y="2330"/>
                  <a:pt x="3213" y="2267"/>
                </a:cubicBezTo>
                <a:cubicBezTo>
                  <a:pt x="3213" y="576"/>
                  <a:pt x="3213" y="576"/>
                  <a:pt x="3213" y="576"/>
                </a:cubicBezTo>
                <a:cubicBezTo>
                  <a:pt x="3213" y="513"/>
                  <a:pt x="3162" y="461"/>
                  <a:pt x="3098" y="461"/>
                </a:cubicBezTo>
                <a:cubicBezTo>
                  <a:pt x="3035" y="461"/>
                  <a:pt x="2983" y="513"/>
                  <a:pt x="2983" y="576"/>
                </a:cubicBezTo>
                <a:close/>
                <a:moveTo>
                  <a:pt x="2429" y="493"/>
                </a:moveTo>
                <a:cubicBezTo>
                  <a:pt x="2429" y="2261"/>
                  <a:pt x="2429" y="2261"/>
                  <a:pt x="2429" y="2261"/>
                </a:cubicBezTo>
                <a:cubicBezTo>
                  <a:pt x="2429" y="2328"/>
                  <a:pt x="2482" y="2382"/>
                  <a:pt x="2549" y="2382"/>
                </a:cubicBezTo>
                <a:cubicBezTo>
                  <a:pt x="2616" y="2382"/>
                  <a:pt x="2669" y="2328"/>
                  <a:pt x="2669" y="2261"/>
                </a:cubicBezTo>
                <a:cubicBezTo>
                  <a:pt x="2669" y="493"/>
                  <a:pt x="2669" y="493"/>
                  <a:pt x="2669" y="493"/>
                </a:cubicBezTo>
                <a:cubicBezTo>
                  <a:pt x="2669" y="426"/>
                  <a:pt x="2616" y="372"/>
                  <a:pt x="2549" y="372"/>
                </a:cubicBezTo>
                <a:cubicBezTo>
                  <a:pt x="2482" y="372"/>
                  <a:pt x="2429" y="426"/>
                  <a:pt x="2429" y="493"/>
                </a:cubicBezTo>
                <a:close/>
                <a:moveTo>
                  <a:pt x="607" y="233"/>
                </a:moveTo>
                <a:cubicBezTo>
                  <a:pt x="1353" y="0"/>
                  <a:pt x="1353" y="0"/>
                  <a:pt x="1353" y="0"/>
                </a:cubicBezTo>
                <a:cubicBezTo>
                  <a:pt x="1353" y="2553"/>
                  <a:pt x="1353" y="2553"/>
                  <a:pt x="1353" y="2553"/>
                </a:cubicBezTo>
                <a:cubicBezTo>
                  <a:pt x="607" y="2553"/>
                  <a:pt x="607" y="2553"/>
                  <a:pt x="607" y="2553"/>
                </a:cubicBezTo>
                <a:lnTo>
                  <a:pt x="607" y="2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幼圆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1680" y="1866310"/>
            <a:ext cx="5766726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月婴幼儿卫生用品广告媒体占比前三位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134235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961822"/>
              </p:ext>
            </p:extLst>
          </p:nvPr>
        </p:nvGraphicFramePr>
        <p:xfrm>
          <a:off x="413316" y="1772815"/>
          <a:ext cx="8136904" cy="44578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74936"/>
                <a:gridCol w="2420656"/>
                <a:gridCol w="2420656"/>
                <a:gridCol w="2420656"/>
              </a:tblGrid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花费占比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红色小象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31.4%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纳爱斯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30.6%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-35.0%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强生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20.7%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605.6%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启初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7.5%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青蛙王子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540.8%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丽邦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贝亲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-43.7%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京润珍珠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-86.5%</a:t>
                      </a: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ALTUNBAL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40525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宝宝金水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-76.6%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378375" y="44624"/>
            <a:ext cx="7289969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婴幼儿卫生用品广告花费榜单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按照花费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排序 </a:t>
            </a:r>
            <a:r>
              <a:rPr lang="zh-CN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7664" y="1362254"/>
            <a:ext cx="6264696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月婴幼儿卫生用品广告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花费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10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299164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婴幼儿食品广告投放分析</a:t>
            </a:r>
            <a:endParaRPr lang="zh-CN" altLang="en-US" b="1" dirty="0">
              <a:solidFill>
                <a:schemeClr val="bg1"/>
              </a:solidFill>
              <a:latin typeface="Arial Black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86"/>
          <a:stretch/>
        </p:blipFill>
        <p:spPr>
          <a:xfrm rot="21153843">
            <a:off x="1345176" y="2758635"/>
            <a:ext cx="1942267" cy="144818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550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78460" y="451391"/>
            <a:ext cx="8340725" cy="6013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花费趋势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：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婴幼儿食品广告花费明显增长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66703" y="6481502"/>
            <a:ext cx="2069797" cy="259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1680" y="1556792"/>
            <a:ext cx="504056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月婴幼儿食品广告花费月度同比增幅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305851574"/>
              </p:ext>
            </p:extLst>
          </p:nvPr>
        </p:nvGraphicFramePr>
        <p:xfrm>
          <a:off x="378460" y="2060848"/>
          <a:ext cx="8297996" cy="3631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051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2214956211"/>
              </p:ext>
            </p:extLst>
          </p:nvPr>
        </p:nvGraphicFramePr>
        <p:xfrm>
          <a:off x="414590" y="1957288"/>
          <a:ext cx="8189858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91680" y="1691516"/>
            <a:ext cx="5544616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婴幼儿食品品牌数量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414589" y="184806"/>
            <a:ext cx="7685803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品牌数量：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总量基本持平，新增品牌占近</a:t>
            </a:r>
            <a:r>
              <a:rPr lang="en-US" altLang="zh-CN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32031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520" y="157048"/>
            <a:ext cx="8419898" cy="1255728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媒介分布：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婴幼儿食品在电视、商务楼宇视频的广告花费占比较大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8" name="MH_Text_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00844" y="4941168"/>
            <a:ext cx="701082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幼圆"/>
                <a:ea typeface="幼圆"/>
              </a:rPr>
              <a:t>  94.7%                  8.4%                  0.3%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9" name="MH_Text_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00844" y="4525998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b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电视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0" name="MH_Text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74541" y="4533090"/>
            <a:ext cx="1217539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幼圆"/>
                <a:ea typeface="幼圆"/>
              </a:rPr>
              <a:t>商务</a:t>
            </a: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楼宇视频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1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48239" y="4536994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幼圆"/>
                <a:ea typeface="幼圆"/>
              </a:rPr>
              <a:t>杂志</a:t>
            </a:r>
          </a:p>
        </p:txBody>
      </p:sp>
      <p:sp>
        <p:nvSpPr>
          <p:cNvPr id="12" name="KSO_Shape"/>
          <p:cNvSpPr>
            <a:spLocks/>
          </p:cNvSpPr>
          <p:nvPr/>
        </p:nvSpPr>
        <p:spPr bwMode="auto">
          <a:xfrm>
            <a:off x="1315244" y="2989776"/>
            <a:ext cx="952500" cy="808484"/>
          </a:xfrm>
          <a:custGeom>
            <a:avLst/>
            <a:gdLst>
              <a:gd name="T0" fmla="*/ 1372823 w 5484"/>
              <a:gd name="T1" fmla="*/ 154929 h 5484"/>
              <a:gd name="T2" fmla="*/ 1427013 w 5484"/>
              <a:gd name="T3" fmla="*/ 95181 h 5484"/>
              <a:gd name="T4" fmla="*/ 1405476 w 5484"/>
              <a:gd name="T5" fmla="*/ 23274 h 5484"/>
              <a:gd name="T6" fmla="*/ 1333222 w 5484"/>
              <a:gd name="T7" fmla="*/ 1389 h 5484"/>
              <a:gd name="T8" fmla="*/ 1273126 w 5484"/>
              <a:gd name="T9" fmla="*/ 55580 h 5484"/>
              <a:gd name="T10" fmla="*/ 629789 w 5484"/>
              <a:gd name="T11" fmla="*/ 105949 h 5484"/>
              <a:gd name="T12" fmla="*/ 625274 w 5484"/>
              <a:gd name="T13" fmla="*/ 40990 h 5484"/>
              <a:gd name="T14" fmla="*/ 555451 w 5484"/>
              <a:gd name="T15" fmla="*/ 0 h 5484"/>
              <a:gd name="T16" fmla="*/ 489450 w 5484"/>
              <a:gd name="T17" fmla="*/ 34737 h 5484"/>
              <a:gd name="T18" fmla="*/ 482503 w 5484"/>
              <a:gd name="T19" fmla="*/ 110118 h 5484"/>
              <a:gd name="T20" fmla="*/ 547114 w 5484"/>
              <a:gd name="T21" fmla="*/ 158055 h 5484"/>
              <a:gd name="T22" fmla="*/ 134434 w 5484"/>
              <a:gd name="T23" fmla="*/ 477987 h 5484"/>
              <a:gd name="T24" fmla="*/ 57664 w 5484"/>
              <a:gd name="T25" fmla="*/ 512377 h 5484"/>
              <a:gd name="T26" fmla="*/ 9726 w 5484"/>
              <a:gd name="T27" fmla="*/ 579768 h 5484"/>
              <a:gd name="T28" fmla="*/ 695 w 5484"/>
              <a:gd name="T29" fmla="*/ 1762229 h 5484"/>
              <a:gd name="T30" fmla="*/ 31264 w 5484"/>
              <a:gd name="T31" fmla="*/ 1840736 h 5484"/>
              <a:gd name="T32" fmla="*/ 96917 w 5484"/>
              <a:gd name="T33" fmla="*/ 1892147 h 5484"/>
              <a:gd name="T34" fmla="*/ 1754240 w 5484"/>
              <a:gd name="T35" fmla="*/ 1904305 h 5484"/>
              <a:gd name="T36" fmla="*/ 1834830 w 5484"/>
              <a:gd name="T37" fmla="*/ 1877557 h 5484"/>
              <a:gd name="T38" fmla="*/ 1889368 w 5484"/>
              <a:gd name="T39" fmla="*/ 1814683 h 5484"/>
              <a:gd name="T40" fmla="*/ 1905000 w 5484"/>
              <a:gd name="T41" fmla="*/ 634653 h 5484"/>
              <a:gd name="T42" fmla="*/ 1881726 w 5484"/>
              <a:gd name="T43" fmla="*/ 552325 h 5484"/>
              <a:gd name="T44" fmla="*/ 1821630 w 5484"/>
              <a:gd name="T45" fmla="*/ 495008 h 5484"/>
              <a:gd name="T46" fmla="*/ 1428403 w 5484"/>
              <a:gd name="T47" fmla="*/ 1587153 h 5484"/>
              <a:gd name="T48" fmla="*/ 1409297 w 5484"/>
              <a:gd name="T49" fmla="*/ 1662533 h 5484"/>
              <a:gd name="T50" fmla="*/ 1351980 w 5484"/>
              <a:gd name="T51" fmla="*/ 1722976 h 5484"/>
              <a:gd name="T52" fmla="*/ 1269653 w 5484"/>
              <a:gd name="T53" fmla="*/ 1745903 h 5484"/>
              <a:gd name="T54" fmla="*/ 248720 w 5484"/>
              <a:gd name="T55" fmla="*/ 1730271 h 5484"/>
              <a:gd name="T56" fmla="*/ 185845 w 5484"/>
              <a:gd name="T57" fmla="*/ 1675733 h 5484"/>
              <a:gd name="T58" fmla="*/ 159097 w 5484"/>
              <a:gd name="T59" fmla="*/ 1595490 h 5484"/>
              <a:gd name="T60" fmla="*/ 170908 w 5484"/>
              <a:gd name="T61" fmla="*/ 731570 h 5484"/>
              <a:gd name="T62" fmla="*/ 222319 w 5484"/>
              <a:gd name="T63" fmla="*/ 666264 h 5484"/>
              <a:gd name="T64" fmla="*/ 301173 w 5484"/>
              <a:gd name="T65" fmla="*/ 635695 h 5484"/>
              <a:gd name="T66" fmla="*/ 1324538 w 5484"/>
              <a:gd name="T67" fmla="*/ 644379 h 5484"/>
              <a:gd name="T68" fmla="*/ 1392276 w 5484"/>
              <a:gd name="T69" fmla="*/ 692317 h 5484"/>
              <a:gd name="T70" fmla="*/ 1426666 w 5484"/>
              <a:gd name="T71" fmla="*/ 769086 h 5484"/>
              <a:gd name="T72" fmla="*/ 1627101 w 5484"/>
              <a:gd name="T73" fmla="*/ 1343991 h 5484"/>
              <a:gd name="T74" fmla="*/ 1554152 w 5484"/>
              <a:gd name="T75" fmla="*/ 1302306 h 5484"/>
              <a:gd name="T76" fmla="*/ 1513162 w 5484"/>
              <a:gd name="T77" fmla="*/ 1230052 h 5484"/>
              <a:gd name="T78" fmla="*/ 1513162 w 5484"/>
              <a:gd name="T79" fmla="*/ 1150851 h 5484"/>
              <a:gd name="T80" fmla="*/ 1554152 w 5484"/>
              <a:gd name="T81" fmla="*/ 1078249 h 5484"/>
              <a:gd name="T82" fmla="*/ 1627101 w 5484"/>
              <a:gd name="T83" fmla="*/ 1036565 h 5484"/>
              <a:gd name="T84" fmla="*/ 1706302 w 5484"/>
              <a:gd name="T85" fmla="*/ 1036565 h 5484"/>
              <a:gd name="T86" fmla="*/ 1778903 w 5484"/>
              <a:gd name="T87" fmla="*/ 1078249 h 5484"/>
              <a:gd name="T88" fmla="*/ 1820241 w 5484"/>
              <a:gd name="T89" fmla="*/ 1150851 h 5484"/>
              <a:gd name="T90" fmla="*/ 1820241 w 5484"/>
              <a:gd name="T91" fmla="*/ 1230052 h 5484"/>
              <a:gd name="T92" fmla="*/ 1778903 w 5484"/>
              <a:gd name="T93" fmla="*/ 1302306 h 5484"/>
              <a:gd name="T94" fmla="*/ 1706302 w 5484"/>
              <a:gd name="T95" fmla="*/ 1343991 h 5484"/>
              <a:gd name="T96" fmla="*/ 1634743 w 5484"/>
              <a:gd name="T97" fmla="*/ 949026 h 5484"/>
              <a:gd name="T98" fmla="*/ 1559710 w 5484"/>
              <a:gd name="T99" fmla="*/ 910815 h 5484"/>
              <a:gd name="T100" fmla="*/ 1514899 w 5484"/>
              <a:gd name="T101" fmla="*/ 840646 h 5484"/>
              <a:gd name="T102" fmla="*/ 1511078 w 5484"/>
              <a:gd name="T103" fmla="*/ 761792 h 5484"/>
              <a:gd name="T104" fmla="*/ 1548941 w 5484"/>
              <a:gd name="T105" fmla="*/ 686759 h 5484"/>
              <a:gd name="T106" fmla="*/ 1619458 w 5484"/>
              <a:gd name="T107" fmla="*/ 641947 h 5484"/>
              <a:gd name="T108" fmla="*/ 1698660 w 5484"/>
              <a:gd name="T109" fmla="*/ 638126 h 5484"/>
              <a:gd name="T110" fmla="*/ 1773693 w 5484"/>
              <a:gd name="T111" fmla="*/ 675990 h 5484"/>
              <a:gd name="T112" fmla="*/ 1818504 w 5484"/>
              <a:gd name="T113" fmla="*/ 746507 h 5484"/>
              <a:gd name="T114" fmla="*/ 1821978 w 5484"/>
              <a:gd name="T115" fmla="*/ 825361 h 5484"/>
              <a:gd name="T116" fmla="*/ 1784114 w 5484"/>
              <a:gd name="T117" fmla="*/ 900046 h 5484"/>
              <a:gd name="T118" fmla="*/ 1713944 w 5484"/>
              <a:gd name="T119" fmla="*/ 944858 h 548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484" h="5484">
                <a:moveTo>
                  <a:pt x="5026" y="1370"/>
                </a:moveTo>
                <a:lnTo>
                  <a:pt x="3081" y="1370"/>
                </a:lnTo>
                <a:lnTo>
                  <a:pt x="3849" y="449"/>
                </a:lnTo>
                <a:lnTo>
                  <a:pt x="3866" y="454"/>
                </a:lnTo>
                <a:lnTo>
                  <a:pt x="3875" y="455"/>
                </a:lnTo>
                <a:lnTo>
                  <a:pt x="3884" y="456"/>
                </a:lnTo>
                <a:lnTo>
                  <a:pt x="3907" y="455"/>
                </a:lnTo>
                <a:lnTo>
                  <a:pt x="3930" y="451"/>
                </a:lnTo>
                <a:lnTo>
                  <a:pt x="3952" y="446"/>
                </a:lnTo>
                <a:lnTo>
                  <a:pt x="3973" y="438"/>
                </a:lnTo>
                <a:lnTo>
                  <a:pt x="3993" y="428"/>
                </a:lnTo>
                <a:lnTo>
                  <a:pt x="4012" y="417"/>
                </a:lnTo>
                <a:lnTo>
                  <a:pt x="4029" y="404"/>
                </a:lnTo>
                <a:lnTo>
                  <a:pt x="4046" y="389"/>
                </a:lnTo>
                <a:lnTo>
                  <a:pt x="4061" y="373"/>
                </a:lnTo>
                <a:lnTo>
                  <a:pt x="4073" y="356"/>
                </a:lnTo>
                <a:lnTo>
                  <a:pt x="4085" y="336"/>
                </a:lnTo>
                <a:lnTo>
                  <a:pt x="4094" y="317"/>
                </a:lnTo>
                <a:lnTo>
                  <a:pt x="4102" y="296"/>
                </a:lnTo>
                <a:lnTo>
                  <a:pt x="4108" y="274"/>
                </a:lnTo>
                <a:lnTo>
                  <a:pt x="4111" y="251"/>
                </a:lnTo>
                <a:lnTo>
                  <a:pt x="4112" y="228"/>
                </a:lnTo>
                <a:lnTo>
                  <a:pt x="4111" y="204"/>
                </a:lnTo>
                <a:lnTo>
                  <a:pt x="4108" y="182"/>
                </a:lnTo>
                <a:lnTo>
                  <a:pt x="4102" y="160"/>
                </a:lnTo>
                <a:lnTo>
                  <a:pt x="4094" y="139"/>
                </a:lnTo>
                <a:lnTo>
                  <a:pt x="4085" y="118"/>
                </a:lnTo>
                <a:lnTo>
                  <a:pt x="4073" y="100"/>
                </a:lnTo>
                <a:lnTo>
                  <a:pt x="4061" y="83"/>
                </a:lnTo>
                <a:lnTo>
                  <a:pt x="4046" y="67"/>
                </a:lnTo>
                <a:lnTo>
                  <a:pt x="4029" y="52"/>
                </a:lnTo>
                <a:lnTo>
                  <a:pt x="4012" y="38"/>
                </a:lnTo>
                <a:lnTo>
                  <a:pt x="3993" y="27"/>
                </a:lnTo>
                <a:lnTo>
                  <a:pt x="3973" y="17"/>
                </a:lnTo>
                <a:lnTo>
                  <a:pt x="3952" y="10"/>
                </a:lnTo>
                <a:lnTo>
                  <a:pt x="3930" y="4"/>
                </a:lnTo>
                <a:lnTo>
                  <a:pt x="3907" y="1"/>
                </a:lnTo>
                <a:lnTo>
                  <a:pt x="3884" y="0"/>
                </a:lnTo>
                <a:lnTo>
                  <a:pt x="3860" y="1"/>
                </a:lnTo>
                <a:lnTo>
                  <a:pt x="3838" y="4"/>
                </a:lnTo>
                <a:lnTo>
                  <a:pt x="3816" y="10"/>
                </a:lnTo>
                <a:lnTo>
                  <a:pt x="3796" y="17"/>
                </a:lnTo>
                <a:lnTo>
                  <a:pt x="3775" y="27"/>
                </a:lnTo>
                <a:lnTo>
                  <a:pt x="3756" y="38"/>
                </a:lnTo>
                <a:lnTo>
                  <a:pt x="3739" y="52"/>
                </a:lnTo>
                <a:lnTo>
                  <a:pt x="3722" y="67"/>
                </a:lnTo>
                <a:lnTo>
                  <a:pt x="3708" y="83"/>
                </a:lnTo>
                <a:lnTo>
                  <a:pt x="3694" y="100"/>
                </a:lnTo>
                <a:lnTo>
                  <a:pt x="3683" y="118"/>
                </a:lnTo>
                <a:lnTo>
                  <a:pt x="3673" y="139"/>
                </a:lnTo>
                <a:lnTo>
                  <a:pt x="3665" y="160"/>
                </a:lnTo>
                <a:lnTo>
                  <a:pt x="3660" y="182"/>
                </a:lnTo>
                <a:lnTo>
                  <a:pt x="3656" y="204"/>
                </a:lnTo>
                <a:lnTo>
                  <a:pt x="3655" y="228"/>
                </a:lnTo>
                <a:lnTo>
                  <a:pt x="3656" y="247"/>
                </a:lnTo>
                <a:lnTo>
                  <a:pt x="3660" y="267"/>
                </a:lnTo>
                <a:lnTo>
                  <a:pt x="3664" y="287"/>
                </a:lnTo>
                <a:lnTo>
                  <a:pt x="3671" y="305"/>
                </a:lnTo>
                <a:lnTo>
                  <a:pt x="2783" y="1370"/>
                </a:lnTo>
                <a:lnTo>
                  <a:pt x="2700" y="1370"/>
                </a:lnTo>
                <a:lnTo>
                  <a:pt x="1813" y="305"/>
                </a:lnTo>
                <a:lnTo>
                  <a:pt x="1818" y="287"/>
                </a:lnTo>
                <a:lnTo>
                  <a:pt x="1823" y="267"/>
                </a:lnTo>
                <a:lnTo>
                  <a:pt x="1826" y="247"/>
                </a:lnTo>
                <a:lnTo>
                  <a:pt x="1828" y="228"/>
                </a:lnTo>
                <a:lnTo>
                  <a:pt x="1826" y="204"/>
                </a:lnTo>
                <a:lnTo>
                  <a:pt x="1823" y="182"/>
                </a:lnTo>
                <a:lnTo>
                  <a:pt x="1817" y="160"/>
                </a:lnTo>
                <a:lnTo>
                  <a:pt x="1809" y="139"/>
                </a:lnTo>
                <a:lnTo>
                  <a:pt x="1800" y="118"/>
                </a:lnTo>
                <a:lnTo>
                  <a:pt x="1788" y="100"/>
                </a:lnTo>
                <a:lnTo>
                  <a:pt x="1776" y="83"/>
                </a:lnTo>
                <a:lnTo>
                  <a:pt x="1761" y="67"/>
                </a:lnTo>
                <a:lnTo>
                  <a:pt x="1745" y="52"/>
                </a:lnTo>
                <a:lnTo>
                  <a:pt x="1727" y="38"/>
                </a:lnTo>
                <a:lnTo>
                  <a:pt x="1708" y="27"/>
                </a:lnTo>
                <a:lnTo>
                  <a:pt x="1688" y="17"/>
                </a:lnTo>
                <a:lnTo>
                  <a:pt x="1667" y="10"/>
                </a:lnTo>
                <a:lnTo>
                  <a:pt x="1646" y="4"/>
                </a:lnTo>
                <a:lnTo>
                  <a:pt x="1622" y="1"/>
                </a:lnTo>
                <a:lnTo>
                  <a:pt x="1599" y="0"/>
                </a:lnTo>
                <a:lnTo>
                  <a:pt x="1575" y="1"/>
                </a:lnTo>
                <a:lnTo>
                  <a:pt x="1553" y="4"/>
                </a:lnTo>
                <a:lnTo>
                  <a:pt x="1531" y="10"/>
                </a:lnTo>
                <a:lnTo>
                  <a:pt x="1510" y="17"/>
                </a:lnTo>
                <a:lnTo>
                  <a:pt x="1490" y="27"/>
                </a:lnTo>
                <a:lnTo>
                  <a:pt x="1472" y="38"/>
                </a:lnTo>
                <a:lnTo>
                  <a:pt x="1454" y="52"/>
                </a:lnTo>
                <a:lnTo>
                  <a:pt x="1437" y="67"/>
                </a:lnTo>
                <a:lnTo>
                  <a:pt x="1423" y="83"/>
                </a:lnTo>
                <a:lnTo>
                  <a:pt x="1409" y="100"/>
                </a:lnTo>
                <a:lnTo>
                  <a:pt x="1398" y="118"/>
                </a:lnTo>
                <a:lnTo>
                  <a:pt x="1389" y="139"/>
                </a:lnTo>
                <a:lnTo>
                  <a:pt x="1381" y="160"/>
                </a:lnTo>
                <a:lnTo>
                  <a:pt x="1375" y="182"/>
                </a:lnTo>
                <a:lnTo>
                  <a:pt x="1371" y="204"/>
                </a:lnTo>
                <a:lnTo>
                  <a:pt x="1370" y="228"/>
                </a:lnTo>
                <a:lnTo>
                  <a:pt x="1371" y="251"/>
                </a:lnTo>
                <a:lnTo>
                  <a:pt x="1375" y="274"/>
                </a:lnTo>
                <a:lnTo>
                  <a:pt x="1381" y="296"/>
                </a:lnTo>
                <a:lnTo>
                  <a:pt x="1389" y="317"/>
                </a:lnTo>
                <a:lnTo>
                  <a:pt x="1398" y="336"/>
                </a:lnTo>
                <a:lnTo>
                  <a:pt x="1409" y="356"/>
                </a:lnTo>
                <a:lnTo>
                  <a:pt x="1423" y="373"/>
                </a:lnTo>
                <a:lnTo>
                  <a:pt x="1437" y="389"/>
                </a:lnTo>
                <a:lnTo>
                  <a:pt x="1454" y="404"/>
                </a:lnTo>
                <a:lnTo>
                  <a:pt x="1472" y="417"/>
                </a:lnTo>
                <a:lnTo>
                  <a:pt x="1490" y="428"/>
                </a:lnTo>
                <a:lnTo>
                  <a:pt x="1510" y="438"/>
                </a:lnTo>
                <a:lnTo>
                  <a:pt x="1531" y="446"/>
                </a:lnTo>
                <a:lnTo>
                  <a:pt x="1553" y="451"/>
                </a:lnTo>
                <a:lnTo>
                  <a:pt x="1575" y="455"/>
                </a:lnTo>
                <a:lnTo>
                  <a:pt x="1599" y="456"/>
                </a:lnTo>
                <a:lnTo>
                  <a:pt x="1609" y="455"/>
                </a:lnTo>
                <a:lnTo>
                  <a:pt x="1617" y="454"/>
                </a:lnTo>
                <a:lnTo>
                  <a:pt x="1634" y="449"/>
                </a:lnTo>
                <a:lnTo>
                  <a:pt x="2403" y="1370"/>
                </a:lnTo>
                <a:lnTo>
                  <a:pt x="456" y="1370"/>
                </a:lnTo>
                <a:lnTo>
                  <a:pt x="433" y="1371"/>
                </a:lnTo>
                <a:lnTo>
                  <a:pt x="410" y="1372"/>
                </a:lnTo>
                <a:lnTo>
                  <a:pt x="387" y="1376"/>
                </a:lnTo>
                <a:lnTo>
                  <a:pt x="364" y="1379"/>
                </a:lnTo>
                <a:lnTo>
                  <a:pt x="342" y="1385"/>
                </a:lnTo>
                <a:lnTo>
                  <a:pt x="320" y="1391"/>
                </a:lnTo>
                <a:lnTo>
                  <a:pt x="300" y="1397"/>
                </a:lnTo>
                <a:lnTo>
                  <a:pt x="279" y="1406"/>
                </a:lnTo>
                <a:lnTo>
                  <a:pt x="258" y="1415"/>
                </a:lnTo>
                <a:lnTo>
                  <a:pt x="239" y="1425"/>
                </a:lnTo>
                <a:lnTo>
                  <a:pt x="220" y="1437"/>
                </a:lnTo>
                <a:lnTo>
                  <a:pt x="201" y="1448"/>
                </a:lnTo>
                <a:lnTo>
                  <a:pt x="183" y="1461"/>
                </a:lnTo>
                <a:lnTo>
                  <a:pt x="166" y="1475"/>
                </a:lnTo>
                <a:lnTo>
                  <a:pt x="150" y="1489"/>
                </a:lnTo>
                <a:lnTo>
                  <a:pt x="134" y="1504"/>
                </a:lnTo>
                <a:lnTo>
                  <a:pt x="119" y="1520"/>
                </a:lnTo>
                <a:lnTo>
                  <a:pt x="104" y="1537"/>
                </a:lnTo>
                <a:lnTo>
                  <a:pt x="90" y="1554"/>
                </a:lnTo>
                <a:lnTo>
                  <a:pt x="77" y="1571"/>
                </a:lnTo>
                <a:lnTo>
                  <a:pt x="66" y="1590"/>
                </a:lnTo>
                <a:lnTo>
                  <a:pt x="54" y="1610"/>
                </a:lnTo>
                <a:lnTo>
                  <a:pt x="45" y="1629"/>
                </a:lnTo>
                <a:lnTo>
                  <a:pt x="36" y="1649"/>
                </a:lnTo>
                <a:lnTo>
                  <a:pt x="28" y="1669"/>
                </a:lnTo>
                <a:lnTo>
                  <a:pt x="20" y="1691"/>
                </a:lnTo>
                <a:lnTo>
                  <a:pt x="14" y="1713"/>
                </a:lnTo>
                <a:lnTo>
                  <a:pt x="9" y="1735"/>
                </a:lnTo>
                <a:lnTo>
                  <a:pt x="5" y="1757"/>
                </a:lnTo>
                <a:lnTo>
                  <a:pt x="2" y="1780"/>
                </a:lnTo>
                <a:lnTo>
                  <a:pt x="0" y="1803"/>
                </a:lnTo>
                <a:lnTo>
                  <a:pt x="0" y="1827"/>
                </a:lnTo>
                <a:lnTo>
                  <a:pt x="0" y="5026"/>
                </a:lnTo>
                <a:lnTo>
                  <a:pt x="0" y="5049"/>
                </a:lnTo>
                <a:lnTo>
                  <a:pt x="2" y="5073"/>
                </a:lnTo>
                <a:lnTo>
                  <a:pt x="5" y="5095"/>
                </a:lnTo>
                <a:lnTo>
                  <a:pt x="9" y="5118"/>
                </a:lnTo>
                <a:lnTo>
                  <a:pt x="14" y="5140"/>
                </a:lnTo>
                <a:lnTo>
                  <a:pt x="20" y="5162"/>
                </a:lnTo>
                <a:lnTo>
                  <a:pt x="28" y="5183"/>
                </a:lnTo>
                <a:lnTo>
                  <a:pt x="36" y="5204"/>
                </a:lnTo>
                <a:lnTo>
                  <a:pt x="45" y="5224"/>
                </a:lnTo>
                <a:lnTo>
                  <a:pt x="54" y="5244"/>
                </a:lnTo>
                <a:lnTo>
                  <a:pt x="66" y="5263"/>
                </a:lnTo>
                <a:lnTo>
                  <a:pt x="77" y="5282"/>
                </a:lnTo>
                <a:lnTo>
                  <a:pt x="90" y="5299"/>
                </a:lnTo>
                <a:lnTo>
                  <a:pt x="104" y="5316"/>
                </a:lnTo>
                <a:lnTo>
                  <a:pt x="119" y="5334"/>
                </a:lnTo>
                <a:lnTo>
                  <a:pt x="134" y="5349"/>
                </a:lnTo>
                <a:lnTo>
                  <a:pt x="150" y="5365"/>
                </a:lnTo>
                <a:lnTo>
                  <a:pt x="166" y="5379"/>
                </a:lnTo>
                <a:lnTo>
                  <a:pt x="183" y="5393"/>
                </a:lnTo>
                <a:lnTo>
                  <a:pt x="201" y="5405"/>
                </a:lnTo>
                <a:lnTo>
                  <a:pt x="220" y="5417"/>
                </a:lnTo>
                <a:lnTo>
                  <a:pt x="239" y="5428"/>
                </a:lnTo>
                <a:lnTo>
                  <a:pt x="258" y="5437"/>
                </a:lnTo>
                <a:lnTo>
                  <a:pt x="279" y="5447"/>
                </a:lnTo>
                <a:lnTo>
                  <a:pt x="300" y="5456"/>
                </a:lnTo>
                <a:lnTo>
                  <a:pt x="320" y="5463"/>
                </a:lnTo>
                <a:lnTo>
                  <a:pt x="342" y="5469"/>
                </a:lnTo>
                <a:lnTo>
                  <a:pt x="364" y="5474"/>
                </a:lnTo>
                <a:lnTo>
                  <a:pt x="387" y="5478"/>
                </a:lnTo>
                <a:lnTo>
                  <a:pt x="410" y="5481"/>
                </a:lnTo>
                <a:lnTo>
                  <a:pt x="433" y="5482"/>
                </a:lnTo>
                <a:lnTo>
                  <a:pt x="456" y="5484"/>
                </a:lnTo>
                <a:lnTo>
                  <a:pt x="5026" y="5484"/>
                </a:lnTo>
                <a:lnTo>
                  <a:pt x="5050" y="5482"/>
                </a:lnTo>
                <a:lnTo>
                  <a:pt x="5073" y="5481"/>
                </a:lnTo>
                <a:lnTo>
                  <a:pt x="5096" y="5478"/>
                </a:lnTo>
                <a:lnTo>
                  <a:pt x="5118" y="5474"/>
                </a:lnTo>
                <a:lnTo>
                  <a:pt x="5140" y="5469"/>
                </a:lnTo>
                <a:lnTo>
                  <a:pt x="5162" y="5463"/>
                </a:lnTo>
                <a:lnTo>
                  <a:pt x="5184" y="5456"/>
                </a:lnTo>
                <a:lnTo>
                  <a:pt x="5205" y="5447"/>
                </a:lnTo>
                <a:lnTo>
                  <a:pt x="5224" y="5437"/>
                </a:lnTo>
                <a:lnTo>
                  <a:pt x="5244" y="5428"/>
                </a:lnTo>
                <a:lnTo>
                  <a:pt x="5263" y="5417"/>
                </a:lnTo>
                <a:lnTo>
                  <a:pt x="5282" y="5405"/>
                </a:lnTo>
                <a:lnTo>
                  <a:pt x="5299" y="5393"/>
                </a:lnTo>
                <a:lnTo>
                  <a:pt x="5316" y="5379"/>
                </a:lnTo>
                <a:lnTo>
                  <a:pt x="5334" y="5365"/>
                </a:lnTo>
                <a:lnTo>
                  <a:pt x="5350" y="5349"/>
                </a:lnTo>
                <a:lnTo>
                  <a:pt x="5365" y="5334"/>
                </a:lnTo>
                <a:lnTo>
                  <a:pt x="5379" y="5316"/>
                </a:lnTo>
                <a:lnTo>
                  <a:pt x="5393" y="5299"/>
                </a:lnTo>
                <a:lnTo>
                  <a:pt x="5405" y="5282"/>
                </a:lnTo>
                <a:lnTo>
                  <a:pt x="5417" y="5263"/>
                </a:lnTo>
                <a:lnTo>
                  <a:pt x="5428" y="5244"/>
                </a:lnTo>
                <a:lnTo>
                  <a:pt x="5439" y="5224"/>
                </a:lnTo>
                <a:lnTo>
                  <a:pt x="5448" y="5204"/>
                </a:lnTo>
                <a:lnTo>
                  <a:pt x="5456" y="5183"/>
                </a:lnTo>
                <a:lnTo>
                  <a:pt x="5463" y="5162"/>
                </a:lnTo>
                <a:lnTo>
                  <a:pt x="5469" y="5140"/>
                </a:lnTo>
                <a:lnTo>
                  <a:pt x="5474" y="5118"/>
                </a:lnTo>
                <a:lnTo>
                  <a:pt x="5478" y="5095"/>
                </a:lnTo>
                <a:lnTo>
                  <a:pt x="5481" y="5073"/>
                </a:lnTo>
                <a:lnTo>
                  <a:pt x="5482" y="5049"/>
                </a:lnTo>
                <a:lnTo>
                  <a:pt x="5484" y="5026"/>
                </a:lnTo>
                <a:lnTo>
                  <a:pt x="5484" y="1827"/>
                </a:lnTo>
                <a:lnTo>
                  <a:pt x="5482" y="1803"/>
                </a:lnTo>
                <a:lnTo>
                  <a:pt x="5481" y="1780"/>
                </a:lnTo>
                <a:lnTo>
                  <a:pt x="5478" y="1757"/>
                </a:lnTo>
                <a:lnTo>
                  <a:pt x="5474" y="1735"/>
                </a:lnTo>
                <a:lnTo>
                  <a:pt x="5469" y="1713"/>
                </a:lnTo>
                <a:lnTo>
                  <a:pt x="5463" y="1691"/>
                </a:lnTo>
                <a:lnTo>
                  <a:pt x="5456" y="1669"/>
                </a:lnTo>
                <a:lnTo>
                  <a:pt x="5448" y="1649"/>
                </a:lnTo>
                <a:lnTo>
                  <a:pt x="5439" y="1629"/>
                </a:lnTo>
                <a:lnTo>
                  <a:pt x="5428" y="1610"/>
                </a:lnTo>
                <a:lnTo>
                  <a:pt x="5417" y="1590"/>
                </a:lnTo>
                <a:lnTo>
                  <a:pt x="5405" y="1571"/>
                </a:lnTo>
                <a:lnTo>
                  <a:pt x="5393" y="1554"/>
                </a:lnTo>
                <a:lnTo>
                  <a:pt x="5379" y="1537"/>
                </a:lnTo>
                <a:lnTo>
                  <a:pt x="5365" y="1520"/>
                </a:lnTo>
                <a:lnTo>
                  <a:pt x="5350" y="1504"/>
                </a:lnTo>
                <a:lnTo>
                  <a:pt x="5334" y="1489"/>
                </a:lnTo>
                <a:lnTo>
                  <a:pt x="5316" y="1475"/>
                </a:lnTo>
                <a:lnTo>
                  <a:pt x="5299" y="1461"/>
                </a:lnTo>
                <a:lnTo>
                  <a:pt x="5282" y="1448"/>
                </a:lnTo>
                <a:lnTo>
                  <a:pt x="5263" y="1437"/>
                </a:lnTo>
                <a:lnTo>
                  <a:pt x="5244" y="1425"/>
                </a:lnTo>
                <a:lnTo>
                  <a:pt x="5224" y="1415"/>
                </a:lnTo>
                <a:lnTo>
                  <a:pt x="5205" y="1406"/>
                </a:lnTo>
                <a:lnTo>
                  <a:pt x="5184" y="1397"/>
                </a:lnTo>
                <a:lnTo>
                  <a:pt x="5162" y="1391"/>
                </a:lnTo>
                <a:lnTo>
                  <a:pt x="5140" y="1385"/>
                </a:lnTo>
                <a:lnTo>
                  <a:pt x="5118" y="1379"/>
                </a:lnTo>
                <a:lnTo>
                  <a:pt x="5096" y="1376"/>
                </a:lnTo>
                <a:lnTo>
                  <a:pt x="5073" y="1372"/>
                </a:lnTo>
                <a:lnTo>
                  <a:pt x="5050" y="1371"/>
                </a:lnTo>
                <a:lnTo>
                  <a:pt x="5026" y="1370"/>
                </a:lnTo>
                <a:close/>
                <a:moveTo>
                  <a:pt x="4112" y="4569"/>
                </a:moveTo>
                <a:lnTo>
                  <a:pt x="4112" y="4569"/>
                </a:lnTo>
                <a:lnTo>
                  <a:pt x="4111" y="4593"/>
                </a:lnTo>
                <a:lnTo>
                  <a:pt x="4110" y="4616"/>
                </a:lnTo>
                <a:lnTo>
                  <a:pt x="4107" y="4639"/>
                </a:lnTo>
                <a:lnTo>
                  <a:pt x="4103" y="4661"/>
                </a:lnTo>
                <a:lnTo>
                  <a:pt x="4097" y="4683"/>
                </a:lnTo>
                <a:lnTo>
                  <a:pt x="4092" y="4705"/>
                </a:lnTo>
                <a:lnTo>
                  <a:pt x="4085" y="4727"/>
                </a:lnTo>
                <a:lnTo>
                  <a:pt x="4077" y="4747"/>
                </a:lnTo>
                <a:lnTo>
                  <a:pt x="4067" y="4767"/>
                </a:lnTo>
                <a:lnTo>
                  <a:pt x="4057" y="4786"/>
                </a:lnTo>
                <a:lnTo>
                  <a:pt x="4047" y="4806"/>
                </a:lnTo>
                <a:lnTo>
                  <a:pt x="4034" y="4824"/>
                </a:lnTo>
                <a:lnTo>
                  <a:pt x="4021" y="4843"/>
                </a:lnTo>
                <a:lnTo>
                  <a:pt x="4008" y="4860"/>
                </a:lnTo>
                <a:lnTo>
                  <a:pt x="3994" y="4876"/>
                </a:lnTo>
                <a:lnTo>
                  <a:pt x="3979" y="4892"/>
                </a:lnTo>
                <a:lnTo>
                  <a:pt x="3963" y="4907"/>
                </a:lnTo>
                <a:lnTo>
                  <a:pt x="3946" y="4921"/>
                </a:lnTo>
                <a:lnTo>
                  <a:pt x="3929" y="4935"/>
                </a:lnTo>
                <a:lnTo>
                  <a:pt x="3911" y="4948"/>
                </a:lnTo>
                <a:lnTo>
                  <a:pt x="3892" y="4960"/>
                </a:lnTo>
                <a:lnTo>
                  <a:pt x="3873" y="4971"/>
                </a:lnTo>
                <a:lnTo>
                  <a:pt x="3853" y="4981"/>
                </a:lnTo>
                <a:lnTo>
                  <a:pt x="3834" y="4990"/>
                </a:lnTo>
                <a:lnTo>
                  <a:pt x="3813" y="4998"/>
                </a:lnTo>
                <a:lnTo>
                  <a:pt x="3791" y="5005"/>
                </a:lnTo>
                <a:lnTo>
                  <a:pt x="3769" y="5011"/>
                </a:lnTo>
                <a:lnTo>
                  <a:pt x="3747" y="5017"/>
                </a:lnTo>
                <a:lnTo>
                  <a:pt x="3725" y="5020"/>
                </a:lnTo>
                <a:lnTo>
                  <a:pt x="3702" y="5024"/>
                </a:lnTo>
                <a:lnTo>
                  <a:pt x="3679" y="5025"/>
                </a:lnTo>
                <a:lnTo>
                  <a:pt x="3655" y="5026"/>
                </a:lnTo>
                <a:lnTo>
                  <a:pt x="914" y="5026"/>
                </a:lnTo>
                <a:lnTo>
                  <a:pt x="890" y="5025"/>
                </a:lnTo>
                <a:lnTo>
                  <a:pt x="867" y="5024"/>
                </a:lnTo>
                <a:lnTo>
                  <a:pt x="844" y="5020"/>
                </a:lnTo>
                <a:lnTo>
                  <a:pt x="822" y="5017"/>
                </a:lnTo>
                <a:lnTo>
                  <a:pt x="800" y="5011"/>
                </a:lnTo>
                <a:lnTo>
                  <a:pt x="778" y="5005"/>
                </a:lnTo>
                <a:lnTo>
                  <a:pt x="756" y="4998"/>
                </a:lnTo>
                <a:lnTo>
                  <a:pt x="735" y="4990"/>
                </a:lnTo>
                <a:lnTo>
                  <a:pt x="716" y="4981"/>
                </a:lnTo>
                <a:lnTo>
                  <a:pt x="696" y="4971"/>
                </a:lnTo>
                <a:lnTo>
                  <a:pt x="677" y="4960"/>
                </a:lnTo>
                <a:lnTo>
                  <a:pt x="658" y="4948"/>
                </a:lnTo>
                <a:lnTo>
                  <a:pt x="640" y="4935"/>
                </a:lnTo>
                <a:lnTo>
                  <a:pt x="624" y="4921"/>
                </a:lnTo>
                <a:lnTo>
                  <a:pt x="606" y="4907"/>
                </a:lnTo>
                <a:lnTo>
                  <a:pt x="590" y="4892"/>
                </a:lnTo>
                <a:lnTo>
                  <a:pt x="575" y="4876"/>
                </a:lnTo>
                <a:lnTo>
                  <a:pt x="561" y="4860"/>
                </a:lnTo>
                <a:lnTo>
                  <a:pt x="547" y="4843"/>
                </a:lnTo>
                <a:lnTo>
                  <a:pt x="535" y="4824"/>
                </a:lnTo>
                <a:lnTo>
                  <a:pt x="523" y="4806"/>
                </a:lnTo>
                <a:lnTo>
                  <a:pt x="512" y="4786"/>
                </a:lnTo>
                <a:lnTo>
                  <a:pt x="501" y="4767"/>
                </a:lnTo>
                <a:lnTo>
                  <a:pt x="492" y="4747"/>
                </a:lnTo>
                <a:lnTo>
                  <a:pt x="484" y="4727"/>
                </a:lnTo>
                <a:lnTo>
                  <a:pt x="477" y="4705"/>
                </a:lnTo>
                <a:lnTo>
                  <a:pt x="471" y="4683"/>
                </a:lnTo>
                <a:lnTo>
                  <a:pt x="466" y="4661"/>
                </a:lnTo>
                <a:lnTo>
                  <a:pt x="462" y="4639"/>
                </a:lnTo>
                <a:lnTo>
                  <a:pt x="459" y="4616"/>
                </a:lnTo>
                <a:lnTo>
                  <a:pt x="458" y="4593"/>
                </a:lnTo>
                <a:lnTo>
                  <a:pt x="456" y="4569"/>
                </a:lnTo>
                <a:lnTo>
                  <a:pt x="456" y="2284"/>
                </a:lnTo>
                <a:lnTo>
                  <a:pt x="458" y="2261"/>
                </a:lnTo>
                <a:lnTo>
                  <a:pt x="459" y="2238"/>
                </a:lnTo>
                <a:lnTo>
                  <a:pt x="462" y="2214"/>
                </a:lnTo>
                <a:lnTo>
                  <a:pt x="466" y="2193"/>
                </a:lnTo>
                <a:lnTo>
                  <a:pt x="471" y="2170"/>
                </a:lnTo>
                <a:lnTo>
                  <a:pt x="477" y="2148"/>
                </a:lnTo>
                <a:lnTo>
                  <a:pt x="484" y="2127"/>
                </a:lnTo>
                <a:lnTo>
                  <a:pt x="492" y="2106"/>
                </a:lnTo>
                <a:lnTo>
                  <a:pt x="501" y="2085"/>
                </a:lnTo>
                <a:lnTo>
                  <a:pt x="512" y="2066"/>
                </a:lnTo>
                <a:lnTo>
                  <a:pt x="523" y="2047"/>
                </a:lnTo>
                <a:lnTo>
                  <a:pt x="535" y="2029"/>
                </a:lnTo>
                <a:lnTo>
                  <a:pt x="547" y="2011"/>
                </a:lnTo>
                <a:lnTo>
                  <a:pt x="561" y="1993"/>
                </a:lnTo>
                <a:lnTo>
                  <a:pt x="575" y="1977"/>
                </a:lnTo>
                <a:lnTo>
                  <a:pt x="590" y="1961"/>
                </a:lnTo>
                <a:lnTo>
                  <a:pt x="606" y="1946"/>
                </a:lnTo>
                <a:lnTo>
                  <a:pt x="624" y="1931"/>
                </a:lnTo>
                <a:lnTo>
                  <a:pt x="640" y="1918"/>
                </a:lnTo>
                <a:lnTo>
                  <a:pt x="658" y="1906"/>
                </a:lnTo>
                <a:lnTo>
                  <a:pt x="677" y="1893"/>
                </a:lnTo>
                <a:lnTo>
                  <a:pt x="696" y="1883"/>
                </a:lnTo>
                <a:lnTo>
                  <a:pt x="716" y="1872"/>
                </a:lnTo>
                <a:lnTo>
                  <a:pt x="735" y="1863"/>
                </a:lnTo>
                <a:lnTo>
                  <a:pt x="756" y="1855"/>
                </a:lnTo>
                <a:lnTo>
                  <a:pt x="778" y="1848"/>
                </a:lnTo>
                <a:lnTo>
                  <a:pt x="800" y="1841"/>
                </a:lnTo>
                <a:lnTo>
                  <a:pt x="822" y="1837"/>
                </a:lnTo>
                <a:lnTo>
                  <a:pt x="844" y="1832"/>
                </a:lnTo>
                <a:lnTo>
                  <a:pt x="867" y="1830"/>
                </a:lnTo>
                <a:lnTo>
                  <a:pt x="890" y="1827"/>
                </a:lnTo>
                <a:lnTo>
                  <a:pt x="914" y="1827"/>
                </a:lnTo>
                <a:lnTo>
                  <a:pt x="3655" y="1827"/>
                </a:lnTo>
                <a:lnTo>
                  <a:pt x="3679" y="1827"/>
                </a:lnTo>
                <a:lnTo>
                  <a:pt x="3702" y="1830"/>
                </a:lnTo>
                <a:lnTo>
                  <a:pt x="3725" y="1832"/>
                </a:lnTo>
                <a:lnTo>
                  <a:pt x="3747" y="1837"/>
                </a:lnTo>
                <a:lnTo>
                  <a:pt x="3769" y="1841"/>
                </a:lnTo>
                <a:lnTo>
                  <a:pt x="3791" y="1848"/>
                </a:lnTo>
                <a:lnTo>
                  <a:pt x="3813" y="1855"/>
                </a:lnTo>
                <a:lnTo>
                  <a:pt x="3834" y="1863"/>
                </a:lnTo>
                <a:lnTo>
                  <a:pt x="3853" y="1872"/>
                </a:lnTo>
                <a:lnTo>
                  <a:pt x="3873" y="1883"/>
                </a:lnTo>
                <a:lnTo>
                  <a:pt x="3892" y="1893"/>
                </a:lnTo>
                <a:lnTo>
                  <a:pt x="3911" y="1906"/>
                </a:lnTo>
                <a:lnTo>
                  <a:pt x="3929" y="1918"/>
                </a:lnTo>
                <a:lnTo>
                  <a:pt x="3946" y="1931"/>
                </a:lnTo>
                <a:lnTo>
                  <a:pt x="3963" y="1946"/>
                </a:lnTo>
                <a:lnTo>
                  <a:pt x="3979" y="1961"/>
                </a:lnTo>
                <a:lnTo>
                  <a:pt x="3994" y="1977"/>
                </a:lnTo>
                <a:lnTo>
                  <a:pt x="4008" y="1993"/>
                </a:lnTo>
                <a:lnTo>
                  <a:pt x="4021" y="2011"/>
                </a:lnTo>
                <a:lnTo>
                  <a:pt x="4034" y="2029"/>
                </a:lnTo>
                <a:lnTo>
                  <a:pt x="4047" y="2047"/>
                </a:lnTo>
                <a:lnTo>
                  <a:pt x="4057" y="2066"/>
                </a:lnTo>
                <a:lnTo>
                  <a:pt x="4067" y="2085"/>
                </a:lnTo>
                <a:lnTo>
                  <a:pt x="4077" y="2106"/>
                </a:lnTo>
                <a:lnTo>
                  <a:pt x="4085" y="2127"/>
                </a:lnTo>
                <a:lnTo>
                  <a:pt x="4092" y="2148"/>
                </a:lnTo>
                <a:lnTo>
                  <a:pt x="4097" y="2170"/>
                </a:lnTo>
                <a:lnTo>
                  <a:pt x="4103" y="2193"/>
                </a:lnTo>
                <a:lnTo>
                  <a:pt x="4107" y="2214"/>
                </a:lnTo>
                <a:lnTo>
                  <a:pt x="4110" y="2238"/>
                </a:lnTo>
                <a:lnTo>
                  <a:pt x="4111" y="2261"/>
                </a:lnTo>
                <a:lnTo>
                  <a:pt x="4112" y="2284"/>
                </a:lnTo>
                <a:lnTo>
                  <a:pt x="4112" y="4569"/>
                </a:lnTo>
                <a:close/>
                <a:moveTo>
                  <a:pt x="4798" y="3884"/>
                </a:moveTo>
                <a:lnTo>
                  <a:pt x="4798" y="3884"/>
                </a:lnTo>
                <a:lnTo>
                  <a:pt x="4774" y="3883"/>
                </a:lnTo>
                <a:lnTo>
                  <a:pt x="4751" y="3881"/>
                </a:lnTo>
                <a:lnTo>
                  <a:pt x="4728" y="3878"/>
                </a:lnTo>
                <a:lnTo>
                  <a:pt x="4706" y="3874"/>
                </a:lnTo>
                <a:lnTo>
                  <a:pt x="4684" y="3869"/>
                </a:lnTo>
                <a:lnTo>
                  <a:pt x="4662" y="3863"/>
                </a:lnTo>
                <a:lnTo>
                  <a:pt x="4641" y="3855"/>
                </a:lnTo>
                <a:lnTo>
                  <a:pt x="4619" y="3847"/>
                </a:lnTo>
                <a:lnTo>
                  <a:pt x="4600" y="3838"/>
                </a:lnTo>
                <a:lnTo>
                  <a:pt x="4580" y="3829"/>
                </a:lnTo>
                <a:lnTo>
                  <a:pt x="4561" y="3817"/>
                </a:lnTo>
                <a:lnTo>
                  <a:pt x="4542" y="3806"/>
                </a:lnTo>
                <a:lnTo>
                  <a:pt x="4525" y="3793"/>
                </a:lnTo>
                <a:lnTo>
                  <a:pt x="4508" y="3779"/>
                </a:lnTo>
                <a:lnTo>
                  <a:pt x="4490" y="3764"/>
                </a:lnTo>
                <a:lnTo>
                  <a:pt x="4474" y="3749"/>
                </a:lnTo>
                <a:lnTo>
                  <a:pt x="4459" y="3734"/>
                </a:lnTo>
                <a:lnTo>
                  <a:pt x="4445" y="3717"/>
                </a:lnTo>
                <a:lnTo>
                  <a:pt x="4432" y="3700"/>
                </a:lnTo>
                <a:lnTo>
                  <a:pt x="4419" y="3683"/>
                </a:lnTo>
                <a:lnTo>
                  <a:pt x="4407" y="3664"/>
                </a:lnTo>
                <a:lnTo>
                  <a:pt x="4396" y="3644"/>
                </a:lnTo>
                <a:lnTo>
                  <a:pt x="4385" y="3625"/>
                </a:lnTo>
                <a:lnTo>
                  <a:pt x="4376" y="3604"/>
                </a:lnTo>
                <a:lnTo>
                  <a:pt x="4368" y="3583"/>
                </a:lnTo>
                <a:lnTo>
                  <a:pt x="4361" y="3563"/>
                </a:lnTo>
                <a:lnTo>
                  <a:pt x="4356" y="3541"/>
                </a:lnTo>
                <a:lnTo>
                  <a:pt x="4350" y="3519"/>
                </a:lnTo>
                <a:lnTo>
                  <a:pt x="4346" y="3496"/>
                </a:lnTo>
                <a:lnTo>
                  <a:pt x="4343" y="3473"/>
                </a:lnTo>
                <a:lnTo>
                  <a:pt x="4342" y="3450"/>
                </a:lnTo>
                <a:lnTo>
                  <a:pt x="4341" y="3427"/>
                </a:lnTo>
                <a:lnTo>
                  <a:pt x="4342" y="3403"/>
                </a:lnTo>
                <a:lnTo>
                  <a:pt x="4343" y="3379"/>
                </a:lnTo>
                <a:lnTo>
                  <a:pt x="4346" y="3358"/>
                </a:lnTo>
                <a:lnTo>
                  <a:pt x="4350" y="3335"/>
                </a:lnTo>
                <a:lnTo>
                  <a:pt x="4356" y="3313"/>
                </a:lnTo>
                <a:lnTo>
                  <a:pt x="4361" y="3291"/>
                </a:lnTo>
                <a:lnTo>
                  <a:pt x="4368" y="3270"/>
                </a:lnTo>
                <a:lnTo>
                  <a:pt x="4376" y="3249"/>
                </a:lnTo>
                <a:lnTo>
                  <a:pt x="4385" y="3229"/>
                </a:lnTo>
                <a:lnTo>
                  <a:pt x="4396" y="3209"/>
                </a:lnTo>
                <a:lnTo>
                  <a:pt x="4407" y="3189"/>
                </a:lnTo>
                <a:lnTo>
                  <a:pt x="4419" y="3171"/>
                </a:lnTo>
                <a:lnTo>
                  <a:pt x="4432" y="3154"/>
                </a:lnTo>
                <a:lnTo>
                  <a:pt x="4445" y="3136"/>
                </a:lnTo>
                <a:lnTo>
                  <a:pt x="4459" y="3119"/>
                </a:lnTo>
                <a:lnTo>
                  <a:pt x="4474" y="3104"/>
                </a:lnTo>
                <a:lnTo>
                  <a:pt x="4490" y="3088"/>
                </a:lnTo>
                <a:lnTo>
                  <a:pt x="4508" y="3074"/>
                </a:lnTo>
                <a:lnTo>
                  <a:pt x="4525" y="3060"/>
                </a:lnTo>
                <a:lnTo>
                  <a:pt x="4542" y="3048"/>
                </a:lnTo>
                <a:lnTo>
                  <a:pt x="4561" y="3036"/>
                </a:lnTo>
                <a:lnTo>
                  <a:pt x="4580" y="3025"/>
                </a:lnTo>
                <a:lnTo>
                  <a:pt x="4600" y="3014"/>
                </a:lnTo>
                <a:lnTo>
                  <a:pt x="4619" y="3005"/>
                </a:lnTo>
                <a:lnTo>
                  <a:pt x="4641" y="2997"/>
                </a:lnTo>
                <a:lnTo>
                  <a:pt x="4662" y="2990"/>
                </a:lnTo>
                <a:lnTo>
                  <a:pt x="4684" y="2984"/>
                </a:lnTo>
                <a:lnTo>
                  <a:pt x="4706" y="2978"/>
                </a:lnTo>
                <a:lnTo>
                  <a:pt x="4728" y="2975"/>
                </a:lnTo>
                <a:lnTo>
                  <a:pt x="4751" y="2972"/>
                </a:lnTo>
                <a:lnTo>
                  <a:pt x="4774" y="2970"/>
                </a:lnTo>
                <a:lnTo>
                  <a:pt x="4798" y="2969"/>
                </a:lnTo>
                <a:lnTo>
                  <a:pt x="4821" y="2970"/>
                </a:lnTo>
                <a:lnTo>
                  <a:pt x="4844" y="2972"/>
                </a:lnTo>
                <a:lnTo>
                  <a:pt x="4867" y="2975"/>
                </a:lnTo>
                <a:lnTo>
                  <a:pt x="4890" y="2978"/>
                </a:lnTo>
                <a:lnTo>
                  <a:pt x="4912" y="2984"/>
                </a:lnTo>
                <a:lnTo>
                  <a:pt x="4934" y="2990"/>
                </a:lnTo>
                <a:lnTo>
                  <a:pt x="4955" y="2997"/>
                </a:lnTo>
                <a:lnTo>
                  <a:pt x="4975" y="3005"/>
                </a:lnTo>
                <a:lnTo>
                  <a:pt x="4996" y="3014"/>
                </a:lnTo>
                <a:lnTo>
                  <a:pt x="5016" y="3025"/>
                </a:lnTo>
                <a:lnTo>
                  <a:pt x="5035" y="3036"/>
                </a:lnTo>
                <a:lnTo>
                  <a:pt x="5054" y="3048"/>
                </a:lnTo>
                <a:lnTo>
                  <a:pt x="5071" y="3060"/>
                </a:lnTo>
                <a:lnTo>
                  <a:pt x="5088" y="3074"/>
                </a:lnTo>
                <a:lnTo>
                  <a:pt x="5106" y="3088"/>
                </a:lnTo>
                <a:lnTo>
                  <a:pt x="5121" y="3104"/>
                </a:lnTo>
                <a:lnTo>
                  <a:pt x="5136" y="3119"/>
                </a:lnTo>
                <a:lnTo>
                  <a:pt x="5151" y="3136"/>
                </a:lnTo>
                <a:lnTo>
                  <a:pt x="5164" y="3154"/>
                </a:lnTo>
                <a:lnTo>
                  <a:pt x="5177" y="3171"/>
                </a:lnTo>
                <a:lnTo>
                  <a:pt x="5189" y="3189"/>
                </a:lnTo>
                <a:lnTo>
                  <a:pt x="5200" y="3209"/>
                </a:lnTo>
                <a:lnTo>
                  <a:pt x="5209" y="3229"/>
                </a:lnTo>
                <a:lnTo>
                  <a:pt x="5219" y="3249"/>
                </a:lnTo>
                <a:lnTo>
                  <a:pt x="5227" y="3270"/>
                </a:lnTo>
                <a:lnTo>
                  <a:pt x="5235" y="3291"/>
                </a:lnTo>
                <a:lnTo>
                  <a:pt x="5240" y="3313"/>
                </a:lnTo>
                <a:lnTo>
                  <a:pt x="5245" y="3335"/>
                </a:lnTo>
                <a:lnTo>
                  <a:pt x="5250" y="3358"/>
                </a:lnTo>
                <a:lnTo>
                  <a:pt x="5252" y="3379"/>
                </a:lnTo>
                <a:lnTo>
                  <a:pt x="5254" y="3403"/>
                </a:lnTo>
                <a:lnTo>
                  <a:pt x="5254" y="3427"/>
                </a:lnTo>
                <a:lnTo>
                  <a:pt x="5254" y="3450"/>
                </a:lnTo>
                <a:lnTo>
                  <a:pt x="5252" y="3473"/>
                </a:lnTo>
                <a:lnTo>
                  <a:pt x="5250" y="3496"/>
                </a:lnTo>
                <a:lnTo>
                  <a:pt x="5245" y="3519"/>
                </a:lnTo>
                <a:lnTo>
                  <a:pt x="5240" y="3541"/>
                </a:lnTo>
                <a:lnTo>
                  <a:pt x="5235" y="3563"/>
                </a:lnTo>
                <a:lnTo>
                  <a:pt x="5227" y="3583"/>
                </a:lnTo>
                <a:lnTo>
                  <a:pt x="5219" y="3604"/>
                </a:lnTo>
                <a:lnTo>
                  <a:pt x="5209" y="3625"/>
                </a:lnTo>
                <a:lnTo>
                  <a:pt x="5200" y="3644"/>
                </a:lnTo>
                <a:lnTo>
                  <a:pt x="5189" y="3664"/>
                </a:lnTo>
                <a:lnTo>
                  <a:pt x="5177" y="3683"/>
                </a:lnTo>
                <a:lnTo>
                  <a:pt x="5164" y="3700"/>
                </a:lnTo>
                <a:lnTo>
                  <a:pt x="5151" y="3717"/>
                </a:lnTo>
                <a:lnTo>
                  <a:pt x="5136" y="3734"/>
                </a:lnTo>
                <a:lnTo>
                  <a:pt x="5121" y="3749"/>
                </a:lnTo>
                <a:lnTo>
                  <a:pt x="5106" y="3764"/>
                </a:lnTo>
                <a:lnTo>
                  <a:pt x="5088" y="3779"/>
                </a:lnTo>
                <a:lnTo>
                  <a:pt x="5071" y="3793"/>
                </a:lnTo>
                <a:lnTo>
                  <a:pt x="5054" y="3806"/>
                </a:lnTo>
                <a:lnTo>
                  <a:pt x="5035" y="3817"/>
                </a:lnTo>
                <a:lnTo>
                  <a:pt x="5016" y="3829"/>
                </a:lnTo>
                <a:lnTo>
                  <a:pt x="4996" y="3838"/>
                </a:lnTo>
                <a:lnTo>
                  <a:pt x="4975" y="3847"/>
                </a:lnTo>
                <a:lnTo>
                  <a:pt x="4955" y="3855"/>
                </a:lnTo>
                <a:lnTo>
                  <a:pt x="4934" y="3863"/>
                </a:lnTo>
                <a:lnTo>
                  <a:pt x="4912" y="3869"/>
                </a:lnTo>
                <a:lnTo>
                  <a:pt x="4890" y="3874"/>
                </a:lnTo>
                <a:lnTo>
                  <a:pt x="4867" y="3878"/>
                </a:lnTo>
                <a:lnTo>
                  <a:pt x="4844" y="3881"/>
                </a:lnTo>
                <a:lnTo>
                  <a:pt x="4821" y="3883"/>
                </a:lnTo>
                <a:lnTo>
                  <a:pt x="4798" y="3884"/>
                </a:lnTo>
                <a:close/>
                <a:moveTo>
                  <a:pt x="4798" y="2741"/>
                </a:moveTo>
                <a:lnTo>
                  <a:pt x="4798" y="2741"/>
                </a:lnTo>
                <a:lnTo>
                  <a:pt x="4774" y="2741"/>
                </a:lnTo>
                <a:lnTo>
                  <a:pt x="4751" y="2739"/>
                </a:lnTo>
                <a:lnTo>
                  <a:pt x="4728" y="2736"/>
                </a:lnTo>
                <a:lnTo>
                  <a:pt x="4706" y="2732"/>
                </a:lnTo>
                <a:lnTo>
                  <a:pt x="4684" y="2727"/>
                </a:lnTo>
                <a:lnTo>
                  <a:pt x="4662" y="2720"/>
                </a:lnTo>
                <a:lnTo>
                  <a:pt x="4641" y="2713"/>
                </a:lnTo>
                <a:lnTo>
                  <a:pt x="4619" y="2705"/>
                </a:lnTo>
                <a:lnTo>
                  <a:pt x="4600" y="2696"/>
                </a:lnTo>
                <a:lnTo>
                  <a:pt x="4580" y="2686"/>
                </a:lnTo>
                <a:lnTo>
                  <a:pt x="4561" y="2675"/>
                </a:lnTo>
                <a:lnTo>
                  <a:pt x="4542" y="2663"/>
                </a:lnTo>
                <a:lnTo>
                  <a:pt x="4525" y="2650"/>
                </a:lnTo>
                <a:lnTo>
                  <a:pt x="4508" y="2637"/>
                </a:lnTo>
                <a:lnTo>
                  <a:pt x="4490" y="2622"/>
                </a:lnTo>
                <a:lnTo>
                  <a:pt x="4474" y="2607"/>
                </a:lnTo>
                <a:lnTo>
                  <a:pt x="4459" y="2591"/>
                </a:lnTo>
                <a:lnTo>
                  <a:pt x="4445" y="2575"/>
                </a:lnTo>
                <a:lnTo>
                  <a:pt x="4432" y="2558"/>
                </a:lnTo>
                <a:lnTo>
                  <a:pt x="4419" y="2539"/>
                </a:lnTo>
                <a:lnTo>
                  <a:pt x="4407" y="2521"/>
                </a:lnTo>
                <a:lnTo>
                  <a:pt x="4396" y="2503"/>
                </a:lnTo>
                <a:lnTo>
                  <a:pt x="4385" y="2482"/>
                </a:lnTo>
                <a:lnTo>
                  <a:pt x="4376" y="2462"/>
                </a:lnTo>
                <a:lnTo>
                  <a:pt x="4368" y="2441"/>
                </a:lnTo>
                <a:lnTo>
                  <a:pt x="4361" y="2420"/>
                </a:lnTo>
                <a:lnTo>
                  <a:pt x="4356" y="2399"/>
                </a:lnTo>
                <a:lnTo>
                  <a:pt x="4350" y="2376"/>
                </a:lnTo>
                <a:lnTo>
                  <a:pt x="4346" y="2354"/>
                </a:lnTo>
                <a:lnTo>
                  <a:pt x="4343" y="2331"/>
                </a:lnTo>
                <a:lnTo>
                  <a:pt x="4342" y="2308"/>
                </a:lnTo>
                <a:lnTo>
                  <a:pt x="4341" y="2285"/>
                </a:lnTo>
                <a:lnTo>
                  <a:pt x="4342" y="2261"/>
                </a:lnTo>
                <a:lnTo>
                  <a:pt x="4343" y="2238"/>
                </a:lnTo>
                <a:lnTo>
                  <a:pt x="4346" y="2214"/>
                </a:lnTo>
                <a:lnTo>
                  <a:pt x="4350" y="2193"/>
                </a:lnTo>
                <a:lnTo>
                  <a:pt x="4356" y="2170"/>
                </a:lnTo>
                <a:lnTo>
                  <a:pt x="4361" y="2149"/>
                </a:lnTo>
                <a:lnTo>
                  <a:pt x="4368" y="2127"/>
                </a:lnTo>
                <a:lnTo>
                  <a:pt x="4376" y="2106"/>
                </a:lnTo>
                <a:lnTo>
                  <a:pt x="4385" y="2087"/>
                </a:lnTo>
                <a:lnTo>
                  <a:pt x="4396" y="2067"/>
                </a:lnTo>
                <a:lnTo>
                  <a:pt x="4407" y="2047"/>
                </a:lnTo>
                <a:lnTo>
                  <a:pt x="4419" y="2029"/>
                </a:lnTo>
                <a:lnTo>
                  <a:pt x="4432" y="2011"/>
                </a:lnTo>
                <a:lnTo>
                  <a:pt x="4445" y="1993"/>
                </a:lnTo>
                <a:lnTo>
                  <a:pt x="4459" y="1977"/>
                </a:lnTo>
                <a:lnTo>
                  <a:pt x="4474" y="1961"/>
                </a:lnTo>
                <a:lnTo>
                  <a:pt x="4490" y="1946"/>
                </a:lnTo>
                <a:lnTo>
                  <a:pt x="4508" y="1932"/>
                </a:lnTo>
                <a:lnTo>
                  <a:pt x="4525" y="1918"/>
                </a:lnTo>
                <a:lnTo>
                  <a:pt x="4542" y="1906"/>
                </a:lnTo>
                <a:lnTo>
                  <a:pt x="4561" y="1893"/>
                </a:lnTo>
                <a:lnTo>
                  <a:pt x="4580" y="1883"/>
                </a:lnTo>
                <a:lnTo>
                  <a:pt x="4600" y="1872"/>
                </a:lnTo>
                <a:lnTo>
                  <a:pt x="4619" y="1863"/>
                </a:lnTo>
                <a:lnTo>
                  <a:pt x="4641" y="1855"/>
                </a:lnTo>
                <a:lnTo>
                  <a:pt x="4662" y="1848"/>
                </a:lnTo>
                <a:lnTo>
                  <a:pt x="4684" y="1841"/>
                </a:lnTo>
                <a:lnTo>
                  <a:pt x="4706" y="1837"/>
                </a:lnTo>
                <a:lnTo>
                  <a:pt x="4728" y="1833"/>
                </a:lnTo>
                <a:lnTo>
                  <a:pt x="4751" y="1830"/>
                </a:lnTo>
                <a:lnTo>
                  <a:pt x="4774" y="1827"/>
                </a:lnTo>
                <a:lnTo>
                  <a:pt x="4798" y="1827"/>
                </a:lnTo>
                <a:lnTo>
                  <a:pt x="4821" y="1827"/>
                </a:lnTo>
                <a:lnTo>
                  <a:pt x="4844" y="1830"/>
                </a:lnTo>
                <a:lnTo>
                  <a:pt x="4867" y="1833"/>
                </a:lnTo>
                <a:lnTo>
                  <a:pt x="4890" y="1837"/>
                </a:lnTo>
                <a:lnTo>
                  <a:pt x="4912" y="1841"/>
                </a:lnTo>
                <a:lnTo>
                  <a:pt x="4934" y="1848"/>
                </a:lnTo>
                <a:lnTo>
                  <a:pt x="4955" y="1855"/>
                </a:lnTo>
                <a:lnTo>
                  <a:pt x="4975" y="1863"/>
                </a:lnTo>
                <a:lnTo>
                  <a:pt x="4996" y="1872"/>
                </a:lnTo>
                <a:lnTo>
                  <a:pt x="5016" y="1883"/>
                </a:lnTo>
                <a:lnTo>
                  <a:pt x="5035" y="1893"/>
                </a:lnTo>
                <a:lnTo>
                  <a:pt x="5054" y="1906"/>
                </a:lnTo>
                <a:lnTo>
                  <a:pt x="5071" y="1918"/>
                </a:lnTo>
                <a:lnTo>
                  <a:pt x="5088" y="1932"/>
                </a:lnTo>
                <a:lnTo>
                  <a:pt x="5106" y="1946"/>
                </a:lnTo>
                <a:lnTo>
                  <a:pt x="5121" y="1961"/>
                </a:lnTo>
                <a:lnTo>
                  <a:pt x="5136" y="1977"/>
                </a:lnTo>
                <a:lnTo>
                  <a:pt x="5151" y="1993"/>
                </a:lnTo>
                <a:lnTo>
                  <a:pt x="5164" y="2011"/>
                </a:lnTo>
                <a:lnTo>
                  <a:pt x="5177" y="2029"/>
                </a:lnTo>
                <a:lnTo>
                  <a:pt x="5189" y="2047"/>
                </a:lnTo>
                <a:lnTo>
                  <a:pt x="5200" y="2067"/>
                </a:lnTo>
                <a:lnTo>
                  <a:pt x="5209" y="2087"/>
                </a:lnTo>
                <a:lnTo>
                  <a:pt x="5219" y="2106"/>
                </a:lnTo>
                <a:lnTo>
                  <a:pt x="5227" y="2127"/>
                </a:lnTo>
                <a:lnTo>
                  <a:pt x="5235" y="2149"/>
                </a:lnTo>
                <a:lnTo>
                  <a:pt x="5240" y="2170"/>
                </a:lnTo>
                <a:lnTo>
                  <a:pt x="5245" y="2193"/>
                </a:lnTo>
                <a:lnTo>
                  <a:pt x="5250" y="2214"/>
                </a:lnTo>
                <a:lnTo>
                  <a:pt x="5252" y="2238"/>
                </a:lnTo>
                <a:lnTo>
                  <a:pt x="5254" y="2261"/>
                </a:lnTo>
                <a:lnTo>
                  <a:pt x="5254" y="2285"/>
                </a:lnTo>
                <a:lnTo>
                  <a:pt x="5254" y="2308"/>
                </a:lnTo>
                <a:lnTo>
                  <a:pt x="5252" y="2331"/>
                </a:lnTo>
                <a:lnTo>
                  <a:pt x="5250" y="2354"/>
                </a:lnTo>
                <a:lnTo>
                  <a:pt x="5245" y="2376"/>
                </a:lnTo>
                <a:lnTo>
                  <a:pt x="5240" y="2399"/>
                </a:lnTo>
                <a:lnTo>
                  <a:pt x="5235" y="2420"/>
                </a:lnTo>
                <a:lnTo>
                  <a:pt x="5227" y="2441"/>
                </a:lnTo>
                <a:lnTo>
                  <a:pt x="5219" y="2462"/>
                </a:lnTo>
                <a:lnTo>
                  <a:pt x="5209" y="2482"/>
                </a:lnTo>
                <a:lnTo>
                  <a:pt x="5200" y="2503"/>
                </a:lnTo>
                <a:lnTo>
                  <a:pt x="5189" y="2521"/>
                </a:lnTo>
                <a:lnTo>
                  <a:pt x="5177" y="2539"/>
                </a:lnTo>
                <a:lnTo>
                  <a:pt x="5164" y="2558"/>
                </a:lnTo>
                <a:lnTo>
                  <a:pt x="5151" y="2575"/>
                </a:lnTo>
                <a:lnTo>
                  <a:pt x="5136" y="2591"/>
                </a:lnTo>
                <a:lnTo>
                  <a:pt x="5121" y="2607"/>
                </a:lnTo>
                <a:lnTo>
                  <a:pt x="5106" y="2622"/>
                </a:lnTo>
                <a:lnTo>
                  <a:pt x="5088" y="2637"/>
                </a:lnTo>
                <a:lnTo>
                  <a:pt x="5071" y="2650"/>
                </a:lnTo>
                <a:lnTo>
                  <a:pt x="5054" y="2663"/>
                </a:lnTo>
                <a:lnTo>
                  <a:pt x="5035" y="2675"/>
                </a:lnTo>
                <a:lnTo>
                  <a:pt x="5016" y="2686"/>
                </a:lnTo>
                <a:lnTo>
                  <a:pt x="4996" y="2696"/>
                </a:lnTo>
                <a:lnTo>
                  <a:pt x="4975" y="2705"/>
                </a:lnTo>
                <a:lnTo>
                  <a:pt x="4955" y="2713"/>
                </a:lnTo>
                <a:lnTo>
                  <a:pt x="4934" y="2720"/>
                </a:lnTo>
                <a:lnTo>
                  <a:pt x="4912" y="2727"/>
                </a:lnTo>
                <a:lnTo>
                  <a:pt x="4890" y="2732"/>
                </a:lnTo>
                <a:lnTo>
                  <a:pt x="4867" y="2736"/>
                </a:lnTo>
                <a:lnTo>
                  <a:pt x="4844" y="2739"/>
                </a:lnTo>
                <a:lnTo>
                  <a:pt x="4821" y="2741"/>
                </a:lnTo>
                <a:lnTo>
                  <a:pt x="4798" y="27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tIns="468000" rIns="432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幼圆"/>
            </a:endParaRPr>
          </a:p>
        </p:txBody>
      </p:sp>
      <p:sp>
        <p:nvSpPr>
          <p:cNvPr id="15" name="KSO_Shape"/>
          <p:cNvSpPr>
            <a:spLocks/>
          </p:cNvSpPr>
          <p:nvPr/>
        </p:nvSpPr>
        <p:spPr bwMode="auto">
          <a:xfrm>
            <a:off x="4123556" y="3006172"/>
            <a:ext cx="880492" cy="792088"/>
          </a:xfrm>
          <a:custGeom>
            <a:avLst/>
            <a:gdLst>
              <a:gd name="T0" fmla="*/ 2147483646 w 5926"/>
              <a:gd name="T1" fmla="*/ 2147483646 h 5735"/>
              <a:gd name="T2" fmla="*/ 2147483646 w 5926"/>
              <a:gd name="T3" fmla="*/ 2147483646 h 5735"/>
              <a:gd name="T4" fmla="*/ 2147483646 w 5926"/>
              <a:gd name="T5" fmla="*/ 0 h 5735"/>
              <a:gd name="T6" fmla="*/ 2147483646 w 5926"/>
              <a:gd name="T7" fmla="*/ 2147483646 h 5735"/>
              <a:gd name="T8" fmla="*/ 2147483646 w 5926"/>
              <a:gd name="T9" fmla="*/ 2147483646 h 5735"/>
              <a:gd name="T10" fmla="*/ 2147483646 w 5926"/>
              <a:gd name="T11" fmla="*/ 2147483646 h 5735"/>
              <a:gd name="T12" fmla="*/ 0 w 5926"/>
              <a:gd name="T13" fmla="*/ 2147483646 h 5735"/>
              <a:gd name="T14" fmla="*/ 2147483646 w 5926"/>
              <a:gd name="T15" fmla="*/ 2147483646 h 5735"/>
              <a:gd name="T16" fmla="*/ 2147483646 w 5926"/>
              <a:gd name="T17" fmla="*/ 2147483646 h 5735"/>
              <a:gd name="T18" fmla="*/ 2147483646 w 5926"/>
              <a:gd name="T19" fmla="*/ 2147483646 h 5735"/>
              <a:gd name="T20" fmla="*/ 2147483646 w 5926"/>
              <a:gd name="T21" fmla="*/ 2147483646 h 5735"/>
              <a:gd name="T22" fmla="*/ 2147483646 w 5926"/>
              <a:gd name="T23" fmla="*/ 2147483646 h 5735"/>
              <a:gd name="T24" fmla="*/ 2147483646 w 5926"/>
              <a:gd name="T25" fmla="*/ 2147483646 h 5735"/>
              <a:gd name="T26" fmla="*/ 2147483646 w 5926"/>
              <a:gd name="T27" fmla="*/ 2147483646 h 5735"/>
              <a:gd name="T28" fmla="*/ 2147483646 w 5926"/>
              <a:gd name="T29" fmla="*/ 2147483646 h 5735"/>
              <a:gd name="T30" fmla="*/ 2147483646 w 5926"/>
              <a:gd name="T31" fmla="*/ 2147483646 h 5735"/>
              <a:gd name="T32" fmla="*/ 2147483646 w 5926"/>
              <a:gd name="T33" fmla="*/ 2147483646 h 5735"/>
              <a:gd name="T34" fmla="*/ 2147483646 w 5926"/>
              <a:gd name="T35" fmla="*/ 2147483646 h 5735"/>
              <a:gd name="T36" fmla="*/ 2147483646 w 5926"/>
              <a:gd name="T37" fmla="*/ 2147483646 h 5735"/>
              <a:gd name="T38" fmla="*/ 2147483646 w 5926"/>
              <a:gd name="T39" fmla="*/ 2147483646 h 5735"/>
              <a:gd name="T40" fmla="*/ 2147483646 w 5926"/>
              <a:gd name="T41" fmla="*/ 2147483646 h 5735"/>
              <a:gd name="T42" fmla="*/ 2147483646 w 5926"/>
              <a:gd name="T43" fmla="*/ 2147483646 h 5735"/>
              <a:gd name="T44" fmla="*/ 2147483646 w 5926"/>
              <a:gd name="T45" fmla="*/ 2147483646 h 5735"/>
              <a:gd name="T46" fmla="*/ 2147483646 w 5926"/>
              <a:gd name="T47" fmla="*/ 2147483646 h 5735"/>
              <a:gd name="T48" fmla="*/ 2147483646 w 5926"/>
              <a:gd name="T49" fmla="*/ 2147483646 h 5735"/>
              <a:gd name="T50" fmla="*/ 2147483646 w 5926"/>
              <a:gd name="T51" fmla="*/ 2147483646 h 5735"/>
              <a:gd name="T52" fmla="*/ 2147483646 w 5926"/>
              <a:gd name="T53" fmla="*/ 2147483646 h 5735"/>
              <a:gd name="T54" fmla="*/ 2147483646 w 5926"/>
              <a:gd name="T55" fmla="*/ 2147483646 h 5735"/>
              <a:gd name="T56" fmla="*/ 2147483646 w 5926"/>
              <a:gd name="T57" fmla="*/ 2147483646 h 5735"/>
              <a:gd name="T58" fmla="*/ 2147483646 w 5926"/>
              <a:gd name="T59" fmla="*/ 2147483646 h 5735"/>
              <a:gd name="T60" fmla="*/ 2147483646 w 5926"/>
              <a:gd name="T61" fmla="*/ 2147483646 h 5735"/>
              <a:gd name="T62" fmla="*/ 2147483646 w 5926"/>
              <a:gd name="T63" fmla="*/ 2147483646 h 5735"/>
              <a:gd name="T64" fmla="*/ 2147483646 w 5926"/>
              <a:gd name="T65" fmla="*/ 2147483646 h 5735"/>
              <a:gd name="T66" fmla="*/ 2147483646 w 5926"/>
              <a:gd name="T67" fmla="*/ 2147483646 h 5735"/>
              <a:gd name="T68" fmla="*/ 2147483646 w 5926"/>
              <a:gd name="T69" fmla="*/ 2147483646 h 5735"/>
              <a:gd name="T70" fmla="*/ 2147483646 w 5926"/>
              <a:gd name="T71" fmla="*/ 2147483646 h 5735"/>
              <a:gd name="T72" fmla="*/ 2147483646 w 5926"/>
              <a:gd name="T73" fmla="*/ 2147483646 h 5735"/>
              <a:gd name="T74" fmla="*/ 2147483646 w 5926"/>
              <a:gd name="T75" fmla="*/ 2147483646 h 5735"/>
              <a:gd name="T76" fmla="*/ 2147483646 w 5926"/>
              <a:gd name="T77" fmla="*/ 2147483646 h 5735"/>
              <a:gd name="T78" fmla="*/ 2147483646 w 5926"/>
              <a:gd name="T79" fmla="*/ 2147483646 h 5735"/>
              <a:gd name="T80" fmla="*/ 2147483646 w 5926"/>
              <a:gd name="T81" fmla="*/ 2147483646 h 5735"/>
              <a:gd name="T82" fmla="*/ 2147483646 w 5926"/>
              <a:gd name="T83" fmla="*/ 2147483646 h 5735"/>
              <a:gd name="T84" fmla="*/ 2147483646 w 5926"/>
              <a:gd name="T85" fmla="*/ 2147483646 h 5735"/>
              <a:gd name="T86" fmla="*/ 2147483646 w 5926"/>
              <a:gd name="T87" fmla="*/ 2147483646 h 5735"/>
              <a:gd name="T88" fmla="*/ 2147483646 w 5926"/>
              <a:gd name="T89" fmla="*/ 2147483646 h 5735"/>
              <a:gd name="T90" fmla="*/ 2147483646 w 5926"/>
              <a:gd name="T91" fmla="*/ 2147483646 h 5735"/>
              <a:gd name="T92" fmla="*/ 2147483646 w 5926"/>
              <a:gd name="T93" fmla="*/ 2147483646 h 5735"/>
              <a:gd name="T94" fmla="*/ 2147483646 w 5926"/>
              <a:gd name="T95" fmla="*/ 2147483646 h 5735"/>
              <a:gd name="T96" fmla="*/ 2147483646 w 5926"/>
              <a:gd name="T97" fmla="*/ 2147483646 h 5735"/>
              <a:gd name="T98" fmla="*/ 2147483646 w 5926"/>
              <a:gd name="T99" fmla="*/ 2147483646 h 5735"/>
              <a:gd name="T100" fmla="*/ 2147483646 w 5926"/>
              <a:gd name="T101" fmla="*/ 2147483646 h 5735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5926" h="5735">
                <a:moveTo>
                  <a:pt x="0" y="5408"/>
                </a:moveTo>
                <a:lnTo>
                  <a:pt x="407" y="5408"/>
                </a:lnTo>
                <a:lnTo>
                  <a:pt x="407" y="1609"/>
                </a:lnTo>
                <a:lnTo>
                  <a:pt x="407" y="1495"/>
                </a:lnTo>
                <a:lnTo>
                  <a:pt x="520" y="1464"/>
                </a:lnTo>
                <a:lnTo>
                  <a:pt x="2110" y="1038"/>
                </a:lnTo>
                <a:lnTo>
                  <a:pt x="2300" y="987"/>
                </a:lnTo>
                <a:lnTo>
                  <a:pt x="3099" y="1516"/>
                </a:lnTo>
                <a:lnTo>
                  <a:pt x="3099" y="5408"/>
                </a:lnTo>
                <a:lnTo>
                  <a:pt x="3235" y="5408"/>
                </a:lnTo>
                <a:lnTo>
                  <a:pt x="3235" y="622"/>
                </a:lnTo>
                <a:lnTo>
                  <a:pt x="3235" y="506"/>
                </a:lnTo>
                <a:lnTo>
                  <a:pt x="3347" y="477"/>
                </a:lnTo>
                <a:lnTo>
                  <a:pt x="4938" y="50"/>
                </a:lnTo>
                <a:lnTo>
                  <a:pt x="5128" y="0"/>
                </a:lnTo>
                <a:lnTo>
                  <a:pt x="5926" y="524"/>
                </a:lnTo>
                <a:lnTo>
                  <a:pt x="5926" y="5713"/>
                </a:lnTo>
                <a:lnTo>
                  <a:pt x="5128" y="5713"/>
                </a:lnTo>
                <a:lnTo>
                  <a:pt x="4825" y="5713"/>
                </a:lnTo>
                <a:lnTo>
                  <a:pt x="4825" y="392"/>
                </a:lnTo>
                <a:lnTo>
                  <a:pt x="3536" y="738"/>
                </a:lnTo>
                <a:lnTo>
                  <a:pt x="3536" y="5434"/>
                </a:lnTo>
                <a:lnTo>
                  <a:pt x="3790" y="5434"/>
                </a:lnTo>
                <a:lnTo>
                  <a:pt x="3790" y="5735"/>
                </a:lnTo>
                <a:lnTo>
                  <a:pt x="2149" y="5735"/>
                </a:lnTo>
                <a:lnTo>
                  <a:pt x="1998" y="5735"/>
                </a:lnTo>
                <a:lnTo>
                  <a:pt x="1998" y="5583"/>
                </a:lnTo>
                <a:lnTo>
                  <a:pt x="1998" y="1379"/>
                </a:lnTo>
                <a:lnTo>
                  <a:pt x="709" y="1725"/>
                </a:lnTo>
                <a:lnTo>
                  <a:pt x="709" y="5559"/>
                </a:lnTo>
                <a:lnTo>
                  <a:pt x="709" y="5710"/>
                </a:lnTo>
                <a:lnTo>
                  <a:pt x="557" y="5710"/>
                </a:lnTo>
                <a:lnTo>
                  <a:pt x="0" y="5710"/>
                </a:lnTo>
                <a:lnTo>
                  <a:pt x="0" y="5408"/>
                </a:lnTo>
                <a:close/>
                <a:moveTo>
                  <a:pt x="3760" y="3302"/>
                </a:moveTo>
                <a:lnTo>
                  <a:pt x="3760" y="3302"/>
                </a:lnTo>
                <a:lnTo>
                  <a:pt x="3760" y="3886"/>
                </a:lnTo>
                <a:lnTo>
                  <a:pt x="3920" y="3886"/>
                </a:lnTo>
                <a:lnTo>
                  <a:pt x="4084" y="3886"/>
                </a:lnTo>
                <a:lnTo>
                  <a:pt x="4084" y="3287"/>
                </a:lnTo>
                <a:lnTo>
                  <a:pt x="3920" y="3295"/>
                </a:lnTo>
                <a:lnTo>
                  <a:pt x="3760" y="3302"/>
                </a:lnTo>
                <a:close/>
                <a:moveTo>
                  <a:pt x="4271" y="819"/>
                </a:moveTo>
                <a:lnTo>
                  <a:pt x="4271" y="819"/>
                </a:lnTo>
                <a:lnTo>
                  <a:pt x="4271" y="1426"/>
                </a:lnTo>
                <a:lnTo>
                  <a:pt x="4444" y="1394"/>
                </a:lnTo>
                <a:lnTo>
                  <a:pt x="4622" y="1361"/>
                </a:lnTo>
                <a:lnTo>
                  <a:pt x="4622" y="736"/>
                </a:lnTo>
                <a:lnTo>
                  <a:pt x="4444" y="778"/>
                </a:lnTo>
                <a:lnTo>
                  <a:pt x="4271" y="819"/>
                </a:lnTo>
                <a:close/>
                <a:moveTo>
                  <a:pt x="3760" y="938"/>
                </a:moveTo>
                <a:lnTo>
                  <a:pt x="3760" y="938"/>
                </a:lnTo>
                <a:lnTo>
                  <a:pt x="3760" y="1522"/>
                </a:lnTo>
                <a:lnTo>
                  <a:pt x="3920" y="1492"/>
                </a:lnTo>
                <a:lnTo>
                  <a:pt x="4084" y="1461"/>
                </a:lnTo>
                <a:lnTo>
                  <a:pt x="4084" y="863"/>
                </a:lnTo>
                <a:lnTo>
                  <a:pt x="3920" y="901"/>
                </a:lnTo>
                <a:lnTo>
                  <a:pt x="3760" y="938"/>
                </a:lnTo>
                <a:close/>
                <a:moveTo>
                  <a:pt x="4271" y="1640"/>
                </a:moveTo>
                <a:lnTo>
                  <a:pt x="4271" y="1640"/>
                </a:lnTo>
                <a:lnTo>
                  <a:pt x="4271" y="2245"/>
                </a:lnTo>
                <a:lnTo>
                  <a:pt x="4444" y="2224"/>
                </a:lnTo>
                <a:lnTo>
                  <a:pt x="4622" y="2202"/>
                </a:lnTo>
                <a:lnTo>
                  <a:pt x="4622" y="1580"/>
                </a:lnTo>
                <a:lnTo>
                  <a:pt x="4444" y="1609"/>
                </a:lnTo>
                <a:lnTo>
                  <a:pt x="4271" y="1640"/>
                </a:lnTo>
                <a:close/>
                <a:moveTo>
                  <a:pt x="3760" y="1727"/>
                </a:moveTo>
                <a:lnTo>
                  <a:pt x="3760" y="1727"/>
                </a:lnTo>
                <a:lnTo>
                  <a:pt x="3760" y="2310"/>
                </a:lnTo>
                <a:lnTo>
                  <a:pt x="3920" y="2290"/>
                </a:lnTo>
                <a:lnTo>
                  <a:pt x="4084" y="2269"/>
                </a:lnTo>
                <a:lnTo>
                  <a:pt x="4084" y="1670"/>
                </a:lnTo>
                <a:lnTo>
                  <a:pt x="3920" y="1699"/>
                </a:lnTo>
                <a:lnTo>
                  <a:pt x="3760" y="1727"/>
                </a:lnTo>
                <a:close/>
                <a:moveTo>
                  <a:pt x="4271" y="2459"/>
                </a:moveTo>
                <a:lnTo>
                  <a:pt x="4271" y="2459"/>
                </a:lnTo>
                <a:lnTo>
                  <a:pt x="4271" y="3066"/>
                </a:lnTo>
                <a:lnTo>
                  <a:pt x="4444" y="3055"/>
                </a:lnTo>
                <a:lnTo>
                  <a:pt x="4622" y="3044"/>
                </a:lnTo>
                <a:lnTo>
                  <a:pt x="4622" y="2421"/>
                </a:lnTo>
                <a:lnTo>
                  <a:pt x="4444" y="2440"/>
                </a:lnTo>
                <a:lnTo>
                  <a:pt x="4271" y="2459"/>
                </a:lnTo>
                <a:close/>
                <a:moveTo>
                  <a:pt x="3760" y="2515"/>
                </a:moveTo>
                <a:lnTo>
                  <a:pt x="3760" y="2515"/>
                </a:lnTo>
                <a:lnTo>
                  <a:pt x="3760" y="3098"/>
                </a:lnTo>
                <a:lnTo>
                  <a:pt x="3920" y="3087"/>
                </a:lnTo>
                <a:lnTo>
                  <a:pt x="4084" y="3078"/>
                </a:lnTo>
                <a:lnTo>
                  <a:pt x="4084" y="2479"/>
                </a:lnTo>
                <a:lnTo>
                  <a:pt x="3920" y="2497"/>
                </a:lnTo>
                <a:lnTo>
                  <a:pt x="3760" y="2515"/>
                </a:lnTo>
                <a:close/>
                <a:moveTo>
                  <a:pt x="4271" y="3279"/>
                </a:moveTo>
                <a:lnTo>
                  <a:pt x="4271" y="3279"/>
                </a:lnTo>
                <a:lnTo>
                  <a:pt x="4271" y="3886"/>
                </a:lnTo>
                <a:lnTo>
                  <a:pt x="4444" y="3886"/>
                </a:lnTo>
                <a:lnTo>
                  <a:pt x="4622" y="3886"/>
                </a:lnTo>
                <a:lnTo>
                  <a:pt x="4622" y="3262"/>
                </a:lnTo>
                <a:lnTo>
                  <a:pt x="4444" y="3270"/>
                </a:lnTo>
                <a:lnTo>
                  <a:pt x="4271" y="3279"/>
                </a:lnTo>
                <a:close/>
                <a:moveTo>
                  <a:pt x="918" y="4350"/>
                </a:moveTo>
                <a:lnTo>
                  <a:pt x="918" y="4350"/>
                </a:lnTo>
                <a:lnTo>
                  <a:pt x="918" y="4933"/>
                </a:lnTo>
                <a:lnTo>
                  <a:pt x="1077" y="4933"/>
                </a:lnTo>
                <a:lnTo>
                  <a:pt x="1241" y="4933"/>
                </a:lnTo>
                <a:lnTo>
                  <a:pt x="1241" y="4334"/>
                </a:lnTo>
                <a:lnTo>
                  <a:pt x="1077" y="4343"/>
                </a:lnTo>
                <a:lnTo>
                  <a:pt x="918" y="4350"/>
                </a:lnTo>
                <a:close/>
                <a:moveTo>
                  <a:pt x="1429" y="1866"/>
                </a:moveTo>
                <a:lnTo>
                  <a:pt x="1429" y="1866"/>
                </a:lnTo>
                <a:lnTo>
                  <a:pt x="1429" y="2473"/>
                </a:lnTo>
                <a:lnTo>
                  <a:pt x="1601" y="2441"/>
                </a:lnTo>
                <a:lnTo>
                  <a:pt x="1780" y="2407"/>
                </a:lnTo>
                <a:lnTo>
                  <a:pt x="1780" y="1784"/>
                </a:lnTo>
                <a:lnTo>
                  <a:pt x="1601" y="1825"/>
                </a:lnTo>
                <a:lnTo>
                  <a:pt x="1429" y="1866"/>
                </a:lnTo>
                <a:close/>
                <a:moveTo>
                  <a:pt x="918" y="1986"/>
                </a:moveTo>
                <a:lnTo>
                  <a:pt x="918" y="1986"/>
                </a:lnTo>
                <a:lnTo>
                  <a:pt x="918" y="2569"/>
                </a:lnTo>
                <a:lnTo>
                  <a:pt x="1077" y="2539"/>
                </a:lnTo>
                <a:lnTo>
                  <a:pt x="1241" y="2509"/>
                </a:lnTo>
                <a:lnTo>
                  <a:pt x="1241" y="1909"/>
                </a:lnTo>
                <a:lnTo>
                  <a:pt x="1077" y="1948"/>
                </a:lnTo>
                <a:lnTo>
                  <a:pt x="918" y="1986"/>
                </a:lnTo>
                <a:close/>
                <a:moveTo>
                  <a:pt x="1429" y="2686"/>
                </a:moveTo>
                <a:lnTo>
                  <a:pt x="1429" y="2686"/>
                </a:lnTo>
                <a:lnTo>
                  <a:pt x="1429" y="3293"/>
                </a:lnTo>
                <a:lnTo>
                  <a:pt x="1601" y="3272"/>
                </a:lnTo>
                <a:lnTo>
                  <a:pt x="1780" y="3249"/>
                </a:lnTo>
                <a:lnTo>
                  <a:pt x="1780" y="2626"/>
                </a:lnTo>
                <a:lnTo>
                  <a:pt x="1601" y="2656"/>
                </a:lnTo>
                <a:lnTo>
                  <a:pt x="1429" y="2686"/>
                </a:lnTo>
                <a:close/>
                <a:moveTo>
                  <a:pt x="918" y="2773"/>
                </a:moveTo>
                <a:lnTo>
                  <a:pt x="918" y="2773"/>
                </a:lnTo>
                <a:lnTo>
                  <a:pt x="918" y="3357"/>
                </a:lnTo>
                <a:lnTo>
                  <a:pt x="1077" y="3337"/>
                </a:lnTo>
                <a:lnTo>
                  <a:pt x="1241" y="3316"/>
                </a:lnTo>
                <a:lnTo>
                  <a:pt x="1241" y="2718"/>
                </a:lnTo>
                <a:lnTo>
                  <a:pt x="1077" y="2746"/>
                </a:lnTo>
                <a:lnTo>
                  <a:pt x="918" y="2773"/>
                </a:lnTo>
                <a:close/>
                <a:moveTo>
                  <a:pt x="1429" y="3507"/>
                </a:moveTo>
                <a:lnTo>
                  <a:pt x="1429" y="3507"/>
                </a:lnTo>
                <a:lnTo>
                  <a:pt x="1429" y="4113"/>
                </a:lnTo>
                <a:lnTo>
                  <a:pt x="1601" y="4103"/>
                </a:lnTo>
                <a:lnTo>
                  <a:pt x="1780" y="4091"/>
                </a:lnTo>
                <a:lnTo>
                  <a:pt x="1780" y="3468"/>
                </a:lnTo>
                <a:lnTo>
                  <a:pt x="1601" y="3488"/>
                </a:lnTo>
                <a:lnTo>
                  <a:pt x="1429" y="3507"/>
                </a:lnTo>
                <a:close/>
                <a:moveTo>
                  <a:pt x="918" y="3562"/>
                </a:moveTo>
                <a:lnTo>
                  <a:pt x="918" y="3562"/>
                </a:lnTo>
                <a:lnTo>
                  <a:pt x="918" y="4145"/>
                </a:lnTo>
                <a:lnTo>
                  <a:pt x="1077" y="4135"/>
                </a:lnTo>
                <a:lnTo>
                  <a:pt x="1241" y="4125"/>
                </a:lnTo>
                <a:lnTo>
                  <a:pt x="1241" y="3527"/>
                </a:lnTo>
                <a:lnTo>
                  <a:pt x="1077" y="3544"/>
                </a:lnTo>
                <a:lnTo>
                  <a:pt x="918" y="3562"/>
                </a:lnTo>
                <a:close/>
                <a:moveTo>
                  <a:pt x="1429" y="4326"/>
                </a:moveTo>
                <a:lnTo>
                  <a:pt x="1429" y="4326"/>
                </a:lnTo>
                <a:lnTo>
                  <a:pt x="1429" y="4933"/>
                </a:lnTo>
                <a:lnTo>
                  <a:pt x="1601" y="4933"/>
                </a:lnTo>
                <a:lnTo>
                  <a:pt x="1780" y="4933"/>
                </a:lnTo>
                <a:lnTo>
                  <a:pt x="1780" y="4309"/>
                </a:lnTo>
                <a:lnTo>
                  <a:pt x="1601" y="4318"/>
                </a:lnTo>
                <a:lnTo>
                  <a:pt x="1429" y="432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0000"/>
              </a:solidFill>
              <a:ea typeface="幼圆"/>
            </a:endParaRPr>
          </a:p>
        </p:txBody>
      </p:sp>
      <p:sp>
        <p:nvSpPr>
          <p:cNvPr id="16" name="KSO_Shape"/>
          <p:cNvSpPr>
            <a:spLocks/>
          </p:cNvSpPr>
          <p:nvPr/>
        </p:nvSpPr>
        <p:spPr bwMode="auto">
          <a:xfrm>
            <a:off x="7003876" y="3103505"/>
            <a:ext cx="952500" cy="766763"/>
          </a:xfrm>
          <a:custGeom>
            <a:avLst/>
            <a:gdLst>
              <a:gd name="T0" fmla="*/ 913166 w 4940"/>
              <a:gd name="T1" fmla="*/ 216832 h 3973"/>
              <a:gd name="T2" fmla="*/ 832184 w 4940"/>
              <a:gd name="T3" fmla="*/ 139667 h 3973"/>
              <a:gd name="T4" fmla="*/ 750431 w 4940"/>
              <a:gd name="T5" fmla="*/ 81408 h 3973"/>
              <a:gd name="T6" fmla="*/ 668293 w 4940"/>
              <a:gd name="T7" fmla="*/ 40897 h 3973"/>
              <a:gd name="T8" fmla="*/ 586925 w 4940"/>
              <a:gd name="T9" fmla="*/ 14661 h 3973"/>
              <a:gd name="T10" fmla="*/ 506715 w 4940"/>
              <a:gd name="T11" fmla="*/ 2315 h 3973"/>
              <a:gd name="T12" fmla="*/ 429203 w 4940"/>
              <a:gd name="T13" fmla="*/ 772 h 3973"/>
              <a:gd name="T14" fmla="*/ 354777 w 4940"/>
              <a:gd name="T15" fmla="*/ 8102 h 3973"/>
              <a:gd name="T16" fmla="*/ 285364 w 4940"/>
              <a:gd name="T17" fmla="*/ 22763 h 3973"/>
              <a:gd name="T18" fmla="*/ 220965 w 4940"/>
              <a:gd name="T19" fmla="*/ 42826 h 3973"/>
              <a:gd name="T20" fmla="*/ 136898 w 4940"/>
              <a:gd name="T21" fmla="*/ 77164 h 3973"/>
              <a:gd name="T22" fmla="*/ 52060 w 4940"/>
              <a:gd name="T23" fmla="*/ 123077 h 3973"/>
              <a:gd name="T24" fmla="*/ 0 w 4940"/>
              <a:gd name="T25" fmla="*/ 158573 h 3973"/>
              <a:gd name="T26" fmla="*/ 23523 w 4940"/>
              <a:gd name="T27" fmla="*/ 1411336 h 3973"/>
              <a:gd name="T28" fmla="*/ 90237 w 4940"/>
              <a:gd name="T29" fmla="*/ 1371211 h 3973"/>
              <a:gd name="T30" fmla="*/ 191271 w 4940"/>
              <a:gd name="T31" fmla="*/ 1323755 h 3973"/>
              <a:gd name="T32" fmla="*/ 252200 w 4940"/>
              <a:gd name="T33" fmla="*/ 1302149 h 3973"/>
              <a:gd name="T34" fmla="*/ 319300 w 4940"/>
              <a:gd name="T35" fmla="*/ 1284787 h 3973"/>
              <a:gd name="T36" fmla="*/ 391798 w 4940"/>
              <a:gd name="T37" fmla="*/ 1273212 h 3973"/>
              <a:gd name="T38" fmla="*/ 467381 w 4940"/>
              <a:gd name="T39" fmla="*/ 1270511 h 3973"/>
              <a:gd name="T40" fmla="*/ 546434 w 4940"/>
              <a:gd name="T41" fmla="*/ 1277070 h 3973"/>
              <a:gd name="T42" fmla="*/ 627802 w 4940"/>
              <a:gd name="T43" fmla="*/ 1295975 h 3973"/>
              <a:gd name="T44" fmla="*/ 709555 w 4940"/>
              <a:gd name="T45" fmla="*/ 1329156 h 3973"/>
              <a:gd name="T46" fmla="*/ 791693 w 4940"/>
              <a:gd name="T47" fmla="*/ 1378155 h 3973"/>
              <a:gd name="T48" fmla="*/ 873061 w 4940"/>
              <a:gd name="T49" fmla="*/ 1445288 h 3973"/>
              <a:gd name="T50" fmla="*/ 952500 w 4940"/>
              <a:gd name="T51" fmla="*/ 1532870 h 3973"/>
              <a:gd name="T52" fmla="*/ 1011887 w 4940"/>
              <a:gd name="T53" fmla="*/ 1465351 h 3973"/>
              <a:gd name="T54" fmla="*/ 1092868 w 4940"/>
              <a:gd name="T55" fmla="*/ 1393588 h 3973"/>
              <a:gd name="T56" fmla="*/ 1175007 w 4940"/>
              <a:gd name="T57" fmla="*/ 1339959 h 3973"/>
              <a:gd name="T58" fmla="*/ 1256760 w 4940"/>
              <a:gd name="T59" fmla="*/ 1302920 h 3973"/>
              <a:gd name="T60" fmla="*/ 1338128 w 4940"/>
              <a:gd name="T61" fmla="*/ 1280928 h 3973"/>
              <a:gd name="T62" fmla="*/ 1417952 w 4940"/>
              <a:gd name="T63" fmla="*/ 1270897 h 3973"/>
              <a:gd name="T64" fmla="*/ 1494692 w 4940"/>
              <a:gd name="T65" fmla="*/ 1271669 h 3973"/>
              <a:gd name="T66" fmla="*/ 1567962 w 4940"/>
              <a:gd name="T67" fmla="*/ 1281314 h 3973"/>
              <a:gd name="T68" fmla="*/ 1635832 w 4940"/>
              <a:gd name="T69" fmla="*/ 1297519 h 3973"/>
              <a:gd name="T70" fmla="*/ 1698689 w 4940"/>
              <a:gd name="T71" fmla="*/ 1318353 h 3973"/>
              <a:gd name="T72" fmla="*/ 1792397 w 4940"/>
              <a:gd name="T73" fmla="*/ 1359250 h 3973"/>
              <a:gd name="T74" fmla="*/ 1868365 w 4940"/>
              <a:gd name="T75" fmla="*/ 1402848 h 3973"/>
              <a:gd name="T76" fmla="*/ 1905000 w 4940"/>
              <a:gd name="T77" fmla="*/ 158573 h 3973"/>
              <a:gd name="T78" fmla="*/ 1868365 w 4940"/>
              <a:gd name="T79" fmla="*/ 133109 h 3973"/>
              <a:gd name="T80" fmla="*/ 1792397 w 4940"/>
              <a:gd name="T81" fmla="*/ 89511 h 3973"/>
              <a:gd name="T82" fmla="*/ 1698689 w 4940"/>
              <a:gd name="T83" fmla="*/ 47842 h 3973"/>
              <a:gd name="T84" fmla="*/ 1635832 w 4940"/>
              <a:gd name="T85" fmla="*/ 27393 h 3973"/>
              <a:gd name="T86" fmla="*/ 1567962 w 4940"/>
              <a:gd name="T87" fmla="*/ 11575 h 3973"/>
              <a:gd name="T88" fmla="*/ 1494692 w 4940"/>
              <a:gd name="T89" fmla="*/ 1929 h 3973"/>
              <a:gd name="T90" fmla="*/ 1417952 w 4940"/>
              <a:gd name="T91" fmla="*/ 1157 h 3973"/>
              <a:gd name="T92" fmla="*/ 1338128 w 4940"/>
              <a:gd name="T93" fmla="*/ 10417 h 3973"/>
              <a:gd name="T94" fmla="*/ 1256760 w 4940"/>
              <a:gd name="T95" fmla="*/ 33181 h 3973"/>
              <a:gd name="T96" fmla="*/ 1175007 w 4940"/>
              <a:gd name="T97" fmla="*/ 70220 h 3973"/>
              <a:gd name="T98" fmla="*/ 1092868 w 4940"/>
              <a:gd name="T99" fmla="*/ 123463 h 3973"/>
              <a:gd name="T100" fmla="*/ 1011887 w 4940"/>
              <a:gd name="T101" fmla="*/ 195612 h 3973"/>
              <a:gd name="T102" fmla="*/ 952500 w 4940"/>
              <a:gd name="T103" fmla="*/ 262745 h 3973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4940" h="3973">
                <a:moveTo>
                  <a:pt x="2470" y="681"/>
                </a:moveTo>
                <a:lnTo>
                  <a:pt x="2470" y="681"/>
                </a:lnTo>
                <a:lnTo>
                  <a:pt x="2419" y="619"/>
                </a:lnTo>
                <a:lnTo>
                  <a:pt x="2368" y="562"/>
                </a:lnTo>
                <a:lnTo>
                  <a:pt x="2315" y="507"/>
                </a:lnTo>
                <a:lnTo>
                  <a:pt x="2264" y="455"/>
                </a:lnTo>
                <a:lnTo>
                  <a:pt x="2211" y="407"/>
                </a:lnTo>
                <a:lnTo>
                  <a:pt x="2158" y="362"/>
                </a:lnTo>
                <a:lnTo>
                  <a:pt x="2106" y="320"/>
                </a:lnTo>
                <a:lnTo>
                  <a:pt x="2053" y="281"/>
                </a:lnTo>
                <a:lnTo>
                  <a:pt x="2000" y="244"/>
                </a:lnTo>
                <a:lnTo>
                  <a:pt x="1946" y="211"/>
                </a:lnTo>
                <a:lnTo>
                  <a:pt x="1894" y="182"/>
                </a:lnTo>
                <a:lnTo>
                  <a:pt x="1840" y="154"/>
                </a:lnTo>
                <a:lnTo>
                  <a:pt x="1787" y="128"/>
                </a:lnTo>
                <a:lnTo>
                  <a:pt x="1733" y="106"/>
                </a:lnTo>
                <a:lnTo>
                  <a:pt x="1680" y="86"/>
                </a:lnTo>
                <a:lnTo>
                  <a:pt x="1628" y="68"/>
                </a:lnTo>
                <a:lnTo>
                  <a:pt x="1575" y="52"/>
                </a:lnTo>
                <a:lnTo>
                  <a:pt x="1522" y="38"/>
                </a:lnTo>
                <a:lnTo>
                  <a:pt x="1469" y="27"/>
                </a:lnTo>
                <a:lnTo>
                  <a:pt x="1417" y="19"/>
                </a:lnTo>
                <a:lnTo>
                  <a:pt x="1365" y="11"/>
                </a:lnTo>
                <a:lnTo>
                  <a:pt x="1314" y="6"/>
                </a:lnTo>
                <a:lnTo>
                  <a:pt x="1264" y="3"/>
                </a:lnTo>
                <a:lnTo>
                  <a:pt x="1212" y="0"/>
                </a:lnTo>
                <a:lnTo>
                  <a:pt x="1163" y="0"/>
                </a:lnTo>
                <a:lnTo>
                  <a:pt x="1113" y="2"/>
                </a:lnTo>
                <a:lnTo>
                  <a:pt x="1064" y="5"/>
                </a:lnTo>
                <a:lnTo>
                  <a:pt x="1016" y="9"/>
                </a:lnTo>
                <a:lnTo>
                  <a:pt x="968" y="15"/>
                </a:lnTo>
                <a:lnTo>
                  <a:pt x="920" y="21"/>
                </a:lnTo>
                <a:lnTo>
                  <a:pt x="875" y="30"/>
                </a:lnTo>
                <a:lnTo>
                  <a:pt x="828" y="38"/>
                </a:lnTo>
                <a:lnTo>
                  <a:pt x="784" y="48"/>
                </a:lnTo>
                <a:lnTo>
                  <a:pt x="740" y="59"/>
                </a:lnTo>
                <a:lnTo>
                  <a:pt x="697" y="71"/>
                </a:lnTo>
                <a:lnTo>
                  <a:pt x="654" y="84"/>
                </a:lnTo>
                <a:lnTo>
                  <a:pt x="614" y="96"/>
                </a:lnTo>
                <a:lnTo>
                  <a:pt x="573" y="111"/>
                </a:lnTo>
                <a:lnTo>
                  <a:pt x="534" y="124"/>
                </a:lnTo>
                <a:lnTo>
                  <a:pt x="496" y="139"/>
                </a:lnTo>
                <a:lnTo>
                  <a:pt x="423" y="169"/>
                </a:lnTo>
                <a:lnTo>
                  <a:pt x="355" y="200"/>
                </a:lnTo>
                <a:lnTo>
                  <a:pt x="292" y="232"/>
                </a:lnTo>
                <a:lnTo>
                  <a:pt x="234" y="263"/>
                </a:lnTo>
                <a:lnTo>
                  <a:pt x="181" y="292"/>
                </a:lnTo>
                <a:lnTo>
                  <a:pt x="135" y="319"/>
                </a:lnTo>
                <a:lnTo>
                  <a:pt x="95" y="345"/>
                </a:lnTo>
                <a:lnTo>
                  <a:pt x="61" y="367"/>
                </a:lnTo>
                <a:lnTo>
                  <a:pt x="16" y="399"/>
                </a:lnTo>
                <a:lnTo>
                  <a:pt x="0" y="411"/>
                </a:lnTo>
                <a:lnTo>
                  <a:pt x="0" y="3702"/>
                </a:lnTo>
                <a:lnTo>
                  <a:pt x="16" y="3690"/>
                </a:lnTo>
                <a:lnTo>
                  <a:pt x="61" y="3658"/>
                </a:lnTo>
                <a:lnTo>
                  <a:pt x="95" y="3636"/>
                </a:lnTo>
                <a:lnTo>
                  <a:pt x="135" y="3612"/>
                </a:lnTo>
                <a:lnTo>
                  <a:pt x="181" y="3583"/>
                </a:lnTo>
                <a:lnTo>
                  <a:pt x="234" y="3554"/>
                </a:lnTo>
                <a:lnTo>
                  <a:pt x="292" y="3523"/>
                </a:lnTo>
                <a:lnTo>
                  <a:pt x="355" y="3493"/>
                </a:lnTo>
                <a:lnTo>
                  <a:pt x="423" y="3461"/>
                </a:lnTo>
                <a:lnTo>
                  <a:pt x="496" y="3431"/>
                </a:lnTo>
                <a:lnTo>
                  <a:pt x="534" y="3417"/>
                </a:lnTo>
                <a:lnTo>
                  <a:pt x="573" y="3402"/>
                </a:lnTo>
                <a:lnTo>
                  <a:pt x="614" y="3388"/>
                </a:lnTo>
                <a:lnTo>
                  <a:pt x="654" y="3375"/>
                </a:lnTo>
                <a:lnTo>
                  <a:pt x="697" y="3363"/>
                </a:lnTo>
                <a:lnTo>
                  <a:pt x="740" y="3350"/>
                </a:lnTo>
                <a:lnTo>
                  <a:pt x="784" y="3339"/>
                </a:lnTo>
                <a:lnTo>
                  <a:pt x="828" y="3330"/>
                </a:lnTo>
                <a:lnTo>
                  <a:pt x="875" y="3321"/>
                </a:lnTo>
                <a:lnTo>
                  <a:pt x="920" y="3312"/>
                </a:lnTo>
                <a:lnTo>
                  <a:pt x="968" y="3306"/>
                </a:lnTo>
                <a:lnTo>
                  <a:pt x="1016" y="3300"/>
                </a:lnTo>
                <a:lnTo>
                  <a:pt x="1064" y="3296"/>
                </a:lnTo>
                <a:lnTo>
                  <a:pt x="1113" y="3294"/>
                </a:lnTo>
                <a:lnTo>
                  <a:pt x="1163" y="3292"/>
                </a:lnTo>
                <a:lnTo>
                  <a:pt x="1212" y="3293"/>
                </a:lnTo>
                <a:lnTo>
                  <a:pt x="1264" y="3294"/>
                </a:lnTo>
                <a:lnTo>
                  <a:pt x="1314" y="3298"/>
                </a:lnTo>
                <a:lnTo>
                  <a:pt x="1365" y="3303"/>
                </a:lnTo>
                <a:lnTo>
                  <a:pt x="1417" y="3310"/>
                </a:lnTo>
                <a:lnTo>
                  <a:pt x="1469" y="3320"/>
                </a:lnTo>
                <a:lnTo>
                  <a:pt x="1522" y="3331"/>
                </a:lnTo>
                <a:lnTo>
                  <a:pt x="1575" y="3344"/>
                </a:lnTo>
                <a:lnTo>
                  <a:pt x="1628" y="3359"/>
                </a:lnTo>
                <a:lnTo>
                  <a:pt x="1680" y="3377"/>
                </a:lnTo>
                <a:lnTo>
                  <a:pt x="1733" y="3397"/>
                </a:lnTo>
                <a:lnTo>
                  <a:pt x="1787" y="3420"/>
                </a:lnTo>
                <a:lnTo>
                  <a:pt x="1840" y="3445"/>
                </a:lnTo>
                <a:lnTo>
                  <a:pt x="1894" y="3473"/>
                </a:lnTo>
                <a:lnTo>
                  <a:pt x="1946" y="3504"/>
                </a:lnTo>
                <a:lnTo>
                  <a:pt x="2000" y="3537"/>
                </a:lnTo>
                <a:lnTo>
                  <a:pt x="2053" y="3572"/>
                </a:lnTo>
                <a:lnTo>
                  <a:pt x="2106" y="3612"/>
                </a:lnTo>
                <a:lnTo>
                  <a:pt x="2158" y="3653"/>
                </a:lnTo>
                <a:lnTo>
                  <a:pt x="2211" y="3699"/>
                </a:lnTo>
                <a:lnTo>
                  <a:pt x="2264" y="3746"/>
                </a:lnTo>
                <a:lnTo>
                  <a:pt x="2315" y="3798"/>
                </a:lnTo>
                <a:lnTo>
                  <a:pt x="2368" y="3853"/>
                </a:lnTo>
                <a:lnTo>
                  <a:pt x="2419" y="3911"/>
                </a:lnTo>
                <a:lnTo>
                  <a:pt x="2470" y="3973"/>
                </a:lnTo>
                <a:lnTo>
                  <a:pt x="2521" y="3911"/>
                </a:lnTo>
                <a:lnTo>
                  <a:pt x="2573" y="3853"/>
                </a:lnTo>
                <a:lnTo>
                  <a:pt x="2624" y="3798"/>
                </a:lnTo>
                <a:lnTo>
                  <a:pt x="2676" y="3746"/>
                </a:lnTo>
                <a:lnTo>
                  <a:pt x="2728" y="3699"/>
                </a:lnTo>
                <a:lnTo>
                  <a:pt x="2781" y="3653"/>
                </a:lnTo>
                <a:lnTo>
                  <a:pt x="2834" y="3612"/>
                </a:lnTo>
                <a:lnTo>
                  <a:pt x="2886" y="3572"/>
                </a:lnTo>
                <a:lnTo>
                  <a:pt x="2940" y="3537"/>
                </a:lnTo>
                <a:lnTo>
                  <a:pt x="2993" y="3504"/>
                </a:lnTo>
                <a:lnTo>
                  <a:pt x="3047" y="3473"/>
                </a:lnTo>
                <a:lnTo>
                  <a:pt x="3100" y="3445"/>
                </a:lnTo>
                <a:lnTo>
                  <a:pt x="3154" y="3420"/>
                </a:lnTo>
                <a:lnTo>
                  <a:pt x="3206" y="3397"/>
                </a:lnTo>
                <a:lnTo>
                  <a:pt x="3259" y="3377"/>
                </a:lnTo>
                <a:lnTo>
                  <a:pt x="3313" y="3359"/>
                </a:lnTo>
                <a:lnTo>
                  <a:pt x="3366" y="3344"/>
                </a:lnTo>
                <a:lnTo>
                  <a:pt x="3418" y="3331"/>
                </a:lnTo>
                <a:lnTo>
                  <a:pt x="3470" y="3320"/>
                </a:lnTo>
                <a:lnTo>
                  <a:pt x="3523" y="3310"/>
                </a:lnTo>
                <a:lnTo>
                  <a:pt x="3574" y="3303"/>
                </a:lnTo>
                <a:lnTo>
                  <a:pt x="3626" y="3298"/>
                </a:lnTo>
                <a:lnTo>
                  <a:pt x="3677" y="3294"/>
                </a:lnTo>
                <a:lnTo>
                  <a:pt x="3727" y="3293"/>
                </a:lnTo>
                <a:lnTo>
                  <a:pt x="3778" y="3292"/>
                </a:lnTo>
                <a:lnTo>
                  <a:pt x="3827" y="3294"/>
                </a:lnTo>
                <a:lnTo>
                  <a:pt x="3876" y="3296"/>
                </a:lnTo>
                <a:lnTo>
                  <a:pt x="3925" y="3300"/>
                </a:lnTo>
                <a:lnTo>
                  <a:pt x="3973" y="3306"/>
                </a:lnTo>
                <a:lnTo>
                  <a:pt x="4019" y="3312"/>
                </a:lnTo>
                <a:lnTo>
                  <a:pt x="4066" y="3321"/>
                </a:lnTo>
                <a:lnTo>
                  <a:pt x="4111" y="3330"/>
                </a:lnTo>
                <a:lnTo>
                  <a:pt x="4155" y="3339"/>
                </a:lnTo>
                <a:lnTo>
                  <a:pt x="4199" y="3350"/>
                </a:lnTo>
                <a:lnTo>
                  <a:pt x="4242" y="3363"/>
                </a:lnTo>
                <a:lnTo>
                  <a:pt x="4285" y="3375"/>
                </a:lnTo>
                <a:lnTo>
                  <a:pt x="4327" y="3388"/>
                </a:lnTo>
                <a:lnTo>
                  <a:pt x="4366" y="3402"/>
                </a:lnTo>
                <a:lnTo>
                  <a:pt x="4405" y="3417"/>
                </a:lnTo>
                <a:lnTo>
                  <a:pt x="4444" y="3431"/>
                </a:lnTo>
                <a:lnTo>
                  <a:pt x="4517" y="3461"/>
                </a:lnTo>
                <a:lnTo>
                  <a:pt x="4585" y="3493"/>
                </a:lnTo>
                <a:lnTo>
                  <a:pt x="4648" y="3523"/>
                </a:lnTo>
                <a:lnTo>
                  <a:pt x="4707" y="3554"/>
                </a:lnTo>
                <a:lnTo>
                  <a:pt x="4758" y="3583"/>
                </a:lnTo>
                <a:lnTo>
                  <a:pt x="4805" y="3612"/>
                </a:lnTo>
                <a:lnTo>
                  <a:pt x="4845" y="3636"/>
                </a:lnTo>
                <a:lnTo>
                  <a:pt x="4878" y="3658"/>
                </a:lnTo>
                <a:lnTo>
                  <a:pt x="4924" y="3690"/>
                </a:lnTo>
                <a:lnTo>
                  <a:pt x="4940" y="3702"/>
                </a:lnTo>
                <a:lnTo>
                  <a:pt x="4940" y="411"/>
                </a:lnTo>
                <a:lnTo>
                  <a:pt x="4924" y="399"/>
                </a:lnTo>
                <a:lnTo>
                  <a:pt x="4878" y="367"/>
                </a:lnTo>
                <a:lnTo>
                  <a:pt x="4845" y="345"/>
                </a:lnTo>
                <a:lnTo>
                  <a:pt x="4805" y="319"/>
                </a:lnTo>
                <a:lnTo>
                  <a:pt x="4758" y="292"/>
                </a:lnTo>
                <a:lnTo>
                  <a:pt x="4707" y="263"/>
                </a:lnTo>
                <a:lnTo>
                  <a:pt x="4648" y="232"/>
                </a:lnTo>
                <a:lnTo>
                  <a:pt x="4585" y="200"/>
                </a:lnTo>
                <a:lnTo>
                  <a:pt x="4517" y="169"/>
                </a:lnTo>
                <a:lnTo>
                  <a:pt x="4444" y="139"/>
                </a:lnTo>
                <a:lnTo>
                  <a:pt x="4405" y="124"/>
                </a:lnTo>
                <a:lnTo>
                  <a:pt x="4366" y="111"/>
                </a:lnTo>
                <a:lnTo>
                  <a:pt x="4327" y="96"/>
                </a:lnTo>
                <a:lnTo>
                  <a:pt x="4285" y="84"/>
                </a:lnTo>
                <a:lnTo>
                  <a:pt x="4242" y="71"/>
                </a:lnTo>
                <a:lnTo>
                  <a:pt x="4199" y="59"/>
                </a:lnTo>
                <a:lnTo>
                  <a:pt x="4155" y="48"/>
                </a:lnTo>
                <a:lnTo>
                  <a:pt x="4111" y="38"/>
                </a:lnTo>
                <a:lnTo>
                  <a:pt x="4066" y="30"/>
                </a:lnTo>
                <a:lnTo>
                  <a:pt x="4019" y="21"/>
                </a:lnTo>
                <a:lnTo>
                  <a:pt x="3973" y="15"/>
                </a:lnTo>
                <a:lnTo>
                  <a:pt x="3925" y="9"/>
                </a:lnTo>
                <a:lnTo>
                  <a:pt x="3876" y="5"/>
                </a:lnTo>
                <a:lnTo>
                  <a:pt x="3827" y="2"/>
                </a:lnTo>
                <a:lnTo>
                  <a:pt x="3778" y="0"/>
                </a:lnTo>
                <a:lnTo>
                  <a:pt x="3727" y="0"/>
                </a:lnTo>
                <a:lnTo>
                  <a:pt x="3677" y="3"/>
                </a:lnTo>
                <a:lnTo>
                  <a:pt x="3626" y="6"/>
                </a:lnTo>
                <a:lnTo>
                  <a:pt x="3574" y="11"/>
                </a:lnTo>
                <a:lnTo>
                  <a:pt x="3523" y="19"/>
                </a:lnTo>
                <a:lnTo>
                  <a:pt x="3470" y="27"/>
                </a:lnTo>
                <a:lnTo>
                  <a:pt x="3418" y="38"/>
                </a:lnTo>
                <a:lnTo>
                  <a:pt x="3366" y="52"/>
                </a:lnTo>
                <a:lnTo>
                  <a:pt x="3313" y="68"/>
                </a:lnTo>
                <a:lnTo>
                  <a:pt x="3259" y="86"/>
                </a:lnTo>
                <a:lnTo>
                  <a:pt x="3206" y="106"/>
                </a:lnTo>
                <a:lnTo>
                  <a:pt x="3154" y="128"/>
                </a:lnTo>
                <a:lnTo>
                  <a:pt x="3100" y="154"/>
                </a:lnTo>
                <a:lnTo>
                  <a:pt x="3047" y="182"/>
                </a:lnTo>
                <a:lnTo>
                  <a:pt x="2993" y="211"/>
                </a:lnTo>
                <a:lnTo>
                  <a:pt x="2940" y="244"/>
                </a:lnTo>
                <a:lnTo>
                  <a:pt x="2886" y="281"/>
                </a:lnTo>
                <a:lnTo>
                  <a:pt x="2834" y="320"/>
                </a:lnTo>
                <a:lnTo>
                  <a:pt x="2781" y="362"/>
                </a:lnTo>
                <a:lnTo>
                  <a:pt x="2728" y="407"/>
                </a:lnTo>
                <a:lnTo>
                  <a:pt x="2676" y="455"/>
                </a:lnTo>
                <a:lnTo>
                  <a:pt x="2624" y="507"/>
                </a:lnTo>
                <a:lnTo>
                  <a:pt x="2573" y="562"/>
                </a:lnTo>
                <a:lnTo>
                  <a:pt x="2521" y="619"/>
                </a:lnTo>
                <a:lnTo>
                  <a:pt x="2470" y="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幼圆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1680" y="1854044"/>
            <a:ext cx="5747395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月婴幼儿食品广告媒体占比前三位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134235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63529"/>
              </p:ext>
            </p:extLst>
          </p:nvPr>
        </p:nvGraphicFramePr>
        <p:xfrm>
          <a:off x="421316" y="1916831"/>
          <a:ext cx="8136904" cy="43138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74936"/>
                <a:gridCol w="2420656"/>
                <a:gridCol w="2420656"/>
                <a:gridCol w="2420656"/>
              </a:tblGrid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花费占比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旺旺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75.8%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50.0%</a:t>
                      </a:r>
                    </a:p>
                  </a:txBody>
                  <a:tcPr marL="9525" marR="9525" marT="9525" marB="0"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家得路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&gt;1000%</a:t>
                      </a:r>
                      <a:endParaRPr lang="en-US" altLang="zh-CN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贝因美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408.5%</a:t>
                      </a:r>
                    </a:p>
                  </a:txBody>
                  <a:tcPr marL="9525" marR="9525" marT="9525" marB="0"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喜宝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&gt;1000%</a:t>
                      </a:r>
                      <a:endParaRPr lang="en-US" altLang="zh-CN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彩贝乐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-34.7%</a:t>
                      </a:r>
                    </a:p>
                  </a:txBody>
                  <a:tcPr marL="9525" marR="9525" marT="9525" marB="0"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青援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卡木然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113.1%</a:t>
                      </a:r>
                    </a:p>
                  </a:txBody>
                  <a:tcPr marL="9525" marR="9525" marT="9525" marB="0"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AZIZ BOWAK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益利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-68.7%</a:t>
                      </a:r>
                    </a:p>
                  </a:txBody>
                  <a:tcPr marL="9525" marR="9525" marT="9525" marB="0" anchor="ctr"/>
                </a:tc>
              </a:tr>
              <a:tr h="39216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伊威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0.3%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-68.5%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395536" y="44624"/>
            <a:ext cx="7289969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婴幼儿食品广告花费榜单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按照花费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排序 </a:t>
            </a:r>
            <a:r>
              <a:rPr lang="zh-CN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0809" y="1412776"/>
            <a:ext cx="6264696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月婴幼儿食品广告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花费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10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299164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>
                <a:solidFill>
                  <a:schemeClr val="bg1"/>
                </a:solidFill>
                <a:latin typeface="Arial Black"/>
              </a:rPr>
              <a:t>孕妇及婴幼儿用品零售</a:t>
            </a: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服务</a:t>
            </a:r>
            <a:endParaRPr lang="en-US" altLang="zh-CN" b="1" dirty="0" smtClean="0">
              <a:solidFill>
                <a:schemeClr val="bg1"/>
              </a:solidFill>
              <a:latin typeface="Arial Black"/>
            </a:endParaRPr>
          </a:p>
          <a:p>
            <a:pPr lvl="0"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广告投放分析</a:t>
            </a:r>
            <a:endParaRPr lang="zh-CN" altLang="en-US" b="1" dirty="0">
              <a:solidFill>
                <a:schemeClr val="bg1"/>
              </a:solidFill>
              <a:latin typeface="Arial Black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29901">
            <a:off x="1691680" y="2492896"/>
            <a:ext cx="1296144" cy="169733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550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23528" y="157048"/>
            <a:ext cx="8340725" cy="1255728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</a:rPr>
              <a:t>花费趋势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</a:rPr>
              <a:t>：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  <a:p>
            <a:pPr lvl="0">
              <a:defRPr/>
            </a:pP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孕妇及婴幼儿用品零售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服务的广告费用同比降幅逐渐稳定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1680" y="1947996"/>
            <a:ext cx="5832648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月孕妇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及婴幼儿用品零售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服务广告花费月度同比增幅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4198574454"/>
              </p:ext>
            </p:extLst>
          </p:nvPr>
        </p:nvGraphicFramePr>
        <p:xfrm>
          <a:off x="467544" y="2533352"/>
          <a:ext cx="8208912" cy="3631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051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1404827364"/>
              </p:ext>
            </p:extLst>
          </p:nvPr>
        </p:nvGraphicFramePr>
        <p:xfrm>
          <a:off x="414589" y="1885280"/>
          <a:ext cx="8333875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91680" y="1619508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孕妇及婴幼儿用品零售服务品牌数量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23528" y="128014"/>
            <a:ext cx="7685803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品牌数量：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新增品牌数量过半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32031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520" y="157048"/>
            <a:ext cx="8419898" cy="1255728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媒介分布：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  <a:p>
            <a:pPr>
              <a:defRPr/>
            </a:pP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孕妇及婴幼儿用品零售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服务在电视、传统户外、电台的花费占比较大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8" name="MH_Text_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00844" y="4643916"/>
            <a:ext cx="701082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幼圆"/>
                <a:ea typeface="幼圆"/>
              </a:rPr>
              <a:t>  64.9%                 18.1%                  8.7%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9" name="MH_Text_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00844" y="4228746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b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电视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0" name="MH_Text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74541" y="4252989"/>
            <a:ext cx="1080145" cy="224229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传统传统户外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1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48239" y="4239742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电台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2" name="KSO_Shape"/>
          <p:cNvSpPr>
            <a:spLocks/>
          </p:cNvSpPr>
          <p:nvPr/>
        </p:nvSpPr>
        <p:spPr bwMode="auto">
          <a:xfrm>
            <a:off x="1315244" y="2692524"/>
            <a:ext cx="952500" cy="808484"/>
          </a:xfrm>
          <a:custGeom>
            <a:avLst/>
            <a:gdLst>
              <a:gd name="T0" fmla="*/ 1372823 w 5484"/>
              <a:gd name="T1" fmla="*/ 154929 h 5484"/>
              <a:gd name="T2" fmla="*/ 1427013 w 5484"/>
              <a:gd name="T3" fmla="*/ 95181 h 5484"/>
              <a:gd name="T4" fmla="*/ 1405476 w 5484"/>
              <a:gd name="T5" fmla="*/ 23274 h 5484"/>
              <a:gd name="T6" fmla="*/ 1333222 w 5484"/>
              <a:gd name="T7" fmla="*/ 1389 h 5484"/>
              <a:gd name="T8" fmla="*/ 1273126 w 5484"/>
              <a:gd name="T9" fmla="*/ 55580 h 5484"/>
              <a:gd name="T10" fmla="*/ 629789 w 5484"/>
              <a:gd name="T11" fmla="*/ 105949 h 5484"/>
              <a:gd name="T12" fmla="*/ 625274 w 5484"/>
              <a:gd name="T13" fmla="*/ 40990 h 5484"/>
              <a:gd name="T14" fmla="*/ 555451 w 5484"/>
              <a:gd name="T15" fmla="*/ 0 h 5484"/>
              <a:gd name="T16" fmla="*/ 489450 w 5484"/>
              <a:gd name="T17" fmla="*/ 34737 h 5484"/>
              <a:gd name="T18" fmla="*/ 482503 w 5484"/>
              <a:gd name="T19" fmla="*/ 110118 h 5484"/>
              <a:gd name="T20" fmla="*/ 547114 w 5484"/>
              <a:gd name="T21" fmla="*/ 158055 h 5484"/>
              <a:gd name="T22" fmla="*/ 134434 w 5484"/>
              <a:gd name="T23" fmla="*/ 477987 h 5484"/>
              <a:gd name="T24" fmla="*/ 57664 w 5484"/>
              <a:gd name="T25" fmla="*/ 512377 h 5484"/>
              <a:gd name="T26" fmla="*/ 9726 w 5484"/>
              <a:gd name="T27" fmla="*/ 579768 h 5484"/>
              <a:gd name="T28" fmla="*/ 695 w 5484"/>
              <a:gd name="T29" fmla="*/ 1762229 h 5484"/>
              <a:gd name="T30" fmla="*/ 31264 w 5484"/>
              <a:gd name="T31" fmla="*/ 1840736 h 5484"/>
              <a:gd name="T32" fmla="*/ 96917 w 5484"/>
              <a:gd name="T33" fmla="*/ 1892147 h 5484"/>
              <a:gd name="T34" fmla="*/ 1754240 w 5484"/>
              <a:gd name="T35" fmla="*/ 1904305 h 5484"/>
              <a:gd name="T36" fmla="*/ 1834830 w 5484"/>
              <a:gd name="T37" fmla="*/ 1877557 h 5484"/>
              <a:gd name="T38" fmla="*/ 1889368 w 5484"/>
              <a:gd name="T39" fmla="*/ 1814683 h 5484"/>
              <a:gd name="T40" fmla="*/ 1905000 w 5484"/>
              <a:gd name="T41" fmla="*/ 634653 h 5484"/>
              <a:gd name="T42" fmla="*/ 1881726 w 5484"/>
              <a:gd name="T43" fmla="*/ 552325 h 5484"/>
              <a:gd name="T44" fmla="*/ 1821630 w 5484"/>
              <a:gd name="T45" fmla="*/ 495008 h 5484"/>
              <a:gd name="T46" fmla="*/ 1428403 w 5484"/>
              <a:gd name="T47" fmla="*/ 1587153 h 5484"/>
              <a:gd name="T48" fmla="*/ 1409297 w 5484"/>
              <a:gd name="T49" fmla="*/ 1662533 h 5484"/>
              <a:gd name="T50" fmla="*/ 1351980 w 5484"/>
              <a:gd name="T51" fmla="*/ 1722976 h 5484"/>
              <a:gd name="T52" fmla="*/ 1269653 w 5484"/>
              <a:gd name="T53" fmla="*/ 1745903 h 5484"/>
              <a:gd name="T54" fmla="*/ 248720 w 5484"/>
              <a:gd name="T55" fmla="*/ 1730271 h 5484"/>
              <a:gd name="T56" fmla="*/ 185845 w 5484"/>
              <a:gd name="T57" fmla="*/ 1675733 h 5484"/>
              <a:gd name="T58" fmla="*/ 159097 w 5484"/>
              <a:gd name="T59" fmla="*/ 1595490 h 5484"/>
              <a:gd name="T60" fmla="*/ 170908 w 5484"/>
              <a:gd name="T61" fmla="*/ 731570 h 5484"/>
              <a:gd name="T62" fmla="*/ 222319 w 5484"/>
              <a:gd name="T63" fmla="*/ 666264 h 5484"/>
              <a:gd name="T64" fmla="*/ 301173 w 5484"/>
              <a:gd name="T65" fmla="*/ 635695 h 5484"/>
              <a:gd name="T66" fmla="*/ 1324538 w 5484"/>
              <a:gd name="T67" fmla="*/ 644379 h 5484"/>
              <a:gd name="T68" fmla="*/ 1392276 w 5484"/>
              <a:gd name="T69" fmla="*/ 692317 h 5484"/>
              <a:gd name="T70" fmla="*/ 1426666 w 5484"/>
              <a:gd name="T71" fmla="*/ 769086 h 5484"/>
              <a:gd name="T72" fmla="*/ 1627101 w 5484"/>
              <a:gd name="T73" fmla="*/ 1343991 h 5484"/>
              <a:gd name="T74" fmla="*/ 1554152 w 5484"/>
              <a:gd name="T75" fmla="*/ 1302306 h 5484"/>
              <a:gd name="T76" fmla="*/ 1513162 w 5484"/>
              <a:gd name="T77" fmla="*/ 1230052 h 5484"/>
              <a:gd name="T78" fmla="*/ 1513162 w 5484"/>
              <a:gd name="T79" fmla="*/ 1150851 h 5484"/>
              <a:gd name="T80" fmla="*/ 1554152 w 5484"/>
              <a:gd name="T81" fmla="*/ 1078249 h 5484"/>
              <a:gd name="T82" fmla="*/ 1627101 w 5484"/>
              <a:gd name="T83" fmla="*/ 1036565 h 5484"/>
              <a:gd name="T84" fmla="*/ 1706302 w 5484"/>
              <a:gd name="T85" fmla="*/ 1036565 h 5484"/>
              <a:gd name="T86" fmla="*/ 1778903 w 5484"/>
              <a:gd name="T87" fmla="*/ 1078249 h 5484"/>
              <a:gd name="T88" fmla="*/ 1820241 w 5484"/>
              <a:gd name="T89" fmla="*/ 1150851 h 5484"/>
              <a:gd name="T90" fmla="*/ 1820241 w 5484"/>
              <a:gd name="T91" fmla="*/ 1230052 h 5484"/>
              <a:gd name="T92" fmla="*/ 1778903 w 5484"/>
              <a:gd name="T93" fmla="*/ 1302306 h 5484"/>
              <a:gd name="T94" fmla="*/ 1706302 w 5484"/>
              <a:gd name="T95" fmla="*/ 1343991 h 5484"/>
              <a:gd name="T96" fmla="*/ 1634743 w 5484"/>
              <a:gd name="T97" fmla="*/ 949026 h 5484"/>
              <a:gd name="T98" fmla="*/ 1559710 w 5484"/>
              <a:gd name="T99" fmla="*/ 910815 h 5484"/>
              <a:gd name="T100" fmla="*/ 1514899 w 5484"/>
              <a:gd name="T101" fmla="*/ 840646 h 5484"/>
              <a:gd name="T102" fmla="*/ 1511078 w 5484"/>
              <a:gd name="T103" fmla="*/ 761792 h 5484"/>
              <a:gd name="T104" fmla="*/ 1548941 w 5484"/>
              <a:gd name="T105" fmla="*/ 686759 h 5484"/>
              <a:gd name="T106" fmla="*/ 1619458 w 5484"/>
              <a:gd name="T107" fmla="*/ 641947 h 5484"/>
              <a:gd name="T108" fmla="*/ 1698660 w 5484"/>
              <a:gd name="T109" fmla="*/ 638126 h 5484"/>
              <a:gd name="T110" fmla="*/ 1773693 w 5484"/>
              <a:gd name="T111" fmla="*/ 675990 h 5484"/>
              <a:gd name="T112" fmla="*/ 1818504 w 5484"/>
              <a:gd name="T113" fmla="*/ 746507 h 5484"/>
              <a:gd name="T114" fmla="*/ 1821978 w 5484"/>
              <a:gd name="T115" fmla="*/ 825361 h 5484"/>
              <a:gd name="T116" fmla="*/ 1784114 w 5484"/>
              <a:gd name="T117" fmla="*/ 900046 h 5484"/>
              <a:gd name="T118" fmla="*/ 1713944 w 5484"/>
              <a:gd name="T119" fmla="*/ 944858 h 548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484" h="5484">
                <a:moveTo>
                  <a:pt x="5026" y="1370"/>
                </a:moveTo>
                <a:lnTo>
                  <a:pt x="3081" y="1370"/>
                </a:lnTo>
                <a:lnTo>
                  <a:pt x="3849" y="449"/>
                </a:lnTo>
                <a:lnTo>
                  <a:pt x="3866" y="454"/>
                </a:lnTo>
                <a:lnTo>
                  <a:pt x="3875" y="455"/>
                </a:lnTo>
                <a:lnTo>
                  <a:pt x="3884" y="456"/>
                </a:lnTo>
                <a:lnTo>
                  <a:pt x="3907" y="455"/>
                </a:lnTo>
                <a:lnTo>
                  <a:pt x="3930" y="451"/>
                </a:lnTo>
                <a:lnTo>
                  <a:pt x="3952" y="446"/>
                </a:lnTo>
                <a:lnTo>
                  <a:pt x="3973" y="438"/>
                </a:lnTo>
                <a:lnTo>
                  <a:pt x="3993" y="428"/>
                </a:lnTo>
                <a:lnTo>
                  <a:pt x="4012" y="417"/>
                </a:lnTo>
                <a:lnTo>
                  <a:pt x="4029" y="404"/>
                </a:lnTo>
                <a:lnTo>
                  <a:pt x="4046" y="389"/>
                </a:lnTo>
                <a:lnTo>
                  <a:pt x="4061" y="373"/>
                </a:lnTo>
                <a:lnTo>
                  <a:pt x="4073" y="356"/>
                </a:lnTo>
                <a:lnTo>
                  <a:pt x="4085" y="336"/>
                </a:lnTo>
                <a:lnTo>
                  <a:pt x="4094" y="317"/>
                </a:lnTo>
                <a:lnTo>
                  <a:pt x="4102" y="296"/>
                </a:lnTo>
                <a:lnTo>
                  <a:pt x="4108" y="274"/>
                </a:lnTo>
                <a:lnTo>
                  <a:pt x="4111" y="251"/>
                </a:lnTo>
                <a:lnTo>
                  <a:pt x="4112" y="228"/>
                </a:lnTo>
                <a:lnTo>
                  <a:pt x="4111" y="204"/>
                </a:lnTo>
                <a:lnTo>
                  <a:pt x="4108" y="182"/>
                </a:lnTo>
                <a:lnTo>
                  <a:pt x="4102" y="160"/>
                </a:lnTo>
                <a:lnTo>
                  <a:pt x="4094" y="139"/>
                </a:lnTo>
                <a:lnTo>
                  <a:pt x="4085" y="118"/>
                </a:lnTo>
                <a:lnTo>
                  <a:pt x="4073" y="100"/>
                </a:lnTo>
                <a:lnTo>
                  <a:pt x="4061" y="83"/>
                </a:lnTo>
                <a:lnTo>
                  <a:pt x="4046" y="67"/>
                </a:lnTo>
                <a:lnTo>
                  <a:pt x="4029" y="52"/>
                </a:lnTo>
                <a:lnTo>
                  <a:pt x="4012" y="38"/>
                </a:lnTo>
                <a:lnTo>
                  <a:pt x="3993" y="27"/>
                </a:lnTo>
                <a:lnTo>
                  <a:pt x="3973" y="17"/>
                </a:lnTo>
                <a:lnTo>
                  <a:pt x="3952" y="10"/>
                </a:lnTo>
                <a:lnTo>
                  <a:pt x="3930" y="4"/>
                </a:lnTo>
                <a:lnTo>
                  <a:pt x="3907" y="1"/>
                </a:lnTo>
                <a:lnTo>
                  <a:pt x="3884" y="0"/>
                </a:lnTo>
                <a:lnTo>
                  <a:pt x="3860" y="1"/>
                </a:lnTo>
                <a:lnTo>
                  <a:pt x="3838" y="4"/>
                </a:lnTo>
                <a:lnTo>
                  <a:pt x="3816" y="10"/>
                </a:lnTo>
                <a:lnTo>
                  <a:pt x="3796" y="17"/>
                </a:lnTo>
                <a:lnTo>
                  <a:pt x="3775" y="27"/>
                </a:lnTo>
                <a:lnTo>
                  <a:pt x="3756" y="38"/>
                </a:lnTo>
                <a:lnTo>
                  <a:pt x="3739" y="52"/>
                </a:lnTo>
                <a:lnTo>
                  <a:pt x="3722" y="67"/>
                </a:lnTo>
                <a:lnTo>
                  <a:pt x="3708" y="83"/>
                </a:lnTo>
                <a:lnTo>
                  <a:pt x="3694" y="100"/>
                </a:lnTo>
                <a:lnTo>
                  <a:pt x="3683" y="118"/>
                </a:lnTo>
                <a:lnTo>
                  <a:pt x="3673" y="139"/>
                </a:lnTo>
                <a:lnTo>
                  <a:pt x="3665" y="160"/>
                </a:lnTo>
                <a:lnTo>
                  <a:pt x="3660" y="182"/>
                </a:lnTo>
                <a:lnTo>
                  <a:pt x="3656" y="204"/>
                </a:lnTo>
                <a:lnTo>
                  <a:pt x="3655" y="228"/>
                </a:lnTo>
                <a:lnTo>
                  <a:pt x="3656" y="247"/>
                </a:lnTo>
                <a:lnTo>
                  <a:pt x="3660" y="267"/>
                </a:lnTo>
                <a:lnTo>
                  <a:pt x="3664" y="287"/>
                </a:lnTo>
                <a:lnTo>
                  <a:pt x="3671" y="305"/>
                </a:lnTo>
                <a:lnTo>
                  <a:pt x="2783" y="1370"/>
                </a:lnTo>
                <a:lnTo>
                  <a:pt x="2700" y="1370"/>
                </a:lnTo>
                <a:lnTo>
                  <a:pt x="1813" y="305"/>
                </a:lnTo>
                <a:lnTo>
                  <a:pt x="1818" y="287"/>
                </a:lnTo>
                <a:lnTo>
                  <a:pt x="1823" y="267"/>
                </a:lnTo>
                <a:lnTo>
                  <a:pt x="1826" y="247"/>
                </a:lnTo>
                <a:lnTo>
                  <a:pt x="1828" y="228"/>
                </a:lnTo>
                <a:lnTo>
                  <a:pt x="1826" y="204"/>
                </a:lnTo>
                <a:lnTo>
                  <a:pt x="1823" y="182"/>
                </a:lnTo>
                <a:lnTo>
                  <a:pt x="1817" y="160"/>
                </a:lnTo>
                <a:lnTo>
                  <a:pt x="1809" y="139"/>
                </a:lnTo>
                <a:lnTo>
                  <a:pt x="1800" y="118"/>
                </a:lnTo>
                <a:lnTo>
                  <a:pt x="1788" y="100"/>
                </a:lnTo>
                <a:lnTo>
                  <a:pt x="1776" y="83"/>
                </a:lnTo>
                <a:lnTo>
                  <a:pt x="1761" y="67"/>
                </a:lnTo>
                <a:lnTo>
                  <a:pt x="1745" y="52"/>
                </a:lnTo>
                <a:lnTo>
                  <a:pt x="1727" y="38"/>
                </a:lnTo>
                <a:lnTo>
                  <a:pt x="1708" y="27"/>
                </a:lnTo>
                <a:lnTo>
                  <a:pt x="1688" y="17"/>
                </a:lnTo>
                <a:lnTo>
                  <a:pt x="1667" y="10"/>
                </a:lnTo>
                <a:lnTo>
                  <a:pt x="1646" y="4"/>
                </a:lnTo>
                <a:lnTo>
                  <a:pt x="1622" y="1"/>
                </a:lnTo>
                <a:lnTo>
                  <a:pt x="1599" y="0"/>
                </a:lnTo>
                <a:lnTo>
                  <a:pt x="1575" y="1"/>
                </a:lnTo>
                <a:lnTo>
                  <a:pt x="1553" y="4"/>
                </a:lnTo>
                <a:lnTo>
                  <a:pt x="1531" y="10"/>
                </a:lnTo>
                <a:lnTo>
                  <a:pt x="1510" y="17"/>
                </a:lnTo>
                <a:lnTo>
                  <a:pt x="1490" y="27"/>
                </a:lnTo>
                <a:lnTo>
                  <a:pt x="1472" y="38"/>
                </a:lnTo>
                <a:lnTo>
                  <a:pt x="1454" y="52"/>
                </a:lnTo>
                <a:lnTo>
                  <a:pt x="1437" y="67"/>
                </a:lnTo>
                <a:lnTo>
                  <a:pt x="1423" y="83"/>
                </a:lnTo>
                <a:lnTo>
                  <a:pt x="1409" y="100"/>
                </a:lnTo>
                <a:lnTo>
                  <a:pt x="1398" y="118"/>
                </a:lnTo>
                <a:lnTo>
                  <a:pt x="1389" y="139"/>
                </a:lnTo>
                <a:lnTo>
                  <a:pt x="1381" y="160"/>
                </a:lnTo>
                <a:lnTo>
                  <a:pt x="1375" y="182"/>
                </a:lnTo>
                <a:lnTo>
                  <a:pt x="1371" y="204"/>
                </a:lnTo>
                <a:lnTo>
                  <a:pt x="1370" y="228"/>
                </a:lnTo>
                <a:lnTo>
                  <a:pt x="1371" y="251"/>
                </a:lnTo>
                <a:lnTo>
                  <a:pt x="1375" y="274"/>
                </a:lnTo>
                <a:lnTo>
                  <a:pt x="1381" y="296"/>
                </a:lnTo>
                <a:lnTo>
                  <a:pt x="1389" y="317"/>
                </a:lnTo>
                <a:lnTo>
                  <a:pt x="1398" y="336"/>
                </a:lnTo>
                <a:lnTo>
                  <a:pt x="1409" y="356"/>
                </a:lnTo>
                <a:lnTo>
                  <a:pt x="1423" y="373"/>
                </a:lnTo>
                <a:lnTo>
                  <a:pt x="1437" y="389"/>
                </a:lnTo>
                <a:lnTo>
                  <a:pt x="1454" y="404"/>
                </a:lnTo>
                <a:lnTo>
                  <a:pt x="1472" y="417"/>
                </a:lnTo>
                <a:lnTo>
                  <a:pt x="1490" y="428"/>
                </a:lnTo>
                <a:lnTo>
                  <a:pt x="1510" y="438"/>
                </a:lnTo>
                <a:lnTo>
                  <a:pt x="1531" y="446"/>
                </a:lnTo>
                <a:lnTo>
                  <a:pt x="1553" y="451"/>
                </a:lnTo>
                <a:lnTo>
                  <a:pt x="1575" y="455"/>
                </a:lnTo>
                <a:lnTo>
                  <a:pt x="1599" y="456"/>
                </a:lnTo>
                <a:lnTo>
                  <a:pt x="1609" y="455"/>
                </a:lnTo>
                <a:lnTo>
                  <a:pt x="1617" y="454"/>
                </a:lnTo>
                <a:lnTo>
                  <a:pt x="1634" y="449"/>
                </a:lnTo>
                <a:lnTo>
                  <a:pt x="2403" y="1370"/>
                </a:lnTo>
                <a:lnTo>
                  <a:pt x="456" y="1370"/>
                </a:lnTo>
                <a:lnTo>
                  <a:pt x="433" y="1371"/>
                </a:lnTo>
                <a:lnTo>
                  <a:pt x="410" y="1372"/>
                </a:lnTo>
                <a:lnTo>
                  <a:pt x="387" y="1376"/>
                </a:lnTo>
                <a:lnTo>
                  <a:pt x="364" y="1379"/>
                </a:lnTo>
                <a:lnTo>
                  <a:pt x="342" y="1385"/>
                </a:lnTo>
                <a:lnTo>
                  <a:pt x="320" y="1391"/>
                </a:lnTo>
                <a:lnTo>
                  <a:pt x="300" y="1397"/>
                </a:lnTo>
                <a:lnTo>
                  <a:pt x="279" y="1406"/>
                </a:lnTo>
                <a:lnTo>
                  <a:pt x="258" y="1415"/>
                </a:lnTo>
                <a:lnTo>
                  <a:pt x="239" y="1425"/>
                </a:lnTo>
                <a:lnTo>
                  <a:pt x="220" y="1437"/>
                </a:lnTo>
                <a:lnTo>
                  <a:pt x="201" y="1448"/>
                </a:lnTo>
                <a:lnTo>
                  <a:pt x="183" y="1461"/>
                </a:lnTo>
                <a:lnTo>
                  <a:pt x="166" y="1475"/>
                </a:lnTo>
                <a:lnTo>
                  <a:pt x="150" y="1489"/>
                </a:lnTo>
                <a:lnTo>
                  <a:pt x="134" y="1504"/>
                </a:lnTo>
                <a:lnTo>
                  <a:pt x="119" y="1520"/>
                </a:lnTo>
                <a:lnTo>
                  <a:pt x="104" y="1537"/>
                </a:lnTo>
                <a:lnTo>
                  <a:pt x="90" y="1554"/>
                </a:lnTo>
                <a:lnTo>
                  <a:pt x="77" y="1571"/>
                </a:lnTo>
                <a:lnTo>
                  <a:pt x="66" y="1590"/>
                </a:lnTo>
                <a:lnTo>
                  <a:pt x="54" y="1610"/>
                </a:lnTo>
                <a:lnTo>
                  <a:pt x="45" y="1629"/>
                </a:lnTo>
                <a:lnTo>
                  <a:pt x="36" y="1649"/>
                </a:lnTo>
                <a:lnTo>
                  <a:pt x="28" y="1669"/>
                </a:lnTo>
                <a:lnTo>
                  <a:pt x="20" y="1691"/>
                </a:lnTo>
                <a:lnTo>
                  <a:pt x="14" y="1713"/>
                </a:lnTo>
                <a:lnTo>
                  <a:pt x="9" y="1735"/>
                </a:lnTo>
                <a:lnTo>
                  <a:pt x="5" y="1757"/>
                </a:lnTo>
                <a:lnTo>
                  <a:pt x="2" y="1780"/>
                </a:lnTo>
                <a:lnTo>
                  <a:pt x="0" y="1803"/>
                </a:lnTo>
                <a:lnTo>
                  <a:pt x="0" y="1827"/>
                </a:lnTo>
                <a:lnTo>
                  <a:pt x="0" y="5026"/>
                </a:lnTo>
                <a:lnTo>
                  <a:pt x="0" y="5049"/>
                </a:lnTo>
                <a:lnTo>
                  <a:pt x="2" y="5073"/>
                </a:lnTo>
                <a:lnTo>
                  <a:pt x="5" y="5095"/>
                </a:lnTo>
                <a:lnTo>
                  <a:pt x="9" y="5118"/>
                </a:lnTo>
                <a:lnTo>
                  <a:pt x="14" y="5140"/>
                </a:lnTo>
                <a:lnTo>
                  <a:pt x="20" y="5162"/>
                </a:lnTo>
                <a:lnTo>
                  <a:pt x="28" y="5183"/>
                </a:lnTo>
                <a:lnTo>
                  <a:pt x="36" y="5204"/>
                </a:lnTo>
                <a:lnTo>
                  <a:pt x="45" y="5224"/>
                </a:lnTo>
                <a:lnTo>
                  <a:pt x="54" y="5244"/>
                </a:lnTo>
                <a:lnTo>
                  <a:pt x="66" y="5263"/>
                </a:lnTo>
                <a:lnTo>
                  <a:pt x="77" y="5282"/>
                </a:lnTo>
                <a:lnTo>
                  <a:pt x="90" y="5299"/>
                </a:lnTo>
                <a:lnTo>
                  <a:pt x="104" y="5316"/>
                </a:lnTo>
                <a:lnTo>
                  <a:pt x="119" y="5334"/>
                </a:lnTo>
                <a:lnTo>
                  <a:pt x="134" y="5349"/>
                </a:lnTo>
                <a:lnTo>
                  <a:pt x="150" y="5365"/>
                </a:lnTo>
                <a:lnTo>
                  <a:pt x="166" y="5379"/>
                </a:lnTo>
                <a:lnTo>
                  <a:pt x="183" y="5393"/>
                </a:lnTo>
                <a:lnTo>
                  <a:pt x="201" y="5405"/>
                </a:lnTo>
                <a:lnTo>
                  <a:pt x="220" y="5417"/>
                </a:lnTo>
                <a:lnTo>
                  <a:pt x="239" y="5428"/>
                </a:lnTo>
                <a:lnTo>
                  <a:pt x="258" y="5437"/>
                </a:lnTo>
                <a:lnTo>
                  <a:pt x="279" y="5447"/>
                </a:lnTo>
                <a:lnTo>
                  <a:pt x="300" y="5456"/>
                </a:lnTo>
                <a:lnTo>
                  <a:pt x="320" y="5463"/>
                </a:lnTo>
                <a:lnTo>
                  <a:pt x="342" y="5469"/>
                </a:lnTo>
                <a:lnTo>
                  <a:pt x="364" y="5474"/>
                </a:lnTo>
                <a:lnTo>
                  <a:pt x="387" y="5478"/>
                </a:lnTo>
                <a:lnTo>
                  <a:pt x="410" y="5481"/>
                </a:lnTo>
                <a:lnTo>
                  <a:pt x="433" y="5482"/>
                </a:lnTo>
                <a:lnTo>
                  <a:pt x="456" y="5484"/>
                </a:lnTo>
                <a:lnTo>
                  <a:pt x="5026" y="5484"/>
                </a:lnTo>
                <a:lnTo>
                  <a:pt x="5050" y="5482"/>
                </a:lnTo>
                <a:lnTo>
                  <a:pt x="5073" y="5481"/>
                </a:lnTo>
                <a:lnTo>
                  <a:pt x="5096" y="5478"/>
                </a:lnTo>
                <a:lnTo>
                  <a:pt x="5118" y="5474"/>
                </a:lnTo>
                <a:lnTo>
                  <a:pt x="5140" y="5469"/>
                </a:lnTo>
                <a:lnTo>
                  <a:pt x="5162" y="5463"/>
                </a:lnTo>
                <a:lnTo>
                  <a:pt x="5184" y="5456"/>
                </a:lnTo>
                <a:lnTo>
                  <a:pt x="5205" y="5447"/>
                </a:lnTo>
                <a:lnTo>
                  <a:pt x="5224" y="5437"/>
                </a:lnTo>
                <a:lnTo>
                  <a:pt x="5244" y="5428"/>
                </a:lnTo>
                <a:lnTo>
                  <a:pt x="5263" y="5417"/>
                </a:lnTo>
                <a:lnTo>
                  <a:pt x="5282" y="5405"/>
                </a:lnTo>
                <a:lnTo>
                  <a:pt x="5299" y="5393"/>
                </a:lnTo>
                <a:lnTo>
                  <a:pt x="5316" y="5379"/>
                </a:lnTo>
                <a:lnTo>
                  <a:pt x="5334" y="5365"/>
                </a:lnTo>
                <a:lnTo>
                  <a:pt x="5350" y="5349"/>
                </a:lnTo>
                <a:lnTo>
                  <a:pt x="5365" y="5334"/>
                </a:lnTo>
                <a:lnTo>
                  <a:pt x="5379" y="5316"/>
                </a:lnTo>
                <a:lnTo>
                  <a:pt x="5393" y="5299"/>
                </a:lnTo>
                <a:lnTo>
                  <a:pt x="5405" y="5282"/>
                </a:lnTo>
                <a:lnTo>
                  <a:pt x="5417" y="5263"/>
                </a:lnTo>
                <a:lnTo>
                  <a:pt x="5428" y="5244"/>
                </a:lnTo>
                <a:lnTo>
                  <a:pt x="5439" y="5224"/>
                </a:lnTo>
                <a:lnTo>
                  <a:pt x="5448" y="5204"/>
                </a:lnTo>
                <a:lnTo>
                  <a:pt x="5456" y="5183"/>
                </a:lnTo>
                <a:lnTo>
                  <a:pt x="5463" y="5162"/>
                </a:lnTo>
                <a:lnTo>
                  <a:pt x="5469" y="5140"/>
                </a:lnTo>
                <a:lnTo>
                  <a:pt x="5474" y="5118"/>
                </a:lnTo>
                <a:lnTo>
                  <a:pt x="5478" y="5095"/>
                </a:lnTo>
                <a:lnTo>
                  <a:pt x="5481" y="5073"/>
                </a:lnTo>
                <a:lnTo>
                  <a:pt x="5482" y="5049"/>
                </a:lnTo>
                <a:lnTo>
                  <a:pt x="5484" y="5026"/>
                </a:lnTo>
                <a:lnTo>
                  <a:pt x="5484" y="1827"/>
                </a:lnTo>
                <a:lnTo>
                  <a:pt x="5482" y="1803"/>
                </a:lnTo>
                <a:lnTo>
                  <a:pt x="5481" y="1780"/>
                </a:lnTo>
                <a:lnTo>
                  <a:pt x="5478" y="1757"/>
                </a:lnTo>
                <a:lnTo>
                  <a:pt x="5474" y="1735"/>
                </a:lnTo>
                <a:lnTo>
                  <a:pt x="5469" y="1713"/>
                </a:lnTo>
                <a:lnTo>
                  <a:pt x="5463" y="1691"/>
                </a:lnTo>
                <a:lnTo>
                  <a:pt x="5456" y="1669"/>
                </a:lnTo>
                <a:lnTo>
                  <a:pt x="5448" y="1649"/>
                </a:lnTo>
                <a:lnTo>
                  <a:pt x="5439" y="1629"/>
                </a:lnTo>
                <a:lnTo>
                  <a:pt x="5428" y="1610"/>
                </a:lnTo>
                <a:lnTo>
                  <a:pt x="5417" y="1590"/>
                </a:lnTo>
                <a:lnTo>
                  <a:pt x="5405" y="1571"/>
                </a:lnTo>
                <a:lnTo>
                  <a:pt x="5393" y="1554"/>
                </a:lnTo>
                <a:lnTo>
                  <a:pt x="5379" y="1537"/>
                </a:lnTo>
                <a:lnTo>
                  <a:pt x="5365" y="1520"/>
                </a:lnTo>
                <a:lnTo>
                  <a:pt x="5350" y="1504"/>
                </a:lnTo>
                <a:lnTo>
                  <a:pt x="5334" y="1489"/>
                </a:lnTo>
                <a:lnTo>
                  <a:pt x="5316" y="1475"/>
                </a:lnTo>
                <a:lnTo>
                  <a:pt x="5299" y="1461"/>
                </a:lnTo>
                <a:lnTo>
                  <a:pt x="5282" y="1448"/>
                </a:lnTo>
                <a:lnTo>
                  <a:pt x="5263" y="1437"/>
                </a:lnTo>
                <a:lnTo>
                  <a:pt x="5244" y="1425"/>
                </a:lnTo>
                <a:lnTo>
                  <a:pt x="5224" y="1415"/>
                </a:lnTo>
                <a:lnTo>
                  <a:pt x="5205" y="1406"/>
                </a:lnTo>
                <a:lnTo>
                  <a:pt x="5184" y="1397"/>
                </a:lnTo>
                <a:lnTo>
                  <a:pt x="5162" y="1391"/>
                </a:lnTo>
                <a:lnTo>
                  <a:pt x="5140" y="1385"/>
                </a:lnTo>
                <a:lnTo>
                  <a:pt x="5118" y="1379"/>
                </a:lnTo>
                <a:lnTo>
                  <a:pt x="5096" y="1376"/>
                </a:lnTo>
                <a:lnTo>
                  <a:pt x="5073" y="1372"/>
                </a:lnTo>
                <a:lnTo>
                  <a:pt x="5050" y="1371"/>
                </a:lnTo>
                <a:lnTo>
                  <a:pt x="5026" y="1370"/>
                </a:lnTo>
                <a:close/>
                <a:moveTo>
                  <a:pt x="4112" y="4569"/>
                </a:moveTo>
                <a:lnTo>
                  <a:pt x="4112" y="4569"/>
                </a:lnTo>
                <a:lnTo>
                  <a:pt x="4111" y="4593"/>
                </a:lnTo>
                <a:lnTo>
                  <a:pt x="4110" y="4616"/>
                </a:lnTo>
                <a:lnTo>
                  <a:pt x="4107" y="4639"/>
                </a:lnTo>
                <a:lnTo>
                  <a:pt x="4103" y="4661"/>
                </a:lnTo>
                <a:lnTo>
                  <a:pt x="4097" y="4683"/>
                </a:lnTo>
                <a:lnTo>
                  <a:pt x="4092" y="4705"/>
                </a:lnTo>
                <a:lnTo>
                  <a:pt x="4085" y="4727"/>
                </a:lnTo>
                <a:lnTo>
                  <a:pt x="4077" y="4747"/>
                </a:lnTo>
                <a:lnTo>
                  <a:pt x="4067" y="4767"/>
                </a:lnTo>
                <a:lnTo>
                  <a:pt x="4057" y="4786"/>
                </a:lnTo>
                <a:lnTo>
                  <a:pt x="4047" y="4806"/>
                </a:lnTo>
                <a:lnTo>
                  <a:pt x="4034" y="4824"/>
                </a:lnTo>
                <a:lnTo>
                  <a:pt x="4021" y="4843"/>
                </a:lnTo>
                <a:lnTo>
                  <a:pt x="4008" y="4860"/>
                </a:lnTo>
                <a:lnTo>
                  <a:pt x="3994" y="4876"/>
                </a:lnTo>
                <a:lnTo>
                  <a:pt x="3979" y="4892"/>
                </a:lnTo>
                <a:lnTo>
                  <a:pt x="3963" y="4907"/>
                </a:lnTo>
                <a:lnTo>
                  <a:pt x="3946" y="4921"/>
                </a:lnTo>
                <a:lnTo>
                  <a:pt x="3929" y="4935"/>
                </a:lnTo>
                <a:lnTo>
                  <a:pt x="3911" y="4948"/>
                </a:lnTo>
                <a:lnTo>
                  <a:pt x="3892" y="4960"/>
                </a:lnTo>
                <a:lnTo>
                  <a:pt x="3873" y="4971"/>
                </a:lnTo>
                <a:lnTo>
                  <a:pt x="3853" y="4981"/>
                </a:lnTo>
                <a:lnTo>
                  <a:pt x="3834" y="4990"/>
                </a:lnTo>
                <a:lnTo>
                  <a:pt x="3813" y="4998"/>
                </a:lnTo>
                <a:lnTo>
                  <a:pt x="3791" y="5005"/>
                </a:lnTo>
                <a:lnTo>
                  <a:pt x="3769" y="5011"/>
                </a:lnTo>
                <a:lnTo>
                  <a:pt x="3747" y="5017"/>
                </a:lnTo>
                <a:lnTo>
                  <a:pt x="3725" y="5020"/>
                </a:lnTo>
                <a:lnTo>
                  <a:pt x="3702" y="5024"/>
                </a:lnTo>
                <a:lnTo>
                  <a:pt x="3679" y="5025"/>
                </a:lnTo>
                <a:lnTo>
                  <a:pt x="3655" y="5026"/>
                </a:lnTo>
                <a:lnTo>
                  <a:pt x="914" y="5026"/>
                </a:lnTo>
                <a:lnTo>
                  <a:pt x="890" y="5025"/>
                </a:lnTo>
                <a:lnTo>
                  <a:pt x="867" y="5024"/>
                </a:lnTo>
                <a:lnTo>
                  <a:pt x="844" y="5020"/>
                </a:lnTo>
                <a:lnTo>
                  <a:pt x="822" y="5017"/>
                </a:lnTo>
                <a:lnTo>
                  <a:pt x="800" y="5011"/>
                </a:lnTo>
                <a:lnTo>
                  <a:pt x="778" y="5005"/>
                </a:lnTo>
                <a:lnTo>
                  <a:pt x="756" y="4998"/>
                </a:lnTo>
                <a:lnTo>
                  <a:pt x="735" y="4990"/>
                </a:lnTo>
                <a:lnTo>
                  <a:pt x="716" y="4981"/>
                </a:lnTo>
                <a:lnTo>
                  <a:pt x="696" y="4971"/>
                </a:lnTo>
                <a:lnTo>
                  <a:pt x="677" y="4960"/>
                </a:lnTo>
                <a:lnTo>
                  <a:pt x="658" y="4948"/>
                </a:lnTo>
                <a:lnTo>
                  <a:pt x="640" y="4935"/>
                </a:lnTo>
                <a:lnTo>
                  <a:pt x="624" y="4921"/>
                </a:lnTo>
                <a:lnTo>
                  <a:pt x="606" y="4907"/>
                </a:lnTo>
                <a:lnTo>
                  <a:pt x="590" y="4892"/>
                </a:lnTo>
                <a:lnTo>
                  <a:pt x="575" y="4876"/>
                </a:lnTo>
                <a:lnTo>
                  <a:pt x="561" y="4860"/>
                </a:lnTo>
                <a:lnTo>
                  <a:pt x="547" y="4843"/>
                </a:lnTo>
                <a:lnTo>
                  <a:pt x="535" y="4824"/>
                </a:lnTo>
                <a:lnTo>
                  <a:pt x="523" y="4806"/>
                </a:lnTo>
                <a:lnTo>
                  <a:pt x="512" y="4786"/>
                </a:lnTo>
                <a:lnTo>
                  <a:pt x="501" y="4767"/>
                </a:lnTo>
                <a:lnTo>
                  <a:pt x="492" y="4747"/>
                </a:lnTo>
                <a:lnTo>
                  <a:pt x="484" y="4727"/>
                </a:lnTo>
                <a:lnTo>
                  <a:pt x="477" y="4705"/>
                </a:lnTo>
                <a:lnTo>
                  <a:pt x="471" y="4683"/>
                </a:lnTo>
                <a:lnTo>
                  <a:pt x="466" y="4661"/>
                </a:lnTo>
                <a:lnTo>
                  <a:pt x="462" y="4639"/>
                </a:lnTo>
                <a:lnTo>
                  <a:pt x="459" y="4616"/>
                </a:lnTo>
                <a:lnTo>
                  <a:pt x="458" y="4593"/>
                </a:lnTo>
                <a:lnTo>
                  <a:pt x="456" y="4569"/>
                </a:lnTo>
                <a:lnTo>
                  <a:pt x="456" y="2284"/>
                </a:lnTo>
                <a:lnTo>
                  <a:pt x="458" y="2261"/>
                </a:lnTo>
                <a:lnTo>
                  <a:pt x="459" y="2238"/>
                </a:lnTo>
                <a:lnTo>
                  <a:pt x="462" y="2214"/>
                </a:lnTo>
                <a:lnTo>
                  <a:pt x="466" y="2193"/>
                </a:lnTo>
                <a:lnTo>
                  <a:pt x="471" y="2170"/>
                </a:lnTo>
                <a:lnTo>
                  <a:pt x="477" y="2148"/>
                </a:lnTo>
                <a:lnTo>
                  <a:pt x="484" y="2127"/>
                </a:lnTo>
                <a:lnTo>
                  <a:pt x="492" y="2106"/>
                </a:lnTo>
                <a:lnTo>
                  <a:pt x="501" y="2085"/>
                </a:lnTo>
                <a:lnTo>
                  <a:pt x="512" y="2066"/>
                </a:lnTo>
                <a:lnTo>
                  <a:pt x="523" y="2047"/>
                </a:lnTo>
                <a:lnTo>
                  <a:pt x="535" y="2029"/>
                </a:lnTo>
                <a:lnTo>
                  <a:pt x="547" y="2011"/>
                </a:lnTo>
                <a:lnTo>
                  <a:pt x="561" y="1993"/>
                </a:lnTo>
                <a:lnTo>
                  <a:pt x="575" y="1977"/>
                </a:lnTo>
                <a:lnTo>
                  <a:pt x="590" y="1961"/>
                </a:lnTo>
                <a:lnTo>
                  <a:pt x="606" y="1946"/>
                </a:lnTo>
                <a:lnTo>
                  <a:pt x="624" y="1931"/>
                </a:lnTo>
                <a:lnTo>
                  <a:pt x="640" y="1918"/>
                </a:lnTo>
                <a:lnTo>
                  <a:pt x="658" y="1906"/>
                </a:lnTo>
                <a:lnTo>
                  <a:pt x="677" y="1893"/>
                </a:lnTo>
                <a:lnTo>
                  <a:pt x="696" y="1883"/>
                </a:lnTo>
                <a:lnTo>
                  <a:pt x="716" y="1872"/>
                </a:lnTo>
                <a:lnTo>
                  <a:pt x="735" y="1863"/>
                </a:lnTo>
                <a:lnTo>
                  <a:pt x="756" y="1855"/>
                </a:lnTo>
                <a:lnTo>
                  <a:pt x="778" y="1848"/>
                </a:lnTo>
                <a:lnTo>
                  <a:pt x="800" y="1841"/>
                </a:lnTo>
                <a:lnTo>
                  <a:pt x="822" y="1837"/>
                </a:lnTo>
                <a:lnTo>
                  <a:pt x="844" y="1832"/>
                </a:lnTo>
                <a:lnTo>
                  <a:pt x="867" y="1830"/>
                </a:lnTo>
                <a:lnTo>
                  <a:pt x="890" y="1827"/>
                </a:lnTo>
                <a:lnTo>
                  <a:pt x="914" y="1827"/>
                </a:lnTo>
                <a:lnTo>
                  <a:pt x="3655" y="1827"/>
                </a:lnTo>
                <a:lnTo>
                  <a:pt x="3679" y="1827"/>
                </a:lnTo>
                <a:lnTo>
                  <a:pt x="3702" y="1830"/>
                </a:lnTo>
                <a:lnTo>
                  <a:pt x="3725" y="1832"/>
                </a:lnTo>
                <a:lnTo>
                  <a:pt x="3747" y="1837"/>
                </a:lnTo>
                <a:lnTo>
                  <a:pt x="3769" y="1841"/>
                </a:lnTo>
                <a:lnTo>
                  <a:pt x="3791" y="1848"/>
                </a:lnTo>
                <a:lnTo>
                  <a:pt x="3813" y="1855"/>
                </a:lnTo>
                <a:lnTo>
                  <a:pt x="3834" y="1863"/>
                </a:lnTo>
                <a:lnTo>
                  <a:pt x="3853" y="1872"/>
                </a:lnTo>
                <a:lnTo>
                  <a:pt x="3873" y="1883"/>
                </a:lnTo>
                <a:lnTo>
                  <a:pt x="3892" y="1893"/>
                </a:lnTo>
                <a:lnTo>
                  <a:pt x="3911" y="1906"/>
                </a:lnTo>
                <a:lnTo>
                  <a:pt x="3929" y="1918"/>
                </a:lnTo>
                <a:lnTo>
                  <a:pt x="3946" y="1931"/>
                </a:lnTo>
                <a:lnTo>
                  <a:pt x="3963" y="1946"/>
                </a:lnTo>
                <a:lnTo>
                  <a:pt x="3979" y="1961"/>
                </a:lnTo>
                <a:lnTo>
                  <a:pt x="3994" y="1977"/>
                </a:lnTo>
                <a:lnTo>
                  <a:pt x="4008" y="1993"/>
                </a:lnTo>
                <a:lnTo>
                  <a:pt x="4021" y="2011"/>
                </a:lnTo>
                <a:lnTo>
                  <a:pt x="4034" y="2029"/>
                </a:lnTo>
                <a:lnTo>
                  <a:pt x="4047" y="2047"/>
                </a:lnTo>
                <a:lnTo>
                  <a:pt x="4057" y="2066"/>
                </a:lnTo>
                <a:lnTo>
                  <a:pt x="4067" y="2085"/>
                </a:lnTo>
                <a:lnTo>
                  <a:pt x="4077" y="2106"/>
                </a:lnTo>
                <a:lnTo>
                  <a:pt x="4085" y="2127"/>
                </a:lnTo>
                <a:lnTo>
                  <a:pt x="4092" y="2148"/>
                </a:lnTo>
                <a:lnTo>
                  <a:pt x="4097" y="2170"/>
                </a:lnTo>
                <a:lnTo>
                  <a:pt x="4103" y="2193"/>
                </a:lnTo>
                <a:lnTo>
                  <a:pt x="4107" y="2214"/>
                </a:lnTo>
                <a:lnTo>
                  <a:pt x="4110" y="2238"/>
                </a:lnTo>
                <a:lnTo>
                  <a:pt x="4111" y="2261"/>
                </a:lnTo>
                <a:lnTo>
                  <a:pt x="4112" y="2284"/>
                </a:lnTo>
                <a:lnTo>
                  <a:pt x="4112" y="4569"/>
                </a:lnTo>
                <a:close/>
                <a:moveTo>
                  <a:pt x="4798" y="3884"/>
                </a:moveTo>
                <a:lnTo>
                  <a:pt x="4798" y="3884"/>
                </a:lnTo>
                <a:lnTo>
                  <a:pt x="4774" y="3883"/>
                </a:lnTo>
                <a:lnTo>
                  <a:pt x="4751" y="3881"/>
                </a:lnTo>
                <a:lnTo>
                  <a:pt x="4728" y="3878"/>
                </a:lnTo>
                <a:lnTo>
                  <a:pt x="4706" y="3874"/>
                </a:lnTo>
                <a:lnTo>
                  <a:pt x="4684" y="3869"/>
                </a:lnTo>
                <a:lnTo>
                  <a:pt x="4662" y="3863"/>
                </a:lnTo>
                <a:lnTo>
                  <a:pt x="4641" y="3855"/>
                </a:lnTo>
                <a:lnTo>
                  <a:pt x="4619" y="3847"/>
                </a:lnTo>
                <a:lnTo>
                  <a:pt x="4600" y="3838"/>
                </a:lnTo>
                <a:lnTo>
                  <a:pt x="4580" y="3829"/>
                </a:lnTo>
                <a:lnTo>
                  <a:pt x="4561" y="3817"/>
                </a:lnTo>
                <a:lnTo>
                  <a:pt x="4542" y="3806"/>
                </a:lnTo>
                <a:lnTo>
                  <a:pt x="4525" y="3793"/>
                </a:lnTo>
                <a:lnTo>
                  <a:pt x="4508" y="3779"/>
                </a:lnTo>
                <a:lnTo>
                  <a:pt x="4490" y="3764"/>
                </a:lnTo>
                <a:lnTo>
                  <a:pt x="4474" y="3749"/>
                </a:lnTo>
                <a:lnTo>
                  <a:pt x="4459" y="3734"/>
                </a:lnTo>
                <a:lnTo>
                  <a:pt x="4445" y="3717"/>
                </a:lnTo>
                <a:lnTo>
                  <a:pt x="4432" y="3700"/>
                </a:lnTo>
                <a:lnTo>
                  <a:pt x="4419" y="3683"/>
                </a:lnTo>
                <a:lnTo>
                  <a:pt x="4407" y="3664"/>
                </a:lnTo>
                <a:lnTo>
                  <a:pt x="4396" y="3644"/>
                </a:lnTo>
                <a:lnTo>
                  <a:pt x="4385" y="3625"/>
                </a:lnTo>
                <a:lnTo>
                  <a:pt x="4376" y="3604"/>
                </a:lnTo>
                <a:lnTo>
                  <a:pt x="4368" y="3583"/>
                </a:lnTo>
                <a:lnTo>
                  <a:pt x="4361" y="3563"/>
                </a:lnTo>
                <a:lnTo>
                  <a:pt x="4356" y="3541"/>
                </a:lnTo>
                <a:lnTo>
                  <a:pt x="4350" y="3519"/>
                </a:lnTo>
                <a:lnTo>
                  <a:pt x="4346" y="3496"/>
                </a:lnTo>
                <a:lnTo>
                  <a:pt x="4343" y="3473"/>
                </a:lnTo>
                <a:lnTo>
                  <a:pt x="4342" y="3450"/>
                </a:lnTo>
                <a:lnTo>
                  <a:pt x="4341" y="3427"/>
                </a:lnTo>
                <a:lnTo>
                  <a:pt x="4342" y="3403"/>
                </a:lnTo>
                <a:lnTo>
                  <a:pt x="4343" y="3379"/>
                </a:lnTo>
                <a:lnTo>
                  <a:pt x="4346" y="3358"/>
                </a:lnTo>
                <a:lnTo>
                  <a:pt x="4350" y="3335"/>
                </a:lnTo>
                <a:lnTo>
                  <a:pt x="4356" y="3313"/>
                </a:lnTo>
                <a:lnTo>
                  <a:pt x="4361" y="3291"/>
                </a:lnTo>
                <a:lnTo>
                  <a:pt x="4368" y="3270"/>
                </a:lnTo>
                <a:lnTo>
                  <a:pt x="4376" y="3249"/>
                </a:lnTo>
                <a:lnTo>
                  <a:pt x="4385" y="3229"/>
                </a:lnTo>
                <a:lnTo>
                  <a:pt x="4396" y="3209"/>
                </a:lnTo>
                <a:lnTo>
                  <a:pt x="4407" y="3189"/>
                </a:lnTo>
                <a:lnTo>
                  <a:pt x="4419" y="3171"/>
                </a:lnTo>
                <a:lnTo>
                  <a:pt x="4432" y="3154"/>
                </a:lnTo>
                <a:lnTo>
                  <a:pt x="4445" y="3136"/>
                </a:lnTo>
                <a:lnTo>
                  <a:pt x="4459" y="3119"/>
                </a:lnTo>
                <a:lnTo>
                  <a:pt x="4474" y="3104"/>
                </a:lnTo>
                <a:lnTo>
                  <a:pt x="4490" y="3088"/>
                </a:lnTo>
                <a:lnTo>
                  <a:pt x="4508" y="3074"/>
                </a:lnTo>
                <a:lnTo>
                  <a:pt x="4525" y="3060"/>
                </a:lnTo>
                <a:lnTo>
                  <a:pt x="4542" y="3048"/>
                </a:lnTo>
                <a:lnTo>
                  <a:pt x="4561" y="3036"/>
                </a:lnTo>
                <a:lnTo>
                  <a:pt x="4580" y="3025"/>
                </a:lnTo>
                <a:lnTo>
                  <a:pt x="4600" y="3014"/>
                </a:lnTo>
                <a:lnTo>
                  <a:pt x="4619" y="3005"/>
                </a:lnTo>
                <a:lnTo>
                  <a:pt x="4641" y="2997"/>
                </a:lnTo>
                <a:lnTo>
                  <a:pt x="4662" y="2990"/>
                </a:lnTo>
                <a:lnTo>
                  <a:pt x="4684" y="2984"/>
                </a:lnTo>
                <a:lnTo>
                  <a:pt x="4706" y="2978"/>
                </a:lnTo>
                <a:lnTo>
                  <a:pt x="4728" y="2975"/>
                </a:lnTo>
                <a:lnTo>
                  <a:pt x="4751" y="2972"/>
                </a:lnTo>
                <a:lnTo>
                  <a:pt x="4774" y="2970"/>
                </a:lnTo>
                <a:lnTo>
                  <a:pt x="4798" y="2969"/>
                </a:lnTo>
                <a:lnTo>
                  <a:pt x="4821" y="2970"/>
                </a:lnTo>
                <a:lnTo>
                  <a:pt x="4844" y="2972"/>
                </a:lnTo>
                <a:lnTo>
                  <a:pt x="4867" y="2975"/>
                </a:lnTo>
                <a:lnTo>
                  <a:pt x="4890" y="2978"/>
                </a:lnTo>
                <a:lnTo>
                  <a:pt x="4912" y="2984"/>
                </a:lnTo>
                <a:lnTo>
                  <a:pt x="4934" y="2990"/>
                </a:lnTo>
                <a:lnTo>
                  <a:pt x="4955" y="2997"/>
                </a:lnTo>
                <a:lnTo>
                  <a:pt x="4975" y="3005"/>
                </a:lnTo>
                <a:lnTo>
                  <a:pt x="4996" y="3014"/>
                </a:lnTo>
                <a:lnTo>
                  <a:pt x="5016" y="3025"/>
                </a:lnTo>
                <a:lnTo>
                  <a:pt x="5035" y="3036"/>
                </a:lnTo>
                <a:lnTo>
                  <a:pt x="5054" y="3048"/>
                </a:lnTo>
                <a:lnTo>
                  <a:pt x="5071" y="3060"/>
                </a:lnTo>
                <a:lnTo>
                  <a:pt x="5088" y="3074"/>
                </a:lnTo>
                <a:lnTo>
                  <a:pt x="5106" y="3088"/>
                </a:lnTo>
                <a:lnTo>
                  <a:pt x="5121" y="3104"/>
                </a:lnTo>
                <a:lnTo>
                  <a:pt x="5136" y="3119"/>
                </a:lnTo>
                <a:lnTo>
                  <a:pt x="5151" y="3136"/>
                </a:lnTo>
                <a:lnTo>
                  <a:pt x="5164" y="3154"/>
                </a:lnTo>
                <a:lnTo>
                  <a:pt x="5177" y="3171"/>
                </a:lnTo>
                <a:lnTo>
                  <a:pt x="5189" y="3189"/>
                </a:lnTo>
                <a:lnTo>
                  <a:pt x="5200" y="3209"/>
                </a:lnTo>
                <a:lnTo>
                  <a:pt x="5209" y="3229"/>
                </a:lnTo>
                <a:lnTo>
                  <a:pt x="5219" y="3249"/>
                </a:lnTo>
                <a:lnTo>
                  <a:pt x="5227" y="3270"/>
                </a:lnTo>
                <a:lnTo>
                  <a:pt x="5235" y="3291"/>
                </a:lnTo>
                <a:lnTo>
                  <a:pt x="5240" y="3313"/>
                </a:lnTo>
                <a:lnTo>
                  <a:pt x="5245" y="3335"/>
                </a:lnTo>
                <a:lnTo>
                  <a:pt x="5250" y="3358"/>
                </a:lnTo>
                <a:lnTo>
                  <a:pt x="5252" y="3379"/>
                </a:lnTo>
                <a:lnTo>
                  <a:pt x="5254" y="3403"/>
                </a:lnTo>
                <a:lnTo>
                  <a:pt x="5254" y="3427"/>
                </a:lnTo>
                <a:lnTo>
                  <a:pt x="5254" y="3450"/>
                </a:lnTo>
                <a:lnTo>
                  <a:pt x="5252" y="3473"/>
                </a:lnTo>
                <a:lnTo>
                  <a:pt x="5250" y="3496"/>
                </a:lnTo>
                <a:lnTo>
                  <a:pt x="5245" y="3519"/>
                </a:lnTo>
                <a:lnTo>
                  <a:pt x="5240" y="3541"/>
                </a:lnTo>
                <a:lnTo>
                  <a:pt x="5235" y="3563"/>
                </a:lnTo>
                <a:lnTo>
                  <a:pt x="5227" y="3583"/>
                </a:lnTo>
                <a:lnTo>
                  <a:pt x="5219" y="3604"/>
                </a:lnTo>
                <a:lnTo>
                  <a:pt x="5209" y="3625"/>
                </a:lnTo>
                <a:lnTo>
                  <a:pt x="5200" y="3644"/>
                </a:lnTo>
                <a:lnTo>
                  <a:pt x="5189" y="3664"/>
                </a:lnTo>
                <a:lnTo>
                  <a:pt x="5177" y="3683"/>
                </a:lnTo>
                <a:lnTo>
                  <a:pt x="5164" y="3700"/>
                </a:lnTo>
                <a:lnTo>
                  <a:pt x="5151" y="3717"/>
                </a:lnTo>
                <a:lnTo>
                  <a:pt x="5136" y="3734"/>
                </a:lnTo>
                <a:lnTo>
                  <a:pt x="5121" y="3749"/>
                </a:lnTo>
                <a:lnTo>
                  <a:pt x="5106" y="3764"/>
                </a:lnTo>
                <a:lnTo>
                  <a:pt x="5088" y="3779"/>
                </a:lnTo>
                <a:lnTo>
                  <a:pt x="5071" y="3793"/>
                </a:lnTo>
                <a:lnTo>
                  <a:pt x="5054" y="3806"/>
                </a:lnTo>
                <a:lnTo>
                  <a:pt x="5035" y="3817"/>
                </a:lnTo>
                <a:lnTo>
                  <a:pt x="5016" y="3829"/>
                </a:lnTo>
                <a:lnTo>
                  <a:pt x="4996" y="3838"/>
                </a:lnTo>
                <a:lnTo>
                  <a:pt x="4975" y="3847"/>
                </a:lnTo>
                <a:lnTo>
                  <a:pt x="4955" y="3855"/>
                </a:lnTo>
                <a:lnTo>
                  <a:pt x="4934" y="3863"/>
                </a:lnTo>
                <a:lnTo>
                  <a:pt x="4912" y="3869"/>
                </a:lnTo>
                <a:lnTo>
                  <a:pt x="4890" y="3874"/>
                </a:lnTo>
                <a:lnTo>
                  <a:pt x="4867" y="3878"/>
                </a:lnTo>
                <a:lnTo>
                  <a:pt x="4844" y="3881"/>
                </a:lnTo>
                <a:lnTo>
                  <a:pt x="4821" y="3883"/>
                </a:lnTo>
                <a:lnTo>
                  <a:pt x="4798" y="3884"/>
                </a:lnTo>
                <a:close/>
                <a:moveTo>
                  <a:pt x="4798" y="2741"/>
                </a:moveTo>
                <a:lnTo>
                  <a:pt x="4798" y="2741"/>
                </a:lnTo>
                <a:lnTo>
                  <a:pt x="4774" y="2741"/>
                </a:lnTo>
                <a:lnTo>
                  <a:pt x="4751" y="2739"/>
                </a:lnTo>
                <a:lnTo>
                  <a:pt x="4728" y="2736"/>
                </a:lnTo>
                <a:lnTo>
                  <a:pt x="4706" y="2732"/>
                </a:lnTo>
                <a:lnTo>
                  <a:pt x="4684" y="2727"/>
                </a:lnTo>
                <a:lnTo>
                  <a:pt x="4662" y="2720"/>
                </a:lnTo>
                <a:lnTo>
                  <a:pt x="4641" y="2713"/>
                </a:lnTo>
                <a:lnTo>
                  <a:pt x="4619" y="2705"/>
                </a:lnTo>
                <a:lnTo>
                  <a:pt x="4600" y="2696"/>
                </a:lnTo>
                <a:lnTo>
                  <a:pt x="4580" y="2686"/>
                </a:lnTo>
                <a:lnTo>
                  <a:pt x="4561" y="2675"/>
                </a:lnTo>
                <a:lnTo>
                  <a:pt x="4542" y="2663"/>
                </a:lnTo>
                <a:lnTo>
                  <a:pt x="4525" y="2650"/>
                </a:lnTo>
                <a:lnTo>
                  <a:pt x="4508" y="2637"/>
                </a:lnTo>
                <a:lnTo>
                  <a:pt x="4490" y="2622"/>
                </a:lnTo>
                <a:lnTo>
                  <a:pt x="4474" y="2607"/>
                </a:lnTo>
                <a:lnTo>
                  <a:pt x="4459" y="2591"/>
                </a:lnTo>
                <a:lnTo>
                  <a:pt x="4445" y="2575"/>
                </a:lnTo>
                <a:lnTo>
                  <a:pt x="4432" y="2558"/>
                </a:lnTo>
                <a:lnTo>
                  <a:pt x="4419" y="2539"/>
                </a:lnTo>
                <a:lnTo>
                  <a:pt x="4407" y="2521"/>
                </a:lnTo>
                <a:lnTo>
                  <a:pt x="4396" y="2503"/>
                </a:lnTo>
                <a:lnTo>
                  <a:pt x="4385" y="2482"/>
                </a:lnTo>
                <a:lnTo>
                  <a:pt x="4376" y="2462"/>
                </a:lnTo>
                <a:lnTo>
                  <a:pt x="4368" y="2441"/>
                </a:lnTo>
                <a:lnTo>
                  <a:pt x="4361" y="2420"/>
                </a:lnTo>
                <a:lnTo>
                  <a:pt x="4356" y="2399"/>
                </a:lnTo>
                <a:lnTo>
                  <a:pt x="4350" y="2376"/>
                </a:lnTo>
                <a:lnTo>
                  <a:pt x="4346" y="2354"/>
                </a:lnTo>
                <a:lnTo>
                  <a:pt x="4343" y="2331"/>
                </a:lnTo>
                <a:lnTo>
                  <a:pt x="4342" y="2308"/>
                </a:lnTo>
                <a:lnTo>
                  <a:pt x="4341" y="2285"/>
                </a:lnTo>
                <a:lnTo>
                  <a:pt x="4342" y="2261"/>
                </a:lnTo>
                <a:lnTo>
                  <a:pt x="4343" y="2238"/>
                </a:lnTo>
                <a:lnTo>
                  <a:pt x="4346" y="2214"/>
                </a:lnTo>
                <a:lnTo>
                  <a:pt x="4350" y="2193"/>
                </a:lnTo>
                <a:lnTo>
                  <a:pt x="4356" y="2170"/>
                </a:lnTo>
                <a:lnTo>
                  <a:pt x="4361" y="2149"/>
                </a:lnTo>
                <a:lnTo>
                  <a:pt x="4368" y="2127"/>
                </a:lnTo>
                <a:lnTo>
                  <a:pt x="4376" y="2106"/>
                </a:lnTo>
                <a:lnTo>
                  <a:pt x="4385" y="2087"/>
                </a:lnTo>
                <a:lnTo>
                  <a:pt x="4396" y="2067"/>
                </a:lnTo>
                <a:lnTo>
                  <a:pt x="4407" y="2047"/>
                </a:lnTo>
                <a:lnTo>
                  <a:pt x="4419" y="2029"/>
                </a:lnTo>
                <a:lnTo>
                  <a:pt x="4432" y="2011"/>
                </a:lnTo>
                <a:lnTo>
                  <a:pt x="4445" y="1993"/>
                </a:lnTo>
                <a:lnTo>
                  <a:pt x="4459" y="1977"/>
                </a:lnTo>
                <a:lnTo>
                  <a:pt x="4474" y="1961"/>
                </a:lnTo>
                <a:lnTo>
                  <a:pt x="4490" y="1946"/>
                </a:lnTo>
                <a:lnTo>
                  <a:pt x="4508" y="1932"/>
                </a:lnTo>
                <a:lnTo>
                  <a:pt x="4525" y="1918"/>
                </a:lnTo>
                <a:lnTo>
                  <a:pt x="4542" y="1906"/>
                </a:lnTo>
                <a:lnTo>
                  <a:pt x="4561" y="1893"/>
                </a:lnTo>
                <a:lnTo>
                  <a:pt x="4580" y="1883"/>
                </a:lnTo>
                <a:lnTo>
                  <a:pt x="4600" y="1872"/>
                </a:lnTo>
                <a:lnTo>
                  <a:pt x="4619" y="1863"/>
                </a:lnTo>
                <a:lnTo>
                  <a:pt x="4641" y="1855"/>
                </a:lnTo>
                <a:lnTo>
                  <a:pt x="4662" y="1848"/>
                </a:lnTo>
                <a:lnTo>
                  <a:pt x="4684" y="1841"/>
                </a:lnTo>
                <a:lnTo>
                  <a:pt x="4706" y="1837"/>
                </a:lnTo>
                <a:lnTo>
                  <a:pt x="4728" y="1833"/>
                </a:lnTo>
                <a:lnTo>
                  <a:pt x="4751" y="1830"/>
                </a:lnTo>
                <a:lnTo>
                  <a:pt x="4774" y="1827"/>
                </a:lnTo>
                <a:lnTo>
                  <a:pt x="4798" y="1827"/>
                </a:lnTo>
                <a:lnTo>
                  <a:pt x="4821" y="1827"/>
                </a:lnTo>
                <a:lnTo>
                  <a:pt x="4844" y="1830"/>
                </a:lnTo>
                <a:lnTo>
                  <a:pt x="4867" y="1833"/>
                </a:lnTo>
                <a:lnTo>
                  <a:pt x="4890" y="1837"/>
                </a:lnTo>
                <a:lnTo>
                  <a:pt x="4912" y="1841"/>
                </a:lnTo>
                <a:lnTo>
                  <a:pt x="4934" y="1848"/>
                </a:lnTo>
                <a:lnTo>
                  <a:pt x="4955" y="1855"/>
                </a:lnTo>
                <a:lnTo>
                  <a:pt x="4975" y="1863"/>
                </a:lnTo>
                <a:lnTo>
                  <a:pt x="4996" y="1872"/>
                </a:lnTo>
                <a:lnTo>
                  <a:pt x="5016" y="1883"/>
                </a:lnTo>
                <a:lnTo>
                  <a:pt x="5035" y="1893"/>
                </a:lnTo>
                <a:lnTo>
                  <a:pt x="5054" y="1906"/>
                </a:lnTo>
                <a:lnTo>
                  <a:pt x="5071" y="1918"/>
                </a:lnTo>
                <a:lnTo>
                  <a:pt x="5088" y="1932"/>
                </a:lnTo>
                <a:lnTo>
                  <a:pt x="5106" y="1946"/>
                </a:lnTo>
                <a:lnTo>
                  <a:pt x="5121" y="1961"/>
                </a:lnTo>
                <a:lnTo>
                  <a:pt x="5136" y="1977"/>
                </a:lnTo>
                <a:lnTo>
                  <a:pt x="5151" y="1993"/>
                </a:lnTo>
                <a:lnTo>
                  <a:pt x="5164" y="2011"/>
                </a:lnTo>
                <a:lnTo>
                  <a:pt x="5177" y="2029"/>
                </a:lnTo>
                <a:lnTo>
                  <a:pt x="5189" y="2047"/>
                </a:lnTo>
                <a:lnTo>
                  <a:pt x="5200" y="2067"/>
                </a:lnTo>
                <a:lnTo>
                  <a:pt x="5209" y="2087"/>
                </a:lnTo>
                <a:lnTo>
                  <a:pt x="5219" y="2106"/>
                </a:lnTo>
                <a:lnTo>
                  <a:pt x="5227" y="2127"/>
                </a:lnTo>
                <a:lnTo>
                  <a:pt x="5235" y="2149"/>
                </a:lnTo>
                <a:lnTo>
                  <a:pt x="5240" y="2170"/>
                </a:lnTo>
                <a:lnTo>
                  <a:pt x="5245" y="2193"/>
                </a:lnTo>
                <a:lnTo>
                  <a:pt x="5250" y="2214"/>
                </a:lnTo>
                <a:lnTo>
                  <a:pt x="5252" y="2238"/>
                </a:lnTo>
                <a:lnTo>
                  <a:pt x="5254" y="2261"/>
                </a:lnTo>
                <a:lnTo>
                  <a:pt x="5254" y="2285"/>
                </a:lnTo>
                <a:lnTo>
                  <a:pt x="5254" y="2308"/>
                </a:lnTo>
                <a:lnTo>
                  <a:pt x="5252" y="2331"/>
                </a:lnTo>
                <a:lnTo>
                  <a:pt x="5250" y="2354"/>
                </a:lnTo>
                <a:lnTo>
                  <a:pt x="5245" y="2376"/>
                </a:lnTo>
                <a:lnTo>
                  <a:pt x="5240" y="2399"/>
                </a:lnTo>
                <a:lnTo>
                  <a:pt x="5235" y="2420"/>
                </a:lnTo>
                <a:lnTo>
                  <a:pt x="5227" y="2441"/>
                </a:lnTo>
                <a:lnTo>
                  <a:pt x="5219" y="2462"/>
                </a:lnTo>
                <a:lnTo>
                  <a:pt x="5209" y="2482"/>
                </a:lnTo>
                <a:lnTo>
                  <a:pt x="5200" y="2503"/>
                </a:lnTo>
                <a:lnTo>
                  <a:pt x="5189" y="2521"/>
                </a:lnTo>
                <a:lnTo>
                  <a:pt x="5177" y="2539"/>
                </a:lnTo>
                <a:lnTo>
                  <a:pt x="5164" y="2558"/>
                </a:lnTo>
                <a:lnTo>
                  <a:pt x="5151" y="2575"/>
                </a:lnTo>
                <a:lnTo>
                  <a:pt x="5136" y="2591"/>
                </a:lnTo>
                <a:lnTo>
                  <a:pt x="5121" y="2607"/>
                </a:lnTo>
                <a:lnTo>
                  <a:pt x="5106" y="2622"/>
                </a:lnTo>
                <a:lnTo>
                  <a:pt x="5088" y="2637"/>
                </a:lnTo>
                <a:lnTo>
                  <a:pt x="5071" y="2650"/>
                </a:lnTo>
                <a:lnTo>
                  <a:pt x="5054" y="2663"/>
                </a:lnTo>
                <a:lnTo>
                  <a:pt x="5035" y="2675"/>
                </a:lnTo>
                <a:lnTo>
                  <a:pt x="5016" y="2686"/>
                </a:lnTo>
                <a:lnTo>
                  <a:pt x="4996" y="2696"/>
                </a:lnTo>
                <a:lnTo>
                  <a:pt x="4975" y="2705"/>
                </a:lnTo>
                <a:lnTo>
                  <a:pt x="4955" y="2713"/>
                </a:lnTo>
                <a:lnTo>
                  <a:pt x="4934" y="2720"/>
                </a:lnTo>
                <a:lnTo>
                  <a:pt x="4912" y="2727"/>
                </a:lnTo>
                <a:lnTo>
                  <a:pt x="4890" y="2732"/>
                </a:lnTo>
                <a:lnTo>
                  <a:pt x="4867" y="2736"/>
                </a:lnTo>
                <a:lnTo>
                  <a:pt x="4844" y="2739"/>
                </a:lnTo>
                <a:lnTo>
                  <a:pt x="4821" y="2741"/>
                </a:lnTo>
                <a:lnTo>
                  <a:pt x="4798" y="27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tIns="468000" rIns="432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幼圆"/>
            </a:endParaRPr>
          </a:p>
        </p:txBody>
      </p:sp>
      <p:sp>
        <p:nvSpPr>
          <p:cNvPr id="14" name="KSO_Shape"/>
          <p:cNvSpPr>
            <a:spLocks/>
          </p:cNvSpPr>
          <p:nvPr/>
        </p:nvSpPr>
        <p:spPr bwMode="auto">
          <a:xfrm>
            <a:off x="3995936" y="2836053"/>
            <a:ext cx="995939" cy="592947"/>
          </a:xfrm>
          <a:custGeom>
            <a:avLst/>
            <a:gdLst>
              <a:gd name="T0" fmla="*/ 192479 w 4892"/>
              <a:gd name="T1" fmla="*/ 95349 h 2558"/>
              <a:gd name="T2" fmla="*/ 171869 w 4892"/>
              <a:gd name="T3" fmla="*/ 611116 h 2558"/>
              <a:gd name="T4" fmla="*/ 140955 w 4892"/>
              <a:gd name="T5" fmla="*/ 464596 h 2558"/>
              <a:gd name="T6" fmla="*/ 140955 w 4892"/>
              <a:gd name="T7" fmla="*/ 644985 h 2558"/>
              <a:gd name="T8" fmla="*/ 192479 w 4892"/>
              <a:gd name="T9" fmla="*/ 640568 h 2558"/>
              <a:gd name="T10" fmla="*/ 0 w 4892"/>
              <a:gd name="T11" fmla="*/ 939867 h 2558"/>
              <a:gd name="T12" fmla="*/ 567500 w 4892"/>
              <a:gd name="T13" fmla="*/ 2209 h 2558"/>
              <a:gd name="T14" fmla="*/ 1800397 w 4892"/>
              <a:gd name="T15" fmla="*/ 941708 h 2558"/>
              <a:gd name="T16" fmla="*/ 567500 w 4892"/>
              <a:gd name="T17" fmla="*/ 2209 h 2558"/>
              <a:gd name="T18" fmla="*/ 677173 w 4892"/>
              <a:gd name="T19" fmla="*/ 830529 h 2558"/>
              <a:gd name="T20" fmla="*/ 769916 w 4892"/>
              <a:gd name="T21" fmla="*/ 830529 h 2558"/>
              <a:gd name="T22" fmla="*/ 723545 w 4892"/>
              <a:gd name="T23" fmla="*/ 103816 h 2558"/>
              <a:gd name="T24" fmla="*/ 1643617 w 4892"/>
              <a:gd name="T25" fmla="*/ 281261 h 2558"/>
              <a:gd name="T26" fmla="*/ 1681524 w 4892"/>
              <a:gd name="T27" fmla="*/ 876915 h 2558"/>
              <a:gd name="T28" fmla="*/ 1719431 w 4892"/>
              <a:gd name="T29" fmla="*/ 281261 h 2558"/>
              <a:gd name="T30" fmla="*/ 1643617 w 4892"/>
              <a:gd name="T31" fmla="*/ 281261 h 2558"/>
              <a:gd name="T32" fmla="*/ 1473955 w 4892"/>
              <a:gd name="T33" fmla="*/ 837524 h 2558"/>
              <a:gd name="T34" fmla="*/ 1552346 w 4892"/>
              <a:gd name="T35" fmla="*/ 837524 h 2558"/>
              <a:gd name="T36" fmla="*/ 1513335 w 4892"/>
              <a:gd name="T37" fmla="*/ 220885 h 2558"/>
              <a:gd name="T38" fmla="*/ 1285893 w 4892"/>
              <a:gd name="T39" fmla="*/ 238556 h 2558"/>
              <a:gd name="T40" fmla="*/ 1326744 w 4892"/>
              <a:gd name="T41" fmla="*/ 876915 h 2558"/>
              <a:gd name="T42" fmla="*/ 1367227 w 4892"/>
              <a:gd name="T43" fmla="*/ 238556 h 2558"/>
              <a:gd name="T44" fmla="*/ 1285893 w 4892"/>
              <a:gd name="T45" fmla="*/ 238556 h 2558"/>
              <a:gd name="T46" fmla="*/ 1097830 w 4892"/>
              <a:gd name="T47" fmla="*/ 834579 h 2558"/>
              <a:gd name="T48" fmla="*/ 1182477 w 4892"/>
              <a:gd name="T49" fmla="*/ 834579 h 2558"/>
              <a:gd name="T50" fmla="*/ 1140153 w 4892"/>
              <a:gd name="T51" fmla="*/ 169714 h 2558"/>
              <a:gd name="T52" fmla="*/ 893942 w 4892"/>
              <a:gd name="T53" fmla="*/ 181494 h 2558"/>
              <a:gd name="T54" fmla="*/ 938105 w 4892"/>
              <a:gd name="T55" fmla="*/ 876915 h 2558"/>
              <a:gd name="T56" fmla="*/ 982269 w 4892"/>
              <a:gd name="T57" fmla="*/ 181494 h 2558"/>
              <a:gd name="T58" fmla="*/ 893942 w 4892"/>
              <a:gd name="T59" fmla="*/ 181494 h 2558"/>
              <a:gd name="T60" fmla="*/ 497943 w 4892"/>
              <a:gd name="T61" fmla="*/ 0 h 2558"/>
              <a:gd name="T62" fmla="*/ 223393 w 4892"/>
              <a:gd name="T63" fmla="*/ 939867 h 2558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4892" h="2558">
                <a:moveTo>
                  <a:pt x="0" y="422"/>
                </a:moveTo>
                <a:cubicBezTo>
                  <a:pt x="523" y="259"/>
                  <a:pt x="523" y="259"/>
                  <a:pt x="523" y="259"/>
                </a:cubicBezTo>
                <a:cubicBezTo>
                  <a:pt x="523" y="1655"/>
                  <a:pt x="523" y="1655"/>
                  <a:pt x="523" y="1655"/>
                </a:cubicBezTo>
                <a:cubicBezTo>
                  <a:pt x="467" y="1660"/>
                  <a:pt x="467" y="1660"/>
                  <a:pt x="467" y="1660"/>
                </a:cubicBezTo>
                <a:cubicBezTo>
                  <a:pt x="467" y="1262"/>
                  <a:pt x="467" y="1262"/>
                  <a:pt x="467" y="1262"/>
                </a:cubicBezTo>
                <a:cubicBezTo>
                  <a:pt x="383" y="1262"/>
                  <a:pt x="383" y="1262"/>
                  <a:pt x="383" y="1262"/>
                </a:cubicBezTo>
                <a:cubicBezTo>
                  <a:pt x="383" y="1706"/>
                  <a:pt x="383" y="1706"/>
                  <a:pt x="383" y="1706"/>
                </a:cubicBezTo>
                <a:cubicBezTo>
                  <a:pt x="383" y="1752"/>
                  <a:pt x="383" y="1752"/>
                  <a:pt x="383" y="1752"/>
                </a:cubicBezTo>
                <a:cubicBezTo>
                  <a:pt x="429" y="1748"/>
                  <a:pt x="429" y="1748"/>
                  <a:pt x="429" y="1748"/>
                </a:cubicBezTo>
                <a:cubicBezTo>
                  <a:pt x="523" y="1740"/>
                  <a:pt x="523" y="1740"/>
                  <a:pt x="523" y="1740"/>
                </a:cubicBezTo>
                <a:cubicBezTo>
                  <a:pt x="523" y="2553"/>
                  <a:pt x="523" y="2553"/>
                  <a:pt x="523" y="2553"/>
                </a:cubicBezTo>
                <a:cubicBezTo>
                  <a:pt x="0" y="2553"/>
                  <a:pt x="0" y="2553"/>
                  <a:pt x="0" y="2553"/>
                </a:cubicBezTo>
                <a:lnTo>
                  <a:pt x="0" y="422"/>
                </a:lnTo>
                <a:close/>
                <a:moveTo>
                  <a:pt x="1542" y="6"/>
                </a:moveTo>
                <a:cubicBezTo>
                  <a:pt x="4892" y="577"/>
                  <a:pt x="4892" y="577"/>
                  <a:pt x="4892" y="577"/>
                </a:cubicBezTo>
                <a:cubicBezTo>
                  <a:pt x="4892" y="2558"/>
                  <a:pt x="4892" y="2558"/>
                  <a:pt x="4892" y="2558"/>
                </a:cubicBezTo>
                <a:cubicBezTo>
                  <a:pt x="1542" y="2558"/>
                  <a:pt x="1542" y="2558"/>
                  <a:pt x="1542" y="2558"/>
                </a:cubicBezTo>
                <a:lnTo>
                  <a:pt x="1542" y="6"/>
                </a:lnTo>
                <a:close/>
                <a:moveTo>
                  <a:pt x="1840" y="408"/>
                </a:moveTo>
                <a:cubicBezTo>
                  <a:pt x="1840" y="2256"/>
                  <a:pt x="1840" y="2256"/>
                  <a:pt x="1840" y="2256"/>
                </a:cubicBezTo>
                <a:cubicBezTo>
                  <a:pt x="1840" y="2325"/>
                  <a:pt x="1896" y="2382"/>
                  <a:pt x="1966" y="2382"/>
                </a:cubicBezTo>
                <a:cubicBezTo>
                  <a:pt x="2035" y="2382"/>
                  <a:pt x="2092" y="2325"/>
                  <a:pt x="2092" y="2256"/>
                </a:cubicBezTo>
                <a:cubicBezTo>
                  <a:pt x="2092" y="408"/>
                  <a:pt x="2092" y="408"/>
                  <a:pt x="2092" y="408"/>
                </a:cubicBezTo>
                <a:cubicBezTo>
                  <a:pt x="2092" y="339"/>
                  <a:pt x="2035" y="282"/>
                  <a:pt x="1966" y="282"/>
                </a:cubicBezTo>
                <a:cubicBezTo>
                  <a:pt x="1896" y="282"/>
                  <a:pt x="1840" y="339"/>
                  <a:pt x="1840" y="408"/>
                </a:cubicBezTo>
                <a:close/>
                <a:moveTo>
                  <a:pt x="4466" y="764"/>
                </a:moveTo>
                <a:cubicBezTo>
                  <a:pt x="4466" y="2279"/>
                  <a:pt x="4466" y="2279"/>
                  <a:pt x="4466" y="2279"/>
                </a:cubicBezTo>
                <a:cubicBezTo>
                  <a:pt x="4466" y="2336"/>
                  <a:pt x="4511" y="2382"/>
                  <a:pt x="4569" y="2382"/>
                </a:cubicBezTo>
                <a:cubicBezTo>
                  <a:pt x="4626" y="2382"/>
                  <a:pt x="4672" y="2336"/>
                  <a:pt x="4672" y="2279"/>
                </a:cubicBezTo>
                <a:cubicBezTo>
                  <a:pt x="4672" y="764"/>
                  <a:pt x="4672" y="764"/>
                  <a:pt x="4672" y="764"/>
                </a:cubicBezTo>
                <a:cubicBezTo>
                  <a:pt x="4672" y="708"/>
                  <a:pt x="4626" y="661"/>
                  <a:pt x="4569" y="661"/>
                </a:cubicBezTo>
                <a:cubicBezTo>
                  <a:pt x="4511" y="661"/>
                  <a:pt x="4466" y="708"/>
                  <a:pt x="4466" y="764"/>
                </a:cubicBezTo>
                <a:close/>
                <a:moveTo>
                  <a:pt x="4005" y="707"/>
                </a:moveTo>
                <a:cubicBezTo>
                  <a:pt x="4005" y="2275"/>
                  <a:pt x="4005" y="2275"/>
                  <a:pt x="4005" y="2275"/>
                </a:cubicBezTo>
                <a:cubicBezTo>
                  <a:pt x="4005" y="2334"/>
                  <a:pt x="4053" y="2382"/>
                  <a:pt x="4112" y="2382"/>
                </a:cubicBezTo>
                <a:cubicBezTo>
                  <a:pt x="4171" y="2382"/>
                  <a:pt x="4218" y="2334"/>
                  <a:pt x="4218" y="2275"/>
                </a:cubicBezTo>
                <a:cubicBezTo>
                  <a:pt x="4218" y="707"/>
                  <a:pt x="4218" y="707"/>
                  <a:pt x="4218" y="707"/>
                </a:cubicBezTo>
                <a:cubicBezTo>
                  <a:pt x="4218" y="648"/>
                  <a:pt x="4171" y="600"/>
                  <a:pt x="4112" y="600"/>
                </a:cubicBezTo>
                <a:cubicBezTo>
                  <a:pt x="4053" y="600"/>
                  <a:pt x="4005" y="648"/>
                  <a:pt x="4005" y="707"/>
                </a:cubicBezTo>
                <a:close/>
                <a:moveTo>
                  <a:pt x="3494" y="648"/>
                </a:moveTo>
                <a:cubicBezTo>
                  <a:pt x="3494" y="2271"/>
                  <a:pt x="3494" y="2271"/>
                  <a:pt x="3494" y="2271"/>
                </a:cubicBezTo>
                <a:cubicBezTo>
                  <a:pt x="3494" y="2332"/>
                  <a:pt x="3544" y="2382"/>
                  <a:pt x="3605" y="2382"/>
                </a:cubicBezTo>
                <a:cubicBezTo>
                  <a:pt x="3666" y="2382"/>
                  <a:pt x="3715" y="2332"/>
                  <a:pt x="3715" y="2271"/>
                </a:cubicBezTo>
                <a:cubicBezTo>
                  <a:pt x="3715" y="648"/>
                  <a:pt x="3715" y="648"/>
                  <a:pt x="3715" y="648"/>
                </a:cubicBezTo>
                <a:cubicBezTo>
                  <a:pt x="3715" y="587"/>
                  <a:pt x="3666" y="537"/>
                  <a:pt x="3605" y="537"/>
                </a:cubicBezTo>
                <a:cubicBezTo>
                  <a:pt x="3544" y="537"/>
                  <a:pt x="3494" y="587"/>
                  <a:pt x="3494" y="648"/>
                </a:cubicBezTo>
                <a:close/>
                <a:moveTo>
                  <a:pt x="2983" y="576"/>
                </a:moveTo>
                <a:cubicBezTo>
                  <a:pt x="2983" y="2267"/>
                  <a:pt x="2983" y="2267"/>
                  <a:pt x="2983" y="2267"/>
                </a:cubicBezTo>
                <a:cubicBezTo>
                  <a:pt x="2983" y="2330"/>
                  <a:pt x="3035" y="2382"/>
                  <a:pt x="3098" y="2382"/>
                </a:cubicBezTo>
                <a:cubicBezTo>
                  <a:pt x="3162" y="2382"/>
                  <a:pt x="3213" y="2330"/>
                  <a:pt x="3213" y="2267"/>
                </a:cubicBezTo>
                <a:cubicBezTo>
                  <a:pt x="3213" y="576"/>
                  <a:pt x="3213" y="576"/>
                  <a:pt x="3213" y="576"/>
                </a:cubicBezTo>
                <a:cubicBezTo>
                  <a:pt x="3213" y="513"/>
                  <a:pt x="3162" y="461"/>
                  <a:pt x="3098" y="461"/>
                </a:cubicBezTo>
                <a:cubicBezTo>
                  <a:pt x="3035" y="461"/>
                  <a:pt x="2983" y="513"/>
                  <a:pt x="2983" y="576"/>
                </a:cubicBezTo>
                <a:close/>
                <a:moveTo>
                  <a:pt x="2429" y="493"/>
                </a:moveTo>
                <a:cubicBezTo>
                  <a:pt x="2429" y="2261"/>
                  <a:pt x="2429" y="2261"/>
                  <a:pt x="2429" y="2261"/>
                </a:cubicBezTo>
                <a:cubicBezTo>
                  <a:pt x="2429" y="2328"/>
                  <a:pt x="2482" y="2382"/>
                  <a:pt x="2549" y="2382"/>
                </a:cubicBezTo>
                <a:cubicBezTo>
                  <a:pt x="2616" y="2382"/>
                  <a:pt x="2669" y="2328"/>
                  <a:pt x="2669" y="2261"/>
                </a:cubicBezTo>
                <a:cubicBezTo>
                  <a:pt x="2669" y="493"/>
                  <a:pt x="2669" y="493"/>
                  <a:pt x="2669" y="493"/>
                </a:cubicBezTo>
                <a:cubicBezTo>
                  <a:pt x="2669" y="426"/>
                  <a:pt x="2616" y="372"/>
                  <a:pt x="2549" y="372"/>
                </a:cubicBezTo>
                <a:cubicBezTo>
                  <a:pt x="2482" y="372"/>
                  <a:pt x="2429" y="426"/>
                  <a:pt x="2429" y="493"/>
                </a:cubicBezTo>
                <a:close/>
                <a:moveTo>
                  <a:pt x="607" y="233"/>
                </a:moveTo>
                <a:cubicBezTo>
                  <a:pt x="1353" y="0"/>
                  <a:pt x="1353" y="0"/>
                  <a:pt x="1353" y="0"/>
                </a:cubicBezTo>
                <a:cubicBezTo>
                  <a:pt x="1353" y="2553"/>
                  <a:pt x="1353" y="2553"/>
                  <a:pt x="1353" y="2553"/>
                </a:cubicBezTo>
                <a:cubicBezTo>
                  <a:pt x="607" y="2553"/>
                  <a:pt x="607" y="2553"/>
                  <a:pt x="607" y="2553"/>
                </a:cubicBezTo>
                <a:lnTo>
                  <a:pt x="607" y="2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幼圆"/>
            </a:endParaRPr>
          </a:p>
        </p:txBody>
      </p:sp>
      <p:sp>
        <p:nvSpPr>
          <p:cNvPr id="15" name="KSO_Shape"/>
          <p:cNvSpPr>
            <a:spLocks/>
          </p:cNvSpPr>
          <p:nvPr/>
        </p:nvSpPr>
        <p:spPr bwMode="auto">
          <a:xfrm>
            <a:off x="7020272" y="2703066"/>
            <a:ext cx="900113" cy="869950"/>
          </a:xfrm>
          <a:custGeom>
            <a:avLst/>
            <a:gdLst>
              <a:gd name="T0" fmla="*/ 1766879 w 3760"/>
              <a:gd name="T1" fmla="*/ 1560699 h 3634"/>
              <a:gd name="T2" fmla="*/ 1586839 w 3760"/>
              <a:gd name="T3" fmla="*/ 1740816 h 3634"/>
              <a:gd name="T4" fmla="*/ 180519 w 3760"/>
              <a:gd name="T5" fmla="*/ 1740816 h 3634"/>
              <a:gd name="T6" fmla="*/ 0 w 3760"/>
              <a:gd name="T7" fmla="*/ 1560699 h 3634"/>
              <a:gd name="T8" fmla="*/ 202066 w 3760"/>
              <a:gd name="T9" fmla="*/ 442150 h 3634"/>
              <a:gd name="T10" fmla="*/ 1565292 w 3760"/>
              <a:gd name="T11" fmla="*/ 442150 h 3634"/>
              <a:gd name="T12" fmla="*/ 1766879 w 3760"/>
              <a:gd name="T13" fmla="*/ 1560699 h 3634"/>
              <a:gd name="T14" fmla="*/ 1514536 w 3760"/>
              <a:gd name="T15" fmla="*/ 731009 h 3634"/>
              <a:gd name="T16" fmla="*/ 1334496 w 3760"/>
              <a:gd name="T17" fmla="*/ 550412 h 3634"/>
              <a:gd name="T18" fmla="*/ 360558 w 3760"/>
              <a:gd name="T19" fmla="*/ 550412 h 3634"/>
              <a:gd name="T20" fmla="*/ 180519 w 3760"/>
              <a:gd name="T21" fmla="*/ 731009 h 3634"/>
              <a:gd name="T22" fmla="*/ 180519 w 3760"/>
              <a:gd name="T23" fmla="*/ 802864 h 3634"/>
              <a:gd name="T24" fmla="*/ 360558 w 3760"/>
              <a:gd name="T25" fmla="*/ 983460 h 3634"/>
              <a:gd name="T26" fmla="*/ 1334496 w 3760"/>
              <a:gd name="T27" fmla="*/ 983460 h 3634"/>
              <a:gd name="T28" fmla="*/ 1514536 w 3760"/>
              <a:gd name="T29" fmla="*/ 802864 h 3634"/>
              <a:gd name="T30" fmla="*/ 1514536 w 3760"/>
              <a:gd name="T31" fmla="*/ 731009 h 3634"/>
              <a:gd name="T32" fmla="*/ 1384773 w 3760"/>
              <a:gd name="T33" fmla="*/ 1106094 h 3634"/>
              <a:gd name="T34" fmla="*/ 1132431 w 3760"/>
              <a:gd name="T35" fmla="*/ 1358545 h 3634"/>
              <a:gd name="T36" fmla="*/ 1384773 w 3760"/>
              <a:gd name="T37" fmla="*/ 1610997 h 3634"/>
              <a:gd name="T38" fmla="*/ 1637116 w 3760"/>
              <a:gd name="T39" fmla="*/ 1358545 h 3634"/>
              <a:gd name="T40" fmla="*/ 1384773 w 3760"/>
              <a:gd name="T41" fmla="*/ 1106094 h 3634"/>
              <a:gd name="T42" fmla="*/ 1384773 w 3760"/>
              <a:gd name="T43" fmla="*/ 1520939 h 3634"/>
              <a:gd name="T44" fmla="*/ 1222450 w 3760"/>
              <a:gd name="T45" fmla="*/ 1358545 h 3634"/>
              <a:gd name="T46" fmla="*/ 1384773 w 3760"/>
              <a:gd name="T47" fmla="*/ 1196152 h 3634"/>
              <a:gd name="T48" fmla="*/ 1547096 w 3760"/>
              <a:gd name="T49" fmla="*/ 1358545 h 3634"/>
              <a:gd name="T50" fmla="*/ 1384773 w 3760"/>
              <a:gd name="T51" fmla="*/ 1520939 h 3634"/>
              <a:gd name="T52" fmla="*/ 288255 w 3760"/>
              <a:gd name="T53" fmla="*/ 802864 h 3634"/>
              <a:gd name="T54" fmla="*/ 1009850 w 3760"/>
              <a:gd name="T55" fmla="*/ 802864 h 3634"/>
              <a:gd name="T56" fmla="*/ 1009850 w 3760"/>
              <a:gd name="T57" fmla="*/ 875198 h 3634"/>
              <a:gd name="T58" fmla="*/ 1081675 w 3760"/>
              <a:gd name="T59" fmla="*/ 875198 h 3634"/>
              <a:gd name="T60" fmla="*/ 1081675 w 3760"/>
              <a:gd name="T61" fmla="*/ 802864 h 3634"/>
              <a:gd name="T62" fmla="*/ 1262193 w 3760"/>
              <a:gd name="T63" fmla="*/ 802864 h 3634"/>
              <a:gd name="T64" fmla="*/ 1262193 w 3760"/>
              <a:gd name="T65" fmla="*/ 875198 h 3634"/>
              <a:gd name="T66" fmla="*/ 1334496 w 3760"/>
              <a:gd name="T67" fmla="*/ 875198 h 3634"/>
              <a:gd name="T68" fmla="*/ 1334496 w 3760"/>
              <a:gd name="T69" fmla="*/ 802864 h 3634"/>
              <a:gd name="T70" fmla="*/ 1406321 w 3760"/>
              <a:gd name="T71" fmla="*/ 802864 h 3634"/>
              <a:gd name="T72" fmla="*/ 1406321 w 3760"/>
              <a:gd name="T73" fmla="*/ 911126 h 3634"/>
              <a:gd name="T74" fmla="*/ 288255 w 3760"/>
              <a:gd name="T75" fmla="*/ 911126 h 3634"/>
              <a:gd name="T76" fmla="*/ 288255 w 3760"/>
              <a:gd name="T77" fmla="*/ 802864 h 3634"/>
              <a:gd name="T78" fmla="*/ 829332 w 3760"/>
              <a:gd name="T79" fmla="*/ 658674 h 3634"/>
              <a:gd name="T80" fmla="*/ 757507 w 3760"/>
              <a:gd name="T81" fmla="*/ 658674 h 3634"/>
              <a:gd name="T82" fmla="*/ 757507 w 3760"/>
              <a:gd name="T83" fmla="*/ 731009 h 3634"/>
              <a:gd name="T84" fmla="*/ 612901 w 3760"/>
              <a:gd name="T85" fmla="*/ 731009 h 3634"/>
              <a:gd name="T86" fmla="*/ 612901 w 3760"/>
              <a:gd name="T87" fmla="*/ 658674 h 3634"/>
              <a:gd name="T88" fmla="*/ 541077 w 3760"/>
              <a:gd name="T89" fmla="*/ 658674 h 3634"/>
              <a:gd name="T90" fmla="*/ 541077 w 3760"/>
              <a:gd name="T91" fmla="*/ 731009 h 3634"/>
              <a:gd name="T92" fmla="*/ 288255 w 3760"/>
              <a:gd name="T93" fmla="*/ 731009 h 3634"/>
              <a:gd name="T94" fmla="*/ 288255 w 3760"/>
              <a:gd name="T95" fmla="*/ 622747 h 3634"/>
              <a:gd name="T96" fmla="*/ 1406321 w 3760"/>
              <a:gd name="T97" fmla="*/ 622747 h 3634"/>
              <a:gd name="T98" fmla="*/ 1406321 w 3760"/>
              <a:gd name="T99" fmla="*/ 731009 h 3634"/>
              <a:gd name="T100" fmla="*/ 829332 w 3760"/>
              <a:gd name="T101" fmla="*/ 731009 h 3634"/>
              <a:gd name="T102" fmla="*/ 829332 w 3760"/>
              <a:gd name="T103" fmla="*/ 658674 h 3634"/>
              <a:gd name="T104" fmla="*/ 332307 w 3760"/>
              <a:gd name="T105" fmla="*/ 182513 h 3634"/>
              <a:gd name="T106" fmla="*/ 265750 w 3760"/>
              <a:gd name="T107" fmla="*/ 206943 h 3634"/>
              <a:gd name="T108" fmla="*/ 162323 w 3760"/>
              <a:gd name="T109" fmla="*/ 103472 h 3634"/>
              <a:gd name="T110" fmla="*/ 265750 w 3760"/>
              <a:gd name="T111" fmla="*/ 0 h 3634"/>
              <a:gd name="T112" fmla="*/ 366783 w 3760"/>
              <a:gd name="T113" fmla="*/ 81436 h 3634"/>
              <a:gd name="T114" fmla="*/ 1578220 w 3760"/>
              <a:gd name="T115" fmla="*/ 406222 h 3634"/>
              <a:gd name="T116" fmla="*/ 1165949 w 3760"/>
              <a:gd name="T117" fmla="*/ 406222 h 3634"/>
              <a:gd name="T118" fmla="*/ 332307 w 3760"/>
              <a:gd name="T119" fmla="*/ 182513 h 363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760" h="3634">
                <a:moveTo>
                  <a:pt x="3690" y="3258"/>
                </a:moveTo>
                <a:cubicBezTo>
                  <a:pt x="3690" y="3466"/>
                  <a:pt x="3522" y="3634"/>
                  <a:pt x="3314" y="3634"/>
                </a:cubicBezTo>
                <a:cubicBezTo>
                  <a:pt x="377" y="3634"/>
                  <a:pt x="377" y="3634"/>
                  <a:pt x="377" y="3634"/>
                </a:cubicBezTo>
                <a:cubicBezTo>
                  <a:pt x="169" y="3634"/>
                  <a:pt x="0" y="3466"/>
                  <a:pt x="0" y="3258"/>
                </a:cubicBezTo>
                <a:cubicBezTo>
                  <a:pt x="0" y="3258"/>
                  <a:pt x="6" y="923"/>
                  <a:pt x="422" y="923"/>
                </a:cubicBezTo>
                <a:cubicBezTo>
                  <a:pt x="3269" y="923"/>
                  <a:pt x="3269" y="923"/>
                  <a:pt x="3269" y="923"/>
                </a:cubicBezTo>
                <a:cubicBezTo>
                  <a:pt x="3760" y="923"/>
                  <a:pt x="3690" y="3258"/>
                  <a:pt x="3690" y="3258"/>
                </a:cubicBezTo>
                <a:close/>
                <a:moveTo>
                  <a:pt x="3163" y="1526"/>
                </a:moveTo>
                <a:cubicBezTo>
                  <a:pt x="3163" y="1318"/>
                  <a:pt x="2995" y="1149"/>
                  <a:pt x="2787" y="1149"/>
                </a:cubicBezTo>
                <a:cubicBezTo>
                  <a:pt x="753" y="1149"/>
                  <a:pt x="753" y="1149"/>
                  <a:pt x="753" y="1149"/>
                </a:cubicBezTo>
                <a:cubicBezTo>
                  <a:pt x="545" y="1149"/>
                  <a:pt x="377" y="1318"/>
                  <a:pt x="377" y="1526"/>
                </a:cubicBezTo>
                <a:cubicBezTo>
                  <a:pt x="377" y="1676"/>
                  <a:pt x="377" y="1676"/>
                  <a:pt x="377" y="1676"/>
                </a:cubicBezTo>
                <a:cubicBezTo>
                  <a:pt x="377" y="1884"/>
                  <a:pt x="545" y="2053"/>
                  <a:pt x="753" y="2053"/>
                </a:cubicBezTo>
                <a:cubicBezTo>
                  <a:pt x="2787" y="2053"/>
                  <a:pt x="2787" y="2053"/>
                  <a:pt x="2787" y="2053"/>
                </a:cubicBezTo>
                <a:cubicBezTo>
                  <a:pt x="2995" y="2053"/>
                  <a:pt x="3163" y="1884"/>
                  <a:pt x="3163" y="1676"/>
                </a:cubicBezTo>
                <a:lnTo>
                  <a:pt x="3163" y="1526"/>
                </a:lnTo>
                <a:close/>
                <a:moveTo>
                  <a:pt x="2892" y="2309"/>
                </a:moveTo>
                <a:cubicBezTo>
                  <a:pt x="2601" y="2309"/>
                  <a:pt x="2365" y="2545"/>
                  <a:pt x="2365" y="2836"/>
                </a:cubicBezTo>
                <a:cubicBezTo>
                  <a:pt x="2365" y="3127"/>
                  <a:pt x="2601" y="3363"/>
                  <a:pt x="2892" y="3363"/>
                </a:cubicBezTo>
                <a:cubicBezTo>
                  <a:pt x="3183" y="3363"/>
                  <a:pt x="3419" y="3127"/>
                  <a:pt x="3419" y="2836"/>
                </a:cubicBezTo>
                <a:cubicBezTo>
                  <a:pt x="3419" y="2545"/>
                  <a:pt x="3183" y="2309"/>
                  <a:pt x="2892" y="2309"/>
                </a:cubicBezTo>
                <a:close/>
                <a:moveTo>
                  <a:pt x="2892" y="3175"/>
                </a:moveTo>
                <a:cubicBezTo>
                  <a:pt x="2705" y="3175"/>
                  <a:pt x="2553" y="3023"/>
                  <a:pt x="2553" y="2836"/>
                </a:cubicBezTo>
                <a:cubicBezTo>
                  <a:pt x="2553" y="2649"/>
                  <a:pt x="2705" y="2497"/>
                  <a:pt x="2892" y="2497"/>
                </a:cubicBezTo>
                <a:cubicBezTo>
                  <a:pt x="3079" y="2497"/>
                  <a:pt x="3231" y="2649"/>
                  <a:pt x="3231" y="2836"/>
                </a:cubicBezTo>
                <a:cubicBezTo>
                  <a:pt x="3231" y="3023"/>
                  <a:pt x="3079" y="3175"/>
                  <a:pt x="2892" y="3175"/>
                </a:cubicBezTo>
                <a:close/>
                <a:moveTo>
                  <a:pt x="602" y="1676"/>
                </a:moveTo>
                <a:cubicBezTo>
                  <a:pt x="2109" y="1676"/>
                  <a:pt x="2109" y="1676"/>
                  <a:pt x="2109" y="1676"/>
                </a:cubicBezTo>
                <a:cubicBezTo>
                  <a:pt x="2109" y="1827"/>
                  <a:pt x="2109" y="1827"/>
                  <a:pt x="2109" y="1827"/>
                </a:cubicBezTo>
                <a:cubicBezTo>
                  <a:pt x="2259" y="1827"/>
                  <a:pt x="2259" y="1827"/>
                  <a:pt x="2259" y="1827"/>
                </a:cubicBezTo>
                <a:cubicBezTo>
                  <a:pt x="2259" y="1676"/>
                  <a:pt x="2259" y="1676"/>
                  <a:pt x="2259" y="1676"/>
                </a:cubicBezTo>
                <a:cubicBezTo>
                  <a:pt x="2636" y="1676"/>
                  <a:pt x="2636" y="1676"/>
                  <a:pt x="2636" y="1676"/>
                </a:cubicBezTo>
                <a:cubicBezTo>
                  <a:pt x="2636" y="1827"/>
                  <a:pt x="2636" y="1827"/>
                  <a:pt x="2636" y="1827"/>
                </a:cubicBezTo>
                <a:cubicBezTo>
                  <a:pt x="2787" y="1827"/>
                  <a:pt x="2787" y="1827"/>
                  <a:pt x="2787" y="1827"/>
                </a:cubicBezTo>
                <a:cubicBezTo>
                  <a:pt x="2787" y="1676"/>
                  <a:pt x="2787" y="1676"/>
                  <a:pt x="2787" y="1676"/>
                </a:cubicBezTo>
                <a:cubicBezTo>
                  <a:pt x="2937" y="1676"/>
                  <a:pt x="2937" y="1676"/>
                  <a:pt x="2937" y="1676"/>
                </a:cubicBezTo>
                <a:cubicBezTo>
                  <a:pt x="2937" y="1902"/>
                  <a:pt x="2937" y="1902"/>
                  <a:pt x="2937" y="1902"/>
                </a:cubicBezTo>
                <a:cubicBezTo>
                  <a:pt x="602" y="1902"/>
                  <a:pt x="602" y="1902"/>
                  <a:pt x="602" y="1902"/>
                </a:cubicBezTo>
                <a:lnTo>
                  <a:pt x="602" y="1676"/>
                </a:lnTo>
                <a:close/>
                <a:moveTo>
                  <a:pt x="1732" y="1375"/>
                </a:moveTo>
                <a:cubicBezTo>
                  <a:pt x="1582" y="1375"/>
                  <a:pt x="1582" y="1375"/>
                  <a:pt x="1582" y="1375"/>
                </a:cubicBezTo>
                <a:cubicBezTo>
                  <a:pt x="1582" y="1526"/>
                  <a:pt x="1582" y="1526"/>
                  <a:pt x="1582" y="1526"/>
                </a:cubicBezTo>
                <a:cubicBezTo>
                  <a:pt x="1280" y="1526"/>
                  <a:pt x="1280" y="1526"/>
                  <a:pt x="1280" y="1526"/>
                </a:cubicBezTo>
                <a:cubicBezTo>
                  <a:pt x="1280" y="1375"/>
                  <a:pt x="1280" y="1375"/>
                  <a:pt x="1280" y="1375"/>
                </a:cubicBezTo>
                <a:cubicBezTo>
                  <a:pt x="1130" y="1375"/>
                  <a:pt x="1130" y="1375"/>
                  <a:pt x="1130" y="1375"/>
                </a:cubicBezTo>
                <a:cubicBezTo>
                  <a:pt x="1130" y="1526"/>
                  <a:pt x="1130" y="1526"/>
                  <a:pt x="1130" y="1526"/>
                </a:cubicBezTo>
                <a:cubicBezTo>
                  <a:pt x="602" y="1526"/>
                  <a:pt x="602" y="1526"/>
                  <a:pt x="602" y="1526"/>
                </a:cubicBezTo>
                <a:cubicBezTo>
                  <a:pt x="602" y="1300"/>
                  <a:pt x="602" y="1300"/>
                  <a:pt x="602" y="1300"/>
                </a:cubicBezTo>
                <a:cubicBezTo>
                  <a:pt x="2937" y="1300"/>
                  <a:pt x="2937" y="1300"/>
                  <a:pt x="2937" y="1300"/>
                </a:cubicBezTo>
                <a:cubicBezTo>
                  <a:pt x="2937" y="1526"/>
                  <a:pt x="2937" y="1526"/>
                  <a:pt x="2937" y="1526"/>
                </a:cubicBezTo>
                <a:cubicBezTo>
                  <a:pt x="1732" y="1526"/>
                  <a:pt x="1732" y="1526"/>
                  <a:pt x="1732" y="1526"/>
                </a:cubicBezTo>
                <a:lnTo>
                  <a:pt x="1732" y="1375"/>
                </a:lnTo>
                <a:close/>
                <a:moveTo>
                  <a:pt x="694" y="381"/>
                </a:moveTo>
                <a:cubicBezTo>
                  <a:pt x="657" y="413"/>
                  <a:pt x="608" y="432"/>
                  <a:pt x="555" y="432"/>
                </a:cubicBezTo>
                <a:cubicBezTo>
                  <a:pt x="436" y="432"/>
                  <a:pt x="339" y="336"/>
                  <a:pt x="339" y="216"/>
                </a:cubicBezTo>
                <a:cubicBezTo>
                  <a:pt x="339" y="97"/>
                  <a:pt x="436" y="0"/>
                  <a:pt x="555" y="0"/>
                </a:cubicBezTo>
                <a:cubicBezTo>
                  <a:pt x="658" y="0"/>
                  <a:pt x="744" y="73"/>
                  <a:pt x="766" y="170"/>
                </a:cubicBezTo>
                <a:cubicBezTo>
                  <a:pt x="3296" y="848"/>
                  <a:pt x="3296" y="848"/>
                  <a:pt x="3296" y="848"/>
                </a:cubicBezTo>
                <a:cubicBezTo>
                  <a:pt x="2435" y="848"/>
                  <a:pt x="2435" y="848"/>
                  <a:pt x="2435" y="848"/>
                </a:cubicBezTo>
                <a:lnTo>
                  <a:pt x="694" y="3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幼圆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1938318"/>
            <a:ext cx="5778648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月孕妇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及婴幼儿用品零售服务广告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媒体占比前三位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134235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256191"/>
              </p:ext>
            </p:extLst>
          </p:nvPr>
        </p:nvGraphicFramePr>
        <p:xfrm>
          <a:off x="503548" y="1916831"/>
          <a:ext cx="8136904" cy="438583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74936"/>
                <a:gridCol w="2420656"/>
                <a:gridCol w="2420656"/>
                <a:gridCol w="2420656"/>
              </a:tblGrid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花费占比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可爱可亲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29.2%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577.2%</a:t>
                      </a:r>
                    </a:p>
                  </a:txBody>
                  <a:tcPr marL="9525" marR="9525" marT="9525" marB="0"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爱婴贝美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19.9%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-41.7%</a:t>
                      </a:r>
                    </a:p>
                  </a:txBody>
                  <a:tcPr marL="9525" marR="9525" marT="9525" marB="0"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孙氏成晨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诗安国际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5.3%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宝大祥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天空之城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红孩子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-21.4%</a:t>
                      </a:r>
                    </a:p>
                  </a:txBody>
                  <a:tcPr marL="9525" marR="9525" marT="9525" marB="0"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中天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乐友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-15.4%</a:t>
                      </a:r>
                    </a:p>
                  </a:txBody>
                  <a:tcPr marL="9525" marR="9525" marT="9525" marB="0" anchor="ctr"/>
                </a:tc>
              </a:tr>
              <a:tr h="39871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昆龙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31.4%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395536" y="44624"/>
            <a:ext cx="8208912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孕妇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及婴幼儿用品零售服务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广告花费榜单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3663" y="1484784"/>
            <a:ext cx="7488832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月孕妇及婴幼儿用品零售服务广告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花费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10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排名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299164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348880"/>
            <a:ext cx="9144000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幼圆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91880" y="2766651"/>
            <a:ext cx="5219341" cy="11136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Arial Black"/>
              </a:rPr>
              <a:t>婴幼儿用品广告投放分析</a:t>
            </a:r>
            <a:endParaRPr lang="zh-CN" altLang="en-US" b="1" dirty="0">
              <a:solidFill>
                <a:schemeClr val="bg1"/>
              </a:solidFill>
              <a:latin typeface="Arial Black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40296">
            <a:off x="1508783" y="2662983"/>
            <a:ext cx="1601468" cy="151071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0623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78460" y="98033"/>
            <a:ext cx="8340725" cy="9547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花费趋势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：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Black"/>
                <a:ea typeface="幼圆"/>
                <a:cs typeface="+mj-cs"/>
              </a:rPr>
              <a:t>婴幼儿用品花费的广告投入持续下滑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 Black"/>
              <a:ea typeface="幼圆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1680" y="1741264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月婴幼儿用品广告花费月度同比增幅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graphicFrame>
        <p:nvGraphicFramePr>
          <p:cNvPr id="9" name="图表 8"/>
          <p:cNvGraphicFramePr/>
          <p:nvPr>
            <p:extLst>
              <p:ext uri="{D42A27DB-BD31-4B8C-83A1-F6EECF244321}">
                <p14:modId xmlns:p14="http://schemas.microsoft.com/office/powerpoint/2010/main" val="270412801"/>
              </p:ext>
            </p:extLst>
          </p:nvPr>
        </p:nvGraphicFramePr>
        <p:xfrm>
          <a:off x="467543" y="2245320"/>
          <a:ext cx="8251641" cy="3919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矩形 9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301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680384354"/>
              </p:ext>
            </p:extLst>
          </p:nvPr>
        </p:nvGraphicFramePr>
        <p:xfrm>
          <a:off x="414589" y="2029296"/>
          <a:ext cx="8261867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91680" y="1763524"/>
            <a:ext cx="5760640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婴幼儿用品品牌数量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323528" y="188640"/>
            <a:ext cx="7685803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品牌数量：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去年同期的半数品牌继续投放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32031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520" y="157048"/>
            <a:ext cx="8419898" cy="1255728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媒介分布：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婴幼儿用品在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电视</a:t>
            </a: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、杂志、传统户外的广告花费占比较大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11" name="MH_Text_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00844" y="4643916"/>
            <a:ext cx="701082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幼圆"/>
                <a:ea typeface="幼圆"/>
              </a:rPr>
              <a:t>  56.4%                 21.0%                  13.2%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幼圆"/>
              <a:ea typeface="幼圆"/>
            </a:endParaRPr>
          </a:p>
        </p:txBody>
      </p:sp>
      <p:sp>
        <p:nvSpPr>
          <p:cNvPr id="12" name="MH_Text_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00844" y="4228746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b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电视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3" name="MH_Text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74541" y="4235838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杂志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4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48239" y="4239742"/>
            <a:ext cx="1080145" cy="258532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 sz="21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幼圆"/>
                <a:ea typeface="幼圆"/>
              </a:rPr>
              <a:t>传统户外</a:t>
            </a:r>
            <a:endParaRPr lang="zh-CN" altLang="en-US" sz="1400" b="1" dirty="0">
              <a:solidFill>
                <a:schemeClr val="bg1"/>
              </a:solidFill>
              <a:latin typeface="幼圆"/>
              <a:ea typeface="幼圆"/>
            </a:endParaRPr>
          </a:p>
        </p:txBody>
      </p:sp>
      <p:sp>
        <p:nvSpPr>
          <p:cNvPr id="15" name="KSO_Shape"/>
          <p:cNvSpPr>
            <a:spLocks/>
          </p:cNvSpPr>
          <p:nvPr/>
        </p:nvSpPr>
        <p:spPr bwMode="auto">
          <a:xfrm>
            <a:off x="1315244" y="3149897"/>
            <a:ext cx="952500" cy="808484"/>
          </a:xfrm>
          <a:custGeom>
            <a:avLst/>
            <a:gdLst>
              <a:gd name="T0" fmla="*/ 1372823 w 5484"/>
              <a:gd name="T1" fmla="*/ 154929 h 5484"/>
              <a:gd name="T2" fmla="*/ 1427013 w 5484"/>
              <a:gd name="T3" fmla="*/ 95181 h 5484"/>
              <a:gd name="T4" fmla="*/ 1405476 w 5484"/>
              <a:gd name="T5" fmla="*/ 23274 h 5484"/>
              <a:gd name="T6" fmla="*/ 1333222 w 5484"/>
              <a:gd name="T7" fmla="*/ 1389 h 5484"/>
              <a:gd name="T8" fmla="*/ 1273126 w 5484"/>
              <a:gd name="T9" fmla="*/ 55580 h 5484"/>
              <a:gd name="T10" fmla="*/ 629789 w 5484"/>
              <a:gd name="T11" fmla="*/ 105949 h 5484"/>
              <a:gd name="T12" fmla="*/ 625274 w 5484"/>
              <a:gd name="T13" fmla="*/ 40990 h 5484"/>
              <a:gd name="T14" fmla="*/ 555451 w 5484"/>
              <a:gd name="T15" fmla="*/ 0 h 5484"/>
              <a:gd name="T16" fmla="*/ 489450 w 5484"/>
              <a:gd name="T17" fmla="*/ 34737 h 5484"/>
              <a:gd name="T18" fmla="*/ 482503 w 5484"/>
              <a:gd name="T19" fmla="*/ 110118 h 5484"/>
              <a:gd name="T20" fmla="*/ 547114 w 5484"/>
              <a:gd name="T21" fmla="*/ 158055 h 5484"/>
              <a:gd name="T22" fmla="*/ 134434 w 5484"/>
              <a:gd name="T23" fmla="*/ 477987 h 5484"/>
              <a:gd name="T24" fmla="*/ 57664 w 5484"/>
              <a:gd name="T25" fmla="*/ 512377 h 5484"/>
              <a:gd name="T26" fmla="*/ 9726 w 5484"/>
              <a:gd name="T27" fmla="*/ 579768 h 5484"/>
              <a:gd name="T28" fmla="*/ 695 w 5484"/>
              <a:gd name="T29" fmla="*/ 1762229 h 5484"/>
              <a:gd name="T30" fmla="*/ 31264 w 5484"/>
              <a:gd name="T31" fmla="*/ 1840736 h 5484"/>
              <a:gd name="T32" fmla="*/ 96917 w 5484"/>
              <a:gd name="T33" fmla="*/ 1892147 h 5484"/>
              <a:gd name="T34" fmla="*/ 1754240 w 5484"/>
              <a:gd name="T35" fmla="*/ 1904305 h 5484"/>
              <a:gd name="T36" fmla="*/ 1834830 w 5484"/>
              <a:gd name="T37" fmla="*/ 1877557 h 5484"/>
              <a:gd name="T38" fmla="*/ 1889368 w 5484"/>
              <a:gd name="T39" fmla="*/ 1814683 h 5484"/>
              <a:gd name="T40" fmla="*/ 1905000 w 5484"/>
              <a:gd name="T41" fmla="*/ 634653 h 5484"/>
              <a:gd name="T42" fmla="*/ 1881726 w 5484"/>
              <a:gd name="T43" fmla="*/ 552325 h 5484"/>
              <a:gd name="T44" fmla="*/ 1821630 w 5484"/>
              <a:gd name="T45" fmla="*/ 495008 h 5484"/>
              <a:gd name="T46" fmla="*/ 1428403 w 5484"/>
              <a:gd name="T47" fmla="*/ 1587153 h 5484"/>
              <a:gd name="T48" fmla="*/ 1409297 w 5484"/>
              <a:gd name="T49" fmla="*/ 1662533 h 5484"/>
              <a:gd name="T50" fmla="*/ 1351980 w 5484"/>
              <a:gd name="T51" fmla="*/ 1722976 h 5484"/>
              <a:gd name="T52" fmla="*/ 1269653 w 5484"/>
              <a:gd name="T53" fmla="*/ 1745903 h 5484"/>
              <a:gd name="T54" fmla="*/ 248720 w 5484"/>
              <a:gd name="T55" fmla="*/ 1730271 h 5484"/>
              <a:gd name="T56" fmla="*/ 185845 w 5484"/>
              <a:gd name="T57" fmla="*/ 1675733 h 5484"/>
              <a:gd name="T58" fmla="*/ 159097 w 5484"/>
              <a:gd name="T59" fmla="*/ 1595490 h 5484"/>
              <a:gd name="T60" fmla="*/ 170908 w 5484"/>
              <a:gd name="T61" fmla="*/ 731570 h 5484"/>
              <a:gd name="T62" fmla="*/ 222319 w 5484"/>
              <a:gd name="T63" fmla="*/ 666264 h 5484"/>
              <a:gd name="T64" fmla="*/ 301173 w 5484"/>
              <a:gd name="T65" fmla="*/ 635695 h 5484"/>
              <a:gd name="T66" fmla="*/ 1324538 w 5484"/>
              <a:gd name="T67" fmla="*/ 644379 h 5484"/>
              <a:gd name="T68" fmla="*/ 1392276 w 5484"/>
              <a:gd name="T69" fmla="*/ 692317 h 5484"/>
              <a:gd name="T70" fmla="*/ 1426666 w 5484"/>
              <a:gd name="T71" fmla="*/ 769086 h 5484"/>
              <a:gd name="T72" fmla="*/ 1627101 w 5484"/>
              <a:gd name="T73" fmla="*/ 1343991 h 5484"/>
              <a:gd name="T74" fmla="*/ 1554152 w 5484"/>
              <a:gd name="T75" fmla="*/ 1302306 h 5484"/>
              <a:gd name="T76" fmla="*/ 1513162 w 5484"/>
              <a:gd name="T77" fmla="*/ 1230052 h 5484"/>
              <a:gd name="T78" fmla="*/ 1513162 w 5484"/>
              <a:gd name="T79" fmla="*/ 1150851 h 5484"/>
              <a:gd name="T80" fmla="*/ 1554152 w 5484"/>
              <a:gd name="T81" fmla="*/ 1078249 h 5484"/>
              <a:gd name="T82" fmla="*/ 1627101 w 5484"/>
              <a:gd name="T83" fmla="*/ 1036565 h 5484"/>
              <a:gd name="T84" fmla="*/ 1706302 w 5484"/>
              <a:gd name="T85" fmla="*/ 1036565 h 5484"/>
              <a:gd name="T86" fmla="*/ 1778903 w 5484"/>
              <a:gd name="T87" fmla="*/ 1078249 h 5484"/>
              <a:gd name="T88" fmla="*/ 1820241 w 5484"/>
              <a:gd name="T89" fmla="*/ 1150851 h 5484"/>
              <a:gd name="T90" fmla="*/ 1820241 w 5484"/>
              <a:gd name="T91" fmla="*/ 1230052 h 5484"/>
              <a:gd name="T92" fmla="*/ 1778903 w 5484"/>
              <a:gd name="T93" fmla="*/ 1302306 h 5484"/>
              <a:gd name="T94" fmla="*/ 1706302 w 5484"/>
              <a:gd name="T95" fmla="*/ 1343991 h 5484"/>
              <a:gd name="T96" fmla="*/ 1634743 w 5484"/>
              <a:gd name="T97" fmla="*/ 949026 h 5484"/>
              <a:gd name="T98" fmla="*/ 1559710 w 5484"/>
              <a:gd name="T99" fmla="*/ 910815 h 5484"/>
              <a:gd name="T100" fmla="*/ 1514899 w 5484"/>
              <a:gd name="T101" fmla="*/ 840646 h 5484"/>
              <a:gd name="T102" fmla="*/ 1511078 w 5484"/>
              <a:gd name="T103" fmla="*/ 761792 h 5484"/>
              <a:gd name="T104" fmla="*/ 1548941 w 5484"/>
              <a:gd name="T105" fmla="*/ 686759 h 5484"/>
              <a:gd name="T106" fmla="*/ 1619458 w 5484"/>
              <a:gd name="T107" fmla="*/ 641947 h 5484"/>
              <a:gd name="T108" fmla="*/ 1698660 w 5484"/>
              <a:gd name="T109" fmla="*/ 638126 h 5484"/>
              <a:gd name="T110" fmla="*/ 1773693 w 5484"/>
              <a:gd name="T111" fmla="*/ 675990 h 5484"/>
              <a:gd name="T112" fmla="*/ 1818504 w 5484"/>
              <a:gd name="T113" fmla="*/ 746507 h 5484"/>
              <a:gd name="T114" fmla="*/ 1821978 w 5484"/>
              <a:gd name="T115" fmla="*/ 825361 h 5484"/>
              <a:gd name="T116" fmla="*/ 1784114 w 5484"/>
              <a:gd name="T117" fmla="*/ 900046 h 5484"/>
              <a:gd name="T118" fmla="*/ 1713944 w 5484"/>
              <a:gd name="T119" fmla="*/ 944858 h 548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484" h="5484">
                <a:moveTo>
                  <a:pt x="5026" y="1370"/>
                </a:moveTo>
                <a:lnTo>
                  <a:pt x="3081" y="1370"/>
                </a:lnTo>
                <a:lnTo>
                  <a:pt x="3849" y="449"/>
                </a:lnTo>
                <a:lnTo>
                  <a:pt x="3866" y="454"/>
                </a:lnTo>
                <a:lnTo>
                  <a:pt x="3875" y="455"/>
                </a:lnTo>
                <a:lnTo>
                  <a:pt x="3884" y="456"/>
                </a:lnTo>
                <a:lnTo>
                  <a:pt x="3907" y="455"/>
                </a:lnTo>
                <a:lnTo>
                  <a:pt x="3930" y="451"/>
                </a:lnTo>
                <a:lnTo>
                  <a:pt x="3952" y="446"/>
                </a:lnTo>
                <a:lnTo>
                  <a:pt x="3973" y="438"/>
                </a:lnTo>
                <a:lnTo>
                  <a:pt x="3993" y="428"/>
                </a:lnTo>
                <a:lnTo>
                  <a:pt x="4012" y="417"/>
                </a:lnTo>
                <a:lnTo>
                  <a:pt x="4029" y="404"/>
                </a:lnTo>
                <a:lnTo>
                  <a:pt x="4046" y="389"/>
                </a:lnTo>
                <a:lnTo>
                  <a:pt x="4061" y="373"/>
                </a:lnTo>
                <a:lnTo>
                  <a:pt x="4073" y="356"/>
                </a:lnTo>
                <a:lnTo>
                  <a:pt x="4085" y="336"/>
                </a:lnTo>
                <a:lnTo>
                  <a:pt x="4094" y="317"/>
                </a:lnTo>
                <a:lnTo>
                  <a:pt x="4102" y="296"/>
                </a:lnTo>
                <a:lnTo>
                  <a:pt x="4108" y="274"/>
                </a:lnTo>
                <a:lnTo>
                  <a:pt x="4111" y="251"/>
                </a:lnTo>
                <a:lnTo>
                  <a:pt x="4112" y="228"/>
                </a:lnTo>
                <a:lnTo>
                  <a:pt x="4111" y="204"/>
                </a:lnTo>
                <a:lnTo>
                  <a:pt x="4108" y="182"/>
                </a:lnTo>
                <a:lnTo>
                  <a:pt x="4102" y="160"/>
                </a:lnTo>
                <a:lnTo>
                  <a:pt x="4094" y="139"/>
                </a:lnTo>
                <a:lnTo>
                  <a:pt x="4085" y="118"/>
                </a:lnTo>
                <a:lnTo>
                  <a:pt x="4073" y="100"/>
                </a:lnTo>
                <a:lnTo>
                  <a:pt x="4061" y="83"/>
                </a:lnTo>
                <a:lnTo>
                  <a:pt x="4046" y="67"/>
                </a:lnTo>
                <a:lnTo>
                  <a:pt x="4029" y="52"/>
                </a:lnTo>
                <a:lnTo>
                  <a:pt x="4012" y="38"/>
                </a:lnTo>
                <a:lnTo>
                  <a:pt x="3993" y="27"/>
                </a:lnTo>
                <a:lnTo>
                  <a:pt x="3973" y="17"/>
                </a:lnTo>
                <a:lnTo>
                  <a:pt x="3952" y="10"/>
                </a:lnTo>
                <a:lnTo>
                  <a:pt x="3930" y="4"/>
                </a:lnTo>
                <a:lnTo>
                  <a:pt x="3907" y="1"/>
                </a:lnTo>
                <a:lnTo>
                  <a:pt x="3884" y="0"/>
                </a:lnTo>
                <a:lnTo>
                  <a:pt x="3860" y="1"/>
                </a:lnTo>
                <a:lnTo>
                  <a:pt x="3838" y="4"/>
                </a:lnTo>
                <a:lnTo>
                  <a:pt x="3816" y="10"/>
                </a:lnTo>
                <a:lnTo>
                  <a:pt x="3796" y="17"/>
                </a:lnTo>
                <a:lnTo>
                  <a:pt x="3775" y="27"/>
                </a:lnTo>
                <a:lnTo>
                  <a:pt x="3756" y="38"/>
                </a:lnTo>
                <a:lnTo>
                  <a:pt x="3739" y="52"/>
                </a:lnTo>
                <a:lnTo>
                  <a:pt x="3722" y="67"/>
                </a:lnTo>
                <a:lnTo>
                  <a:pt x="3708" y="83"/>
                </a:lnTo>
                <a:lnTo>
                  <a:pt x="3694" y="100"/>
                </a:lnTo>
                <a:lnTo>
                  <a:pt x="3683" y="118"/>
                </a:lnTo>
                <a:lnTo>
                  <a:pt x="3673" y="139"/>
                </a:lnTo>
                <a:lnTo>
                  <a:pt x="3665" y="160"/>
                </a:lnTo>
                <a:lnTo>
                  <a:pt x="3660" y="182"/>
                </a:lnTo>
                <a:lnTo>
                  <a:pt x="3656" y="204"/>
                </a:lnTo>
                <a:lnTo>
                  <a:pt x="3655" y="228"/>
                </a:lnTo>
                <a:lnTo>
                  <a:pt x="3656" y="247"/>
                </a:lnTo>
                <a:lnTo>
                  <a:pt x="3660" y="267"/>
                </a:lnTo>
                <a:lnTo>
                  <a:pt x="3664" y="287"/>
                </a:lnTo>
                <a:lnTo>
                  <a:pt x="3671" y="305"/>
                </a:lnTo>
                <a:lnTo>
                  <a:pt x="2783" y="1370"/>
                </a:lnTo>
                <a:lnTo>
                  <a:pt x="2700" y="1370"/>
                </a:lnTo>
                <a:lnTo>
                  <a:pt x="1813" y="305"/>
                </a:lnTo>
                <a:lnTo>
                  <a:pt x="1818" y="287"/>
                </a:lnTo>
                <a:lnTo>
                  <a:pt x="1823" y="267"/>
                </a:lnTo>
                <a:lnTo>
                  <a:pt x="1826" y="247"/>
                </a:lnTo>
                <a:lnTo>
                  <a:pt x="1828" y="228"/>
                </a:lnTo>
                <a:lnTo>
                  <a:pt x="1826" y="204"/>
                </a:lnTo>
                <a:lnTo>
                  <a:pt x="1823" y="182"/>
                </a:lnTo>
                <a:lnTo>
                  <a:pt x="1817" y="160"/>
                </a:lnTo>
                <a:lnTo>
                  <a:pt x="1809" y="139"/>
                </a:lnTo>
                <a:lnTo>
                  <a:pt x="1800" y="118"/>
                </a:lnTo>
                <a:lnTo>
                  <a:pt x="1788" y="100"/>
                </a:lnTo>
                <a:lnTo>
                  <a:pt x="1776" y="83"/>
                </a:lnTo>
                <a:lnTo>
                  <a:pt x="1761" y="67"/>
                </a:lnTo>
                <a:lnTo>
                  <a:pt x="1745" y="52"/>
                </a:lnTo>
                <a:lnTo>
                  <a:pt x="1727" y="38"/>
                </a:lnTo>
                <a:lnTo>
                  <a:pt x="1708" y="27"/>
                </a:lnTo>
                <a:lnTo>
                  <a:pt x="1688" y="17"/>
                </a:lnTo>
                <a:lnTo>
                  <a:pt x="1667" y="10"/>
                </a:lnTo>
                <a:lnTo>
                  <a:pt x="1646" y="4"/>
                </a:lnTo>
                <a:lnTo>
                  <a:pt x="1622" y="1"/>
                </a:lnTo>
                <a:lnTo>
                  <a:pt x="1599" y="0"/>
                </a:lnTo>
                <a:lnTo>
                  <a:pt x="1575" y="1"/>
                </a:lnTo>
                <a:lnTo>
                  <a:pt x="1553" y="4"/>
                </a:lnTo>
                <a:lnTo>
                  <a:pt x="1531" y="10"/>
                </a:lnTo>
                <a:lnTo>
                  <a:pt x="1510" y="17"/>
                </a:lnTo>
                <a:lnTo>
                  <a:pt x="1490" y="27"/>
                </a:lnTo>
                <a:lnTo>
                  <a:pt x="1472" y="38"/>
                </a:lnTo>
                <a:lnTo>
                  <a:pt x="1454" y="52"/>
                </a:lnTo>
                <a:lnTo>
                  <a:pt x="1437" y="67"/>
                </a:lnTo>
                <a:lnTo>
                  <a:pt x="1423" y="83"/>
                </a:lnTo>
                <a:lnTo>
                  <a:pt x="1409" y="100"/>
                </a:lnTo>
                <a:lnTo>
                  <a:pt x="1398" y="118"/>
                </a:lnTo>
                <a:lnTo>
                  <a:pt x="1389" y="139"/>
                </a:lnTo>
                <a:lnTo>
                  <a:pt x="1381" y="160"/>
                </a:lnTo>
                <a:lnTo>
                  <a:pt x="1375" y="182"/>
                </a:lnTo>
                <a:lnTo>
                  <a:pt x="1371" y="204"/>
                </a:lnTo>
                <a:lnTo>
                  <a:pt x="1370" y="228"/>
                </a:lnTo>
                <a:lnTo>
                  <a:pt x="1371" y="251"/>
                </a:lnTo>
                <a:lnTo>
                  <a:pt x="1375" y="274"/>
                </a:lnTo>
                <a:lnTo>
                  <a:pt x="1381" y="296"/>
                </a:lnTo>
                <a:lnTo>
                  <a:pt x="1389" y="317"/>
                </a:lnTo>
                <a:lnTo>
                  <a:pt x="1398" y="336"/>
                </a:lnTo>
                <a:lnTo>
                  <a:pt x="1409" y="356"/>
                </a:lnTo>
                <a:lnTo>
                  <a:pt x="1423" y="373"/>
                </a:lnTo>
                <a:lnTo>
                  <a:pt x="1437" y="389"/>
                </a:lnTo>
                <a:lnTo>
                  <a:pt x="1454" y="404"/>
                </a:lnTo>
                <a:lnTo>
                  <a:pt x="1472" y="417"/>
                </a:lnTo>
                <a:lnTo>
                  <a:pt x="1490" y="428"/>
                </a:lnTo>
                <a:lnTo>
                  <a:pt x="1510" y="438"/>
                </a:lnTo>
                <a:lnTo>
                  <a:pt x="1531" y="446"/>
                </a:lnTo>
                <a:lnTo>
                  <a:pt x="1553" y="451"/>
                </a:lnTo>
                <a:lnTo>
                  <a:pt x="1575" y="455"/>
                </a:lnTo>
                <a:lnTo>
                  <a:pt x="1599" y="456"/>
                </a:lnTo>
                <a:lnTo>
                  <a:pt x="1609" y="455"/>
                </a:lnTo>
                <a:lnTo>
                  <a:pt x="1617" y="454"/>
                </a:lnTo>
                <a:lnTo>
                  <a:pt x="1634" y="449"/>
                </a:lnTo>
                <a:lnTo>
                  <a:pt x="2403" y="1370"/>
                </a:lnTo>
                <a:lnTo>
                  <a:pt x="456" y="1370"/>
                </a:lnTo>
                <a:lnTo>
                  <a:pt x="433" y="1371"/>
                </a:lnTo>
                <a:lnTo>
                  <a:pt x="410" y="1372"/>
                </a:lnTo>
                <a:lnTo>
                  <a:pt x="387" y="1376"/>
                </a:lnTo>
                <a:lnTo>
                  <a:pt x="364" y="1379"/>
                </a:lnTo>
                <a:lnTo>
                  <a:pt x="342" y="1385"/>
                </a:lnTo>
                <a:lnTo>
                  <a:pt x="320" y="1391"/>
                </a:lnTo>
                <a:lnTo>
                  <a:pt x="300" y="1397"/>
                </a:lnTo>
                <a:lnTo>
                  <a:pt x="279" y="1406"/>
                </a:lnTo>
                <a:lnTo>
                  <a:pt x="258" y="1415"/>
                </a:lnTo>
                <a:lnTo>
                  <a:pt x="239" y="1425"/>
                </a:lnTo>
                <a:lnTo>
                  <a:pt x="220" y="1437"/>
                </a:lnTo>
                <a:lnTo>
                  <a:pt x="201" y="1448"/>
                </a:lnTo>
                <a:lnTo>
                  <a:pt x="183" y="1461"/>
                </a:lnTo>
                <a:lnTo>
                  <a:pt x="166" y="1475"/>
                </a:lnTo>
                <a:lnTo>
                  <a:pt x="150" y="1489"/>
                </a:lnTo>
                <a:lnTo>
                  <a:pt x="134" y="1504"/>
                </a:lnTo>
                <a:lnTo>
                  <a:pt x="119" y="1520"/>
                </a:lnTo>
                <a:lnTo>
                  <a:pt x="104" y="1537"/>
                </a:lnTo>
                <a:lnTo>
                  <a:pt x="90" y="1554"/>
                </a:lnTo>
                <a:lnTo>
                  <a:pt x="77" y="1571"/>
                </a:lnTo>
                <a:lnTo>
                  <a:pt x="66" y="1590"/>
                </a:lnTo>
                <a:lnTo>
                  <a:pt x="54" y="1610"/>
                </a:lnTo>
                <a:lnTo>
                  <a:pt x="45" y="1629"/>
                </a:lnTo>
                <a:lnTo>
                  <a:pt x="36" y="1649"/>
                </a:lnTo>
                <a:lnTo>
                  <a:pt x="28" y="1669"/>
                </a:lnTo>
                <a:lnTo>
                  <a:pt x="20" y="1691"/>
                </a:lnTo>
                <a:lnTo>
                  <a:pt x="14" y="1713"/>
                </a:lnTo>
                <a:lnTo>
                  <a:pt x="9" y="1735"/>
                </a:lnTo>
                <a:lnTo>
                  <a:pt x="5" y="1757"/>
                </a:lnTo>
                <a:lnTo>
                  <a:pt x="2" y="1780"/>
                </a:lnTo>
                <a:lnTo>
                  <a:pt x="0" y="1803"/>
                </a:lnTo>
                <a:lnTo>
                  <a:pt x="0" y="1827"/>
                </a:lnTo>
                <a:lnTo>
                  <a:pt x="0" y="5026"/>
                </a:lnTo>
                <a:lnTo>
                  <a:pt x="0" y="5049"/>
                </a:lnTo>
                <a:lnTo>
                  <a:pt x="2" y="5073"/>
                </a:lnTo>
                <a:lnTo>
                  <a:pt x="5" y="5095"/>
                </a:lnTo>
                <a:lnTo>
                  <a:pt x="9" y="5118"/>
                </a:lnTo>
                <a:lnTo>
                  <a:pt x="14" y="5140"/>
                </a:lnTo>
                <a:lnTo>
                  <a:pt x="20" y="5162"/>
                </a:lnTo>
                <a:lnTo>
                  <a:pt x="28" y="5183"/>
                </a:lnTo>
                <a:lnTo>
                  <a:pt x="36" y="5204"/>
                </a:lnTo>
                <a:lnTo>
                  <a:pt x="45" y="5224"/>
                </a:lnTo>
                <a:lnTo>
                  <a:pt x="54" y="5244"/>
                </a:lnTo>
                <a:lnTo>
                  <a:pt x="66" y="5263"/>
                </a:lnTo>
                <a:lnTo>
                  <a:pt x="77" y="5282"/>
                </a:lnTo>
                <a:lnTo>
                  <a:pt x="90" y="5299"/>
                </a:lnTo>
                <a:lnTo>
                  <a:pt x="104" y="5316"/>
                </a:lnTo>
                <a:lnTo>
                  <a:pt x="119" y="5334"/>
                </a:lnTo>
                <a:lnTo>
                  <a:pt x="134" y="5349"/>
                </a:lnTo>
                <a:lnTo>
                  <a:pt x="150" y="5365"/>
                </a:lnTo>
                <a:lnTo>
                  <a:pt x="166" y="5379"/>
                </a:lnTo>
                <a:lnTo>
                  <a:pt x="183" y="5393"/>
                </a:lnTo>
                <a:lnTo>
                  <a:pt x="201" y="5405"/>
                </a:lnTo>
                <a:lnTo>
                  <a:pt x="220" y="5417"/>
                </a:lnTo>
                <a:lnTo>
                  <a:pt x="239" y="5428"/>
                </a:lnTo>
                <a:lnTo>
                  <a:pt x="258" y="5437"/>
                </a:lnTo>
                <a:lnTo>
                  <a:pt x="279" y="5447"/>
                </a:lnTo>
                <a:lnTo>
                  <a:pt x="300" y="5456"/>
                </a:lnTo>
                <a:lnTo>
                  <a:pt x="320" y="5463"/>
                </a:lnTo>
                <a:lnTo>
                  <a:pt x="342" y="5469"/>
                </a:lnTo>
                <a:lnTo>
                  <a:pt x="364" y="5474"/>
                </a:lnTo>
                <a:lnTo>
                  <a:pt x="387" y="5478"/>
                </a:lnTo>
                <a:lnTo>
                  <a:pt x="410" y="5481"/>
                </a:lnTo>
                <a:lnTo>
                  <a:pt x="433" y="5482"/>
                </a:lnTo>
                <a:lnTo>
                  <a:pt x="456" y="5484"/>
                </a:lnTo>
                <a:lnTo>
                  <a:pt x="5026" y="5484"/>
                </a:lnTo>
                <a:lnTo>
                  <a:pt x="5050" y="5482"/>
                </a:lnTo>
                <a:lnTo>
                  <a:pt x="5073" y="5481"/>
                </a:lnTo>
                <a:lnTo>
                  <a:pt x="5096" y="5478"/>
                </a:lnTo>
                <a:lnTo>
                  <a:pt x="5118" y="5474"/>
                </a:lnTo>
                <a:lnTo>
                  <a:pt x="5140" y="5469"/>
                </a:lnTo>
                <a:lnTo>
                  <a:pt x="5162" y="5463"/>
                </a:lnTo>
                <a:lnTo>
                  <a:pt x="5184" y="5456"/>
                </a:lnTo>
                <a:lnTo>
                  <a:pt x="5205" y="5447"/>
                </a:lnTo>
                <a:lnTo>
                  <a:pt x="5224" y="5437"/>
                </a:lnTo>
                <a:lnTo>
                  <a:pt x="5244" y="5428"/>
                </a:lnTo>
                <a:lnTo>
                  <a:pt x="5263" y="5417"/>
                </a:lnTo>
                <a:lnTo>
                  <a:pt x="5282" y="5405"/>
                </a:lnTo>
                <a:lnTo>
                  <a:pt x="5299" y="5393"/>
                </a:lnTo>
                <a:lnTo>
                  <a:pt x="5316" y="5379"/>
                </a:lnTo>
                <a:lnTo>
                  <a:pt x="5334" y="5365"/>
                </a:lnTo>
                <a:lnTo>
                  <a:pt x="5350" y="5349"/>
                </a:lnTo>
                <a:lnTo>
                  <a:pt x="5365" y="5334"/>
                </a:lnTo>
                <a:lnTo>
                  <a:pt x="5379" y="5316"/>
                </a:lnTo>
                <a:lnTo>
                  <a:pt x="5393" y="5299"/>
                </a:lnTo>
                <a:lnTo>
                  <a:pt x="5405" y="5282"/>
                </a:lnTo>
                <a:lnTo>
                  <a:pt x="5417" y="5263"/>
                </a:lnTo>
                <a:lnTo>
                  <a:pt x="5428" y="5244"/>
                </a:lnTo>
                <a:lnTo>
                  <a:pt x="5439" y="5224"/>
                </a:lnTo>
                <a:lnTo>
                  <a:pt x="5448" y="5204"/>
                </a:lnTo>
                <a:lnTo>
                  <a:pt x="5456" y="5183"/>
                </a:lnTo>
                <a:lnTo>
                  <a:pt x="5463" y="5162"/>
                </a:lnTo>
                <a:lnTo>
                  <a:pt x="5469" y="5140"/>
                </a:lnTo>
                <a:lnTo>
                  <a:pt x="5474" y="5118"/>
                </a:lnTo>
                <a:lnTo>
                  <a:pt x="5478" y="5095"/>
                </a:lnTo>
                <a:lnTo>
                  <a:pt x="5481" y="5073"/>
                </a:lnTo>
                <a:lnTo>
                  <a:pt x="5482" y="5049"/>
                </a:lnTo>
                <a:lnTo>
                  <a:pt x="5484" y="5026"/>
                </a:lnTo>
                <a:lnTo>
                  <a:pt x="5484" y="1827"/>
                </a:lnTo>
                <a:lnTo>
                  <a:pt x="5482" y="1803"/>
                </a:lnTo>
                <a:lnTo>
                  <a:pt x="5481" y="1780"/>
                </a:lnTo>
                <a:lnTo>
                  <a:pt x="5478" y="1757"/>
                </a:lnTo>
                <a:lnTo>
                  <a:pt x="5474" y="1735"/>
                </a:lnTo>
                <a:lnTo>
                  <a:pt x="5469" y="1713"/>
                </a:lnTo>
                <a:lnTo>
                  <a:pt x="5463" y="1691"/>
                </a:lnTo>
                <a:lnTo>
                  <a:pt x="5456" y="1669"/>
                </a:lnTo>
                <a:lnTo>
                  <a:pt x="5448" y="1649"/>
                </a:lnTo>
                <a:lnTo>
                  <a:pt x="5439" y="1629"/>
                </a:lnTo>
                <a:lnTo>
                  <a:pt x="5428" y="1610"/>
                </a:lnTo>
                <a:lnTo>
                  <a:pt x="5417" y="1590"/>
                </a:lnTo>
                <a:lnTo>
                  <a:pt x="5405" y="1571"/>
                </a:lnTo>
                <a:lnTo>
                  <a:pt x="5393" y="1554"/>
                </a:lnTo>
                <a:lnTo>
                  <a:pt x="5379" y="1537"/>
                </a:lnTo>
                <a:lnTo>
                  <a:pt x="5365" y="1520"/>
                </a:lnTo>
                <a:lnTo>
                  <a:pt x="5350" y="1504"/>
                </a:lnTo>
                <a:lnTo>
                  <a:pt x="5334" y="1489"/>
                </a:lnTo>
                <a:lnTo>
                  <a:pt x="5316" y="1475"/>
                </a:lnTo>
                <a:lnTo>
                  <a:pt x="5299" y="1461"/>
                </a:lnTo>
                <a:lnTo>
                  <a:pt x="5282" y="1448"/>
                </a:lnTo>
                <a:lnTo>
                  <a:pt x="5263" y="1437"/>
                </a:lnTo>
                <a:lnTo>
                  <a:pt x="5244" y="1425"/>
                </a:lnTo>
                <a:lnTo>
                  <a:pt x="5224" y="1415"/>
                </a:lnTo>
                <a:lnTo>
                  <a:pt x="5205" y="1406"/>
                </a:lnTo>
                <a:lnTo>
                  <a:pt x="5184" y="1397"/>
                </a:lnTo>
                <a:lnTo>
                  <a:pt x="5162" y="1391"/>
                </a:lnTo>
                <a:lnTo>
                  <a:pt x="5140" y="1385"/>
                </a:lnTo>
                <a:lnTo>
                  <a:pt x="5118" y="1379"/>
                </a:lnTo>
                <a:lnTo>
                  <a:pt x="5096" y="1376"/>
                </a:lnTo>
                <a:lnTo>
                  <a:pt x="5073" y="1372"/>
                </a:lnTo>
                <a:lnTo>
                  <a:pt x="5050" y="1371"/>
                </a:lnTo>
                <a:lnTo>
                  <a:pt x="5026" y="1370"/>
                </a:lnTo>
                <a:close/>
                <a:moveTo>
                  <a:pt x="4112" y="4569"/>
                </a:moveTo>
                <a:lnTo>
                  <a:pt x="4112" y="4569"/>
                </a:lnTo>
                <a:lnTo>
                  <a:pt x="4111" y="4593"/>
                </a:lnTo>
                <a:lnTo>
                  <a:pt x="4110" y="4616"/>
                </a:lnTo>
                <a:lnTo>
                  <a:pt x="4107" y="4639"/>
                </a:lnTo>
                <a:lnTo>
                  <a:pt x="4103" y="4661"/>
                </a:lnTo>
                <a:lnTo>
                  <a:pt x="4097" y="4683"/>
                </a:lnTo>
                <a:lnTo>
                  <a:pt x="4092" y="4705"/>
                </a:lnTo>
                <a:lnTo>
                  <a:pt x="4085" y="4727"/>
                </a:lnTo>
                <a:lnTo>
                  <a:pt x="4077" y="4747"/>
                </a:lnTo>
                <a:lnTo>
                  <a:pt x="4067" y="4767"/>
                </a:lnTo>
                <a:lnTo>
                  <a:pt x="4057" y="4786"/>
                </a:lnTo>
                <a:lnTo>
                  <a:pt x="4047" y="4806"/>
                </a:lnTo>
                <a:lnTo>
                  <a:pt x="4034" y="4824"/>
                </a:lnTo>
                <a:lnTo>
                  <a:pt x="4021" y="4843"/>
                </a:lnTo>
                <a:lnTo>
                  <a:pt x="4008" y="4860"/>
                </a:lnTo>
                <a:lnTo>
                  <a:pt x="3994" y="4876"/>
                </a:lnTo>
                <a:lnTo>
                  <a:pt x="3979" y="4892"/>
                </a:lnTo>
                <a:lnTo>
                  <a:pt x="3963" y="4907"/>
                </a:lnTo>
                <a:lnTo>
                  <a:pt x="3946" y="4921"/>
                </a:lnTo>
                <a:lnTo>
                  <a:pt x="3929" y="4935"/>
                </a:lnTo>
                <a:lnTo>
                  <a:pt x="3911" y="4948"/>
                </a:lnTo>
                <a:lnTo>
                  <a:pt x="3892" y="4960"/>
                </a:lnTo>
                <a:lnTo>
                  <a:pt x="3873" y="4971"/>
                </a:lnTo>
                <a:lnTo>
                  <a:pt x="3853" y="4981"/>
                </a:lnTo>
                <a:lnTo>
                  <a:pt x="3834" y="4990"/>
                </a:lnTo>
                <a:lnTo>
                  <a:pt x="3813" y="4998"/>
                </a:lnTo>
                <a:lnTo>
                  <a:pt x="3791" y="5005"/>
                </a:lnTo>
                <a:lnTo>
                  <a:pt x="3769" y="5011"/>
                </a:lnTo>
                <a:lnTo>
                  <a:pt x="3747" y="5017"/>
                </a:lnTo>
                <a:lnTo>
                  <a:pt x="3725" y="5020"/>
                </a:lnTo>
                <a:lnTo>
                  <a:pt x="3702" y="5024"/>
                </a:lnTo>
                <a:lnTo>
                  <a:pt x="3679" y="5025"/>
                </a:lnTo>
                <a:lnTo>
                  <a:pt x="3655" y="5026"/>
                </a:lnTo>
                <a:lnTo>
                  <a:pt x="914" y="5026"/>
                </a:lnTo>
                <a:lnTo>
                  <a:pt x="890" y="5025"/>
                </a:lnTo>
                <a:lnTo>
                  <a:pt x="867" y="5024"/>
                </a:lnTo>
                <a:lnTo>
                  <a:pt x="844" y="5020"/>
                </a:lnTo>
                <a:lnTo>
                  <a:pt x="822" y="5017"/>
                </a:lnTo>
                <a:lnTo>
                  <a:pt x="800" y="5011"/>
                </a:lnTo>
                <a:lnTo>
                  <a:pt x="778" y="5005"/>
                </a:lnTo>
                <a:lnTo>
                  <a:pt x="756" y="4998"/>
                </a:lnTo>
                <a:lnTo>
                  <a:pt x="735" y="4990"/>
                </a:lnTo>
                <a:lnTo>
                  <a:pt x="716" y="4981"/>
                </a:lnTo>
                <a:lnTo>
                  <a:pt x="696" y="4971"/>
                </a:lnTo>
                <a:lnTo>
                  <a:pt x="677" y="4960"/>
                </a:lnTo>
                <a:lnTo>
                  <a:pt x="658" y="4948"/>
                </a:lnTo>
                <a:lnTo>
                  <a:pt x="640" y="4935"/>
                </a:lnTo>
                <a:lnTo>
                  <a:pt x="624" y="4921"/>
                </a:lnTo>
                <a:lnTo>
                  <a:pt x="606" y="4907"/>
                </a:lnTo>
                <a:lnTo>
                  <a:pt x="590" y="4892"/>
                </a:lnTo>
                <a:lnTo>
                  <a:pt x="575" y="4876"/>
                </a:lnTo>
                <a:lnTo>
                  <a:pt x="561" y="4860"/>
                </a:lnTo>
                <a:lnTo>
                  <a:pt x="547" y="4843"/>
                </a:lnTo>
                <a:lnTo>
                  <a:pt x="535" y="4824"/>
                </a:lnTo>
                <a:lnTo>
                  <a:pt x="523" y="4806"/>
                </a:lnTo>
                <a:lnTo>
                  <a:pt x="512" y="4786"/>
                </a:lnTo>
                <a:lnTo>
                  <a:pt x="501" y="4767"/>
                </a:lnTo>
                <a:lnTo>
                  <a:pt x="492" y="4747"/>
                </a:lnTo>
                <a:lnTo>
                  <a:pt x="484" y="4727"/>
                </a:lnTo>
                <a:lnTo>
                  <a:pt x="477" y="4705"/>
                </a:lnTo>
                <a:lnTo>
                  <a:pt x="471" y="4683"/>
                </a:lnTo>
                <a:lnTo>
                  <a:pt x="466" y="4661"/>
                </a:lnTo>
                <a:lnTo>
                  <a:pt x="462" y="4639"/>
                </a:lnTo>
                <a:lnTo>
                  <a:pt x="459" y="4616"/>
                </a:lnTo>
                <a:lnTo>
                  <a:pt x="458" y="4593"/>
                </a:lnTo>
                <a:lnTo>
                  <a:pt x="456" y="4569"/>
                </a:lnTo>
                <a:lnTo>
                  <a:pt x="456" y="2284"/>
                </a:lnTo>
                <a:lnTo>
                  <a:pt x="458" y="2261"/>
                </a:lnTo>
                <a:lnTo>
                  <a:pt x="459" y="2238"/>
                </a:lnTo>
                <a:lnTo>
                  <a:pt x="462" y="2214"/>
                </a:lnTo>
                <a:lnTo>
                  <a:pt x="466" y="2193"/>
                </a:lnTo>
                <a:lnTo>
                  <a:pt x="471" y="2170"/>
                </a:lnTo>
                <a:lnTo>
                  <a:pt x="477" y="2148"/>
                </a:lnTo>
                <a:lnTo>
                  <a:pt x="484" y="2127"/>
                </a:lnTo>
                <a:lnTo>
                  <a:pt x="492" y="2106"/>
                </a:lnTo>
                <a:lnTo>
                  <a:pt x="501" y="2085"/>
                </a:lnTo>
                <a:lnTo>
                  <a:pt x="512" y="2066"/>
                </a:lnTo>
                <a:lnTo>
                  <a:pt x="523" y="2047"/>
                </a:lnTo>
                <a:lnTo>
                  <a:pt x="535" y="2029"/>
                </a:lnTo>
                <a:lnTo>
                  <a:pt x="547" y="2011"/>
                </a:lnTo>
                <a:lnTo>
                  <a:pt x="561" y="1993"/>
                </a:lnTo>
                <a:lnTo>
                  <a:pt x="575" y="1977"/>
                </a:lnTo>
                <a:lnTo>
                  <a:pt x="590" y="1961"/>
                </a:lnTo>
                <a:lnTo>
                  <a:pt x="606" y="1946"/>
                </a:lnTo>
                <a:lnTo>
                  <a:pt x="624" y="1931"/>
                </a:lnTo>
                <a:lnTo>
                  <a:pt x="640" y="1918"/>
                </a:lnTo>
                <a:lnTo>
                  <a:pt x="658" y="1906"/>
                </a:lnTo>
                <a:lnTo>
                  <a:pt x="677" y="1893"/>
                </a:lnTo>
                <a:lnTo>
                  <a:pt x="696" y="1883"/>
                </a:lnTo>
                <a:lnTo>
                  <a:pt x="716" y="1872"/>
                </a:lnTo>
                <a:lnTo>
                  <a:pt x="735" y="1863"/>
                </a:lnTo>
                <a:lnTo>
                  <a:pt x="756" y="1855"/>
                </a:lnTo>
                <a:lnTo>
                  <a:pt x="778" y="1848"/>
                </a:lnTo>
                <a:lnTo>
                  <a:pt x="800" y="1841"/>
                </a:lnTo>
                <a:lnTo>
                  <a:pt x="822" y="1837"/>
                </a:lnTo>
                <a:lnTo>
                  <a:pt x="844" y="1832"/>
                </a:lnTo>
                <a:lnTo>
                  <a:pt x="867" y="1830"/>
                </a:lnTo>
                <a:lnTo>
                  <a:pt x="890" y="1827"/>
                </a:lnTo>
                <a:lnTo>
                  <a:pt x="914" y="1827"/>
                </a:lnTo>
                <a:lnTo>
                  <a:pt x="3655" y="1827"/>
                </a:lnTo>
                <a:lnTo>
                  <a:pt x="3679" y="1827"/>
                </a:lnTo>
                <a:lnTo>
                  <a:pt x="3702" y="1830"/>
                </a:lnTo>
                <a:lnTo>
                  <a:pt x="3725" y="1832"/>
                </a:lnTo>
                <a:lnTo>
                  <a:pt x="3747" y="1837"/>
                </a:lnTo>
                <a:lnTo>
                  <a:pt x="3769" y="1841"/>
                </a:lnTo>
                <a:lnTo>
                  <a:pt x="3791" y="1848"/>
                </a:lnTo>
                <a:lnTo>
                  <a:pt x="3813" y="1855"/>
                </a:lnTo>
                <a:lnTo>
                  <a:pt x="3834" y="1863"/>
                </a:lnTo>
                <a:lnTo>
                  <a:pt x="3853" y="1872"/>
                </a:lnTo>
                <a:lnTo>
                  <a:pt x="3873" y="1883"/>
                </a:lnTo>
                <a:lnTo>
                  <a:pt x="3892" y="1893"/>
                </a:lnTo>
                <a:lnTo>
                  <a:pt x="3911" y="1906"/>
                </a:lnTo>
                <a:lnTo>
                  <a:pt x="3929" y="1918"/>
                </a:lnTo>
                <a:lnTo>
                  <a:pt x="3946" y="1931"/>
                </a:lnTo>
                <a:lnTo>
                  <a:pt x="3963" y="1946"/>
                </a:lnTo>
                <a:lnTo>
                  <a:pt x="3979" y="1961"/>
                </a:lnTo>
                <a:lnTo>
                  <a:pt x="3994" y="1977"/>
                </a:lnTo>
                <a:lnTo>
                  <a:pt x="4008" y="1993"/>
                </a:lnTo>
                <a:lnTo>
                  <a:pt x="4021" y="2011"/>
                </a:lnTo>
                <a:lnTo>
                  <a:pt x="4034" y="2029"/>
                </a:lnTo>
                <a:lnTo>
                  <a:pt x="4047" y="2047"/>
                </a:lnTo>
                <a:lnTo>
                  <a:pt x="4057" y="2066"/>
                </a:lnTo>
                <a:lnTo>
                  <a:pt x="4067" y="2085"/>
                </a:lnTo>
                <a:lnTo>
                  <a:pt x="4077" y="2106"/>
                </a:lnTo>
                <a:lnTo>
                  <a:pt x="4085" y="2127"/>
                </a:lnTo>
                <a:lnTo>
                  <a:pt x="4092" y="2148"/>
                </a:lnTo>
                <a:lnTo>
                  <a:pt x="4097" y="2170"/>
                </a:lnTo>
                <a:lnTo>
                  <a:pt x="4103" y="2193"/>
                </a:lnTo>
                <a:lnTo>
                  <a:pt x="4107" y="2214"/>
                </a:lnTo>
                <a:lnTo>
                  <a:pt x="4110" y="2238"/>
                </a:lnTo>
                <a:lnTo>
                  <a:pt x="4111" y="2261"/>
                </a:lnTo>
                <a:lnTo>
                  <a:pt x="4112" y="2284"/>
                </a:lnTo>
                <a:lnTo>
                  <a:pt x="4112" y="4569"/>
                </a:lnTo>
                <a:close/>
                <a:moveTo>
                  <a:pt x="4798" y="3884"/>
                </a:moveTo>
                <a:lnTo>
                  <a:pt x="4798" y="3884"/>
                </a:lnTo>
                <a:lnTo>
                  <a:pt x="4774" y="3883"/>
                </a:lnTo>
                <a:lnTo>
                  <a:pt x="4751" y="3881"/>
                </a:lnTo>
                <a:lnTo>
                  <a:pt x="4728" y="3878"/>
                </a:lnTo>
                <a:lnTo>
                  <a:pt x="4706" y="3874"/>
                </a:lnTo>
                <a:lnTo>
                  <a:pt x="4684" y="3869"/>
                </a:lnTo>
                <a:lnTo>
                  <a:pt x="4662" y="3863"/>
                </a:lnTo>
                <a:lnTo>
                  <a:pt x="4641" y="3855"/>
                </a:lnTo>
                <a:lnTo>
                  <a:pt x="4619" y="3847"/>
                </a:lnTo>
                <a:lnTo>
                  <a:pt x="4600" y="3838"/>
                </a:lnTo>
                <a:lnTo>
                  <a:pt x="4580" y="3829"/>
                </a:lnTo>
                <a:lnTo>
                  <a:pt x="4561" y="3817"/>
                </a:lnTo>
                <a:lnTo>
                  <a:pt x="4542" y="3806"/>
                </a:lnTo>
                <a:lnTo>
                  <a:pt x="4525" y="3793"/>
                </a:lnTo>
                <a:lnTo>
                  <a:pt x="4508" y="3779"/>
                </a:lnTo>
                <a:lnTo>
                  <a:pt x="4490" y="3764"/>
                </a:lnTo>
                <a:lnTo>
                  <a:pt x="4474" y="3749"/>
                </a:lnTo>
                <a:lnTo>
                  <a:pt x="4459" y="3734"/>
                </a:lnTo>
                <a:lnTo>
                  <a:pt x="4445" y="3717"/>
                </a:lnTo>
                <a:lnTo>
                  <a:pt x="4432" y="3700"/>
                </a:lnTo>
                <a:lnTo>
                  <a:pt x="4419" y="3683"/>
                </a:lnTo>
                <a:lnTo>
                  <a:pt x="4407" y="3664"/>
                </a:lnTo>
                <a:lnTo>
                  <a:pt x="4396" y="3644"/>
                </a:lnTo>
                <a:lnTo>
                  <a:pt x="4385" y="3625"/>
                </a:lnTo>
                <a:lnTo>
                  <a:pt x="4376" y="3604"/>
                </a:lnTo>
                <a:lnTo>
                  <a:pt x="4368" y="3583"/>
                </a:lnTo>
                <a:lnTo>
                  <a:pt x="4361" y="3563"/>
                </a:lnTo>
                <a:lnTo>
                  <a:pt x="4356" y="3541"/>
                </a:lnTo>
                <a:lnTo>
                  <a:pt x="4350" y="3519"/>
                </a:lnTo>
                <a:lnTo>
                  <a:pt x="4346" y="3496"/>
                </a:lnTo>
                <a:lnTo>
                  <a:pt x="4343" y="3473"/>
                </a:lnTo>
                <a:lnTo>
                  <a:pt x="4342" y="3450"/>
                </a:lnTo>
                <a:lnTo>
                  <a:pt x="4341" y="3427"/>
                </a:lnTo>
                <a:lnTo>
                  <a:pt x="4342" y="3403"/>
                </a:lnTo>
                <a:lnTo>
                  <a:pt x="4343" y="3379"/>
                </a:lnTo>
                <a:lnTo>
                  <a:pt x="4346" y="3358"/>
                </a:lnTo>
                <a:lnTo>
                  <a:pt x="4350" y="3335"/>
                </a:lnTo>
                <a:lnTo>
                  <a:pt x="4356" y="3313"/>
                </a:lnTo>
                <a:lnTo>
                  <a:pt x="4361" y="3291"/>
                </a:lnTo>
                <a:lnTo>
                  <a:pt x="4368" y="3270"/>
                </a:lnTo>
                <a:lnTo>
                  <a:pt x="4376" y="3249"/>
                </a:lnTo>
                <a:lnTo>
                  <a:pt x="4385" y="3229"/>
                </a:lnTo>
                <a:lnTo>
                  <a:pt x="4396" y="3209"/>
                </a:lnTo>
                <a:lnTo>
                  <a:pt x="4407" y="3189"/>
                </a:lnTo>
                <a:lnTo>
                  <a:pt x="4419" y="3171"/>
                </a:lnTo>
                <a:lnTo>
                  <a:pt x="4432" y="3154"/>
                </a:lnTo>
                <a:lnTo>
                  <a:pt x="4445" y="3136"/>
                </a:lnTo>
                <a:lnTo>
                  <a:pt x="4459" y="3119"/>
                </a:lnTo>
                <a:lnTo>
                  <a:pt x="4474" y="3104"/>
                </a:lnTo>
                <a:lnTo>
                  <a:pt x="4490" y="3088"/>
                </a:lnTo>
                <a:lnTo>
                  <a:pt x="4508" y="3074"/>
                </a:lnTo>
                <a:lnTo>
                  <a:pt x="4525" y="3060"/>
                </a:lnTo>
                <a:lnTo>
                  <a:pt x="4542" y="3048"/>
                </a:lnTo>
                <a:lnTo>
                  <a:pt x="4561" y="3036"/>
                </a:lnTo>
                <a:lnTo>
                  <a:pt x="4580" y="3025"/>
                </a:lnTo>
                <a:lnTo>
                  <a:pt x="4600" y="3014"/>
                </a:lnTo>
                <a:lnTo>
                  <a:pt x="4619" y="3005"/>
                </a:lnTo>
                <a:lnTo>
                  <a:pt x="4641" y="2997"/>
                </a:lnTo>
                <a:lnTo>
                  <a:pt x="4662" y="2990"/>
                </a:lnTo>
                <a:lnTo>
                  <a:pt x="4684" y="2984"/>
                </a:lnTo>
                <a:lnTo>
                  <a:pt x="4706" y="2978"/>
                </a:lnTo>
                <a:lnTo>
                  <a:pt x="4728" y="2975"/>
                </a:lnTo>
                <a:lnTo>
                  <a:pt x="4751" y="2972"/>
                </a:lnTo>
                <a:lnTo>
                  <a:pt x="4774" y="2970"/>
                </a:lnTo>
                <a:lnTo>
                  <a:pt x="4798" y="2969"/>
                </a:lnTo>
                <a:lnTo>
                  <a:pt x="4821" y="2970"/>
                </a:lnTo>
                <a:lnTo>
                  <a:pt x="4844" y="2972"/>
                </a:lnTo>
                <a:lnTo>
                  <a:pt x="4867" y="2975"/>
                </a:lnTo>
                <a:lnTo>
                  <a:pt x="4890" y="2978"/>
                </a:lnTo>
                <a:lnTo>
                  <a:pt x="4912" y="2984"/>
                </a:lnTo>
                <a:lnTo>
                  <a:pt x="4934" y="2990"/>
                </a:lnTo>
                <a:lnTo>
                  <a:pt x="4955" y="2997"/>
                </a:lnTo>
                <a:lnTo>
                  <a:pt x="4975" y="3005"/>
                </a:lnTo>
                <a:lnTo>
                  <a:pt x="4996" y="3014"/>
                </a:lnTo>
                <a:lnTo>
                  <a:pt x="5016" y="3025"/>
                </a:lnTo>
                <a:lnTo>
                  <a:pt x="5035" y="3036"/>
                </a:lnTo>
                <a:lnTo>
                  <a:pt x="5054" y="3048"/>
                </a:lnTo>
                <a:lnTo>
                  <a:pt x="5071" y="3060"/>
                </a:lnTo>
                <a:lnTo>
                  <a:pt x="5088" y="3074"/>
                </a:lnTo>
                <a:lnTo>
                  <a:pt x="5106" y="3088"/>
                </a:lnTo>
                <a:lnTo>
                  <a:pt x="5121" y="3104"/>
                </a:lnTo>
                <a:lnTo>
                  <a:pt x="5136" y="3119"/>
                </a:lnTo>
                <a:lnTo>
                  <a:pt x="5151" y="3136"/>
                </a:lnTo>
                <a:lnTo>
                  <a:pt x="5164" y="3154"/>
                </a:lnTo>
                <a:lnTo>
                  <a:pt x="5177" y="3171"/>
                </a:lnTo>
                <a:lnTo>
                  <a:pt x="5189" y="3189"/>
                </a:lnTo>
                <a:lnTo>
                  <a:pt x="5200" y="3209"/>
                </a:lnTo>
                <a:lnTo>
                  <a:pt x="5209" y="3229"/>
                </a:lnTo>
                <a:lnTo>
                  <a:pt x="5219" y="3249"/>
                </a:lnTo>
                <a:lnTo>
                  <a:pt x="5227" y="3270"/>
                </a:lnTo>
                <a:lnTo>
                  <a:pt x="5235" y="3291"/>
                </a:lnTo>
                <a:lnTo>
                  <a:pt x="5240" y="3313"/>
                </a:lnTo>
                <a:lnTo>
                  <a:pt x="5245" y="3335"/>
                </a:lnTo>
                <a:lnTo>
                  <a:pt x="5250" y="3358"/>
                </a:lnTo>
                <a:lnTo>
                  <a:pt x="5252" y="3379"/>
                </a:lnTo>
                <a:lnTo>
                  <a:pt x="5254" y="3403"/>
                </a:lnTo>
                <a:lnTo>
                  <a:pt x="5254" y="3427"/>
                </a:lnTo>
                <a:lnTo>
                  <a:pt x="5254" y="3450"/>
                </a:lnTo>
                <a:lnTo>
                  <a:pt x="5252" y="3473"/>
                </a:lnTo>
                <a:lnTo>
                  <a:pt x="5250" y="3496"/>
                </a:lnTo>
                <a:lnTo>
                  <a:pt x="5245" y="3519"/>
                </a:lnTo>
                <a:lnTo>
                  <a:pt x="5240" y="3541"/>
                </a:lnTo>
                <a:lnTo>
                  <a:pt x="5235" y="3563"/>
                </a:lnTo>
                <a:lnTo>
                  <a:pt x="5227" y="3583"/>
                </a:lnTo>
                <a:lnTo>
                  <a:pt x="5219" y="3604"/>
                </a:lnTo>
                <a:lnTo>
                  <a:pt x="5209" y="3625"/>
                </a:lnTo>
                <a:lnTo>
                  <a:pt x="5200" y="3644"/>
                </a:lnTo>
                <a:lnTo>
                  <a:pt x="5189" y="3664"/>
                </a:lnTo>
                <a:lnTo>
                  <a:pt x="5177" y="3683"/>
                </a:lnTo>
                <a:lnTo>
                  <a:pt x="5164" y="3700"/>
                </a:lnTo>
                <a:lnTo>
                  <a:pt x="5151" y="3717"/>
                </a:lnTo>
                <a:lnTo>
                  <a:pt x="5136" y="3734"/>
                </a:lnTo>
                <a:lnTo>
                  <a:pt x="5121" y="3749"/>
                </a:lnTo>
                <a:lnTo>
                  <a:pt x="5106" y="3764"/>
                </a:lnTo>
                <a:lnTo>
                  <a:pt x="5088" y="3779"/>
                </a:lnTo>
                <a:lnTo>
                  <a:pt x="5071" y="3793"/>
                </a:lnTo>
                <a:lnTo>
                  <a:pt x="5054" y="3806"/>
                </a:lnTo>
                <a:lnTo>
                  <a:pt x="5035" y="3817"/>
                </a:lnTo>
                <a:lnTo>
                  <a:pt x="5016" y="3829"/>
                </a:lnTo>
                <a:lnTo>
                  <a:pt x="4996" y="3838"/>
                </a:lnTo>
                <a:lnTo>
                  <a:pt x="4975" y="3847"/>
                </a:lnTo>
                <a:lnTo>
                  <a:pt x="4955" y="3855"/>
                </a:lnTo>
                <a:lnTo>
                  <a:pt x="4934" y="3863"/>
                </a:lnTo>
                <a:lnTo>
                  <a:pt x="4912" y="3869"/>
                </a:lnTo>
                <a:lnTo>
                  <a:pt x="4890" y="3874"/>
                </a:lnTo>
                <a:lnTo>
                  <a:pt x="4867" y="3878"/>
                </a:lnTo>
                <a:lnTo>
                  <a:pt x="4844" y="3881"/>
                </a:lnTo>
                <a:lnTo>
                  <a:pt x="4821" y="3883"/>
                </a:lnTo>
                <a:lnTo>
                  <a:pt x="4798" y="3884"/>
                </a:lnTo>
                <a:close/>
                <a:moveTo>
                  <a:pt x="4798" y="2741"/>
                </a:moveTo>
                <a:lnTo>
                  <a:pt x="4798" y="2741"/>
                </a:lnTo>
                <a:lnTo>
                  <a:pt x="4774" y="2741"/>
                </a:lnTo>
                <a:lnTo>
                  <a:pt x="4751" y="2739"/>
                </a:lnTo>
                <a:lnTo>
                  <a:pt x="4728" y="2736"/>
                </a:lnTo>
                <a:lnTo>
                  <a:pt x="4706" y="2732"/>
                </a:lnTo>
                <a:lnTo>
                  <a:pt x="4684" y="2727"/>
                </a:lnTo>
                <a:lnTo>
                  <a:pt x="4662" y="2720"/>
                </a:lnTo>
                <a:lnTo>
                  <a:pt x="4641" y="2713"/>
                </a:lnTo>
                <a:lnTo>
                  <a:pt x="4619" y="2705"/>
                </a:lnTo>
                <a:lnTo>
                  <a:pt x="4600" y="2696"/>
                </a:lnTo>
                <a:lnTo>
                  <a:pt x="4580" y="2686"/>
                </a:lnTo>
                <a:lnTo>
                  <a:pt x="4561" y="2675"/>
                </a:lnTo>
                <a:lnTo>
                  <a:pt x="4542" y="2663"/>
                </a:lnTo>
                <a:lnTo>
                  <a:pt x="4525" y="2650"/>
                </a:lnTo>
                <a:lnTo>
                  <a:pt x="4508" y="2637"/>
                </a:lnTo>
                <a:lnTo>
                  <a:pt x="4490" y="2622"/>
                </a:lnTo>
                <a:lnTo>
                  <a:pt x="4474" y="2607"/>
                </a:lnTo>
                <a:lnTo>
                  <a:pt x="4459" y="2591"/>
                </a:lnTo>
                <a:lnTo>
                  <a:pt x="4445" y="2575"/>
                </a:lnTo>
                <a:lnTo>
                  <a:pt x="4432" y="2558"/>
                </a:lnTo>
                <a:lnTo>
                  <a:pt x="4419" y="2539"/>
                </a:lnTo>
                <a:lnTo>
                  <a:pt x="4407" y="2521"/>
                </a:lnTo>
                <a:lnTo>
                  <a:pt x="4396" y="2503"/>
                </a:lnTo>
                <a:lnTo>
                  <a:pt x="4385" y="2482"/>
                </a:lnTo>
                <a:lnTo>
                  <a:pt x="4376" y="2462"/>
                </a:lnTo>
                <a:lnTo>
                  <a:pt x="4368" y="2441"/>
                </a:lnTo>
                <a:lnTo>
                  <a:pt x="4361" y="2420"/>
                </a:lnTo>
                <a:lnTo>
                  <a:pt x="4356" y="2399"/>
                </a:lnTo>
                <a:lnTo>
                  <a:pt x="4350" y="2376"/>
                </a:lnTo>
                <a:lnTo>
                  <a:pt x="4346" y="2354"/>
                </a:lnTo>
                <a:lnTo>
                  <a:pt x="4343" y="2331"/>
                </a:lnTo>
                <a:lnTo>
                  <a:pt x="4342" y="2308"/>
                </a:lnTo>
                <a:lnTo>
                  <a:pt x="4341" y="2285"/>
                </a:lnTo>
                <a:lnTo>
                  <a:pt x="4342" y="2261"/>
                </a:lnTo>
                <a:lnTo>
                  <a:pt x="4343" y="2238"/>
                </a:lnTo>
                <a:lnTo>
                  <a:pt x="4346" y="2214"/>
                </a:lnTo>
                <a:lnTo>
                  <a:pt x="4350" y="2193"/>
                </a:lnTo>
                <a:lnTo>
                  <a:pt x="4356" y="2170"/>
                </a:lnTo>
                <a:lnTo>
                  <a:pt x="4361" y="2149"/>
                </a:lnTo>
                <a:lnTo>
                  <a:pt x="4368" y="2127"/>
                </a:lnTo>
                <a:lnTo>
                  <a:pt x="4376" y="2106"/>
                </a:lnTo>
                <a:lnTo>
                  <a:pt x="4385" y="2087"/>
                </a:lnTo>
                <a:lnTo>
                  <a:pt x="4396" y="2067"/>
                </a:lnTo>
                <a:lnTo>
                  <a:pt x="4407" y="2047"/>
                </a:lnTo>
                <a:lnTo>
                  <a:pt x="4419" y="2029"/>
                </a:lnTo>
                <a:lnTo>
                  <a:pt x="4432" y="2011"/>
                </a:lnTo>
                <a:lnTo>
                  <a:pt x="4445" y="1993"/>
                </a:lnTo>
                <a:lnTo>
                  <a:pt x="4459" y="1977"/>
                </a:lnTo>
                <a:lnTo>
                  <a:pt x="4474" y="1961"/>
                </a:lnTo>
                <a:lnTo>
                  <a:pt x="4490" y="1946"/>
                </a:lnTo>
                <a:lnTo>
                  <a:pt x="4508" y="1932"/>
                </a:lnTo>
                <a:lnTo>
                  <a:pt x="4525" y="1918"/>
                </a:lnTo>
                <a:lnTo>
                  <a:pt x="4542" y="1906"/>
                </a:lnTo>
                <a:lnTo>
                  <a:pt x="4561" y="1893"/>
                </a:lnTo>
                <a:lnTo>
                  <a:pt x="4580" y="1883"/>
                </a:lnTo>
                <a:lnTo>
                  <a:pt x="4600" y="1872"/>
                </a:lnTo>
                <a:lnTo>
                  <a:pt x="4619" y="1863"/>
                </a:lnTo>
                <a:lnTo>
                  <a:pt x="4641" y="1855"/>
                </a:lnTo>
                <a:lnTo>
                  <a:pt x="4662" y="1848"/>
                </a:lnTo>
                <a:lnTo>
                  <a:pt x="4684" y="1841"/>
                </a:lnTo>
                <a:lnTo>
                  <a:pt x="4706" y="1837"/>
                </a:lnTo>
                <a:lnTo>
                  <a:pt x="4728" y="1833"/>
                </a:lnTo>
                <a:lnTo>
                  <a:pt x="4751" y="1830"/>
                </a:lnTo>
                <a:lnTo>
                  <a:pt x="4774" y="1827"/>
                </a:lnTo>
                <a:lnTo>
                  <a:pt x="4798" y="1827"/>
                </a:lnTo>
                <a:lnTo>
                  <a:pt x="4821" y="1827"/>
                </a:lnTo>
                <a:lnTo>
                  <a:pt x="4844" y="1830"/>
                </a:lnTo>
                <a:lnTo>
                  <a:pt x="4867" y="1833"/>
                </a:lnTo>
                <a:lnTo>
                  <a:pt x="4890" y="1837"/>
                </a:lnTo>
                <a:lnTo>
                  <a:pt x="4912" y="1841"/>
                </a:lnTo>
                <a:lnTo>
                  <a:pt x="4934" y="1848"/>
                </a:lnTo>
                <a:lnTo>
                  <a:pt x="4955" y="1855"/>
                </a:lnTo>
                <a:lnTo>
                  <a:pt x="4975" y="1863"/>
                </a:lnTo>
                <a:lnTo>
                  <a:pt x="4996" y="1872"/>
                </a:lnTo>
                <a:lnTo>
                  <a:pt x="5016" y="1883"/>
                </a:lnTo>
                <a:lnTo>
                  <a:pt x="5035" y="1893"/>
                </a:lnTo>
                <a:lnTo>
                  <a:pt x="5054" y="1906"/>
                </a:lnTo>
                <a:lnTo>
                  <a:pt x="5071" y="1918"/>
                </a:lnTo>
                <a:lnTo>
                  <a:pt x="5088" y="1932"/>
                </a:lnTo>
                <a:lnTo>
                  <a:pt x="5106" y="1946"/>
                </a:lnTo>
                <a:lnTo>
                  <a:pt x="5121" y="1961"/>
                </a:lnTo>
                <a:lnTo>
                  <a:pt x="5136" y="1977"/>
                </a:lnTo>
                <a:lnTo>
                  <a:pt x="5151" y="1993"/>
                </a:lnTo>
                <a:lnTo>
                  <a:pt x="5164" y="2011"/>
                </a:lnTo>
                <a:lnTo>
                  <a:pt x="5177" y="2029"/>
                </a:lnTo>
                <a:lnTo>
                  <a:pt x="5189" y="2047"/>
                </a:lnTo>
                <a:lnTo>
                  <a:pt x="5200" y="2067"/>
                </a:lnTo>
                <a:lnTo>
                  <a:pt x="5209" y="2087"/>
                </a:lnTo>
                <a:lnTo>
                  <a:pt x="5219" y="2106"/>
                </a:lnTo>
                <a:lnTo>
                  <a:pt x="5227" y="2127"/>
                </a:lnTo>
                <a:lnTo>
                  <a:pt x="5235" y="2149"/>
                </a:lnTo>
                <a:lnTo>
                  <a:pt x="5240" y="2170"/>
                </a:lnTo>
                <a:lnTo>
                  <a:pt x="5245" y="2193"/>
                </a:lnTo>
                <a:lnTo>
                  <a:pt x="5250" y="2214"/>
                </a:lnTo>
                <a:lnTo>
                  <a:pt x="5252" y="2238"/>
                </a:lnTo>
                <a:lnTo>
                  <a:pt x="5254" y="2261"/>
                </a:lnTo>
                <a:lnTo>
                  <a:pt x="5254" y="2285"/>
                </a:lnTo>
                <a:lnTo>
                  <a:pt x="5254" y="2308"/>
                </a:lnTo>
                <a:lnTo>
                  <a:pt x="5252" y="2331"/>
                </a:lnTo>
                <a:lnTo>
                  <a:pt x="5250" y="2354"/>
                </a:lnTo>
                <a:lnTo>
                  <a:pt x="5245" y="2376"/>
                </a:lnTo>
                <a:lnTo>
                  <a:pt x="5240" y="2399"/>
                </a:lnTo>
                <a:lnTo>
                  <a:pt x="5235" y="2420"/>
                </a:lnTo>
                <a:lnTo>
                  <a:pt x="5227" y="2441"/>
                </a:lnTo>
                <a:lnTo>
                  <a:pt x="5219" y="2462"/>
                </a:lnTo>
                <a:lnTo>
                  <a:pt x="5209" y="2482"/>
                </a:lnTo>
                <a:lnTo>
                  <a:pt x="5200" y="2503"/>
                </a:lnTo>
                <a:lnTo>
                  <a:pt x="5189" y="2521"/>
                </a:lnTo>
                <a:lnTo>
                  <a:pt x="5177" y="2539"/>
                </a:lnTo>
                <a:lnTo>
                  <a:pt x="5164" y="2558"/>
                </a:lnTo>
                <a:lnTo>
                  <a:pt x="5151" y="2575"/>
                </a:lnTo>
                <a:lnTo>
                  <a:pt x="5136" y="2591"/>
                </a:lnTo>
                <a:lnTo>
                  <a:pt x="5121" y="2607"/>
                </a:lnTo>
                <a:lnTo>
                  <a:pt x="5106" y="2622"/>
                </a:lnTo>
                <a:lnTo>
                  <a:pt x="5088" y="2637"/>
                </a:lnTo>
                <a:lnTo>
                  <a:pt x="5071" y="2650"/>
                </a:lnTo>
                <a:lnTo>
                  <a:pt x="5054" y="2663"/>
                </a:lnTo>
                <a:lnTo>
                  <a:pt x="5035" y="2675"/>
                </a:lnTo>
                <a:lnTo>
                  <a:pt x="5016" y="2686"/>
                </a:lnTo>
                <a:lnTo>
                  <a:pt x="4996" y="2696"/>
                </a:lnTo>
                <a:lnTo>
                  <a:pt x="4975" y="2705"/>
                </a:lnTo>
                <a:lnTo>
                  <a:pt x="4955" y="2713"/>
                </a:lnTo>
                <a:lnTo>
                  <a:pt x="4934" y="2720"/>
                </a:lnTo>
                <a:lnTo>
                  <a:pt x="4912" y="2727"/>
                </a:lnTo>
                <a:lnTo>
                  <a:pt x="4890" y="2732"/>
                </a:lnTo>
                <a:lnTo>
                  <a:pt x="4867" y="2736"/>
                </a:lnTo>
                <a:lnTo>
                  <a:pt x="4844" y="2739"/>
                </a:lnTo>
                <a:lnTo>
                  <a:pt x="4821" y="2741"/>
                </a:lnTo>
                <a:lnTo>
                  <a:pt x="4798" y="27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tIns="468000" rIns="432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幼圆"/>
            </a:endParaRPr>
          </a:p>
        </p:txBody>
      </p:sp>
      <p:sp>
        <p:nvSpPr>
          <p:cNvPr id="16" name="KSO_Shape"/>
          <p:cNvSpPr>
            <a:spLocks/>
          </p:cNvSpPr>
          <p:nvPr/>
        </p:nvSpPr>
        <p:spPr bwMode="auto">
          <a:xfrm>
            <a:off x="4067944" y="3238301"/>
            <a:ext cx="952500" cy="766763"/>
          </a:xfrm>
          <a:custGeom>
            <a:avLst/>
            <a:gdLst>
              <a:gd name="T0" fmla="*/ 913166 w 4940"/>
              <a:gd name="T1" fmla="*/ 216832 h 3973"/>
              <a:gd name="T2" fmla="*/ 832184 w 4940"/>
              <a:gd name="T3" fmla="*/ 139667 h 3973"/>
              <a:gd name="T4" fmla="*/ 750431 w 4940"/>
              <a:gd name="T5" fmla="*/ 81408 h 3973"/>
              <a:gd name="T6" fmla="*/ 668293 w 4940"/>
              <a:gd name="T7" fmla="*/ 40897 h 3973"/>
              <a:gd name="T8" fmla="*/ 586925 w 4940"/>
              <a:gd name="T9" fmla="*/ 14661 h 3973"/>
              <a:gd name="T10" fmla="*/ 506715 w 4940"/>
              <a:gd name="T11" fmla="*/ 2315 h 3973"/>
              <a:gd name="T12" fmla="*/ 429203 w 4940"/>
              <a:gd name="T13" fmla="*/ 772 h 3973"/>
              <a:gd name="T14" fmla="*/ 354777 w 4940"/>
              <a:gd name="T15" fmla="*/ 8102 h 3973"/>
              <a:gd name="T16" fmla="*/ 285364 w 4940"/>
              <a:gd name="T17" fmla="*/ 22763 h 3973"/>
              <a:gd name="T18" fmla="*/ 220965 w 4940"/>
              <a:gd name="T19" fmla="*/ 42826 h 3973"/>
              <a:gd name="T20" fmla="*/ 136898 w 4940"/>
              <a:gd name="T21" fmla="*/ 77164 h 3973"/>
              <a:gd name="T22" fmla="*/ 52060 w 4940"/>
              <a:gd name="T23" fmla="*/ 123077 h 3973"/>
              <a:gd name="T24" fmla="*/ 0 w 4940"/>
              <a:gd name="T25" fmla="*/ 158573 h 3973"/>
              <a:gd name="T26" fmla="*/ 23523 w 4940"/>
              <a:gd name="T27" fmla="*/ 1411336 h 3973"/>
              <a:gd name="T28" fmla="*/ 90237 w 4940"/>
              <a:gd name="T29" fmla="*/ 1371211 h 3973"/>
              <a:gd name="T30" fmla="*/ 191271 w 4940"/>
              <a:gd name="T31" fmla="*/ 1323755 h 3973"/>
              <a:gd name="T32" fmla="*/ 252200 w 4940"/>
              <a:gd name="T33" fmla="*/ 1302149 h 3973"/>
              <a:gd name="T34" fmla="*/ 319300 w 4940"/>
              <a:gd name="T35" fmla="*/ 1284787 h 3973"/>
              <a:gd name="T36" fmla="*/ 391798 w 4940"/>
              <a:gd name="T37" fmla="*/ 1273212 h 3973"/>
              <a:gd name="T38" fmla="*/ 467381 w 4940"/>
              <a:gd name="T39" fmla="*/ 1270511 h 3973"/>
              <a:gd name="T40" fmla="*/ 546434 w 4940"/>
              <a:gd name="T41" fmla="*/ 1277070 h 3973"/>
              <a:gd name="T42" fmla="*/ 627802 w 4940"/>
              <a:gd name="T43" fmla="*/ 1295975 h 3973"/>
              <a:gd name="T44" fmla="*/ 709555 w 4940"/>
              <a:gd name="T45" fmla="*/ 1329156 h 3973"/>
              <a:gd name="T46" fmla="*/ 791693 w 4940"/>
              <a:gd name="T47" fmla="*/ 1378155 h 3973"/>
              <a:gd name="T48" fmla="*/ 873061 w 4940"/>
              <a:gd name="T49" fmla="*/ 1445288 h 3973"/>
              <a:gd name="T50" fmla="*/ 952500 w 4940"/>
              <a:gd name="T51" fmla="*/ 1532870 h 3973"/>
              <a:gd name="T52" fmla="*/ 1011887 w 4940"/>
              <a:gd name="T53" fmla="*/ 1465351 h 3973"/>
              <a:gd name="T54" fmla="*/ 1092868 w 4940"/>
              <a:gd name="T55" fmla="*/ 1393588 h 3973"/>
              <a:gd name="T56" fmla="*/ 1175007 w 4940"/>
              <a:gd name="T57" fmla="*/ 1339959 h 3973"/>
              <a:gd name="T58" fmla="*/ 1256760 w 4940"/>
              <a:gd name="T59" fmla="*/ 1302920 h 3973"/>
              <a:gd name="T60" fmla="*/ 1338128 w 4940"/>
              <a:gd name="T61" fmla="*/ 1280928 h 3973"/>
              <a:gd name="T62" fmla="*/ 1417952 w 4940"/>
              <a:gd name="T63" fmla="*/ 1270897 h 3973"/>
              <a:gd name="T64" fmla="*/ 1494692 w 4940"/>
              <a:gd name="T65" fmla="*/ 1271669 h 3973"/>
              <a:gd name="T66" fmla="*/ 1567962 w 4940"/>
              <a:gd name="T67" fmla="*/ 1281314 h 3973"/>
              <a:gd name="T68" fmla="*/ 1635832 w 4940"/>
              <a:gd name="T69" fmla="*/ 1297519 h 3973"/>
              <a:gd name="T70" fmla="*/ 1698689 w 4940"/>
              <a:gd name="T71" fmla="*/ 1318353 h 3973"/>
              <a:gd name="T72" fmla="*/ 1792397 w 4940"/>
              <a:gd name="T73" fmla="*/ 1359250 h 3973"/>
              <a:gd name="T74" fmla="*/ 1868365 w 4940"/>
              <a:gd name="T75" fmla="*/ 1402848 h 3973"/>
              <a:gd name="T76" fmla="*/ 1905000 w 4940"/>
              <a:gd name="T77" fmla="*/ 158573 h 3973"/>
              <a:gd name="T78" fmla="*/ 1868365 w 4940"/>
              <a:gd name="T79" fmla="*/ 133109 h 3973"/>
              <a:gd name="T80" fmla="*/ 1792397 w 4940"/>
              <a:gd name="T81" fmla="*/ 89511 h 3973"/>
              <a:gd name="T82" fmla="*/ 1698689 w 4940"/>
              <a:gd name="T83" fmla="*/ 47842 h 3973"/>
              <a:gd name="T84" fmla="*/ 1635832 w 4940"/>
              <a:gd name="T85" fmla="*/ 27393 h 3973"/>
              <a:gd name="T86" fmla="*/ 1567962 w 4940"/>
              <a:gd name="T87" fmla="*/ 11575 h 3973"/>
              <a:gd name="T88" fmla="*/ 1494692 w 4940"/>
              <a:gd name="T89" fmla="*/ 1929 h 3973"/>
              <a:gd name="T90" fmla="*/ 1417952 w 4940"/>
              <a:gd name="T91" fmla="*/ 1157 h 3973"/>
              <a:gd name="T92" fmla="*/ 1338128 w 4940"/>
              <a:gd name="T93" fmla="*/ 10417 h 3973"/>
              <a:gd name="T94" fmla="*/ 1256760 w 4940"/>
              <a:gd name="T95" fmla="*/ 33181 h 3973"/>
              <a:gd name="T96" fmla="*/ 1175007 w 4940"/>
              <a:gd name="T97" fmla="*/ 70220 h 3973"/>
              <a:gd name="T98" fmla="*/ 1092868 w 4940"/>
              <a:gd name="T99" fmla="*/ 123463 h 3973"/>
              <a:gd name="T100" fmla="*/ 1011887 w 4940"/>
              <a:gd name="T101" fmla="*/ 195612 h 3973"/>
              <a:gd name="T102" fmla="*/ 952500 w 4940"/>
              <a:gd name="T103" fmla="*/ 262745 h 3973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4940" h="3973">
                <a:moveTo>
                  <a:pt x="2470" y="681"/>
                </a:moveTo>
                <a:lnTo>
                  <a:pt x="2470" y="681"/>
                </a:lnTo>
                <a:lnTo>
                  <a:pt x="2419" y="619"/>
                </a:lnTo>
                <a:lnTo>
                  <a:pt x="2368" y="562"/>
                </a:lnTo>
                <a:lnTo>
                  <a:pt x="2315" y="507"/>
                </a:lnTo>
                <a:lnTo>
                  <a:pt x="2264" y="455"/>
                </a:lnTo>
                <a:lnTo>
                  <a:pt x="2211" y="407"/>
                </a:lnTo>
                <a:lnTo>
                  <a:pt x="2158" y="362"/>
                </a:lnTo>
                <a:lnTo>
                  <a:pt x="2106" y="320"/>
                </a:lnTo>
                <a:lnTo>
                  <a:pt x="2053" y="281"/>
                </a:lnTo>
                <a:lnTo>
                  <a:pt x="2000" y="244"/>
                </a:lnTo>
                <a:lnTo>
                  <a:pt x="1946" y="211"/>
                </a:lnTo>
                <a:lnTo>
                  <a:pt x="1894" y="182"/>
                </a:lnTo>
                <a:lnTo>
                  <a:pt x="1840" y="154"/>
                </a:lnTo>
                <a:lnTo>
                  <a:pt x="1787" y="128"/>
                </a:lnTo>
                <a:lnTo>
                  <a:pt x="1733" y="106"/>
                </a:lnTo>
                <a:lnTo>
                  <a:pt x="1680" y="86"/>
                </a:lnTo>
                <a:lnTo>
                  <a:pt x="1628" y="68"/>
                </a:lnTo>
                <a:lnTo>
                  <a:pt x="1575" y="52"/>
                </a:lnTo>
                <a:lnTo>
                  <a:pt x="1522" y="38"/>
                </a:lnTo>
                <a:lnTo>
                  <a:pt x="1469" y="27"/>
                </a:lnTo>
                <a:lnTo>
                  <a:pt x="1417" y="19"/>
                </a:lnTo>
                <a:lnTo>
                  <a:pt x="1365" y="11"/>
                </a:lnTo>
                <a:lnTo>
                  <a:pt x="1314" y="6"/>
                </a:lnTo>
                <a:lnTo>
                  <a:pt x="1264" y="3"/>
                </a:lnTo>
                <a:lnTo>
                  <a:pt x="1212" y="0"/>
                </a:lnTo>
                <a:lnTo>
                  <a:pt x="1163" y="0"/>
                </a:lnTo>
                <a:lnTo>
                  <a:pt x="1113" y="2"/>
                </a:lnTo>
                <a:lnTo>
                  <a:pt x="1064" y="5"/>
                </a:lnTo>
                <a:lnTo>
                  <a:pt x="1016" y="9"/>
                </a:lnTo>
                <a:lnTo>
                  <a:pt x="968" y="15"/>
                </a:lnTo>
                <a:lnTo>
                  <a:pt x="920" y="21"/>
                </a:lnTo>
                <a:lnTo>
                  <a:pt x="875" y="30"/>
                </a:lnTo>
                <a:lnTo>
                  <a:pt x="828" y="38"/>
                </a:lnTo>
                <a:lnTo>
                  <a:pt x="784" y="48"/>
                </a:lnTo>
                <a:lnTo>
                  <a:pt x="740" y="59"/>
                </a:lnTo>
                <a:lnTo>
                  <a:pt x="697" y="71"/>
                </a:lnTo>
                <a:lnTo>
                  <a:pt x="654" y="84"/>
                </a:lnTo>
                <a:lnTo>
                  <a:pt x="614" y="96"/>
                </a:lnTo>
                <a:lnTo>
                  <a:pt x="573" y="111"/>
                </a:lnTo>
                <a:lnTo>
                  <a:pt x="534" y="124"/>
                </a:lnTo>
                <a:lnTo>
                  <a:pt x="496" y="139"/>
                </a:lnTo>
                <a:lnTo>
                  <a:pt x="423" y="169"/>
                </a:lnTo>
                <a:lnTo>
                  <a:pt x="355" y="200"/>
                </a:lnTo>
                <a:lnTo>
                  <a:pt x="292" y="232"/>
                </a:lnTo>
                <a:lnTo>
                  <a:pt x="234" y="263"/>
                </a:lnTo>
                <a:lnTo>
                  <a:pt x="181" y="292"/>
                </a:lnTo>
                <a:lnTo>
                  <a:pt x="135" y="319"/>
                </a:lnTo>
                <a:lnTo>
                  <a:pt x="95" y="345"/>
                </a:lnTo>
                <a:lnTo>
                  <a:pt x="61" y="367"/>
                </a:lnTo>
                <a:lnTo>
                  <a:pt x="16" y="399"/>
                </a:lnTo>
                <a:lnTo>
                  <a:pt x="0" y="411"/>
                </a:lnTo>
                <a:lnTo>
                  <a:pt x="0" y="3702"/>
                </a:lnTo>
                <a:lnTo>
                  <a:pt x="16" y="3690"/>
                </a:lnTo>
                <a:lnTo>
                  <a:pt x="61" y="3658"/>
                </a:lnTo>
                <a:lnTo>
                  <a:pt x="95" y="3636"/>
                </a:lnTo>
                <a:lnTo>
                  <a:pt x="135" y="3612"/>
                </a:lnTo>
                <a:lnTo>
                  <a:pt x="181" y="3583"/>
                </a:lnTo>
                <a:lnTo>
                  <a:pt x="234" y="3554"/>
                </a:lnTo>
                <a:lnTo>
                  <a:pt x="292" y="3523"/>
                </a:lnTo>
                <a:lnTo>
                  <a:pt x="355" y="3493"/>
                </a:lnTo>
                <a:lnTo>
                  <a:pt x="423" y="3461"/>
                </a:lnTo>
                <a:lnTo>
                  <a:pt x="496" y="3431"/>
                </a:lnTo>
                <a:lnTo>
                  <a:pt x="534" y="3417"/>
                </a:lnTo>
                <a:lnTo>
                  <a:pt x="573" y="3402"/>
                </a:lnTo>
                <a:lnTo>
                  <a:pt x="614" y="3388"/>
                </a:lnTo>
                <a:lnTo>
                  <a:pt x="654" y="3375"/>
                </a:lnTo>
                <a:lnTo>
                  <a:pt x="697" y="3363"/>
                </a:lnTo>
                <a:lnTo>
                  <a:pt x="740" y="3350"/>
                </a:lnTo>
                <a:lnTo>
                  <a:pt x="784" y="3339"/>
                </a:lnTo>
                <a:lnTo>
                  <a:pt x="828" y="3330"/>
                </a:lnTo>
                <a:lnTo>
                  <a:pt x="875" y="3321"/>
                </a:lnTo>
                <a:lnTo>
                  <a:pt x="920" y="3312"/>
                </a:lnTo>
                <a:lnTo>
                  <a:pt x="968" y="3306"/>
                </a:lnTo>
                <a:lnTo>
                  <a:pt x="1016" y="3300"/>
                </a:lnTo>
                <a:lnTo>
                  <a:pt x="1064" y="3296"/>
                </a:lnTo>
                <a:lnTo>
                  <a:pt x="1113" y="3294"/>
                </a:lnTo>
                <a:lnTo>
                  <a:pt x="1163" y="3292"/>
                </a:lnTo>
                <a:lnTo>
                  <a:pt x="1212" y="3293"/>
                </a:lnTo>
                <a:lnTo>
                  <a:pt x="1264" y="3294"/>
                </a:lnTo>
                <a:lnTo>
                  <a:pt x="1314" y="3298"/>
                </a:lnTo>
                <a:lnTo>
                  <a:pt x="1365" y="3303"/>
                </a:lnTo>
                <a:lnTo>
                  <a:pt x="1417" y="3310"/>
                </a:lnTo>
                <a:lnTo>
                  <a:pt x="1469" y="3320"/>
                </a:lnTo>
                <a:lnTo>
                  <a:pt x="1522" y="3331"/>
                </a:lnTo>
                <a:lnTo>
                  <a:pt x="1575" y="3344"/>
                </a:lnTo>
                <a:lnTo>
                  <a:pt x="1628" y="3359"/>
                </a:lnTo>
                <a:lnTo>
                  <a:pt x="1680" y="3377"/>
                </a:lnTo>
                <a:lnTo>
                  <a:pt x="1733" y="3397"/>
                </a:lnTo>
                <a:lnTo>
                  <a:pt x="1787" y="3420"/>
                </a:lnTo>
                <a:lnTo>
                  <a:pt x="1840" y="3445"/>
                </a:lnTo>
                <a:lnTo>
                  <a:pt x="1894" y="3473"/>
                </a:lnTo>
                <a:lnTo>
                  <a:pt x="1946" y="3504"/>
                </a:lnTo>
                <a:lnTo>
                  <a:pt x="2000" y="3537"/>
                </a:lnTo>
                <a:lnTo>
                  <a:pt x="2053" y="3572"/>
                </a:lnTo>
                <a:lnTo>
                  <a:pt x="2106" y="3612"/>
                </a:lnTo>
                <a:lnTo>
                  <a:pt x="2158" y="3653"/>
                </a:lnTo>
                <a:lnTo>
                  <a:pt x="2211" y="3699"/>
                </a:lnTo>
                <a:lnTo>
                  <a:pt x="2264" y="3746"/>
                </a:lnTo>
                <a:lnTo>
                  <a:pt x="2315" y="3798"/>
                </a:lnTo>
                <a:lnTo>
                  <a:pt x="2368" y="3853"/>
                </a:lnTo>
                <a:lnTo>
                  <a:pt x="2419" y="3911"/>
                </a:lnTo>
                <a:lnTo>
                  <a:pt x="2470" y="3973"/>
                </a:lnTo>
                <a:lnTo>
                  <a:pt x="2521" y="3911"/>
                </a:lnTo>
                <a:lnTo>
                  <a:pt x="2573" y="3853"/>
                </a:lnTo>
                <a:lnTo>
                  <a:pt x="2624" y="3798"/>
                </a:lnTo>
                <a:lnTo>
                  <a:pt x="2676" y="3746"/>
                </a:lnTo>
                <a:lnTo>
                  <a:pt x="2728" y="3699"/>
                </a:lnTo>
                <a:lnTo>
                  <a:pt x="2781" y="3653"/>
                </a:lnTo>
                <a:lnTo>
                  <a:pt x="2834" y="3612"/>
                </a:lnTo>
                <a:lnTo>
                  <a:pt x="2886" y="3572"/>
                </a:lnTo>
                <a:lnTo>
                  <a:pt x="2940" y="3537"/>
                </a:lnTo>
                <a:lnTo>
                  <a:pt x="2993" y="3504"/>
                </a:lnTo>
                <a:lnTo>
                  <a:pt x="3047" y="3473"/>
                </a:lnTo>
                <a:lnTo>
                  <a:pt x="3100" y="3445"/>
                </a:lnTo>
                <a:lnTo>
                  <a:pt x="3154" y="3420"/>
                </a:lnTo>
                <a:lnTo>
                  <a:pt x="3206" y="3397"/>
                </a:lnTo>
                <a:lnTo>
                  <a:pt x="3259" y="3377"/>
                </a:lnTo>
                <a:lnTo>
                  <a:pt x="3313" y="3359"/>
                </a:lnTo>
                <a:lnTo>
                  <a:pt x="3366" y="3344"/>
                </a:lnTo>
                <a:lnTo>
                  <a:pt x="3418" y="3331"/>
                </a:lnTo>
                <a:lnTo>
                  <a:pt x="3470" y="3320"/>
                </a:lnTo>
                <a:lnTo>
                  <a:pt x="3523" y="3310"/>
                </a:lnTo>
                <a:lnTo>
                  <a:pt x="3574" y="3303"/>
                </a:lnTo>
                <a:lnTo>
                  <a:pt x="3626" y="3298"/>
                </a:lnTo>
                <a:lnTo>
                  <a:pt x="3677" y="3294"/>
                </a:lnTo>
                <a:lnTo>
                  <a:pt x="3727" y="3293"/>
                </a:lnTo>
                <a:lnTo>
                  <a:pt x="3778" y="3292"/>
                </a:lnTo>
                <a:lnTo>
                  <a:pt x="3827" y="3294"/>
                </a:lnTo>
                <a:lnTo>
                  <a:pt x="3876" y="3296"/>
                </a:lnTo>
                <a:lnTo>
                  <a:pt x="3925" y="3300"/>
                </a:lnTo>
                <a:lnTo>
                  <a:pt x="3973" y="3306"/>
                </a:lnTo>
                <a:lnTo>
                  <a:pt x="4019" y="3312"/>
                </a:lnTo>
                <a:lnTo>
                  <a:pt x="4066" y="3321"/>
                </a:lnTo>
                <a:lnTo>
                  <a:pt x="4111" y="3330"/>
                </a:lnTo>
                <a:lnTo>
                  <a:pt x="4155" y="3339"/>
                </a:lnTo>
                <a:lnTo>
                  <a:pt x="4199" y="3350"/>
                </a:lnTo>
                <a:lnTo>
                  <a:pt x="4242" y="3363"/>
                </a:lnTo>
                <a:lnTo>
                  <a:pt x="4285" y="3375"/>
                </a:lnTo>
                <a:lnTo>
                  <a:pt x="4327" y="3388"/>
                </a:lnTo>
                <a:lnTo>
                  <a:pt x="4366" y="3402"/>
                </a:lnTo>
                <a:lnTo>
                  <a:pt x="4405" y="3417"/>
                </a:lnTo>
                <a:lnTo>
                  <a:pt x="4444" y="3431"/>
                </a:lnTo>
                <a:lnTo>
                  <a:pt x="4517" y="3461"/>
                </a:lnTo>
                <a:lnTo>
                  <a:pt x="4585" y="3493"/>
                </a:lnTo>
                <a:lnTo>
                  <a:pt x="4648" y="3523"/>
                </a:lnTo>
                <a:lnTo>
                  <a:pt x="4707" y="3554"/>
                </a:lnTo>
                <a:lnTo>
                  <a:pt x="4758" y="3583"/>
                </a:lnTo>
                <a:lnTo>
                  <a:pt x="4805" y="3612"/>
                </a:lnTo>
                <a:lnTo>
                  <a:pt x="4845" y="3636"/>
                </a:lnTo>
                <a:lnTo>
                  <a:pt x="4878" y="3658"/>
                </a:lnTo>
                <a:lnTo>
                  <a:pt x="4924" y="3690"/>
                </a:lnTo>
                <a:lnTo>
                  <a:pt x="4940" y="3702"/>
                </a:lnTo>
                <a:lnTo>
                  <a:pt x="4940" y="411"/>
                </a:lnTo>
                <a:lnTo>
                  <a:pt x="4924" y="399"/>
                </a:lnTo>
                <a:lnTo>
                  <a:pt x="4878" y="367"/>
                </a:lnTo>
                <a:lnTo>
                  <a:pt x="4845" y="345"/>
                </a:lnTo>
                <a:lnTo>
                  <a:pt x="4805" y="319"/>
                </a:lnTo>
                <a:lnTo>
                  <a:pt x="4758" y="292"/>
                </a:lnTo>
                <a:lnTo>
                  <a:pt x="4707" y="263"/>
                </a:lnTo>
                <a:lnTo>
                  <a:pt x="4648" y="232"/>
                </a:lnTo>
                <a:lnTo>
                  <a:pt x="4585" y="200"/>
                </a:lnTo>
                <a:lnTo>
                  <a:pt x="4517" y="169"/>
                </a:lnTo>
                <a:lnTo>
                  <a:pt x="4444" y="139"/>
                </a:lnTo>
                <a:lnTo>
                  <a:pt x="4405" y="124"/>
                </a:lnTo>
                <a:lnTo>
                  <a:pt x="4366" y="111"/>
                </a:lnTo>
                <a:lnTo>
                  <a:pt x="4327" y="96"/>
                </a:lnTo>
                <a:lnTo>
                  <a:pt x="4285" y="84"/>
                </a:lnTo>
                <a:lnTo>
                  <a:pt x="4242" y="71"/>
                </a:lnTo>
                <a:lnTo>
                  <a:pt x="4199" y="59"/>
                </a:lnTo>
                <a:lnTo>
                  <a:pt x="4155" y="48"/>
                </a:lnTo>
                <a:lnTo>
                  <a:pt x="4111" y="38"/>
                </a:lnTo>
                <a:lnTo>
                  <a:pt x="4066" y="30"/>
                </a:lnTo>
                <a:lnTo>
                  <a:pt x="4019" y="21"/>
                </a:lnTo>
                <a:lnTo>
                  <a:pt x="3973" y="15"/>
                </a:lnTo>
                <a:lnTo>
                  <a:pt x="3925" y="9"/>
                </a:lnTo>
                <a:lnTo>
                  <a:pt x="3876" y="5"/>
                </a:lnTo>
                <a:lnTo>
                  <a:pt x="3827" y="2"/>
                </a:lnTo>
                <a:lnTo>
                  <a:pt x="3778" y="0"/>
                </a:lnTo>
                <a:lnTo>
                  <a:pt x="3727" y="0"/>
                </a:lnTo>
                <a:lnTo>
                  <a:pt x="3677" y="3"/>
                </a:lnTo>
                <a:lnTo>
                  <a:pt x="3626" y="6"/>
                </a:lnTo>
                <a:lnTo>
                  <a:pt x="3574" y="11"/>
                </a:lnTo>
                <a:lnTo>
                  <a:pt x="3523" y="19"/>
                </a:lnTo>
                <a:lnTo>
                  <a:pt x="3470" y="27"/>
                </a:lnTo>
                <a:lnTo>
                  <a:pt x="3418" y="38"/>
                </a:lnTo>
                <a:lnTo>
                  <a:pt x="3366" y="52"/>
                </a:lnTo>
                <a:lnTo>
                  <a:pt x="3313" y="68"/>
                </a:lnTo>
                <a:lnTo>
                  <a:pt x="3259" y="86"/>
                </a:lnTo>
                <a:lnTo>
                  <a:pt x="3206" y="106"/>
                </a:lnTo>
                <a:lnTo>
                  <a:pt x="3154" y="128"/>
                </a:lnTo>
                <a:lnTo>
                  <a:pt x="3100" y="154"/>
                </a:lnTo>
                <a:lnTo>
                  <a:pt x="3047" y="182"/>
                </a:lnTo>
                <a:lnTo>
                  <a:pt x="2993" y="211"/>
                </a:lnTo>
                <a:lnTo>
                  <a:pt x="2940" y="244"/>
                </a:lnTo>
                <a:lnTo>
                  <a:pt x="2886" y="281"/>
                </a:lnTo>
                <a:lnTo>
                  <a:pt x="2834" y="320"/>
                </a:lnTo>
                <a:lnTo>
                  <a:pt x="2781" y="362"/>
                </a:lnTo>
                <a:lnTo>
                  <a:pt x="2728" y="407"/>
                </a:lnTo>
                <a:lnTo>
                  <a:pt x="2676" y="455"/>
                </a:lnTo>
                <a:lnTo>
                  <a:pt x="2624" y="507"/>
                </a:lnTo>
                <a:lnTo>
                  <a:pt x="2573" y="562"/>
                </a:lnTo>
                <a:lnTo>
                  <a:pt x="2521" y="619"/>
                </a:lnTo>
                <a:lnTo>
                  <a:pt x="2470" y="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幼圆"/>
            </a:endParaRPr>
          </a:p>
        </p:txBody>
      </p:sp>
      <p:sp>
        <p:nvSpPr>
          <p:cNvPr id="17" name="KSO_Shape"/>
          <p:cNvSpPr>
            <a:spLocks/>
          </p:cNvSpPr>
          <p:nvPr/>
        </p:nvSpPr>
        <p:spPr bwMode="auto">
          <a:xfrm>
            <a:off x="6960437" y="3221418"/>
            <a:ext cx="995939" cy="592947"/>
          </a:xfrm>
          <a:custGeom>
            <a:avLst/>
            <a:gdLst>
              <a:gd name="T0" fmla="*/ 192479 w 4892"/>
              <a:gd name="T1" fmla="*/ 95349 h 2558"/>
              <a:gd name="T2" fmla="*/ 171869 w 4892"/>
              <a:gd name="T3" fmla="*/ 611116 h 2558"/>
              <a:gd name="T4" fmla="*/ 140955 w 4892"/>
              <a:gd name="T5" fmla="*/ 464596 h 2558"/>
              <a:gd name="T6" fmla="*/ 140955 w 4892"/>
              <a:gd name="T7" fmla="*/ 644985 h 2558"/>
              <a:gd name="T8" fmla="*/ 192479 w 4892"/>
              <a:gd name="T9" fmla="*/ 640568 h 2558"/>
              <a:gd name="T10" fmla="*/ 0 w 4892"/>
              <a:gd name="T11" fmla="*/ 939867 h 2558"/>
              <a:gd name="T12" fmla="*/ 567500 w 4892"/>
              <a:gd name="T13" fmla="*/ 2209 h 2558"/>
              <a:gd name="T14" fmla="*/ 1800397 w 4892"/>
              <a:gd name="T15" fmla="*/ 941708 h 2558"/>
              <a:gd name="T16" fmla="*/ 567500 w 4892"/>
              <a:gd name="T17" fmla="*/ 2209 h 2558"/>
              <a:gd name="T18" fmla="*/ 677173 w 4892"/>
              <a:gd name="T19" fmla="*/ 830529 h 2558"/>
              <a:gd name="T20" fmla="*/ 769916 w 4892"/>
              <a:gd name="T21" fmla="*/ 830529 h 2558"/>
              <a:gd name="T22" fmla="*/ 723545 w 4892"/>
              <a:gd name="T23" fmla="*/ 103816 h 2558"/>
              <a:gd name="T24" fmla="*/ 1643617 w 4892"/>
              <a:gd name="T25" fmla="*/ 281261 h 2558"/>
              <a:gd name="T26" fmla="*/ 1681524 w 4892"/>
              <a:gd name="T27" fmla="*/ 876915 h 2558"/>
              <a:gd name="T28" fmla="*/ 1719431 w 4892"/>
              <a:gd name="T29" fmla="*/ 281261 h 2558"/>
              <a:gd name="T30" fmla="*/ 1643617 w 4892"/>
              <a:gd name="T31" fmla="*/ 281261 h 2558"/>
              <a:gd name="T32" fmla="*/ 1473955 w 4892"/>
              <a:gd name="T33" fmla="*/ 837524 h 2558"/>
              <a:gd name="T34" fmla="*/ 1552346 w 4892"/>
              <a:gd name="T35" fmla="*/ 837524 h 2558"/>
              <a:gd name="T36" fmla="*/ 1513335 w 4892"/>
              <a:gd name="T37" fmla="*/ 220885 h 2558"/>
              <a:gd name="T38" fmla="*/ 1285893 w 4892"/>
              <a:gd name="T39" fmla="*/ 238556 h 2558"/>
              <a:gd name="T40" fmla="*/ 1326744 w 4892"/>
              <a:gd name="T41" fmla="*/ 876915 h 2558"/>
              <a:gd name="T42" fmla="*/ 1367227 w 4892"/>
              <a:gd name="T43" fmla="*/ 238556 h 2558"/>
              <a:gd name="T44" fmla="*/ 1285893 w 4892"/>
              <a:gd name="T45" fmla="*/ 238556 h 2558"/>
              <a:gd name="T46" fmla="*/ 1097830 w 4892"/>
              <a:gd name="T47" fmla="*/ 834579 h 2558"/>
              <a:gd name="T48" fmla="*/ 1182477 w 4892"/>
              <a:gd name="T49" fmla="*/ 834579 h 2558"/>
              <a:gd name="T50" fmla="*/ 1140153 w 4892"/>
              <a:gd name="T51" fmla="*/ 169714 h 2558"/>
              <a:gd name="T52" fmla="*/ 893942 w 4892"/>
              <a:gd name="T53" fmla="*/ 181494 h 2558"/>
              <a:gd name="T54" fmla="*/ 938105 w 4892"/>
              <a:gd name="T55" fmla="*/ 876915 h 2558"/>
              <a:gd name="T56" fmla="*/ 982269 w 4892"/>
              <a:gd name="T57" fmla="*/ 181494 h 2558"/>
              <a:gd name="T58" fmla="*/ 893942 w 4892"/>
              <a:gd name="T59" fmla="*/ 181494 h 2558"/>
              <a:gd name="T60" fmla="*/ 497943 w 4892"/>
              <a:gd name="T61" fmla="*/ 0 h 2558"/>
              <a:gd name="T62" fmla="*/ 223393 w 4892"/>
              <a:gd name="T63" fmla="*/ 939867 h 2558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4892" h="2558">
                <a:moveTo>
                  <a:pt x="0" y="422"/>
                </a:moveTo>
                <a:cubicBezTo>
                  <a:pt x="523" y="259"/>
                  <a:pt x="523" y="259"/>
                  <a:pt x="523" y="259"/>
                </a:cubicBezTo>
                <a:cubicBezTo>
                  <a:pt x="523" y="1655"/>
                  <a:pt x="523" y="1655"/>
                  <a:pt x="523" y="1655"/>
                </a:cubicBezTo>
                <a:cubicBezTo>
                  <a:pt x="467" y="1660"/>
                  <a:pt x="467" y="1660"/>
                  <a:pt x="467" y="1660"/>
                </a:cubicBezTo>
                <a:cubicBezTo>
                  <a:pt x="467" y="1262"/>
                  <a:pt x="467" y="1262"/>
                  <a:pt x="467" y="1262"/>
                </a:cubicBezTo>
                <a:cubicBezTo>
                  <a:pt x="383" y="1262"/>
                  <a:pt x="383" y="1262"/>
                  <a:pt x="383" y="1262"/>
                </a:cubicBezTo>
                <a:cubicBezTo>
                  <a:pt x="383" y="1706"/>
                  <a:pt x="383" y="1706"/>
                  <a:pt x="383" y="1706"/>
                </a:cubicBezTo>
                <a:cubicBezTo>
                  <a:pt x="383" y="1752"/>
                  <a:pt x="383" y="1752"/>
                  <a:pt x="383" y="1752"/>
                </a:cubicBezTo>
                <a:cubicBezTo>
                  <a:pt x="429" y="1748"/>
                  <a:pt x="429" y="1748"/>
                  <a:pt x="429" y="1748"/>
                </a:cubicBezTo>
                <a:cubicBezTo>
                  <a:pt x="523" y="1740"/>
                  <a:pt x="523" y="1740"/>
                  <a:pt x="523" y="1740"/>
                </a:cubicBezTo>
                <a:cubicBezTo>
                  <a:pt x="523" y="2553"/>
                  <a:pt x="523" y="2553"/>
                  <a:pt x="523" y="2553"/>
                </a:cubicBezTo>
                <a:cubicBezTo>
                  <a:pt x="0" y="2553"/>
                  <a:pt x="0" y="2553"/>
                  <a:pt x="0" y="2553"/>
                </a:cubicBezTo>
                <a:lnTo>
                  <a:pt x="0" y="422"/>
                </a:lnTo>
                <a:close/>
                <a:moveTo>
                  <a:pt x="1542" y="6"/>
                </a:moveTo>
                <a:cubicBezTo>
                  <a:pt x="4892" y="577"/>
                  <a:pt x="4892" y="577"/>
                  <a:pt x="4892" y="577"/>
                </a:cubicBezTo>
                <a:cubicBezTo>
                  <a:pt x="4892" y="2558"/>
                  <a:pt x="4892" y="2558"/>
                  <a:pt x="4892" y="2558"/>
                </a:cubicBezTo>
                <a:cubicBezTo>
                  <a:pt x="1542" y="2558"/>
                  <a:pt x="1542" y="2558"/>
                  <a:pt x="1542" y="2558"/>
                </a:cubicBezTo>
                <a:lnTo>
                  <a:pt x="1542" y="6"/>
                </a:lnTo>
                <a:close/>
                <a:moveTo>
                  <a:pt x="1840" y="408"/>
                </a:moveTo>
                <a:cubicBezTo>
                  <a:pt x="1840" y="2256"/>
                  <a:pt x="1840" y="2256"/>
                  <a:pt x="1840" y="2256"/>
                </a:cubicBezTo>
                <a:cubicBezTo>
                  <a:pt x="1840" y="2325"/>
                  <a:pt x="1896" y="2382"/>
                  <a:pt x="1966" y="2382"/>
                </a:cubicBezTo>
                <a:cubicBezTo>
                  <a:pt x="2035" y="2382"/>
                  <a:pt x="2092" y="2325"/>
                  <a:pt x="2092" y="2256"/>
                </a:cubicBezTo>
                <a:cubicBezTo>
                  <a:pt x="2092" y="408"/>
                  <a:pt x="2092" y="408"/>
                  <a:pt x="2092" y="408"/>
                </a:cubicBezTo>
                <a:cubicBezTo>
                  <a:pt x="2092" y="339"/>
                  <a:pt x="2035" y="282"/>
                  <a:pt x="1966" y="282"/>
                </a:cubicBezTo>
                <a:cubicBezTo>
                  <a:pt x="1896" y="282"/>
                  <a:pt x="1840" y="339"/>
                  <a:pt x="1840" y="408"/>
                </a:cubicBezTo>
                <a:close/>
                <a:moveTo>
                  <a:pt x="4466" y="764"/>
                </a:moveTo>
                <a:cubicBezTo>
                  <a:pt x="4466" y="2279"/>
                  <a:pt x="4466" y="2279"/>
                  <a:pt x="4466" y="2279"/>
                </a:cubicBezTo>
                <a:cubicBezTo>
                  <a:pt x="4466" y="2336"/>
                  <a:pt x="4511" y="2382"/>
                  <a:pt x="4569" y="2382"/>
                </a:cubicBezTo>
                <a:cubicBezTo>
                  <a:pt x="4626" y="2382"/>
                  <a:pt x="4672" y="2336"/>
                  <a:pt x="4672" y="2279"/>
                </a:cubicBezTo>
                <a:cubicBezTo>
                  <a:pt x="4672" y="764"/>
                  <a:pt x="4672" y="764"/>
                  <a:pt x="4672" y="764"/>
                </a:cubicBezTo>
                <a:cubicBezTo>
                  <a:pt x="4672" y="708"/>
                  <a:pt x="4626" y="661"/>
                  <a:pt x="4569" y="661"/>
                </a:cubicBezTo>
                <a:cubicBezTo>
                  <a:pt x="4511" y="661"/>
                  <a:pt x="4466" y="708"/>
                  <a:pt x="4466" y="764"/>
                </a:cubicBezTo>
                <a:close/>
                <a:moveTo>
                  <a:pt x="4005" y="707"/>
                </a:moveTo>
                <a:cubicBezTo>
                  <a:pt x="4005" y="2275"/>
                  <a:pt x="4005" y="2275"/>
                  <a:pt x="4005" y="2275"/>
                </a:cubicBezTo>
                <a:cubicBezTo>
                  <a:pt x="4005" y="2334"/>
                  <a:pt x="4053" y="2382"/>
                  <a:pt x="4112" y="2382"/>
                </a:cubicBezTo>
                <a:cubicBezTo>
                  <a:pt x="4171" y="2382"/>
                  <a:pt x="4218" y="2334"/>
                  <a:pt x="4218" y="2275"/>
                </a:cubicBezTo>
                <a:cubicBezTo>
                  <a:pt x="4218" y="707"/>
                  <a:pt x="4218" y="707"/>
                  <a:pt x="4218" y="707"/>
                </a:cubicBezTo>
                <a:cubicBezTo>
                  <a:pt x="4218" y="648"/>
                  <a:pt x="4171" y="600"/>
                  <a:pt x="4112" y="600"/>
                </a:cubicBezTo>
                <a:cubicBezTo>
                  <a:pt x="4053" y="600"/>
                  <a:pt x="4005" y="648"/>
                  <a:pt x="4005" y="707"/>
                </a:cubicBezTo>
                <a:close/>
                <a:moveTo>
                  <a:pt x="3494" y="648"/>
                </a:moveTo>
                <a:cubicBezTo>
                  <a:pt x="3494" y="2271"/>
                  <a:pt x="3494" y="2271"/>
                  <a:pt x="3494" y="2271"/>
                </a:cubicBezTo>
                <a:cubicBezTo>
                  <a:pt x="3494" y="2332"/>
                  <a:pt x="3544" y="2382"/>
                  <a:pt x="3605" y="2382"/>
                </a:cubicBezTo>
                <a:cubicBezTo>
                  <a:pt x="3666" y="2382"/>
                  <a:pt x="3715" y="2332"/>
                  <a:pt x="3715" y="2271"/>
                </a:cubicBezTo>
                <a:cubicBezTo>
                  <a:pt x="3715" y="648"/>
                  <a:pt x="3715" y="648"/>
                  <a:pt x="3715" y="648"/>
                </a:cubicBezTo>
                <a:cubicBezTo>
                  <a:pt x="3715" y="587"/>
                  <a:pt x="3666" y="537"/>
                  <a:pt x="3605" y="537"/>
                </a:cubicBezTo>
                <a:cubicBezTo>
                  <a:pt x="3544" y="537"/>
                  <a:pt x="3494" y="587"/>
                  <a:pt x="3494" y="648"/>
                </a:cubicBezTo>
                <a:close/>
                <a:moveTo>
                  <a:pt x="2983" y="576"/>
                </a:moveTo>
                <a:cubicBezTo>
                  <a:pt x="2983" y="2267"/>
                  <a:pt x="2983" y="2267"/>
                  <a:pt x="2983" y="2267"/>
                </a:cubicBezTo>
                <a:cubicBezTo>
                  <a:pt x="2983" y="2330"/>
                  <a:pt x="3035" y="2382"/>
                  <a:pt x="3098" y="2382"/>
                </a:cubicBezTo>
                <a:cubicBezTo>
                  <a:pt x="3162" y="2382"/>
                  <a:pt x="3213" y="2330"/>
                  <a:pt x="3213" y="2267"/>
                </a:cubicBezTo>
                <a:cubicBezTo>
                  <a:pt x="3213" y="576"/>
                  <a:pt x="3213" y="576"/>
                  <a:pt x="3213" y="576"/>
                </a:cubicBezTo>
                <a:cubicBezTo>
                  <a:pt x="3213" y="513"/>
                  <a:pt x="3162" y="461"/>
                  <a:pt x="3098" y="461"/>
                </a:cubicBezTo>
                <a:cubicBezTo>
                  <a:pt x="3035" y="461"/>
                  <a:pt x="2983" y="513"/>
                  <a:pt x="2983" y="576"/>
                </a:cubicBezTo>
                <a:close/>
                <a:moveTo>
                  <a:pt x="2429" y="493"/>
                </a:moveTo>
                <a:cubicBezTo>
                  <a:pt x="2429" y="2261"/>
                  <a:pt x="2429" y="2261"/>
                  <a:pt x="2429" y="2261"/>
                </a:cubicBezTo>
                <a:cubicBezTo>
                  <a:pt x="2429" y="2328"/>
                  <a:pt x="2482" y="2382"/>
                  <a:pt x="2549" y="2382"/>
                </a:cubicBezTo>
                <a:cubicBezTo>
                  <a:pt x="2616" y="2382"/>
                  <a:pt x="2669" y="2328"/>
                  <a:pt x="2669" y="2261"/>
                </a:cubicBezTo>
                <a:cubicBezTo>
                  <a:pt x="2669" y="493"/>
                  <a:pt x="2669" y="493"/>
                  <a:pt x="2669" y="493"/>
                </a:cubicBezTo>
                <a:cubicBezTo>
                  <a:pt x="2669" y="426"/>
                  <a:pt x="2616" y="372"/>
                  <a:pt x="2549" y="372"/>
                </a:cubicBezTo>
                <a:cubicBezTo>
                  <a:pt x="2482" y="372"/>
                  <a:pt x="2429" y="426"/>
                  <a:pt x="2429" y="493"/>
                </a:cubicBezTo>
                <a:close/>
                <a:moveTo>
                  <a:pt x="607" y="233"/>
                </a:moveTo>
                <a:cubicBezTo>
                  <a:pt x="1353" y="0"/>
                  <a:pt x="1353" y="0"/>
                  <a:pt x="1353" y="0"/>
                </a:cubicBezTo>
                <a:cubicBezTo>
                  <a:pt x="1353" y="2553"/>
                  <a:pt x="1353" y="2553"/>
                  <a:pt x="1353" y="2553"/>
                </a:cubicBezTo>
                <a:cubicBezTo>
                  <a:pt x="607" y="2553"/>
                  <a:pt x="607" y="2553"/>
                  <a:pt x="607" y="2553"/>
                </a:cubicBezTo>
                <a:lnTo>
                  <a:pt x="607" y="2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幼圆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91680" y="2204864"/>
            <a:ext cx="5747395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月婴幼儿用品广告媒体占比前三位</a:t>
            </a:r>
            <a:endParaRPr lang="zh-CN" altLang="en-US" sz="1200" b="1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134235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220" y="116633"/>
            <a:ext cx="480107" cy="394848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52242"/>
              </p:ext>
            </p:extLst>
          </p:nvPr>
        </p:nvGraphicFramePr>
        <p:xfrm>
          <a:off x="421316" y="1988839"/>
          <a:ext cx="8136904" cy="42418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74936"/>
                <a:gridCol w="2420656"/>
                <a:gridCol w="2420656"/>
                <a:gridCol w="2420656"/>
              </a:tblGrid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排名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品牌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花费占比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同比增幅</a:t>
                      </a:r>
                      <a:endParaRPr lang="zh-CN" altLang="en-US" sz="1500" b="1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PIGEON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27.2%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94.8%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POUCH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11.9%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3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ANNANNA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贝亲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7.0%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-33.3%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5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安心妈妈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91.4%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惠尔顿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智高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-61.5%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8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NUK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4.1%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79.3%</a:t>
                      </a: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9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法拉利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New</a:t>
                      </a:r>
                      <a:endParaRPr 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8562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10</a:t>
                      </a:r>
                      <a:endParaRPr lang="zh-CN" altLang="en-US" sz="1500" b="0" i="0" u="none" strike="noStrike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幼圆"/>
                        <a:ea typeface="幼圆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飞利浦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2.4%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 i="0" u="none" strike="noStrike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幼圆"/>
                          <a:ea typeface="幼圆"/>
                          <a:cs typeface="+mn-cs"/>
                        </a:rPr>
                        <a:t>60.2%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251520" y="123685"/>
            <a:ext cx="7289969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chemeClr val="accent6">
                    <a:lumMod val="75000"/>
                  </a:schemeClr>
                </a:solidFill>
                <a:latin typeface="Arial Black"/>
                <a:ea typeface="幼圆"/>
              </a:rPr>
              <a:t>婴幼儿用品广告花费榜单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  <a:latin typeface="Arial Black"/>
              <a:ea typeface="幼圆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52120" y="6525344"/>
            <a:ext cx="3384376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latinLnBrk="1">
              <a:lnSpc>
                <a:spcPts val="1300"/>
              </a:lnSpc>
            </a:pPr>
            <a:r>
              <a:rPr lang="zh-CN" altLang="en-US" sz="1400" kern="100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按照花费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排序 </a:t>
            </a:r>
            <a:r>
              <a:rPr lang="zh-CN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数据来源：</a:t>
            </a:r>
            <a:r>
              <a:rPr lang="en-US" altLang="zh-CN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CTR</a:t>
            </a:r>
            <a:r>
              <a:rPr lang="zh-CN" altLang="en-US" sz="1400" kern="10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媒介智讯</a:t>
            </a:r>
            <a:endParaRPr lang="zh-CN" altLang="zh-CN" sz="1400" kern="100" dirty="0">
              <a:solidFill>
                <a:schemeClr val="accent6">
                  <a:lumMod val="75000"/>
                </a:schemeClr>
              </a:solidFill>
              <a:latin typeface="幼圆"/>
              <a:ea typeface="幼圆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7664" y="1484784"/>
            <a:ext cx="6264696" cy="33855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2016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年</a:t>
            </a: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1-4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月婴幼儿用品广告</a:t>
            </a:r>
            <a:r>
              <a:rPr lang="zh-CN" altLang="en-US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花费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前</a:t>
            </a:r>
            <a:r>
              <a:rPr lang="en-US" altLang="zh-CN" sz="1600" b="1" dirty="0" smtClean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10</a:t>
            </a:r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  <a:latin typeface="幼圆"/>
                <a:ea typeface="幼圆"/>
              </a:rPr>
              <a:t>品牌</a:t>
            </a:r>
          </a:p>
        </p:txBody>
      </p:sp>
    </p:spTree>
    <p:extLst>
      <p:ext uri="{BB962C8B-B14F-4D97-AF65-F5344CB8AC3E}">
        <p14:creationId xmlns:p14="http://schemas.microsoft.com/office/powerpoint/2010/main" val="299164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30104625"/>
  <p:tag name="MH_LIBRARY" val="GRAPHIC"/>
  <p:tag name="MH_TYPE" val="Other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30104625"/>
  <p:tag name="MH_LIBRARY" val="GRAPHIC"/>
  <p:tag name="MH_TYPE" val="Other"/>
  <p:tag name="MH_ORD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30104625"/>
  <p:tag name="MH_LIBRARY" val="GRAPHIC"/>
  <p:tag name="MH_TYPE" val="SubTitle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" val="20160530162604"/>
  <p:tag name="MH_LIBRARY" val="GRAPHI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30162604"/>
  <p:tag name="MH_LIBRARY" val="GRAPHIC"/>
  <p:tag name="MH_ORDER" val="矩形 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30162604"/>
  <p:tag name="MH_LIBRARY" val="GRAPHIC"/>
  <p:tag name="MH_ORDER" val="文本框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" val="20160530162604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30162604"/>
  <p:tag name="MH_LIBRARY" val="GRAPHIC"/>
  <p:tag name="MH_ORDER" val="矩形 1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30162604"/>
  <p:tag name="MH_LIBRARY" val="GRAPHIC"/>
  <p:tag name="MH_ORDER" val="文本框 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" val="20160530162604"/>
  <p:tag name="MH_LIBRARY" val="GRAPHIC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30162604"/>
  <p:tag name="MH_LIBRARY" val="GRAPHIC"/>
  <p:tag name="MH_ORDER" val="矩形 1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30162604"/>
  <p:tag name="MH_LIBRARY" val="GRAPHIC"/>
  <p:tag name="MH_ORDER" val="文本框 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16180919"/>
  <p:tag name="MH_LIBRARY" val="GRAPHIC"/>
  <p:tag name="MH_TYPE" val="Text"/>
  <p:tag name="MH_ORDER" val="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TR color">
    <a:dk1>
      <a:srgbClr val="000000"/>
    </a:dk1>
    <a:lt1>
      <a:srgbClr val="FFFFFF"/>
    </a:lt1>
    <a:dk2>
      <a:srgbClr val="FF6400"/>
    </a:dk2>
    <a:lt2>
      <a:srgbClr val="C0C0C0"/>
    </a:lt2>
    <a:accent1>
      <a:srgbClr val="FF6400"/>
    </a:accent1>
    <a:accent2>
      <a:srgbClr val="FFBE09"/>
    </a:accent2>
    <a:accent3>
      <a:srgbClr val="771385"/>
    </a:accent3>
    <a:accent4>
      <a:srgbClr val="9D1D22"/>
    </a:accent4>
    <a:accent5>
      <a:srgbClr val="009CE2"/>
    </a:accent5>
    <a:accent6>
      <a:srgbClr val="A9CB00"/>
    </a:accent6>
    <a:hlink>
      <a:srgbClr val="000000"/>
    </a:hlink>
    <a:folHlink>
      <a:srgbClr val="717171"/>
    </a:folHlink>
  </a:clrScheme>
  <a:fontScheme name="视点">
    <a:maj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CTR color">
    <a:dk1>
      <a:srgbClr val="000000"/>
    </a:dk1>
    <a:lt1>
      <a:srgbClr val="FFFFFF"/>
    </a:lt1>
    <a:dk2>
      <a:srgbClr val="FF6400"/>
    </a:dk2>
    <a:lt2>
      <a:srgbClr val="C0C0C0"/>
    </a:lt2>
    <a:accent1>
      <a:srgbClr val="FF6400"/>
    </a:accent1>
    <a:accent2>
      <a:srgbClr val="FFBE09"/>
    </a:accent2>
    <a:accent3>
      <a:srgbClr val="771385"/>
    </a:accent3>
    <a:accent4>
      <a:srgbClr val="9D1D22"/>
    </a:accent4>
    <a:accent5>
      <a:srgbClr val="009CE2"/>
    </a:accent5>
    <a:accent6>
      <a:srgbClr val="A9CB00"/>
    </a:accent6>
    <a:hlink>
      <a:srgbClr val="000000"/>
    </a:hlink>
    <a:folHlink>
      <a:srgbClr val="717171"/>
    </a:folHlink>
  </a:clrScheme>
  <a:fontScheme name="视点">
    <a:maj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CTR color">
    <a:dk1>
      <a:srgbClr val="000000"/>
    </a:dk1>
    <a:lt1>
      <a:srgbClr val="FFFFFF"/>
    </a:lt1>
    <a:dk2>
      <a:srgbClr val="FF6400"/>
    </a:dk2>
    <a:lt2>
      <a:srgbClr val="C0C0C0"/>
    </a:lt2>
    <a:accent1>
      <a:srgbClr val="FF6400"/>
    </a:accent1>
    <a:accent2>
      <a:srgbClr val="FFBE09"/>
    </a:accent2>
    <a:accent3>
      <a:srgbClr val="771385"/>
    </a:accent3>
    <a:accent4>
      <a:srgbClr val="9D1D22"/>
    </a:accent4>
    <a:accent5>
      <a:srgbClr val="009CE2"/>
    </a:accent5>
    <a:accent6>
      <a:srgbClr val="A9CB00"/>
    </a:accent6>
    <a:hlink>
      <a:srgbClr val="000000"/>
    </a:hlink>
    <a:folHlink>
      <a:srgbClr val="717171"/>
    </a:folHlink>
  </a:clrScheme>
  <a:fontScheme name="视点">
    <a:maj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CTR color">
    <a:dk1>
      <a:srgbClr val="000000"/>
    </a:dk1>
    <a:lt1>
      <a:srgbClr val="FFFFFF"/>
    </a:lt1>
    <a:dk2>
      <a:srgbClr val="FF6400"/>
    </a:dk2>
    <a:lt2>
      <a:srgbClr val="C0C0C0"/>
    </a:lt2>
    <a:accent1>
      <a:srgbClr val="FF6400"/>
    </a:accent1>
    <a:accent2>
      <a:srgbClr val="FFBE09"/>
    </a:accent2>
    <a:accent3>
      <a:srgbClr val="771385"/>
    </a:accent3>
    <a:accent4>
      <a:srgbClr val="9D1D22"/>
    </a:accent4>
    <a:accent5>
      <a:srgbClr val="009CE2"/>
    </a:accent5>
    <a:accent6>
      <a:srgbClr val="A9CB00"/>
    </a:accent6>
    <a:hlink>
      <a:srgbClr val="000000"/>
    </a:hlink>
    <a:folHlink>
      <a:srgbClr val="717171"/>
    </a:folHlink>
  </a:clrScheme>
  <a:fontScheme name="视点">
    <a:maj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CTR color">
    <a:dk1>
      <a:srgbClr val="000000"/>
    </a:dk1>
    <a:lt1>
      <a:srgbClr val="FFFFFF"/>
    </a:lt1>
    <a:dk2>
      <a:srgbClr val="FF6400"/>
    </a:dk2>
    <a:lt2>
      <a:srgbClr val="C0C0C0"/>
    </a:lt2>
    <a:accent1>
      <a:srgbClr val="FF6400"/>
    </a:accent1>
    <a:accent2>
      <a:srgbClr val="FFBE09"/>
    </a:accent2>
    <a:accent3>
      <a:srgbClr val="771385"/>
    </a:accent3>
    <a:accent4>
      <a:srgbClr val="9D1D22"/>
    </a:accent4>
    <a:accent5>
      <a:srgbClr val="009CE2"/>
    </a:accent5>
    <a:accent6>
      <a:srgbClr val="A9CB00"/>
    </a:accent6>
    <a:hlink>
      <a:srgbClr val="000000"/>
    </a:hlink>
    <a:folHlink>
      <a:srgbClr val="717171"/>
    </a:folHlink>
  </a:clrScheme>
  <a:fontScheme name="视点">
    <a:maj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CTR color">
    <a:dk1>
      <a:srgbClr val="000000"/>
    </a:dk1>
    <a:lt1>
      <a:srgbClr val="FFFFFF"/>
    </a:lt1>
    <a:dk2>
      <a:srgbClr val="FF6400"/>
    </a:dk2>
    <a:lt2>
      <a:srgbClr val="C0C0C0"/>
    </a:lt2>
    <a:accent1>
      <a:srgbClr val="FF6400"/>
    </a:accent1>
    <a:accent2>
      <a:srgbClr val="FFBE09"/>
    </a:accent2>
    <a:accent3>
      <a:srgbClr val="771385"/>
    </a:accent3>
    <a:accent4>
      <a:srgbClr val="9D1D22"/>
    </a:accent4>
    <a:accent5>
      <a:srgbClr val="009CE2"/>
    </a:accent5>
    <a:accent6>
      <a:srgbClr val="A9CB00"/>
    </a:accent6>
    <a:hlink>
      <a:srgbClr val="000000"/>
    </a:hlink>
    <a:folHlink>
      <a:srgbClr val="717171"/>
    </a:folHlink>
  </a:clrScheme>
  <a:fontScheme name="视点">
    <a:maj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CTR color">
    <a:dk1>
      <a:srgbClr val="000000"/>
    </a:dk1>
    <a:lt1>
      <a:srgbClr val="FFFFFF"/>
    </a:lt1>
    <a:dk2>
      <a:srgbClr val="FF6400"/>
    </a:dk2>
    <a:lt2>
      <a:srgbClr val="C0C0C0"/>
    </a:lt2>
    <a:accent1>
      <a:srgbClr val="FF6400"/>
    </a:accent1>
    <a:accent2>
      <a:srgbClr val="FFBE09"/>
    </a:accent2>
    <a:accent3>
      <a:srgbClr val="771385"/>
    </a:accent3>
    <a:accent4>
      <a:srgbClr val="9D1D22"/>
    </a:accent4>
    <a:accent5>
      <a:srgbClr val="009CE2"/>
    </a:accent5>
    <a:accent6>
      <a:srgbClr val="A9CB00"/>
    </a:accent6>
    <a:hlink>
      <a:srgbClr val="000000"/>
    </a:hlink>
    <a:folHlink>
      <a:srgbClr val="717171"/>
    </a:folHlink>
  </a:clrScheme>
  <a:fontScheme name="视点">
    <a:maj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Verdana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A000120141203A08PPBG</Template>
  <TotalTime>1185</TotalTime>
  <Words>3196</Words>
  <Application>Microsoft Office PowerPoint</Application>
  <PresentationFormat>全屏显示(4:3)</PresentationFormat>
  <Paragraphs>1000</Paragraphs>
  <Slides>57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58" baseType="lpstr">
      <vt:lpstr>主管人员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ada_xia</dc:creator>
  <cp:lastModifiedBy>licong</cp:lastModifiedBy>
  <cp:revision>482</cp:revision>
  <dcterms:created xsi:type="dcterms:W3CDTF">2016-05-25T08:43:41Z</dcterms:created>
  <dcterms:modified xsi:type="dcterms:W3CDTF">2016-05-31T05:20:58Z</dcterms:modified>
</cp:coreProperties>
</file>