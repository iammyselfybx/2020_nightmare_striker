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theme/themeOverride1.xml" ContentType="application/vnd.openxmlformats-officedocument.themeOverr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theme/themeOverride2.xml" ContentType="application/vnd.openxmlformats-officedocument.themeOverride+xml"/>
  <Override PartName="/ppt/notesSlides/notesSlide15.xml" ContentType="application/vnd.openxmlformats-officedocument.presentationml.notesSlide+xml"/>
  <Override PartName="/ppt/charts/chart4.xml" ContentType="application/vnd.openxmlformats-officedocument.drawingml.chart+xml"/>
  <Override PartName="/ppt/theme/themeOverride3.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6.xml" ContentType="application/vnd.openxmlformats-officedocument.drawingml.chart+xml"/>
  <Override PartName="/ppt/drawings/drawing1.xml" ContentType="application/vnd.openxmlformats-officedocument.drawingml.chartshape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7.xml" ContentType="application/vnd.openxmlformats-officedocument.drawingml.chart+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8.xml" ContentType="application/vnd.openxmlformats-officedocument.drawingml.chart+xml"/>
  <Override PartName="/ppt/drawings/drawing2.xml" ContentType="application/vnd.openxmlformats-officedocument.drawingml.chartshape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9.xml" ContentType="application/vnd.openxmlformats-officedocument.drawingml.chart+xml"/>
  <Override PartName="/ppt/drawings/drawing3.xml" ContentType="application/vnd.openxmlformats-officedocument.drawingml.chartshape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10.xml" ContentType="application/vnd.openxmlformats-officedocument.drawingml.chart+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11.xml" ContentType="application/vnd.openxmlformats-officedocument.drawingml.chart+xml"/>
  <Override PartName="/ppt/drawings/drawing4.xml" ContentType="application/vnd.openxmlformats-officedocument.drawingml.chartshape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rts/chart12.xml" ContentType="application/vnd.openxmlformats-officedocument.drawingml.chart+xml"/>
  <Override PartName="/ppt/drawings/drawing5.xml" ContentType="application/vnd.openxmlformats-officedocument.drawingml.chartshape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rts/chart13.xml" ContentType="application/vnd.openxmlformats-officedocument.drawingml.chart+xml"/>
  <Override PartName="/ppt/drawings/drawing6.xml" ContentType="application/vnd.openxmlformats-officedocument.drawingml.chartshape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9" r:id="rId2"/>
  </p:sldMasterIdLst>
  <p:notesMasterIdLst>
    <p:notesMasterId r:id="rId75"/>
  </p:notesMasterIdLst>
  <p:sldIdLst>
    <p:sldId id="256" r:id="rId3"/>
    <p:sldId id="452" r:id="rId4"/>
    <p:sldId id="453" r:id="rId5"/>
    <p:sldId id="455" r:id="rId6"/>
    <p:sldId id="257" r:id="rId7"/>
    <p:sldId id="261" r:id="rId8"/>
    <p:sldId id="262" r:id="rId9"/>
    <p:sldId id="263" r:id="rId10"/>
    <p:sldId id="363" r:id="rId11"/>
    <p:sldId id="362" r:id="rId12"/>
    <p:sldId id="364" r:id="rId13"/>
    <p:sldId id="365" r:id="rId14"/>
    <p:sldId id="266" r:id="rId15"/>
    <p:sldId id="366" r:id="rId16"/>
    <p:sldId id="435" r:id="rId17"/>
    <p:sldId id="405" r:id="rId18"/>
    <p:sldId id="368" r:id="rId19"/>
    <p:sldId id="369" r:id="rId20"/>
    <p:sldId id="370" r:id="rId21"/>
    <p:sldId id="371" r:id="rId22"/>
    <p:sldId id="372" r:id="rId23"/>
    <p:sldId id="449" r:id="rId24"/>
    <p:sldId id="451" r:id="rId25"/>
    <p:sldId id="406" r:id="rId26"/>
    <p:sldId id="383" r:id="rId27"/>
    <p:sldId id="384" r:id="rId28"/>
    <p:sldId id="385" r:id="rId29"/>
    <p:sldId id="386" r:id="rId30"/>
    <p:sldId id="387" r:id="rId31"/>
    <p:sldId id="407" r:id="rId32"/>
    <p:sldId id="388" r:id="rId33"/>
    <p:sldId id="389" r:id="rId34"/>
    <p:sldId id="390" r:id="rId35"/>
    <p:sldId id="391" r:id="rId36"/>
    <p:sldId id="392" r:id="rId37"/>
    <p:sldId id="408" r:id="rId38"/>
    <p:sldId id="436" r:id="rId39"/>
    <p:sldId id="437" r:id="rId40"/>
    <p:sldId id="438" r:id="rId41"/>
    <p:sldId id="439" r:id="rId42"/>
    <p:sldId id="440" r:id="rId43"/>
    <p:sldId id="441" r:id="rId44"/>
    <p:sldId id="442" r:id="rId45"/>
    <p:sldId id="443" r:id="rId46"/>
    <p:sldId id="444" r:id="rId47"/>
    <p:sldId id="445" r:id="rId48"/>
    <p:sldId id="446" r:id="rId49"/>
    <p:sldId id="447" r:id="rId50"/>
    <p:sldId id="393" r:id="rId51"/>
    <p:sldId id="394" r:id="rId52"/>
    <p:sldId id="395" r:id="rId53"/>
    <p:sldId id="396" r:id="rId54"/>
    <p:sldId id="397" r:id="rId55"/>
    <p:sldId id="409" r:id="rId56"/>
    <p:sldId id="398" r:id="rId57"/>
    <p:sldId id="399" r:id="rId58"/>
    <p:sldId id="400" r:id="rId59"/>
    <p:sldId id="401" r:id="rId60"/>
    <p:sldId id="402" r:id="rId61"/>
    <p:sldId id="410" r:id="rId62"/>
    <p:sldId id="421" r:id="rId63"/>
    <p:sldId id="422" r:id="rId64"/>
    <p:sldId id="423" r:id="rId65"/>
    <p:sldId id="424" r:id="rId66"/>
    <p:sldId id="425" r:id="rId67"/>
    <p:sldId id="433" r:id="rId68"/>
    <p:sldId id="426" r:id="rId69"/>
    <p:sldId id="427" r:id="rId70"/>
    <p:sldId id="428" r:id="rId71"/>
    <p:sldId id="429" r:id="rId72"/>
    <p:sldId id="430" r:id="rId73"/>
    <p:sldId id="434" r:id="rId7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B015"/>
    <a:srgbClr val="996600"/>
    <a:srgbClr val="FF000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68" autoAdjust="0"/>
    <p:restoredTop sz="94618" autoAdjust="0"/>
  </p:normalViewPr>
  <p:slideViewPr>
    <p:cSldViewPr>
      <p:cViewPr varScale="1">
        <p:scale>
          <a:sx n="94" d="100"/>
          <a:sy n="94" d="100"/>
        </p:scale>
        <p:origin x="-90"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2.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3.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97E-2"/>
          <c:y val="0.19030875119377999"/>
          <c:w val="0.90755023264819801"/>
          <c:h val="0.63878329486292895"/>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1929787312</c:v>
                </c:pt>
                <c:pt idx="1">
                  <c:v>2499589927</c:v>
                </c:pt>
                <c:pt idx="2">
                  <c:v>2456351314</c:v>
                </c:pt>
                <c:pt idx="3">
                  <c:v>2066992090</c:v>
                </c:pt>
                <c:pt idx="4">
                  <c:v>2078993557</c:v>
                </c:pt>
                <c:pt idx="5">
                  <c:v>2552509992</c:v>
                </c:pt>
                <c:pt idx="6">
                  <c:v>2644158781</c:v>
                </c:pt>
                <c:pt idx="7">
                  <c:v>3068050118</c:v>
                </c:pt>
                <c:pt idx="8">
                  <c:v>2844636272</c:v>
                </c:pt>
                <c:pt idx="9">
                  <c:v>2632182330</c:v>
                </c:pt>
                <c:pt idx="10">
                  <c:v>3604130479</c:v>
                </c:pt>
                <c:pt idx="11">
                  <c:v>3327966284</c:v>
                </c:pt>
                <c:pt idx="12">
                  <c:v>2602770987</c:v>
                </c:pt>
                <c:pt idx="13">
                  <c:v>3612742668</c:v>
                </c:pt>
                <c:pt idx="14">
                  <c:v>3972055638</c:v>
                </c:pt>
                <c:pt idx="15">
                  <c:v>3022053135</c:v>
                </c:pt>
                <c:pt idx="16">
                  <c:v>4061064574</c:v>
                </c:pt>
                <c:pt idx="17">
                  <c:v>3735664357</c:v>
                </c:pt>
                <c:pt idx="18">
                  <c:v>4629424897</c:v>
                </c:pt>
                <c:pt idx="19">
                  <c:v>4506568132</c:v>
                </c:pt>
                <c:pt idx="20">
                  <c:v>4622351987</c:v>
                </c:pt>
                <c:pt idx="21">
                  <c:v>5381464194</c:v>
                </c:pt>
                <c:pt idx="22">
                  <c:v>5037921915</c:v>
                </c:pt>
                <c:pt idx="23">
                  <c:v>4783404475</c:v>
                </c:pt>
                <c:pt idx="24">
                  <c:v>4035639492</c:v>
                </c:pt>
                <c:pt idx="25">
                  <c:v>6699786155</c:v>
                </c:pt>
                <c:pt idx="26">
                  <c:v>7394858801</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176578944"/>
        <c:axId val="176580480"/>
      </c:lineChart>
      <c:catAx>
        <c:axId val="176578944"/>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176580480"/>
        <c:crosses val="autoZero"/>
        <c:auto val="1"/>
        <c:lblAlgn val="ctr"/>
        <c:lblOffset val="100"/>
        <c:tickMarkSkip val="1"/>
        <c:noMultiLvlLbl val="0"/>
      </c:catAx>
      <c:valAx>
        <c:axId val="176580480"/>
        <c:scaling>
          <c:orientation val="minMax"/>
        </c:scaling>
        <c:delete val="1"/>
        <c:axPos val="l"/>
        <c:numFmt formatCode="General" sourceLinked="1"/>
        <c:majorTickMark val="out"/>
        <c:minorTickMark val="none"/>
        <c:tickLblPos val="nextTo"/>
        <c:crossAx val="176578944"/>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927510069656513"/>
          <c:y val="3.6598559326193165E-2"/>
          <c:w val="0.86959939775336492"/>
          <c:h val="0.88205630354957165"/>
        </c:manualLayout>
      </c:layout>
      <c:barChart>
        <c:barDir val="bar"/>
        <c:grouping val="clustered"/>
        <c:varyColors val="0"/>
        <c:ser>
          <c:idx val="0"/>
          <c:order val="0"/>
          <c:tx>
            <c:strRef>
              <c:f>Sheet1!$B$1</c:f>
              <c:strCache>
                <c:ptCount val="1"/>
                <c:pt idx="0">
                  <c:v>增幅</c:v>
                </c:pt>
              </c:strCache>
            </c:strRef>
          </c:tx>
          <c:spPr>
            <a:solidFill>
              <a:srgbClr val="FF0000">
                <a:alpha val="70000"/>
              </a:srgbClr>
            </a:solidFill>
            <a:ln>
              <a:noFill/>
            </a:ln>
            <a:effectLst/>
          </c:spPr>
          <c:invertIfNegative val="0"/>
          <c:dPt>
            <c:idx val="9"/>
            <c:invertIfNegative val="0"/>
            <c:bubble3D val="0"/>
            <c:extLst xmlns:c16r2="http://schemas.microsoft.com/office/drawing/2015/06/chart">
              <c:ext xmlns:c16="http://schemas.microsoft.com/office/drawing/2014/chart" uri="{C3380CC4-5D6E-409C-BE32-E72D297353CC}">
                <c16:uniqueId val="{00000001-0928-4CF2-9598-887619062882}"/>
              </c:ext>
            </c:extLst>
          </c:dPt>
          <c:dPt>
            <c:idx val="19"/>
            <c:invertIfNegative val="0"/>
            <c:bubble3D val="0"/>
            <c:extLst xmlns:c16r2="http://schemas.microsoft.com/office/drawing/2015/06/chart">
              <c:ext xmlns:c16="http://schemas.microsoft.com/office/drawing/2014/chart" uri="{C3380CC4-5D6E-409C-BE32-E72D297353CC}">
                <c16:uniqueId val="{00000003-0928-4CF2-9598-887619062882}"/>
              </c:ext>
            </c:extLst>
          </c:dPt>
          <c:dPt>
            <c:idx val="20"/>
            <c:invertIfNegative val="0"/>
            <c:bubble3D val="0"/>
            <c:extLst xmlns:c16r2="http://schemas.microsoft.com/office/drawing/2015/06/chart">
              <c:ext xmlns:c16="http://schemas.microsoft.com/office/drawing/2014/chart" uri="{C3380CC4-5D6E-409C-BE32-E72D297353CC}">
                <c16:uniqueId val="{00000005-0928-4CF2-9598-887619062882}"/>
              </c:ext>
            </c:extLst>
          </c:dPt>
          <c:dPt>
            <c:idx val="27"/>
            <c:invertIfNegative val="0"/>
            <c:bubble3D val="0"/>
            <c:spPr>
              <a:solidFill>
                <a:srgbClr val="00B0F0">
                  <a:alpha val="70000"/>
                </a:srgbClr>
              </a:solidFill>
              <a:ln>
                <a:noFill/>
              </a:ln>
              <a:effectLst/>
            </c:spPr>
          </c:dPt>
          <c:dLbls>
            <c:dLbl>
              <c:idx val="1"/>
              <c:layout>
                <c:manualLayout>
                  <c:x val="-2.6080120449327015E-2"/>
                  <c:y val="4.1180772043259055E-3"/>
                </c:manualLayout>
              </c:layout>
              <c:tx>
                <c:rich>
                  <a:bodyPr/>
                  <a:lstStyle/>
                  <a:p>
                    <a:pPr>
                      <a:defRPr sz="1000" b="1">
                        <a:solidFill>
                          <a:schemeClr val="bg1"/>
                        </a:solidFill>
                        <a:latin typeface="华文中宋" panose="02010600040101010101" pitchFamily="2" charset="-122"/>
                        <a:ea typeface="华文中宋" panose="02010600040101010101" pitchFamily="2" charset="-122"/>
                      </a:defRPr>
                    </a:pPr>
                    <a:r>
                      <a:rPr lang="en-US" altLang="en-US" sz="1000" b="1" dirty="0" smtClean="0">
                        <a:latin typeface="华文中宋" panose="02010600040101010101" pitchFamily="2" charset="-122"/>
                        <a:ea typeface="华文中宋" panose="02010600040101010101" pitchFamily="2" charset="-122"/>
                        <a:cs typeface="Vrinda"/>
                      </a:rPr>
                      <a:t>109.2</a:t>
                    </a:r>
                    <a:r>
                      <a:rPr lang="en-US" altLang="en-US" sz="1000" b="1" dirty="0" smtClean="0">
                        <a:latin typeface="华文中宋" panose="02010600040101010101" pitchFamily="2" charset="-122"/>
                        <a:ea typeface="华文中宋" panose="02010600040101010101" pitchFamily="2" charset="-122"/>
                      </a:rPr>
                      <a:t>%               </a:t>
                    </a:r>
                    <a:endParaRPr lang="en-US" altLang="en-US" dirty="0">
                      <a:latin typeface="华文中宋" panose="02010600040101010101" pitchFamily="2" charset="-122"/>
                      <a:ea typeface="华文中宋" panose="02010600040101010101" pitchFamily="2" charset="-122"/>
                    </a:endParaRPr>
                  </a:p>
                </c:rich>
              </c:tx>
              <c:spPr>
                <a:noFill/>
              </c:spPr>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0928-4CF2-9598-887619062882}"/>
                </c:ext>
              </c:extLst>
            </c:dLbl>
            <c:dLbl>
              <c:idx val="2"/>
              <c:layout>
                <c:manualLayout>
                  <c:x val="-0.27057671976590453"/>
                  <c:y val="2.0590595540136343E-3"/>
                </c:manualLayout>
              </c:layout>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0928-4CF2-9598-887619062882}"/>
                </c:ext>
              </c:extLst>
            </c:dLbl>
            <c:dLbl>
              <c:idx val="4"/>
              <c:layout/>
              <c:tx>
                <c:rich>
                  <a:bodyPr/>
                  <a:lstStyle/>
                  <a:p>
                    <a:r>
                      <a:rPr lang="en-US" altLang="en-US" smtClean="0"/>
                      <a:t>&gt;1000.0</a:t>
                    </a:r>
                    <a:r>
                      <a:rPr lang="en-US" altLang="en-US"/>
                      <a:t>%</a:t>
                    </a:r>
                  </a:p>
                </c:rich>
              </c:tx>
              <c:dLblPos val="ctr"/>
              <c:showLegendKey val="0"/>
              <c:showVal val="1"/>
              <c:showCatName val="0"/>
              <c:showSerName val="0"/>
              <c:showPercent val="0"/>
              <c:showBubbleSize val="0"/>
            </c:dLbl>
            <c:dLbl>
              <c:idx val="5"/>
              <c:layout/>
              <c:tx>
                <c:rich>
                  <a:bodyPr/>
                  <a:lstStyle/>
                  <a:p>
                    <a:r>
                      <a:rPr lang="en-US" altLang="en-US" sz="1000" b="1" dirty="0" smtClean="0"/>
                      <a:t>77.2%</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0928-4CF2-9598-887619062882}"/>
                </c:ext>
              </c:extLst>
            </c:dLbl>
            <c:dLbl>
              <c:idx val="6"/>
              <c:layout/>
              <c:tx>
                <c:rich>
                  <a:bodyPr/>
                  <a:lstStyle/>
                  <a:p>
                    <a:r>
                      <a:rPr lang="en-US" altLang="en-US" dirty="0" smtClean="0"/>
                      <a:t>464.8%</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9-0928-4CF2-9598-887619062882}"/>
                </c:ext>
              </c:extLst>
            </c:dLbl>
            <c:dLbl>
              <c:idx val="7"/>
              <c:layout/>
              <c:tx>
                <c:rich>
                  <a:bodyPr/>
                  <a:lstStyle/>
                  <a:p>
                    <a:r>
                      <a:rPr lang="en-US" altLang="en-US" sz="1000" b="1" dirty="0" smtClean="0"/>
                      <a:t>103.9%</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A-0928-4CF2-9598-887619062882}"/>
                </c:ext>
              </c:extLst>
            </c:dLbl>
            <c:dLbl>
              <c:idx val="9"/>
              <c:layout>
                <c:manualLayout>
                  <c:x val="-1.8041306852005039E-2"/>
                  <c:y val="-4.3701827624060474E-3"/>
                </c:manualLayout>
              </c:layout>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0928-4CF2-9598-887619062882}"/>
                </c:ext>
              </c:extLst>
            </c:dLbl>
            <c:dLbl>
              <c:idx val="11"/>
              <c:layout/>
              <c:tx>
                <c:rich>
                  <a:bodyPr/>
                  <a:lstStyle/>
                  <a:p>
                    <a:r>
                      <a:rPr lang="en-US" altLang="en-US" smtClean="0"/>
                      <a:t>&gt;1000.0</a:t>
                    </a:r>
                    <a:r>
                      <a:rPr lang="en-US" altLang="en-US"/>
                      <a:t>%</a:t>
                    </a:r>
                  </a:p>
                </c:rich>
              </c:tx>
              <c:dLblPos val="ctr"/>
              <c:showLegendKey val="0"/>
              <c:showVal val="1"/>
              <c:showCatName val="0"/>
              <c:showSerName val="0"/>
              <c:showPercent val="0"/>
              <c:showBubbleSize val="0"/>
            </c:dLbl>
            <c:dLbl>
              <c:idx val="12"/>
              <c:layout/>
              <c:tx>
                <c:rich>
                  <a:bodyPr/>
                  <a:lstStyle/>
                  <a:p>
                    <a:r>
                      <a:rPr lang="en-US" altLang="en-US" smtClean="0"/>
                      <a:t>&gt;1000.0</a:t>
                    </a:r>
                    <a:r>
                      <a:rPr lang="en-US" altLang="en-US"/>
                      <a:t>%</a:t>
                    </a:r>
                  </a:p>
                </c:rich>
              </c:tx>
              <c:dLblPos val="ctr"/>
              <c:showLegendKey val="0"/>
              <c:showVal val="1"/>
              <c:showCatName val="0"/>
              <c:showSerName val="0"/>
              <c:showPercent val="0"/>
              <c:showBubbleSize val="0"/>
            </c:dLbl>
            <c:dLbl>
              <c:idx val="14"/>
              <c:layout/>
              <c:tx>
                <c:rich>
                  <a:bodyPr/>
                  <a:lstStyle/>
                  <a:p>
                    <a:r>
                      <a:rPr lang="en-US" altLang="en-US" smtClean="0"/>
                      <a:t>&gt;1000.0</a:t>
                    </a:r>
                    <a:r>
                      <a:rPr lang="en-US" altLang="en-US"/>
                      <a:t>%</a:t>
                    </a:r>
                  </a:p>
                </c:rich>
              </c:tx>
              <c:dLblPos val="ctr"/>
              <c:showLegendKey val="0"/>
              <c:showVal val="1"/>
              <c:showCatName val="0"/>
              <c:showSerName val="0"/>
              <c:showPercent val="0"/>
              <c:showBubbleSize val="0"/>
            </c:dLbl>
            <c:dLbl>
              <c:idx val="16"/>
              <c:layout/>
              <c:tx>
                <c:rich>
                  <a:bodyPr/>
                  <a:lstStyle/>
                  <a:p>
                    <a:r>
                      <a:rPr lang="en-US" altLang="en-US" dirty="0" smtClean="0"/>
                      <a:t>426.5%</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B-0928-4CF2-9598-887619062882}"/>
                </c:ext>
              </c:extLst>
            </c:dLbl>
            <c:dLbl>
              <c:idx val="17"/>
              <c:layout/>
              <c:tx>
                <c:rich>
                  <a:bodyPr/>
                  <a:lstStyle/>
                  <a:p>
                    <a:r>
                      <a:rPr lang="en-US" altLang="en-US" sz="1000" b="1" dirty="0" smtClean="0"/>
                      <a:t>243.3%</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C-0928-4CF2-9598-887619062882}"/>
                </c:ext>
              </c:extLst>
            </c:dLbl>
            <c:dLbl>
              <c:idx val="18"/>
              <c:layout>
                <c:manualLayout>
                  <c:x val="-2.3438768370841676E-2"/>
                  <c:y val="0"/>
                </c:manualLayout>
              </c:layout>
              <c:tx>
                <c:rich>
                  <a:bodyPr/>
                  <a:lstStyle/>
                  <a:p>
                    <a:pPr marL="0" marR="0" indent="0" algn="ctr" defTabSz="914400" rtl="0" eaLnBrk="1" fontAlgn="auto" latinLnBrk="0" hangingPunct="1">
                      <a:lnSpc>
                        <a:spcPct val="100000"/>
                      </a:lnSpc>
                      <a:spcBef>
                        <a:spcPts val="0"/>
                      </a:spcBef>
                      <a:spcAft>
                        <a:spcPts val="0"/>
                      </a:spcAft>
                      <a:buClrTx/>
                      <a:buSzTx/>
                      <a:buFontTx/>
                      <a:buNone/>
                      <a:tabLst/>
                      <a:defRPr sz="1000" b="1" i="0" u="none" strike="noStrike" kern="1200" baseline="0">
                        <a:solidFill>
                          <a:srgbClr val="FFFFFF"/>
                        </a:solidFill>
                        <a:latin typeface="华文中宋" panose="02010600040101010101" pitchFamily="2" charset="-122"/>
                        <a:ea typeface="华文中宋" panose="02010600040101010101" pitchFamily="2" charset="-122"/>
                        <a:cs typeface="+mn-cs"/>
                      </a:defRPr>
                    </a:pPr>
                    <a:r>
                      <a:rPr lang="en-US" altLang="zh-CN" sz="1000" b="1" i="0" baseline="0" dirty="0" smtClean="0">
                        <a:effectLst/>
                      </a:rPr>
                      <a:t>92.1%</a:t>
                    </a:r>
                    <a:endParaRPr lang="en-US" altLang="zh-CN" sz="1100" b="0" i="0" baseline="0" dirty="0">
                      <a:effectLst/>
                    </a:endParaRPr>
                  </a:p>
                </c:rich>
              </c:tx>
              <c:spPr/>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D-0928-4CF2-9598-887619062882}"/>
                </c:ext>
              </c:extLst>
            </c:dLbl>
            <c:dLbl>
              <c:idx val="19"/>
              <c:layout>
                <c:manualLayout>
                  <c:x val="-2.6853585068303581E-2"/>
                  <c:y val="4.5981017228272402E-3"/>
                </c:manualLayout>
              </c:layout>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0928-4CF2-9598-887619062882}"/>
                </c:ext>
              </c:extLst>
            </c:dLbl>
            <c:dLbl>
              <c:idx val="20"/>
              <c:layout>
                <c:manualLayout>
                  <c:x val="-1.9620730542949695E-2"/>
                  <c:y val="-2.1271847824283134E-3"/>
                </c:manualLayout>
              </c:layout>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0928-4CF2-9598-887619062882}"/>
                </c:ext>
              </c:extLst>
            </c:dLbl>
            <c:dLbl>
              <c:idx val="21"/>
              <c:layout/>
              <c:tx>
                <c:rich>
                  <a:bodyPr/>
                  <a:lstStyle/>
                  <a:p>
                    <a:r>
                      <a:rPr lang="en-US" altLang="en-US" sz="1000" b="1" dirty="0" smtClean="0"/>
                      <a:t>New</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E-0928-4CF2-9598-887619062882}"/>
                </c:ext>
              </c:extLst>
            </c:dLbl>
            <c:dLbl>
              <c:idx val="22"/>
              <c:layout/>
              <c:tx>
                <c:rich>
                  <a:bodyPr/>
                  <a:lstStyle/>
                  <a:p>
                    <a:r>
                      <a:rPr lang="en-US" altLang="en-US" dirty="0" smtClean="0"/>
                      <a:t>&gt;1000%</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F-0928-4CF2-9598-887619062882}"/>
                </c:ext>
              </c:extLst>
            </c:dLbl>
            <c:dLbl>
              <c:idx val="23"/>
              <c:layout/>
              <c:tx>
                <c:rich>
                  <a:bodyPr/>
                  <a:lstStyle/>
                  <a:p>
                    <a:r>
                      <a:rPr lang="en-US" altLang="en-US" sz="1000" b="1" dirty="0" smtClean="0"/>
                      <a:t>37.7%</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10-0928-4CF2-9598-887619062882}"/>
                </c:ext>
              </c:extLst>
            </c:dLbl>
            <c:dLbl>
              <c:idx val="25"/>
              <c:layout/>
              <c:tx>
                <c:rich>
                  <a:bodyPr/>
                  <a:lstStyle/>
                  <a:p>
                    <a:r>
                      <a:rPr lang="en-US" altLang="en-US" dirty="0" smtClean="0"/>
                      <a:t>206.5%</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11-0928-4CF2-9598-887619062882}"/>
                </c:ext>
              </c:extLst>
            </c:dLbl>
            <c:dLbl>
              <c:idx val="26"/>
              <c:layout/>
              <c:tx>
                <c:rich>
                  <a:bodyPr/>
                  <a:lstStyle/>
                  <a:p>
                    <a:r>
                      <a:rPr lang="en-US" altLang="en-US" dirty="0" smtClean="0"/>
                      <a:t>309.0%</a:t>
                    </a:r>
                    <a:endParaRPr lang="en-US" altLang="en-US" dirty="0"/>
                  </a:p>
                </c:rich>
              </c:tx>
              <c:dLblPos val="ctr"/>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12-0928-4CF2-9598-887619062882}"/>
                </c:ext>
              </c:extLst>
            </c:dLbl>
            <c:dLbl>
              <c:idx val="27"/>
              <c:layout>
                <c:manualLayout>
                  <c:x val="-1.5300297064530843E-2"/>
                  <c:y val="-6.7261692277978506E-3"/>
                </c:manualLayout>
              </c:layout>
              <c:dLblPos val="outEnd"/>
              <c:showLegendKey val="0"/>
              <c:showVal val="1"/>
              <c:showCatName val="0"/>
              <c:showSerName val="0"/>
              <c:showPercent val="0"/>
              <c:showBubbleSize val="0"/>
            </c:dLbl>
            <c:dLbl>
              <c:idx val="28"/>
              <c:layout/>
              <c:tx>
                <c:rich>
                  <a:bodyPr/>
                  <a:lstStyle/>
                  <a:p>
                    <a:r>
                      <a:rPr lang="en-US" altLang="en-US" smtClean="0"/>
                      <a:t>New</a:t>
                    </a:r>
                  </a:p>
                </c:rich>
              </c:tx>
              <c:dLblPos val="ctr"/>
              <c:showLegendKey val="0"/>
              <c:showVal val="1"/>
              <c:showCatName val="0"/>
              <c:showSerName val="0"/>
              <c:showPercent val="0"/>
              <c:showBubbleSize val="0"/>
            </c:dLbl>
            <c:dLbl>
              <c:idx val="29"/>
              <c:tx>
                <c:rich>
                  <a:bodyPr/>
                  <a:lstStyle/>
                  <a:p>
                    <a:r>
                      <a:rPr lang="en-US" altLang="en-US" smtClean="0"/>
                      <a:t>New</a:t>
                    </a:r>
                    <a:endParaRPr lang="en-US" altLang="en-US" dirty="0"/>
                  </a:p>
                </c:rich>
              </c:tx>
              <c:dLblPos val="ctr"/>
              <c:showLegendKey val="0"/>
              <c:showVal val="1"/>
              <c:showCatName val="0"/>
              <c:showSerName val="0"/>
              <c:showPercent val="0"/>
              <c:showBubbleSize val="0"/>
            </c:dLbl>
            <c:spPr>
              <a:noFill/>
              <a:ln>
                <a:noFill/>
              </a:ln>
              <a:effectLst/>
            </c:spPr>
            <c:txPr>
              <a:bodyPr/>
              <a:lstStyle/>
              <a:p>
                <a:pPr>
                  <a:defRPr sz="1000" b="1">
                    <a:solidFill>
                      <a:schemeClr val="bg1"/>
                    </a:solidFill>
                    <a:latin typeface="华文中宋" panose="02010600040101010101" pitchFamily="2" charset="-122"/>
                    <a:ea typeface="华文中宋" panose="02010600040101010101" pitchFamily="2" charset="-122"/>
                  </a:defRPr>
                </a:pPr>
                <a:endParaRPr lang="zh-CN"/>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Sheet1!$A$2:$A$30</c:f>
              <c:strCache>
                <c:ptCount val="29"/>
                <c:pt idx="0">
                  <c:v>电商购物</c:v>
                </c:pt>
                <c:pt idx="1">
                  <c:v>旅游</c:v>
                </c:pt>
                <c:pt idx="2">
                  <c:v>理财</c:v>
                </c:pt>
                <c:pt idx="3">
                  <c:v>分类信息</c:v>
                </c:pt>
                <c:pt idx="4">
                  <c:v>汽车交易</c:v>
                </c:pt>
                <c:pt idx="5">
                  <c:v>社交交友</c:v>
                </c:pt>
                <c:pt idx="6">
                  <c:v>房屋交易</c:v>
                </c:pt>
                <c:pt idx="7">
                  <c:v>求职招聘</c:v>
                </c:pt>
                <c:pt idx="8">
                  <c:v>出行软件</c:v>
                </c:pt>
                <c:pt idx="9">
                  <c:v>在线视频</c:v>
                </c:pt>
                <c:pt idx="10">
                  <c:v>新闻</c:v>
                </c:pt>
                <c:pt idx="11">
                  <c:v>外卖</c:v>
                </c:pt>
                <c:pt idx="12">
                  <c:v>图像工具</c:v>
                </c:pt>
                <c:pt idx="13">
                  <c:v>其他</c:v>
                </c:pt>
                <c:pt idx="14">
                  <c:v>商务办公</c:v>
                </c:pt>
                <c:pt idx="15">
                  <c:v>生活服务</c:v>
                </c:pt>
                <c:pt idx="16">
                  <c:v>教育</c:v>
                </c:pt>
                <c:pt idx="17">
                  <c:v>地方</c:v>
                </c:pt>
                <c:pt idx="18">
                  <c:v>票务</c:v>
                </c:pt>
                <c:pt idx="19">
                  <c:v>搜索平台</c:v>
                </c:pt>
                <c:pt idx="20">
                  <c:v>母婴</c:v>
                </c:pt>
                <c:pt idx="21">
                  <c:v>社交软件</c:v>
                </c:pt>
                <c:pt idx="22">
                  <c:v>健康医疗</c:v>
                </c:pt>
                <c:pt idx="23">
                  <c:v>音乐</c:v>
                </c:pt>
                <c:pt idx="24">
                  <c:v>导航</c:v>
                </c:pt>
                <c:pt idx="25">
                  <c:v>汽车保养</c:v>
                </c:pt>
                <c:pt idx="26">
                  <c:v>手机软件</c:v>
                </c:pt>
                <c:pt idx="27">
                  <c:v>团购</c:v>
                </c:pt>
                <c:pt idx="28">
                  <c:v>体育</c:v>
                </c:pt>
              </c:strCache>
            </c:strRef>
          </c:cat>
          <c:val>
            <c:numRef>
              <c:f>Sheet1!$B$2:$B$30</c:f>
              <c:numCache>
                <c:formatCode>0.0%</c:formatCode>
                <c:ptCount val="29"/>
                <c:pt idx="0">
                  <c:v>0.87200685722330229</c:v>
                </c:pt>
                <c:pt idx="1">
                  <c:v>1.092173309930583</c:v>
                </c:pt>
                <c:pt idx="2">
                  <c:v>4.860961822984585</c:v>
                </c:pt>
                <c:pt idx="3">
                  <c:v>0.55505659732247226</c:v>
                </c:pt>
                <c:pt idx="4">
                  <c:v>10</c:v>
                </c:pt>
                <c:pt idx="5">
                  <c:v>0.77222804070447015</c:v>
                </c:pt>
                <c:pt idx="6">
                  <c:v>4.6482452652952713</c:v>
                </c:pt>
                <c:pt idx="7">
                  <c:v>1.0386901836098865</c:v>
                </c:pt>
                <c:pt idx="8">
                  <c:v>5.5379058207084544</c:v>
                </c:pt>
                <c:pt idx="9">
                  <c:v>0.56989922030057727</c:v>
                </c:pt>
                <c:pt idx="10">
                  <c:v>0.32500000000000001</c:v>
                </c:pt>
                <c:pt idx="11">
                  <c:v>10</c:v>
                </c:pt>
                <c:pt idx="12">
                  <c:v>10</c:v>
                </c:pt>
                <c:pt idx="13">
                  <c:v>1.8809911674755939</c:v>
                </c:pt>
                <c:pt idx="14">
                  <c:v>10</c:v>
                </c:pt>
                <c:pt idx="15">
                  <c:v>4.4846668216212491</c:v>
                </c:pt>
                <c:pt idx="16">
                  <c:v>4.2653477880683521</c:v>
                </c:pt>
                <c:pt idx="17">
                  <c:v>2.4333814101638693</c:v>
                </c:pt>
                <c:pt idx="18">
                  <c:v>0.92071552635420162</c:v>
                </c:pt>
                <c:pt idx="19">
                  <c:v>1.8413480863014717</c:v>
                </c:pt>
                <c:pt idx="20">
                  <c:v>0.30014111146715405</c:v>
                </c:pt>
                <c:pt idx="21">
                  <c:v>0</c:v>
                </c:pt>
                <c:pt idx="22">
                  <c:v>10</c:v>
                </c:pt>
                <c:pt idx="23">
                  <c:v>0.37739521939001364</c:v>
                </c:pt>
                <c:pt idx="24">
                  <c:v>7.5827552126444511</c:v>
                </c:pt>
                <c:pt idx="25">
                  <c:v>2.0651052279031012</c:v>
                </c:pt>
                <c:pt idx="26">
                  <c:v>3.0895449983296506</c:v>
                </c:pt>
                <c:pt idx="27">
                  <c:v>-0.46861345741103572</c:v>
                </c:pt>
                <c:pt idx="28">
                  <c:v>0</c:v>
                </c:pt>
              </c:numCache>
            </c:numRef>
          </c:val>
          <c:extLst xmlns:c16r2="http://schemas.microsoft.com/office/drawing/2015/06/chart">
            <c:ext xmlns:c16="http://schemas.microsoft.com/office/drawing/2014/chart" uri="{C3380CC4-5D6E-409C-BE32-E72D297353CC}">
              <c16:uniqueId val="{00000013-0928-4CF2-9598-887619062882}"/>
            </c:ext>
          </c:extLst>
        </c:ser>
        <c:dLbls>
          <c:showLegendKey val="0"/>
          <c:showVal val="0"/>
          <c:showCatName val="0"/>
          <c:showSerName val="0"/>
          <c:showPercent val="0"/>
          <c:showBubbleSize val="0"/>
        </c:dLbls>
        <c:gapWidth val="16"/>
        <c:axId val="238736512"/>
        <c:axId val="238738048"/>
      </c:barChart>
      <c:catAx>
        <c:axId val="238736512"/>
        <c:scaling>
          <c:orientation val="maxMin"/>
        </c:scaling>
        <c:delete val="0"/>
        <c:axPos val="l"/>
        <c:numFmt formatCode="General" sourceLinked="1"/>
        <c:majorTickMark val="none"/>
        <c:minorTickMark val="none"/>
        <c:tickLblPos val="low"/>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000" b="1" i="0" u="none" strike="noStrike" kern="1200" cap="none" spc="20" normalizeH="0" baseline="0">
                <a:solidFill>
                  <a:schemeClr val="bg1"/>
                </a:solidFill>
                <a:latin typeface="华文中宋" panose="02010600040101010101" pitchFamily="2" charset="-122"/>
                <a:ea typeface="华文中宋" panose="02010600040101010101" pitchFamily="2" charset="-122"/>
                <a:cs typeface="+mn-cs"/>
              </a:defRPr>
            </a:pPr>
            <a:endParaRPr lang="zh-CN"/>
          </a:p>
        </c:txPr>
        <c:crossAx val="238738048"/>
        <c:crosses val="autoZero"/>
        <c:auto val="1"/>
        <c:lblAlgn val="ctr"/>
        <c:lblOffset val="0"/>
        <c:noMultiLvlLbl val="0"/>
      </c:catAx>
      <c:valAx>
        <c:axId val="238738048"/>
        <c:scaling>
          <c:orientation val="minMax"/>
        </c:scaling>
        <c:delete val="1"/>
        <c:axPos val="t"/>
        <c:numFmt formatCode="0.0%" sourceLinked="1"/>
        <c:majorTickMark val="none"/>
        <c:minorTickMark val="none"/>
        <c:tickLblPos val="nextTo"/>
        <c:crossAx val="23873651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9.0173202466993659E-4"/>
          <c:w val="0.96624925588910626"/>
          <c:h val="0.89485681835103392"/>
        </c:manualLayout>
      </c:layout>
      <c:barChart>
        <c:barDir val="col"/>
        <c:grouping val="clustered"/>
        <c:varyColors val="0"/>
        <c:ser>
          <c:idx val="0"/>
          <c:order val="0"/>
          <c:tx>
            <c:strRef>
              <c:f>Sheet1!$B$1</c:f>
              <c:strCache>
                <c:ptCount val="1"/>
                <c:pt idx="0">
                  <c:v>2015年</c:v>
                </c:pt>
              </c:strCache>
            </c:strRef>
          </c:tx>
          <c:spPr>
            <a:solidFill>
              <a:srgbClr val="FF0000">
                <a:alpha val="70000"/>
              </a:srgbClr>
            </a:solidFill>
            <a:ln>
              <a:noFill/>
            </a:ln>
            <a:effectLst/>
          </c:spPr>
          <c:invertIfNegative val="0"/>
          <c:dPt>
            <c:idx val="8"/>
            <c:invertIfNegative val="0"/>
            <c:bubble3D val="0"/>
            <c:spPr>
              <a:solidFill>
                <a:srgbClr val="1F497D">
                  <a:lumMod val="60000"/>
                  <a:lumOff val="40000"/>
                  <a:alpha val="70000"/>
                </a:srgbClr>
              </a:solidFill>
              <a:ln>
                <a:noFill/>
              </a:ln>
              <a:effectLst/>
            </c:spPr>
          </c:dPt>
          <c:dLbls>
            <c:dLbl>
              <c:idx val="1"/>
              <c:layout>
                <c:manualLayout>
                  <c:x val="-1.2272997858506817E-2"/>
                  <c:y val="-2.9674450251601953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0-DA73-475E-999D-246AB91BB73F}"/>
                </c:ext>
              </c:extLst>
            </c:dLbl>
            <c:dLbl>
              <c:idx val="3"/>
              <c:layout>
                <c:manualLayout>
                  <c:x val="-6.1364989292534153E-3"/>
                  <c:y val="0"/>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DA73-475E-999D-246AB91BB73F}"/>
                </c:ext>
              </c:extLst>
            </c:dLbl>
            <c:dLbl>
              <c:idx val="5"/>
              <c:layout>
                <c:manualLayout>
                  <c:x val="0"/>
                  <c:y val="3.3889005567574793E-3"/>
                </c:manualLayout>
              </c:layout>
              <c:showLegendKey val="0"/>
              <c:showVal val="1"/>
              <c:showCatName val="0"/>
              <c:showSerName val="0"/>
              <c:showPercent val="0"/>
              <c:showBubbleSize val="0"/>
            </c:dLbl>
            <c:dLbl>
              <c:idx val="6"/>
              <c:layout>
                <c:manualLayout>
                  <c:x val="-9.2047483938801234E-3"/>
                  <c:y val="2.0772115176121368E-2"/>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2-DA73-475E-999D-246AB91BB73F}"/>
                </c:ext>
              </c:extLst>
            </c:dLbl>
            <c:dLbl>
              <c:idx val="8"/>
              <c:layout>
                <c:manualLayout>
                  <c:x val="-7.6706236615667689E-3"/>
                  <c:y val="-8.9021014183919903E-3"/>
                </c:manualLayout>
              </c:layout>
              <c:showLegendKey val="0"/>
              <c:showVal val="1"/>
              <c:showCatName val="0"/>
              <c:showSerName val="0"/>
              <c:showPercent val="0"/>
              <c:showBubbleSize val="0"/>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DA73-475E-999D-246AB91BB73F}"/>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华文中宋" panose="02010600040101010101" pitchFamily="2" charset="-122"/>
                    <a:ea typeface="华文中宋" panose="02010600040101010101" pitchFamily="2" charset="-122"/>
                    <a:cs typeface="+mn-cs"/>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Sheet1!$A$2:$A$10</c:f>
              <c:strCache>
                <c:ptCount val="9"/>
                <c:pt idx="0">
                  <c:v>电视</c:v>
                </c:pt>
                <c:pt idx="1">
                  <c:v>商务楼宇视频</c:v>
                </c:pt>
                <c:pt idx="2">
                  <c:v>交通类视频</c:v>
                </c:pt>
                <c:pt idx="3">
                  <c:v>地铁</c:v>
                </c:pt>
                <c:pt idx="4">
                  <c:v>报纸</c:v>
                </c:pt>
                <c:pt idx="5">
                  <c:v>影院视频</c:v>
                </c:pt>
                <c:pt idx="6">
                  <c:v>电台</c:v>
                </c:pt>
                <c:pt idx="7">
                  <c:v>传统户外</c:v>
                </c:pt>
                <c:pt idx="8">
                  <c:v>杂志</c:v>
                </c:pt>
              </c:strCache>
            </c:strRef>
          </c:cat>
          <c:val>
            <c:numRef>
              <c:f>Sheet1!$B$2:$B$10</c:f>
              <c:numCache>
                <c:formatCode>0.0%</c:formatCode>
                <c:ptCount val="9"/>
                <c:pt idx="0">
                  <c:v>1.2502277740556176</c:v>
                </c:pt>
                <c:pt idx="1">
                  <c:v>2.464592448487291</c:v>
                </c:pt>
                <c:pt idx="2">
                  <c:v>0.95771608838372735</c:v>
                </c:pt>
                <c:pt idx="3">
                  <c:v>0.54145457803623864</c:v>
                </c:pt>
                <c:pt idx="4">
                  <c:v>0.45057068939746248</c:v>
                </c:pt>
                <c:pt idx="5">
                  <c:v>3.9863018033561843</c:v>
                </c:pt>
                <c:pt idx="6">
                  <c:v>1.9954746965447707</c:v>
                </c:pt>
                <c:pt idx="7">
                  <c:v>1.2614082735123575</c:v>
                </c:pt>
                <c:pt idx="8">
                  <c:v>-7.9846301869152619E-2</c:v>
                </c:pt>
              </c:numCache>
            </c:numRef>
          </c:val>
          <c:extLst xmlns:c16r2="http://schemas.microsoft.com/office/drawing/2015/06/chart">
            <c:ext xmlns:c16="http://schemas.microsoft.com/office/drawing/2014/chart" uri="{C3380CC4-5D6E-409C-BE32-E72D297353CC}">
              <c16:uniqueId val="{00000004-DA73-475E-999D-246AB91BB73F}"/>
            </c:ext>
          </c:extLst>
        </c:ser>
        <c:dLbls>
          <c:showLegendKey val="0"/>
          <c:showVal val="0"/>
          <c:showCatName val="0"/>
          <c:showSerName val="0"/>
          <c:showPercent val="0"/>
          <c:showBubbleSize val="0"/>
        </c:dLbls>
        <c:gapWidth val="72"/>
        <c:axId val="242825856"/>
        <c:axId val="242835840"/>
      </c:barChart>
      <c:catAx>
        <c:axId val="242825856"/>
        <c:scaling>
          <c:orientation val="minMax"/>
        </c:scaling>
        <c:delete val="0"/>
        <c:axPos val="b"/>
        <c:numFmt formatCode="General" sourceLinked="1"/>
        <c:majorTickMark val="none"/>
        <c:minorTickMark val="none"/>
        <c:tickLblPos val="low"/>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bg1"/>
                </a:solidFill>
                <a:latin typeface="华文中宋" panose="02010600040101010101" pitchFamily="2" charset="-122"/>
                <a:ea typeface="华文中宋" panose="02010600040101010101" pitchFamily="2" charset="-122"/>
                <a:cs typeface="+mn-cs"/>
              </a:defRPr>
            </a:pPr>
            <a:endParaRPr lang="zh-CN"/>
          </a:p>
        </c:txPr>
        <c:crossAx val="242835840"/>
        <c:crosses val="autoZero"/>
        <c:auto val="1"/>
        <c:lblAlgn val="ctr"/>
        <c:lblOffset val="0"/>
        <c:noMultiLvlLbl val="0"/>
      </c:catAx>
      <c:valAx>
        <c:axId val="242835840"/>
        <c:scaling>
          <c:orientation val="minMax"/>
        </c:scaling>
        <c:delete val="1"/>
        <c:axPos val="l"/>
        <c:numFmt formatCode="0.0%" sourceLinked="1"/>
        <c:majorTickMark val="none"/>
        <c:minorTickMark val="none"/>
        <c:tickLblPos val="nextTo"/>
        <c:crossAx val="2428258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4878392664274421"/>
          <c:y val="8.9545059152428691E-2"/>
          <c:w val="0.67072674549163569"/>
          <c:h val="0.8756710288363021"/>
        </c:manualLayout>
      </c:layout>
      <c:pieChart>
        <c:varyColors val="1"/>
        <c:ser>
          <c:idx val="0"/>
          <c:order val="0"/>
          <c:tx>
            <c:strRef>
              <c:f>Sheet1!$B$1</c:f>
              <c:strCache>
                <c:ptCount val="1"/>
                <c:pt idx="0">
                  <c:v>花费占比</c:v>
                </c:pt>
              </c:strCache>
            </c:strRef>
          </c:tx>
          <c:explosion val="12"/>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extLst xmlns:c16r2="http://schemas.microsoft.com/office/drawing/2015/06/chart">
              <c:ext xmlns:c16="http://schemas.microsoft.com/office/drawing/2014/chart" uri="{C3380CC4-5D6E-409C-BE32-E72D297353CC}">
                <c16:uniqueId val="{00000001-DE38-4B2C-AAE9-A81110C405D7}"/>
              </c:ext>
            </c:extLst>
          </c:dPt>
          <c:dPt>
            <c:idx val="1"/>
            <c:bubble3D val="0"/>
            <c:spPr>
              <a:solidFill>
                <a:srgbClr val="FF0066"/>
              </a:solidFill>
            </c:spPr>
            <c:extLst xmlns:c16r2="http://schemas.microsoft.com/office/drawing/2015/06/chart">
              <c:ext xmlns:c16="http://schemas.microsoft.com/office/drawing/2014/chart" uri="{C3380CC4-5D6E-409C-BE32-E72D297353CC}">
                <c16:uniqueId val="{00000003-DE38-4B2C-AAE9-A81110C405D7}"/>
              </c:ext>
            </c:extLst>
          </c:dPt>
          <c:dPt>
            <c:idx val="2"/>
            <c:bubble3D val="0"/>
            <c:spPr>
              <a:solidFill>
                <a:srgbClr val="4F81BD">
                  <a:lumMod val="40000"/>
                  <a:lumOff val="60000"/>
                </a:srgbClr>
              </a:solidFill>
            </c:spPr>
            <c:extLst xmlns:c16r2="http://schemas.microsoft.com/office/drawing/2015/06/chart">
              <c:ext xmlns:c16="http://schemas.microsoft.com/office/drawing/2014/chart" uri="{C3380CC4-5D6E-409C-BE32-E72D297353CC}">
                <c16:uniqueId val="{00000005-DE38-4B2C-AAE9-A81110C405D7}"/>
              </c:ext>
            </c:extLst>
          </c:dPt>
          <c:dLbls>
            <c:dLbl>
              <c:idx val="0"/>
              <c:layout/>
              <c:tx>
                <c:rich>
                  <a:bodyPr/>
                  <a:lstStyle/>
                  <a:p>
                    <a:pPr>
                      <a:defRPr sz="1050" b="1">
                        <a:solidFill>
                          <a:schemeClr val="bg1"/>
                        </a:solidFill>
                        <a:latin typeface="华文中宋" panose="02010600040101010101" pitchFamily="2" charset="-122"/>
                        <a:ea typeface="华文中宋" panose="02010600040101010101" pitchFamily="2" charset="-122"/>
                      </a:defRPr>
                    </a:pPr>
                    <a:r>
                      <a:rPr lang="zh-CN" altLang="en-US" sz="1050" dirty="0" smtClean="0"/>
                      <a:t>电视</a:t>
                    </a:r>
                    <a:endParaRPr lang="en-US" altLang="zh-CN" sz="1050" dirty="0" smtClean="0"/>
                  </a:p>
                  <a:p>
                    <a:pPr>
                      <a:defRPr sz="1050" b="1">
                        <a:solidFill>
                          <a:schemeClr val="bg1"/>
                        </a:solidFill>
                        <a:latin typeface="华文中宋" panose="02010600040101010101" pitchFamily="2" charset="-122"/>
                        <a:ea typeface="华文中宋" panose="02010600040101010101" pitchFamily="2" charset="-122"/>
                      </a:defRPr>
                    </a:pPr>
                    <a:r>
                      <a:rPr lang="en-US" altLang="zh-CN" sz="1050" dirty="0" smtClean="0"/>
                      <a:t>36.4</a:t>
                    </a:r>
                    <a:r>
                      <a:rPr lang="en-US" altLang="zh-CN" sz="1050" dirty="0"/>
                      <a:t>%</a:t>
                    </a:r>
                  </a:p>
                </c:rich>
              </c:tx>
              <c:spPr/>
              <c:dLblPos val="ctr"/>
              <c:showLegendKey val="0"/>
              <c:showVal val="1"/>
              <c:showCatName val="0"/>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1-DE38-4B2C-AAE9-A81110C405D7}"/>
                </c:ext>
              </c:extLst>
            </c:dLbl>
            <c:dLbl>
              <c:idx val="1"/>
              <c:layout>
                <c:manualLayout>
                  <c:x val="3.3669574538999214E-2"/>
                  <c:y val="-0.1203942461635378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3-DE38-4B2C-AAE9-A81110C405D7}"/>
                </c:ext>
              </c:extLst>
            </c:dLbl>
            <c:dLbl>
              <c:idx val="2"/>
              <c:layout>
                <c:manualLayout>
                  <c:x val="7.2772647010852223E-3"/>
                  <c:y val="-6.5061636669999631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5-DE38-4B2C-AAE9-A81110C405D7}"/>
                </c:ext>
              </c:extLst>
            </c:dLbl>
            <c:dLbl>
              <c:idx val="3"/>
              <c:layout>
                <c:manualLayout>
                  <c:x val="-3.0839658477663238E-2"/>
                  <c:y val="2.5977051932501551E-3"/>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6-DE38-4B2C-AAE9-A81110C405D7}"/>
                </c:ext>
              </c:extLst>
            </c:dLbl>
            <c:dLbl>
              <c:idx val="4"/>
              <c:layout>
                <c:manualLayout>
                  <c:x val="-3.1288042463366958E-2"/>
                  <c:y val="3.3366572064125181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7-DE38-4B2C-AAE9-A81110C405D7}"/>
                </c:ext>
              </c:extLst>
            </c:dLbl>
            <c:dLbl>
              <c:idx val="5"/>
              <c:layout>
                <c:manualLayout>
                  <c:x val="1.973111143679071E-2"/>
                  <c:y val="2.4715865972298155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8-DE38-4B2C-AAE9-A81110C405D7}"/>
                </c:ext>
              </c:extLst>
            </c:dLbl>
            <c:dLbl>
              <c:idx val="6"/>
              <c:layout>
                <c:manualLayout>
                  <c:x val="1.9124648088746641E-3"/>
                  <c:y val="1.5708768333662457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9-DE38-4B2C-AAE9-A81110C405D7}"/>
                </c:ext>
              </c:extLst>
            </c:dLbl>
            <c:dLbl>
              <c:idx val="7"/>
              <c:layout>
                <c:manualLayout>
                  <c:x val="7.0642269062302773E-3"/>
                  <c:y val="2.419668080536739E-3"/>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A-DE38-4B2C-AAE9-A81110C405D7}"/>
                </c:ext>
              </c:extLst>
            </c:dLbl>
            <c:dLbl>
              <c:idx val="8"/>
              <c:layout>
                <c:manualLayout>
                  <c:x val="5.7674886005573918E-2"/>
                  <c:y val="1.5998451216586506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B-DE38-4B2C-AAE9-A81110C405D7}"/>
                </c:ext>
              </c:extLst>
            </c:dLbl>
            <c:dLbl>
              <c:idx val="9"/>
              <c:layout>
                <c:manualLayout>
                  <c:x val="6.6389343264459971E-2"/>
                  <c:y val="3.1225118505351257E-2"/>
                </c:manualLayout>
              </c:layout>
              <c:dLblPos val="bestFit"/>
              <c:showLegendKey val="0"/>
              <c:showVal val="1"/>
              <c:showCatName val="1"/>
              <c:showSerName val="0"/>
              <c:showPercent val="0"/>
              <c:showBubbleSize val="0"/>
              <c:separator>
</c:separator>
              <c:extLst xmlns:c16r2="http://schemas.microsoft.com/office/drawing/2015/06/chart">
                <c:ext xmlns:c15="http://schemas.microsoft.com/office/drawing/2012/chart" uri="{CE6537A1-D6FC-4f65-9D91-7224C49458BB}"/>
                <c:ext xmlns:c16="http://schemas.microsoft.com/office/drawing/2014/chart" uri="{C3380CC4-5D6E-409C-BE32-E72D297353CC}">
                  <c16:uniqueId val="{0000000C-DE38-4B2C-AAE9-A81110C405D7}"/>
                </c:ext>
              </c:extLst>
            </c:dLbl>
            <c:dLbl>
              <c:idx val="10"/>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D-DE38-4B2C-AAE9-A81110C405D7}"/>
                </c:ext>
              </c:extLst>
            </c:dLbl>
            <c:dLbl>
              <c:idx val="1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E-DE38-4B2C-AAE9-A81110C405D7}"/>
                </c:ext>
              </c:extLst>
            </c:dLbl>
            <c:dLbl>
              <c:idx val="1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0F-DE38-4B2C-AAE9-A81110C405D7}"/>
                </c:ext>
              </c:extLst>
            </c:dLbl>
            <c:dLbl>
              <c:idx val="1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0-DE38-4B2C-AAE9-A81110C405D7}"/>
                </c:ext>
              </c:extLst>
            </c:dLbl>
            <c:dLbl>
              <c:idx val="14"/>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1-DE38-4B2C-AAE9-A81110C405D7}"/>
                </c:ext>
              </c:extLst>
            </c:dLbl>
            <c:dLbl>
              <c:idx val="15"/>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2-DE38-4B2C-AAE9-A81110C405D7}"/>
                </c:ext>
              </c:extLst>
            </c:dLbl>
            <c:dLbl>
              <c:idx val="16"/>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3-DE38-4B2C-AAE9-A81110C405D7}"/>
                </c:ext>
              </c:extLst>
            </c:dLbl>
            <c:dLbl>
              <c:idx val="17"/>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4-DE38-4B2C-AAE9-A81110C405D7}"/>
                </c:ext>
              </c:extLst>
            </c:dLbl>
            <c:dLbl>
              <c:idx val="18"/>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5-DE38-4B2C-AAE9-A81110C405D7}"/>
                </c:ext>
              </c:extLst>
            </c:dLbl>
            <c:dLbl>
              <c:idx val="19"/>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6-DE38-4B2C-AAE9-A81110C405D7}"/>
                </c:ext>
              </c:extLst>
            </c:dLbl>
            <c:dLbl>
              <c:idx val="20"/>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7-DE38-4B2C-AAE9-A81110C405D7}"/>
                </c:ext>
              </c:extLst>
            </c:dLbl>
            <c:dLbl>
              <c:idx val="21"/>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8-DE38-4B2C-AAE9-A81110C405D7}"/>
                </c:ext>
              </c:extLst>
            </c:dLbl>
            <c:dLbl>
              <c:idx val="22"/>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9-DE38-4B2C-AAE9-A81110C405D7}"/>
                </c:ext>
              </c:extLst>
            </c:dLbl>
            <c:dLbl>
              <c:idx val="23"/>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A-DE38-4B2C-AAE9-A81110C405D7}"/>
                </c:ext>
              </c:extLst>
            </c:dLbl>
            <c:dLbl>
              <c:idx val="24"/>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B-DE38-4B2C-AAE9-A81110C405D7}"/>
                </c:ext>
              </c:extLst>
            </c:dLbl>
            <c:dLbl>
              <c:idx val="25"/>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C-DE38-4B2C-AAE9-A81110C405D7}"/>
                </c:ext>
              </c:extLst>
            </c:dLbl>
            <c:dLbl>
              <c:idx val="26"/>
              <c:delete val="1"/>
              <c:extLst xmlns:c16r2="http://schemas.microsoft.com/office/drawing/2015/06/chart">
                <c:ext xmlns:c15="http://schemas.microsoft.com/office/drawing/2012/chart" uri="{CE6537A1-D6FC-4f65-9D91-7224C49458BB}"/>
                <c:ext xmlns:c16="http://schemas.microsoft.com/office/drawing/2014/chart" uri="{C3380CC4-5D6E-409C-BE32-E72D297353CC}">
                  <c16:uniqueId val="{0000001D-DE38-4B2C-AAE9-A81110C405D7}"/>
                </c:ext>
              </c:extLst>
            </c:dLbl>
            <c:spPr>
              <a:noFill/>
              <a:ln>
                <a:noFill/>
              </a:ln>
              <a:effectLst/>
            </c:spPr>
            <c:txPr>
              <a:bodyPr/>
              <a:lstStyle/>
              <a:p>
                <a:pPr>
                  <a:defRPr b="1">
                    <a:solidFill>
                      <a:schemeClr val="bg1"/>
                    </a:solidFill>
                    <a:latin typeface="华文中宋" panose="02010600040101010101" pitchFamily="2" charset="-122"/>
                    <a:ea typeface="华文中宋" panose="02010600040101010101" pitchFamily="2" charset="-122"/>
                  </a:defRPr>
                </a:pPr>
                <a:endParaRPr lang="zh-CN"/>
              </a:p>
            </c:txPr>
            <c:dLblPos val="ctr"/>
            <c:showLegendKey val="0"/>
            <c:showVal val="1"/>
            <c:showCatName val="1"/>
            <c:showSerName val="0"/>
            <c:showPercent val="0"/>
            <c:showBubbleSize val="0"/>
            <c:separator>
</c:separator>
            <c:showLeaderLines val="1"/>
            <c:extLst xmlns:c16r2="http://schemas.microsoft.com/office/drawing/2015/06/chart">
              <c:ext xmlns:c15="http://schemas.microsoft.com/office/drawing/2012/chart" uri="{CE6537A1-D6FC-4f65-9D91-7224C49458BB}"/>
            </c:extLst>
          </c:dLbls>
          <c:cat>
            <c:strRef>
              <c:f>Sheet1!$A$2:$A$10</c:f>
              <c:strCache>
                <c:ptCount val="9"/>
                <c:pt idx="0">
                  <c:v>电视</c:v>
                </c:pt>
                <c:pt idx="1">
                  <c:v>商务楼宇视频</c:v>
                </c:pt>
                <c:pt idx="2">
                  <c:v>交通类视频</c:v>
                </c:pt>
                <c:pt idx="3">
                  <c:v>地铁</c:v>
                </c:pt>
                <c:pt idx="4">
                  <c:v>报纸</c:v>
                </c:pt>
                <c:pt idx="5">
                  <c:v>影院视频</c:v>
                </c:pt>
                <c:pt idx="6">
                  <c:v>电台</c:v>
                </c:pt>
                <c:pt idx="7">
                  <c:v>传统户外</c:v>
                </c:pt>
                <c:pt idx="8">
                  <c:v>杂志</c:v>
                </c:pt>
              </c:strCache>
            </c:strRef>
          </c:cat>
          <c:val>
            <c:numRef>
              <c:f>Sheet1!$B$2:$B$10</c:f>
              <c:numCache>
                <c:formatCode>0.0%</c:formatCode>
                <c:ptCount val="9"/>
                <c:pt idx="0">
                  <c:v>0.36409109110248505</c:v>
                </c:pt>
                <c:pt idx="1">
                  <c:v>0.31744015234071199</c:v>
                </c:pt>
                <c:pt idx="2">
                  <c:v>0.12911515234502061</c:v>
                </c:pt>
                <c:pt idx="3">
                  <c:v>6.7125670337301352E-2</c:v>
                </c:pt>
                <c:pt idx="4">
                  <c:v>3.5932032307687441E-2</c:v>
                </c:pt>
                <c:pt idx="5">
                  <c:v>3.4312664642516227E-2</c:v>
                </c:pt>
                <c:pt idx="6">
                  <c:v>3.1377967352356949E-2</c:v>
                </c:pt>
                <c:pt idx="7">
                  <c:v>1.8484084862320015E-2</c:v>
                </c:pt>
                <c:pt idx="8">
                  <c:v>2.1211847096003745E-3</c:v>
                </c:pt>
              </c:numCache>
            </c:numRef>
          </c:val>
          <c:extLst xmlns:c16r2="http://schemas.microsoft.com/office/drawing/2015/06/chart">
            <c:ext xmlns:c16="http://schemas.microsoft.com/office/drawing/2014/chart" uri="{C3380CC4-5D6E-409C-BE32-E72D297353CC}">
              <c16:uniqueId val="{0000001E-DE38-4B2C-AAE9-A81110C405D7}"/>
            </c:ext>
          </c:extLst>
        </c:ser>
        <c:dLbls>
          <c:showLegendKey val="0"/>
          <c:showVal val="0"/>
          <c:showCatName val="0"/>
          <c:showSerName val="0"/>
          <c:showPercent val="0"/>
          <c:showBubbleSize val="0"/>
          <c:showLeaderLines val="1"/>
        </c:dLbls>
        <c:firstSliceAng val="0"/>
      </c:pieChart>
      <c:spPr>
        <a:noFill/>
        <a:ln>
          <a:noFill/>
        </a:ln>
        <a:effectLst/>
        <a:sp3d/>
      </c:spPr>
    </c:plotArea>
    <c:plotVisOnly val="1"/>
    <c:dispBlanksAs val="gap"/>
    <c:showDLblsOverMax val="0"/>
  </c:chart>
  <c:spPr>
    <a:noFill/>
    <a:ln>
      <a:noFill/>
    </a:ln>
    <a:effectLst/>
  </c:spPr>
  <c:txPr>
    <a:bodyPr/>
    <a:lstStyle/>
    <a:p>
      <a:pPr>
        <a:defRPr/>
      </a:pPr>
      <a:endParaRPr lang="zh-CN"/>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49385688352834E-2"/>
          <c:y val="0.21882475158896245"/>
          <c:w val="0.89239650694148021"/>
          <c:h val="0.61026729446774619"/>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1010418646</c:v>
                </c:pt>
                <c:pt idx="1">
                  <c:v>1763277243</c:v>
                </c:pt>
                <c:pt idx="2">
                  <c:v>1695542427</c:v>
                </c:pt>
                <c:pt idx="3">
                  <c:v>1307184072</c:v>
                </c:pt>
                <c:pt idx="4">
                  <c:v>1170164648</c:v>
                </c:pt>
                <c:pt idx="5">
                  <c:v>1683377831</c:v>
                </c:pt>
                <c:pt idx="6">
                  <c:v>1791631965</c:v>
                </c:pt>
                <c:pt idx="7">
                  <c:v>2200794182</c:v>
                </c:pt>
                <c:pt idx="8">
                  <c:v>1945945523</c:v>
                </c:pt>
                <c:pt idx="9">
                  <c:v>1902893469</c:v>
                </c:pt>
                <c:pt idx="10">
                  <c:v>2609110905</c:v>
                </c:pt>
                <c:pt idx="11">
                  <c:v>2539507765</c:v>
                </c:pt>
                <c:pt idx="12">
                  <c:v>4230931036</c:v>
                </c:pt>
                <c:pt idx="13">
                  <c:v>6150082536</c:v>
                </c:pt>
                <c:pt idx="14">
                  <c:v>7244702500</c:v>
                </c:pt>
                <c:pt idx="15">
                  <c:v>2564691037</c:v>
                </c:pt>
                <c:pt idx="16">
                  <c:v>3536303714</c:v>
                </c:pt>
                <c:pt idx="17">
                  <c:v>3246522859</c:v>
                </c:pt>
                <c:pt idx="18">
                  <c:v>3903299886</c:v>
                </c:pt>
                <c:pt idx="19">
                  <c:v>3830185613</c:v>
                </c:pt>
                <c:pt idx="20">
                  <c:v>4188550730</c:v>
                </c:pt>
                <c:pt idx="21">
                  <c:v>4777423441</c:v>
                </c:pt>
                <c:pt idx="22">
                  <c:v>4306423274</c:v>
                </c:pt>
                <c:pt idx="23">
                  <c:v>4050293873</c:v>
                </c:pt>
                <c:pt idx="24">
                  <c:v>5290121422</c:v>
                </c:pt>
                <c:pt idx="25">
                  <c:v>10013377122</c:v>
                </c:pt>
                <c:pt idx="26">
                  <c:v>4819969478</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247790976"/>
        <c:axId val="267023488"/>
      </c:lineChart>
      <c:catAx>
        <c:axId val="247790976"/>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267023488"/>
        <c:crosses val="autoZero"/>
        <c:auto val="1"/>
        <c:lblAlgn val="ctr"/>
        <c:lblOffset val="100"/>
        <c:tickMarkSkip val="1"/>
        <c:noMultiLvlLbl val="0"/>
      </c:catAx>
      <c:valAx>
        <c:axId val="267023488"/>
        <c:scaling>
          <c:orientation val="minMax"/>
        </c:scaling>
        <c:delete val="1"/>
        <c:axPos val="l"/>
        <c:numFmt formatCode="General" sourceLinked="1"/>
        <c:majorTickMark val="out"/>
        <c:minorTickMark val="none"/>
        <c:tickLblPos val="nextTo"/>
        <c:crossAx val="247790976"/>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4750882837402254E-2"/>
          <c:y val="0.1903087511937801"/>
          <c:w val="0.92132634692703164"/>
          <c:h val="0.63878329486292895"/>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161523709</c:v>
                </c:pt>
                <c:pt idx="1">
                  <c:v>274960004</c:v>
                </c:pt>
                <c:pt idx="2">
                  <c:v>360731494</c:v>
                </c:pt>
                <c:pt idx="3">
                  <c:v>244961739</c:v>
                </c:pt>
                <c:pt idx="4">
                  <c:v>305750470</c:v>
                </c:pt>
                <c:pt idx="5">
                  <c:v>313321429</c:v>
                </c:pt>
                <c:pt idx="6">
                  <c:v>461924676</c:v>
                </c:pt>
                <c:pt idx="7">
                  <c:v>668242592</c:v>
                </c:pt>
                <c:pt idx="8">
                  <c:v>526208647</c:v>
                </c:pt>
                <c:pt idx="9">
                  <c:v>339999453</c:v>
                </c:pt>
                <c:pt idx="10">
                  <c:v>603261035</c:v>
                </c:pt>
                <c:pt idx="11">
                  <c:v>506262473</c:v>
                </c:pt>
                <c:pt idx="12">
                  <c:v>1074374388</c:v>
                </c:pt>
                <c:pt idx="13">
                  <c:v>1306239396</c:v>
                </c:pt>
                <c:pt idx="14">
                  <c:v>2445666240</c:v>
                </c:pt>
                <c:pt idx="15">
                  <c:v>568675213</c:v>
                </c:pt>
                <c:pt idx="16">
                  <c:v>1205423145</c:v>
                </c:pt>
                <c:pt idx="17">
                  <c:v>804895916</c:v>
                </c:pt>
                <c:pt idx="18">
                  <c:v>1279422678</c:v>
                </c:pt>
                <c:pt idx="19">
                  <c:v>1149432325</c:v>
                </c:pt>
                <c:pt idx="20">
                  <c:v>1913187927</c:v>
                </c:pt>
                <c:pt idx="21">
                  <c:v>2347435431</c:v>
                </c:pt>
                <c:pt idx="22">
                  <c:v>1310656384</c:v>
                </c:pt>
                <c:pt idx="23">
                  <c:v>1110814952</c:v>
                </c:pt>
                <c:pt idx="24">
                  <c:v>1203301124</c:v>
                </c:pt>
                <c:pt idx="25">
                  <c:v>3591448442</c:v>
                </c:pt>
                <c:pt idx="26">
                  <c:v>2207922167</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305946624"/>
        <c:axId val="305948160"/>
      </c:lineChart>
      <c:catAx>
        <c:axId val="305946624"/>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305948160"/>
        <c:crosses val="autoZero"/>
        <c:auto val="1"/>
        <c:lblAlgn val="ctr"/>
        <c:lblOffset val="100"/>
        <c:tickMarkSkip val="1"/>
        <c:noMultiLvlLbl val="0"/>
      </c:catAx>
      <c:valAx>
        <c:axId val="305948160"/>
        <c:scaling>
          <c:orientation val="minMax"/>
        </c:scaling>
        <c:delete val="1"/>
        <c:axPos val="l"/>
        <c:numFmt formatCode="General" sourceLinked="1"/>
        <c:majorTickMark val="out"/>
        <c:minorTickMark val="none"/>
        <c:tickLblPos val="nextTo"/>
        <c:crossAx val="305946624"/>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97E-2"/>
          <c:y val="0.19030875119377999"/>
          <c:w val="0.90755023264819801"/>
          <c:h val="0.63878329486292895"/>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130799265</c:v>
                </c:pt>
                <c:pt idx="1">
                  <c:v>432713954</c:v>
                </c:pt>
                <c:pt idx="2">
                  <c:v>453910723</c:v>
                </c:pt>
                <c:pt idx="3">
                  <c:v>289872556</c:v>
                </c:pt>
                <c:pt idx="4">
                  <c:v>149601232</c:v>
                </c:pt>
                <c:pt idx="5">
                  <c:v>270500483</c:v>
                </c:pt>
                <c:pt idx="6">
                  <c:v>290579350</c:v>
                </c:pt>
                <c:pt idx="7">
                  <c:v>349808876</c:v>
                </c:pt>
                <c:pt idx="8">
                  <c:v>289030760</c:v>
                </c:pt>
                <c:pt idx="9">
                  <c:v>197692080</c:v>
                </c:pt>
                <c:pt idx="10">
                  <c:v>209872620</c:v>
                </c:pt>
                <c:pt idx="11">
                  <c:v>367058085</c:v>
                </c:pt>
                <c:pt idx="12">
                  <c:v>620121816</c:v>
                </c:pt>
                <c:pt idx="13">
                  <c:v>523576668</c:v>
                </c:pt>
                <c:pt idx="14">
                  <c:v>1365574148</c:v>
                </c:pt>
                <c:pt idx="15">
                  <c:v>492171647</c:v>
                </c:pt>
                <c:pt idx="16">
                  <c:v>509082924</c:v>
                </c:pt>
                <c:pt idx="17">
                  <c:v>439895098</c:v>
                </c:pt>
                <c:pt idx="18">
                  <c:v>554044318</c:v>
                </c:pt>
                <c:pt idx="19">
                  <c:v>418616541</c:v>
                </c:pt>
                <c:pt idx="20">
                  <c:v>384063176</c:v>
                </c:pt>
                <c:pt idx="21">
                  <c:v>402752669</c:v>
                </c:pt>
                <c:pt idx="22">
                  <c:v>463276753</c:v>
                </c:pt>
                <c:pt idx="23">
                  <c:v>544609505</c:v>
                </c:pt>
                <c:pt idx="24">
                  <c:v>566704908</c:v>
                </c:pt>
                <c:pt idx="25">
                  <c:v>1031760270</c:v>
                </c:pt>
                <c:pt idx="26">
                  <c:v>470047123</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309112832"/>
        <c:axId val="309114368"/>
      </c:lineChart>
      <c:catAx>
        <c:axId val="309112832"/>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309114368"/>
        <c:crosses val="autoZero"/>
        <c:auto val="1"/>
        <c:lblAlgn val="ctr"/>
        <c:lblOffset val="100"/>
        <c:tickMarkSkip val="1"/>
        <c:noMultiLvlLbl val="0"/>
      </c:catAx>
      <c:valAx>
        <c:axId val="309114368"/>
        <c:scaling>
          <c:orientation val="minMax"/>
        </c:scaling>
        <c:delete val="1"/>
        <c:axPos val="l"/>
        <c:numFmt formatCode="General" sourceLinked="1"/>
        <c:majorTickMark val="out"/>
        <c:minorTickMark val="none"/>
        <c:tickLblPos val="nextTo"/>
        <c:crossAx val="309112832"/>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62E-2"/>
          <c:y val="4.9001265994564613E-2"/>
          <c:w val="0.90755023264819801"/>
          <c:h val="0.7773862836899188"/>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140675615</c:v>
                </c:pt>
                <c:pt idx="1">
                  <c:v>171971288</c:v>
                </c:pt>
                <c:pt idx="2">
                  <c:v>199651651</c:v>
                </c:pt>
                <c:pt idx="3">
                  <c:v>124880498</c:v>
                </c:pt>
                <c:pt idx="4">
                  <c:v>140872741</c:v>
                </c:pt>
                <c:pt idx="5">
                  <c:v>201948628</c:v>
                </c:pt>
                <c:pt idx="6">
                  <c:v>198628940</c:v>
                </c:pt>
                <c:pt idx="7">
                  <c:v>210057372</c:v>
                </c:pt>
                <c:pt idx="8">
                  <c:v>170222968</c:v>
                </c:pt>
                <c:pt idx="9">
                  <c:v>170120179</c:v>
                </c:pt>
                <c:pt idx="10">
                  <c:v>251753654</c:v>
                </c:pt>
                <c:pt idx="11">
                  <c:v>284939444</c:v>
                </c:pt>
                <c:pt idx="12">
                  <c:v>402456366</c:v>
                </c:pt>
                <c:pt idx="13">
                  <c:v>387140896</c:v>
                </c:pt>
                <c:pt idx="14">
                  <c:v>573506314</c:v>
                </c:pt>
                <c:pt idx="15">
                  <c:v>277093295</c:v>
                </c:pt>
                <c:pt idx="16">
                  <c:v>233064955</c:v>
                </c:pt>
                <c:pt idx="17">
                  <c:v>227253591</c:v>
                </c:pt>
                <c:pt idx="18">
                  <c:v>216692822</c:v>
                </c:pt>
                <c:pt idx="19">
                  <c:v>209170872</c:v>
                </c:pt>
                <c:pt idx="20">
                  <c:v>230057229</c:v>
                </c:pt>
                <c:pt idx="21">
                  <c:v>228480711</c:v>
                </c:pt>
                <c:pt idx="22">
                  <c:v>278985901</c:v>
                </c:pt>
                <c:pt idx="23">
                  <c:v>228606105</c:v>
                </c:pt>
                <c:pt idx="24">
                  <c:v>424795880</c:v>
                </c:pt>
                <c:pt idx="25">
                  <c:v>559298770</c:v>
                </c:pt>
                <c:pt idx="26">
                  <c:v>377026023</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274579840"/>
        <c:axId val="274581760"/>
      </c:lineChart>
      <c:catAx>
        <c:axId val="274579840"/>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274581760"/>
        <c:crosses val="autoZero"/>
        <c:auto val="1"/>
        <c:lblAlgn val="ctr"/>
        <c:lblOffset val="100"/>
        <c:tickMarkSkip val="1"/>
        <c:noMultiLvlLbl val="0"/>
      </c:catAx>
      <c:valAx>
        <c:axId val="274581760"/>
        <c:scaling>
          <c:orientation val="minMax"/>
        </c:scaling>
        <c:delete val="1"/>
        <c:axPos val="l"/>
        <c:numFmt formatCode="General" sourceLinked="1"/>
        <c:majorTickMark val="out"/>
        <c:minorTickMark val="none"/>
        <c:tickLblPos val="nextTo"/>
        <c:crossAx val="274579840"/>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0618048553752066E-2"/>
          <c:y val="0"/>
          <c:w val="0.90755023264819801"/>
          <c:h val="0.81492290568510994"/>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34536505</c:v>
                </c:pt>
                <c:pt idx="1">
                  <c:v>25539828</c:v>
                </c:pt>
                <c:pt idx="2">
                  <c:v>49476994</c:v>
                </c:pt>
                <c:pt idx="3">
                  <c:v>91358347</c:v>
                </c:pt>
                <c:pt idx="4">
                  <c:v>110837028</c:v>
                </c:pt>
                <c:pt idx="5">
                  <c:v>102786390</c:v>
                </c:pt>
                <c:pt idx="6">
                  <c:v>104474108</c:v>
                </c:pt>
                <c:pt idx="7">
                  <c:v>125490930</c:v>
                </c:pt>
                <c:pt idx="8">
                  <c:v>118711125</c:v>
                </c:pt>
                <c:pt idx="9">
                  <c:v>123576982</c:v>
                </c:pt>
                <c:pt idx="10">
                  <c:v>165415172</c:v>
                </c:pt>
                <c:pt idx="11">
                  <c:v>236615173</c:v>
                </c:pt>
                <c:pt idx="12">
                  <c:v>229205212</c:v>
                </c:pt>
                <c:pt idx="13">
                  <c:v>192973634</c:v>
                </c:pt>
                <c:pt idx="14">
                  <c:v>210711582</c:v>
                </c:pt>
                <c:pt idx="15">
                  <c:v>75198948</c:v>
                </c:pt>
                <c:pt idx="16">
                  <c:v>94445528</c:v>
                </c:pt>
                <c:pt idx="17">
                  <c:v>154521116</c:v>
                </c:pt>
                <c:pt idx="18">
                  <c:v>109059356</c:v>
                </c:pt>
                <c:pt idx="19">
                  <c:v>129086690</c:v>
                </c:pt>
                <c:pt idx="20">
                  <c:v>167217340</c:v>
                </c:pt>
                <c:pt idx="21">
                  <c:v>136981020</c:v>
                </c:pt>
                <c:pt idx="22">
                  <c:v>224917603</c:v>
                </c:pt>
                <c:pt idx="23">
                  <c:v>145204430</c:v>
                </c:pt>
                <c:pt idx="24">
                  <c:v>117450946</c:v>
                </c:pt>
                <c:pt idx="25">
                  <c:v>54996168</c:v>
                </c:pt>
                <c:pt idx="26">
                  <c:v>93621157</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292809344"/>
        <c:axId val="305291648"/>
      </c:lineChart>
      <c:catAx>
        <c:axId val="292809344"/>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305291648"/>
        <c:crosses val="autoZero"/>
        <c:auto val="1"/>
        <c:lblAlgn val="ctr"/>
        <c:lblOffset val="100"/>
        <c:tickMarkSkip val="1"/>
        <c:noMultiLvlLbl val="0"/>
      </c:catAx>
      <c:valAx>
        <c:axId val="305291648"/>
        <c:scaling>
          <c:orientation val="minMax"/>
        </c:scaling>
        <c:delete val="1"/>
        <c:axPos val="l"/>
        <c:numFmt formatCode="General" sourceLinked="1"/>
        <c:majorTickMark val="out"/>
        <c:minorTickMark val="none"/>
        <c:tickLblPos val="nextTo"/>
        <c:crossAx val="292809344"/>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28494265285651E-2"/>
          <c:y val="6.1986749415459425E-2"/>
          <c:w val="0.90755023264819801"/>
          <c:h val="0.63878329486292895"/>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19625996</c:v>
                </c:pt>
                <c:pt idx="1">
                  <c:v>23306521</c:v>
                </c:pt>
                <c:pt idx="2">
                  <c:v>22334108</c:v>
                </c:pt>
                <c:pt idx="3">
                  <c:v>19334808</c:v>
                </c:pt>
                <c:pt idx="4">
                  <c:v>22763452</c:v>
                </c:pt>
                <c:pt idx="5">
                  <c:v>37758070</c:v>
                </c:pt>
                <c:pt idx="6">
                  <c:v>43809581</c:v>
                </c:pt>
                <c:pt idx="7">
                  <c:v>38075520</c:v>
                </c:pt>
                <c:pt idx="8">
                  <c:v>18556522</c:v>
                </c:pt>
                <c:pt idx="9">
                  <c:v>31266439</c:v>
                </c:pt>
                <c:pt idx="10">
                  <c:v>44074254</c:v>
                </c:pt>
                <c:pt idx="11">
                  <c:v>37129157</c:v>
                </c:pt>
                <c:pt idx="12">
                  <c:v>47479514</c:v>
                </c:pt>
                <c:pt idx="13">
                  <c:v>74685908</c:v>
                </c:pt>
                <c:pt idx="14">
                  <c:v>142881426</c:v>
                </c:pt>
                <c:pt idx="15">
                  <c:v>54233702</c:v>
                </c:pt>
                <c:pt idx="16">
                  <c:v>108394033</c:v>
                </c:pt>
                <c:pt idx="17">
                  <c:v>147156781</c:v>
                </c:pt>
                <c:pt idx="18">
                  <c:v>155230101</c:v>
                </c:pt>
                <c:pt idx="19">
                  <c:v>131066863</c:v>
                </c:pt>
                <c:pt idx="20">
                  <c:v>145849772</c:v>
                </c:pt>
                <c:pt idx="21">
                  <c:v>239513363</c:v>
                </c:pt>
                <c:pt idx="22">
                  <c:v>254505344</c:v>
                </c:pt>
                <c:pt idx="23">
                  <c:v>284270907</c:v>
                </c:pt>
                <c:pt idx="24">
                  <c:v>333217888</c:v>
                </c:pt>
                <c:pt idx="25">
                  <c:v>363056964</c:v>
                </c:pt>
                <c:pt idx="26">
                  <c:v>110734530</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355639680"/>
        <c:axId val="355641216"/>
      </c:lineChart>
      <c:catAx>
        <c:axId val="355639680"/>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355641216"/>
        <c:crosses val="autoZero"/>
        <c:auto val="1"/>
        <c:lblAlgn val="ctr"/>
        <c:lblOffset val="100"/>
        <c:tickMarkSkip val="1"/>
        <c:noMultiLvlLbl val="0"/>
      </c:catAx>
      <c:valAx>
        <c:axId val="355641216"/>
        <c:scaling>
          <c:orientation val="minMax"/>
        </c:scaling>
        <c:delete val="1"/>
        <c:axPos val="l"/>
        <c:numFmt formatCode="General" sourceLinked="1"/>
        <c:majorTickMark val="out"/>
        <c:minorTickMark val="none"/>
        <c:tickLblPos val="nextTo"/>
        <c:crossAx val="355639680"/>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62E-2"/>
          <c:y val="4.9001265994564613E-2"/>
          <c:w val="0.90755023264819801"/>
          <c:h val="0.7773862836899188"/>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19844964</c:v>
                </c:pt>
                <c:pt idx="1">
                  <c:v>14957813</c:v>
                </c:pt>
                <c:pt idx="2">
                  <c:v>28924253</c:v>
                </c:pt>
                <c:pt idx="3">
                  <c:v>39208329</c:v>
                </c:pt>
                <c:pt idx="4">
                  <c:v>29564709</c:v>
                </c:pt>
                <c:pt idx="5">
                  <c:v>37372597</c:v>
                </c:pt>
                <c:pt idx="6">
                  <c:v>43057481</c:v>
                </c:pt>
                <c:pt idx="7">
                  <c:v>42353015</c:v>
                </c:pt>
                <c:pt idx="8">
                  <c:v>45591114</c:v>
                </c:pt>
                <c:pt idx="9">
                  <c:v>55941063</c:v>
                </c:pt>
                <c:pt idx="10">
                  <c:v>101719122</c:v>
                </c:pt>
                <c:pt idx="11">
                  <c:v>86480040</c:v>
                </c:pt>
                <c:pt idx="12">
                  <c:v>85539496</c:v>
                </c:pt>
                <c:pt idx="13">
                  <c:v>63658308</c:v>
                </c:pt>
                <c:pt idx="14">
                  <c:v>133107628</c:v>
                </c:pt>
                <c:pt idx="15">
                  <c:v>75164599</c:v>
                </c:pt>
                <c:pt idx="16">
                  <c:v>151906900</c:v>
                </c:pt>
                <c:pt idx="17">
                  <c:v>145607315</c:v>
                </c:pt>
                <c:pt idx="18">
                  <c:v>161988771</c:v>
                </c:pt>
                <c:pt idx="19">
                  <c:v>183645738</c:v>
                </c:pt>
                <c:pt idx="20">
                  <c:v>148191679</c:v>
                </c:pt>
                <c:pt idx="21">
                  <c:v>145068386</c:v>
                </c:pt>
                <c:pt idx="22">
                  <c:v>163218424</c:v>
                </c:pt>
                <c:pt idx="23">
                  <c:v>175479900</c:v>
                </c:pt>
                <c:pt idx="24">
                  <c:v>273319876</c:v>
                </c:pt>
                <c:pt idx="25">
                  <c:v>132914842</c:v>
                </c:pt>
                <c:pt idx="26">
                  <c:v>136403201</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310420992"/>
        <c:axId val="310422912"/>
      </c:lineChart>
      <c:catAx>
        <c:axId val="310420992"/>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310422912"/>
        <c:crosses val="autoZero"/>
        <c:auto val="1"/>
        <c:lblAlgn val="ctr"/>
        <c:lblOffset val="100"/>
        <c:tickMarkSkip val="1"/>
        <c:noMultiLvlLbl val="0"/>
      </c:catAx>
      <c:valAx>
        <c:axId val="310422912"/>
        <c:scaling>
          <c:orientation val="minMax"/>
        </c:scaling>
        <c:delete val="1"/>
        <c:axPos val="l"/>
        <c:numFmt formatCode="General" sourceLinked="1"/>
        <c:majorTickMark val="out"/>
        <c:minorTickMark val="none"/>
        <c:tickLblPos val="nextTo"/>
        <c:crossAx val="310420992"/>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62E-2"/>
          <c:y val="4.9001265994564613E-2"/>
          <c:w val="0.90755023264819801"/>
          <c:h val="0.7773862836899188"/>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21193050</c:v>
                </c:pt>
                <c:pt idx="1">
                  <c:v>13956812</c:v>
                </c:pt>
                <c:pt idx="2">
                  <c:v>39098013</c:v>
                </c:pt>
                <c:pt idx="3">
                  <c:v>23461293</c:v>
                </c:pt>
                <c:pt idx="4">
                  <c:v>31479240</c:v>
                </c:pt>
                <c:pt idx="5">
                  <c:v>52627868</c:v>
                </c:pt>
                <c:pt idx="6">
                  <c:v>36237717</c:v>
                </c:pt>
                <c:pt idx="7">
                  <c:v>28113817</c:v>
                </c:pt>
                <c:pt idx="8">
                  <c:v>25113308</c:v>
                </c:pt>
                <c:pt idx="9">
                  <c:v>23920251</c:v>
                </c:pt>
                <c:pt idx="10">
                  <c:v>72816031</c:v>
                </c:pt>
                <c:pt idx="11">
                  <c:v>57255670</c:v>
                </c:pt>
                <c:pt idx="12">
                  <c:v>56073638</c:v>
                </c:pt>
                <c:pt idx="13">
                  <c:v>82716260</c:v>
                </c:pt>
                <c:pt idx="14">
                  <c:v>174693414</c:v>
                </c:pt>
                <c:pt idx="15">
                  <c:v>53580954</c:v>
                </c:pt>
                <c:pt idx="16">
                  <c:v>52186694</c:v>
                </c:pt>
                <c:pt idx="17">
                  <c:v>86413918</c:v>
                </c:pt>
                <c:pt idx="18">
                  <c:v>44827546</c:v>
                </c:pt>
                <c:pt idx="19">
                  <c:v>66787815</c:v>
                </c:pt>
                <c:pt idx="20">
                  <c:v>81422297</c:v>
                </c:pt>
                <c:pt idx="21">
                  <c:v>73626515</c:v>
                </c:pt>
                <c:pt idx="22">
                  <c:v>100478810</c:v>
                </c:pt>
                <c:pt idx="23">
                  <c:v>88908178</c:v>
                </c:pt>
                <c:pt idx="24">
                  <c:v>131546890</c:v>
                </c:pt>
                <c:pt idx="25">
                  <c:v>148145330</c:v>
                </c:pt>
                <c:pt idx="26">
                  <c:v>175802070</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520617984"/>
        <c:axId val="520619520"/>
      </c:lineChart>
      <c:catAx>
        <c:axId val="520617984"/>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520619520"/>
        <c:crosses val="autoZero"/>
        <c:auto val="1"/>
        <c:lblAlgn val="ctr"/>
        <c:lblOffset val="100"/>
        <c:tickMarkSkip val="1"/>
        <c:noMultiLvlLbl val="0"/>
      </c:catAx>
      <c:valAx>
        <c:axId val="520619520"/>
        <c:scaling>
          <c:orientation val="minMax"/>
        </c:scaling>
        <c:delete val="1"/>
        <c:axPos val="l"/>
        <c:numFmt formatCode="General" sourceLinked="1"/>
        <c:majorTickMark val="out"/>
        <c:minorTickMark val="none"/>
        <c:tickLblPos val="nextTo"/>
        <c:crossAx val="520617984"/>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995659981635462E-2"/>
          <c:y val="4.9001265994564613E-2"/>
          <c:w val="0.90755023264819801"/>
          <c:h val="0.7773862836899188"/>
        </c:manualLayout>
      </c:layout>
      <c:lineChart>
        <c:grouping val="standard"/>
        <c:varyColors val="0"/>
        <c:ser>
          <c:idx val="0"/>
          <c:order val="0"/>
          <c:tx>
            <c:strRef>
              <c:f>Sheet1!$B$1</c:f>
              <c:strCache>
                <c:ptCount val="1"/>
                <c:pt idx="0">
                  <c:v>花费</c:v>
                </c:pt>
              </c:strCache>
            </c:strRef>
          </c:tx>
          <c:spPr>
            <a:ln w="38100">
              <a:solidFill>
                <a:srgbClr val="92D050"/>
              </a:solidFill>
            </a:ln>
            <a:effectLst/>
          </c:spPr>
          <c:marker>
            <c:symbol val="none"/>
          </c:marker>
          <c:dLbls>
            <c:delete val="1"/>
          </c:dLbls>
          <c:cat>
            <c:strRef>
              <c:f>Sheet1!$A$2:$A$28</c:f>
              <c:strCache>
                <c:ptCount val="27"/>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strCache>
            </c:strRef>
          </c:cat>
          <c:val>
            <c:numRef>
              <c:f>Sheet1!$B$2:$B$28</c:f>
              <c:numCache>
                <c:formatCode>General</c:formatCode>
                <c:ptCount val="27"/>
                <c:pt idx="0">
                  <c:v>11315460</c:v>
                </c:pt>
                <c:pt idx="1">
                  <c:v>4835430</c:v>
                </c:pt>
                <c:pt idx="2">
                  <c:v>7602000</c:v>
                </c:pt>
                <c:pt idx="3">
                  <c:v>10806800</c:v>
                </c:pt>
                <c:pt idx="4">
                  <c:v>6906800</c:v>
                </c:pt>
                <c:pt idx="5">
                  <c:v>8982670</c:v>
                </c:pt>
                <c:pt idx="6">
                  <c:v>9897800</c:v>
                </c:pt>
                <c:pt idx="7">
                  <c:v>7857906</c:v>
                </c:pt>
                <c:pt idx="8">
                  <c:v>17442900</c:v>
                </c:pt>
                <c:pt idx="9">
                  <c:v>14822349</c:v>
                </c:pt>
                <c:pt idx="10">
                  <c:v>8119200</c:v>
                </c:pt>
                <c:pt idx="11">
                  <c:v>11351506</c:v>
                </c:pt>
                <c:pt idx="12">
                  <c:v>13080320</c:v>
                </c:pt>
                <c:pt idx="13">
                  <c:v>8705400</c:v>
                </c:pt>
                <c:pt idx="14">
                  <c:v>11866500</c:v>
                </c:pt>
                <c:pt idx="15">
                  <c:v>4625700</c:v>
                </c:pt>
                <c:pt idx="16">
                  <c:v>8144300</c:v>
                </c:pt>
                <c:pt idx="17">
                  <c:v>6393000</c:v>
                </c:pt>
                <c:pt idx="18">
                  <c:v>7526450</c:v>
                </c:pt>
                <c:pt idx="19">
                  <c:v>8496160</c:v>
                </c:pt>
                <c:pt idx="20">
                  <c:v>8811760</c:v>
                </c:pt>
                <c:pt idx="21">
                  <c:v>9439100</c:v>
                </c:pt>
                <c:pt idx="22">
                  <c:v>8189400</c:v>
                </c:pt>
                <c:pt idx="23">
                  <c:v>15085900</c:v>
                </c:pt>
                <c:pt idx="24">
                  <c:v>12301520</c:v>
                </c:pt>
                <c:pt idx="25">
                  <c:v>11133000</c:v>
                </c:pt>
                <c:pt idx="26">
                  <c:v>7471760</c:v>
                </c:pt>
              </c:numCache>
            </c:numRef>
          </c:val>
          <c:smooth val="0"/>
          <c:extLst xmlns:c16r2="http://schemas.microsoft.com/office/drawing/2015/06/chart">
            <c:ext xmlns:c16="http://schemas.microsoft.com/office/drawing/2014/chart" uri="{C3380CC4-5D6E-409C-BE32-E72D297353CC}">
              <c16:uniqueId val="{00000000-FE71-4280-9DE8-98BD21747AA5}"/>
            </c:ext>
          </c:extLst>
        </c:ser>
        <c:dLbls>
          <c:dLblPos val="ctr"/>
          <c:showLegendKey val="0"/>
          <c:showVal val="1"/>
          <c:showCatName val="0"/>
          <c:showSerName val="0"/>
          <c:showPercent val="0"/>
          <c:showBubbleSize val="0"/>
        </c:dLbls>
        <c:marker val="1"/>
        <c:smooth val="0"/>
        <c:axId val="275499648"/>
        <c:axId val="275644800"/>
      </c:lineChart>
      <c:catAx>
        <c:axId val="275499648"/>
        <c:scaling>
          <c:orientation val="minMax"/>
        </c:scaling>
        <c:delete val="0"/>
        <c:axPos val="b"/>
        <c:numFmt formatCode="General" sourceLinked="1"/>
        <c:majorTickMark val="none"/>
        <c:minorTickMark val="none"/>
        <c:tickLblPos val="nextTo"/>
        <c:spPr>
          <a:noFill/>
          <a:ln w="9525">
            <a:noFill/>
          </a:ln>
          <a:effectLst/>
        </c:spPr>
        <c:txPr>
          <a:bodyPr rot="-60000000" spcFirstLastPara="0" vertOverflow="ellipsis" horzOverflow="overflow" vert="horz" wrap="square" anchor="ctr" anchorCtr="1"/>
          <a:lstStyle/>
          <a:p>
            <a:pPr>
              <a:defRPr sz="900" b="1">
                <a:solidFill>
                  <a:schemeClr val="bg1"/>
                </a:solidFill>
                <a:latin typeface="Arial" pitchFamily="34" charset="0"/>
                <a:ea typeface="华文中宋" panose="02010600040101010101" pitchFamily="2" charset="-122"/>
                <a:cs typeface="Arial" pitchFamily="34" charset="0"/>
              </a:defRPr>
            </a:pPr>
            <a:endParaRPr lang="zh-CN"/>
          </a:p>
        </c:txPr>
        <c:crossAx val="275644800"/>
        <c:crosses val="autoZero"/>
        <c:auto val="1"/>
        <c:lblAlgn val="ctr"/>
        <c:lblOffset val="100"/>
        <c:tickMarkSkip val="1"/>
        <c:noMultiLvlLbl val="0"/>
      </c:catAx>
      <c:valAx>
        <c:axId val="275644800"/>
        <c:scaling>
          <c:orientation val="minMax"/>
        </c:scaling>
        <c:delete val="1"/>
        <c:axPos val="l"/>
        <c:numFmt formatCode="General" sourceLinked="1"/>
        <c:majorTickMark val="out"/>
        <c:minorTickMark val="none"/>
        <c:tickLblPos val="nextTo"/>
        <c:crossAx val="275499648"/>
        <c:crosses val="autoZero"/>
        <c:crossBetween val="between"/>
      </c:valAx>
      <c:spPr>
        <a:solidFill>
          <a:srgbClr val="7F7F7F">
            <a:alpha val="40000"/>
          </a:srgbClr>
        </a:solidFill>
        <a:ln w="0">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sz="1800"/>
      </a:pPr>
      <a:endParaRPr lang="zh-CN"/>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0.75356</cdr:x>
      <cdr:y>0.38595</cdr:y>
    </cdr:from>
    <cdr:to>
      <cdr:x>0.8473</cdr:x>
      <cdr:y>0.44353</cdr:y>
    </cdr:to>
    <cdr:sp macro="" textlink="">
      <cdr:nvSpPr>
        <cdr:cNvPr id="2" name="TextBox 10"/>
        <cdr:cNvSpPr txBox="1"/>
      </cdr:nvSpPr>
      <cdr:spPr>
        <a:xfrm xmlns:a="http://schemas.openxmlformats.org/drawingml/2006/main">
          <a:off x="6946996" y="2062637"/>
          <a:ext cx="864096" cy="307777"/>
        </a:xfrm>
        <a:prstGeom xmlns:a="http://schemas.openxmlformats.org/drawingml/2006/main" prst="rect">
          <a:avLst/>
        </a:prstGeom>
        <a:solidFill xmlns:a="http://schemas.openxmlformats.org/drawingml/2006/main">
          <a:srgbClr val="F1B015"/>
        </a:solidFill>
      </cdr:spPr>
      <cdr:txBody>
        <a:bodyPr xmlns:a="http://schemas.openxmlformats.org/drawingml/2006/main" wrap="square" rtlCol="0">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r>
            <a:rPr lang="zh-CN" altLang="en-US" sz="1400" b="1" dirty="0" smtClean="0">
              <a:solidFill>
                <a:schemeClr val="bg1"/>
              </a:solidFill>
              <a:latin typeface="华文中宋" panose="02010600040101010101" pitchFamily="2" charset="-122"/>
              <a:ea typeface="华文中宋" panose="02010600040101010101" pitchFamily="2" charset="-122"/>
            </a:rPr>
            <a:t>双十一</a:t>
          </a:r>
          <a:endParaRPr lang="zh-CN" altLang="en-US" sz="1400" b="1" dirty="0">
            <a:solidFill>
              <a:schemeClr val="bg1"/>
            </a:solidFill>
            <a:latin typeface="华文中宋" panose="02010600040101010101" pitchFamily="2" charset="-122"/>
            <a:ea typeface="华文中宋" panose="02010600040101010101" pitchFamily="2" charset="-122"/>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0.09382</cdr:x>
      <cdr:y>0.91992</cdr:y>
    </cdr:from>
    <cdr:to>
      <cdr:x>0.99989</cdr:x>
      <cdr:y>0.97774</cdr:y>
    </cdr:to>
    <cdr:sp macro="" textlink="">
      <cdr:nvSpPr>
        <cdr:cNvPr id="4" name="矩形 3"/>
        <cdr:cNvSpPr/>
      </cdr:nvSpPr>
      <cdr:spPr>
        <a:xfrm xmlns:a="http://schemas.openxmlformats.org/drawingml/2006/main">
          <a:off x="864930" y="4121507"/>
          <a:ext cx="8352933" cy="259045"/>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0.09297</cdr:x>
      <cdr:y>0.93794</cdr:y>
    </cdr:from>
    <cdr:to>
      <cdr:x>0.99904</cdr:x>
      <cdr:y>0.99575</cdr:y>
    </cdr:to>
    <cdr:sp macro="" textlink="">
      <cdr:nvSpPr>
        <cdr:cNvPr id="4" name="矩形 3"/>
        <cdr:cNvSpPr/>
      </cdr:nvSpPr>
      <cdr:spPr>
        <a:xfrm xmlns:a="http://schemas.openxmlformats.org/drawingml/2006/main">
          <a:off x="857042" y="3808042"/>
          <a:ext cx="8352933" cy="234747"/>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0.09393</cdr:x>
      <cdr:y>0.91253</cdr:y>
    </cdr:from>
    <cdr:to>
      <cdr:x>1</cdr:x>
      <cdr:y>0.97192</cdr:y>
    </cdr:to>
    <cdr:sp macro="" textlink="">
      <cdr:nvSpPr>
        <cdr:cNvPr id="4" name="矩形 3"/>
        <cdr:cNvSpPr/>
      </cdr:nvSpPr>
      <cdr:spPr>
        <a:xfrm xmlns:a="http://schemas.openxmlformats.org/drawingml/2006/main">
          <a:off x="865922" y="4088383"/>
          <a:ext cx="8352933" cy="266098"/>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cdr:txBody>
    </cdr:sp>
  </cdr:relSizeAnchor>
</c:userShapes>
</file>

<file path=ppt/drawings/drawing5.xml><?xml version="1.0" encoding="utf-8"?>
<c:userShapes xmlns:c="http://schemas.openxmlformats.org/drawingml/2006/chart">
  <cdr:relSizeAnchor xmlns:cdr="http://schemas.openxmlformats.org/drawingml/2006/chartDrawing">
    <cdr:from>
      <cdr:x>0.09393</cdr:x>
      <cdr:y>0.93219</cdr:y>
    </cdr:from>
    <cdr:to>
      <cdr:x>1</cdr:x>
      <cdr:y>0.99001</cdr:y>
    </cdr:to>
    <cdr:sp macro="" textlink="">
      <cdr:nvSpPr>
        <cdr:cNvPr id="4" name="矩形 3"/>
        <cdr:cNvSpPr/>
      </cdr:nvSpPr>
      <cdr:spPr>
        <a:xfrm xmlns:a="http://schemas.openxmlformats.org/drawingml/2006/main">
          <a:off x="865922" y="4176464"/>
          <a:ext cx="8352933" cy="259045"/>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cdr:txBody>
    </cdr:sp>
  </cdr:relSizeAnchor>
</c:userShapes>
</file>

<file path=ppt/drawings/drawing6.xml><?xml version="1.0" encoding="utf-8"?>
<c:userShapes xmlns:c="http://schemas.openxmlformats.org/drawingml/2006/chart">
  <cdr:relSizeAnchor xmlns:cdr="http://schemas.openxmlformats.org/drawingml/2006/chartDrawing">
    <cdr:from>
      <cdr:x>0.07641</cdr:x>
      <cdr:y>0.94218</cdr:y>
    </cdr:from>
    <cdr:to>
      <cdr:x>0.98248</cdr:x>
      <cdr:y>1</cdr:y>
    </cdr:to>
    <cdr:sp macro="" textlink="">
      <cdr:nvSpPr>
        <cdr:cNvPr id="4" name="矩形 3"/>
        <cdr:cNvSpPr/>
      </cdr:nvSpPr>
      <cdr:spPr>
        <a:xfrm xmlns:a="http://schemas.openxmlformats.org/drawingml/2006/main">
          <a:off x="704408" y="4221227"/>
          <a:ext cx="8352933" cy="259045"/>
        </a:xfrm>
        <a:prstGeom xmlns:a="http://schemas.openxmlformats.org/drawingml/2006/main" prst="rect">
          <a:avLst/>
        </a:prstGeom>
      </cdr:spPr>
      <cdr:txBody>
        <a:bodyPr xmlns:a="http://schemas.openxmlformats.org/drawingml/2006/main" wrap="square">
          <a:spAutoFit/>
        </a:bodyPr>
        <a:lstStyle xmlns:a="http://schemas.openxmlformats.org/drawingml/2006/main">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CAFA64-20C5-4033-BC95-92CF60827222}" type="datetimeFigureOut">
              <a:rPr lang="zh-CN" altLang="en-US" smtClean="0"/>
              <a:t>2016/5/23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6C4602-3FE8-4E71-9BDB-68FD4C7F28CD}" type="slidenum">
              <a:rPr lang="zh-CN" altLang="en-US" smtClean="0"/>
              <a:t>‹#›</a:t>
            </a:fld>
            <a:endParaRPr lang="zh-CN" altLang="en-US"/>
          </a:p>
        </p:txBody>
      </p:sp>
    </p:spTree>
    <p:extLst>
      <p:ext uri="{BB962C8B-B14F-4D97-AF65-F5344CB8AC3E}">
        <p14:creationId xmlns:p14="http://schemas.microsoft.com/office/powerpoint/2010/main" val="2390932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2</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3</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4</a:t>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9</a:t>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10</a:t>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11</a:t>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12</a:t>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14</a:t>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16</a:t>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17</a:t>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18</a:t>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20</a:t>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26</a:t>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32</a:t>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38</a:t>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44</a:t>
            </a:fld>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50</a:t>
            </a:fld>
            <a:endParaRPr lang="zh-CN" alt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56</a:t>
            </a:fld>
            <a:endParaRPr lang="zh-CN" altLang="en-US">
              <a:solidFill>
                <a:prstClr val="black"/>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62</a:t>
            </a:fld>
            <a:endParaRPr lang="zh-CN" altLang="en-US">
              <a:solidFill>
                <a:prstClr val="black"/>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solidFill>
                  <a:prstClr val="black"/>
                </a:solidFill>
              </a:rPr>
              <a:pPr/>
              <a:t>68</a:t>
            </a:fld>
            <a:endParaRPr lang="zh-CN" altLang="en-US">
              <a:solidFill>
                <a:prstClr val="black"/>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2814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95798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50277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21582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918064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63337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04528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1370837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2587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94185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94779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892357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5969852"/>
      </p:ext>
    </p:extLst>
  </p:cSld>
  <p:clrMapOvr>
    <a:masterClrMapping/>
  </p:clrMapOvr>
  <p:transition spd="slow">
    <p:push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_Title Slide">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06460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6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729420"/>
      </p:ext>
    </p:extLst>
  </p:cSld>
  <p:clrMapOvr>
    <a:masterClrMapping/>
  </p:clrMapOvr>
  <p:transition spd="slow">
    <p:push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2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145790"/>
      </p:ext>
    </p:extLst>
  </p:cSld>
  <p:clrMapOvr>
    <a:masterClrMapping/>
  </p:clrMapOvr>
  <p:transition spd="slow">
    <p:push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465174"/>
      </p:ext>
    </p:extLst>
  </p:cSld>
  <p:clrMapOvr>
    <a:masterClrMapping/>
  </p:clrMapOvr>
  <p:transition spd="slow">
    <p:push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_节标题">
    <p:spTree>
      <p:nvGrpSpPr>
        <p:cNvPr id="1" name=""/>
        <p:cNvGrpSpPr/>
        <p:nvPr/>
      </p:nvGrpSpPr>
      <p:grpSpPr>
        <a:xfrm>
          <a:off x="0" y="0"/>
          <a:ext cx="0" cy="0"/>
          <a:chOff x="0" y="0"/>
          <a:chExt cx="0" cy="0"/>
        </a:xfrm>
      </p:grpSpPr>
      <p:pic>
        <p:nvPicPr>
          <p:cNvPr id="2050" name="Picture 2" descr="D:\360data\重要数据\桌面\Hi-Tech Logo Re[00_00_10][20140808-14155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0"/>
            <a:ext cx="914519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447187"/>
      </p:ext>
    </p:extLst>
  </p:cSld>
  <p:clrMapOvr>
    <a:masterClrMapping/>
  </p:clrMapOvr>
  <p:transition spd="slow">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2016/5/23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solidFill>
                  <a:prstClr val="black">
                    <a:tint val="75000"/>
                  </a:prstClr>
                </a:solidFill>
              </a:rPr>
              <a:pPr/>
              <a:t>2016/5/23</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5982099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9.xml"/><Relationship Id="rId5" Type="http://schemas.openxmlformats.org/officeDocument/2006/relationships/slideLayout" Target="../slideLayouts/slideLayout12.xml"/><Relationship Id="rId4"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5.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chart" Target="../charts/chart5.xml"/></Relationships>
</file>

<file path=ppt/slides/_rels/slide19.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3.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tags" Target="../tags/tag8.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chart" Target="../charts/chart6.xml"/></Relationships>
</file>

<file path=ppt/slides/_rels/slide27.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3.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27.xml"/><Relationship Id="rId5" Type="http://schemas.openxmlformats.org/officeDocument/2006/relationships/slideLayout" Target="../slideLayouts/slideLayout12.xml"/><Relationship Id="rId4"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chart" Target="../charts/chart7.xml"/></Relationships>
</file>

<file path=ppt/slides/_rels/slide33.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notesSlide" Target="../notesSlides/notesSlide33.xml"/><Relationship Id="rId5" Type="http://schemas.openxmlformats.org/officeDocument/2006/relationships/slideLayout" Target="../slideLayouts/slideLayout12.xml"/><Relationship Id="rId4" Type="http://schemas.openxmlformats.org/officeDocument/2006/relationships/tags" Target="../tags/tag16.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chart" Target="../charts/chart8.xml"/></Relationships>
</file>

<file path=ppt/slides/_rels/slide39.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notesSlide" Target="../notesSlides/notesSlide39.xml"/><Relationship Id="rId5" Type="http://schemas.openxmlformats.org/officeDocument/2006/relationships/slideLayout" Target="../slideLayouts/slideLayout12.xml"/><Relationship Id="rId4" Type="http://schemas.openxmlformats.org/officeDocument/2006/relationships/tags" Target="../tags/tag20.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chart" Target="../charts/chart9.xml"/></Relationships>
</file>

<file path=ppt/slides/_rels/slide45.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3.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notesSlide" Target="../notesSlides/notesSlide45.xml"/><Relationship Id="rId5" Type="http://schemas.openxmlformats.org/officeDocument/2006/relationships/slideLayout" Target="../slideLayouts/slideLayout12.xml"/><Relationship Id="rId4" Type="http://schemas.openxmlformats.org/officeDocument/2006/relationships/tags" Target="../tags/tag24.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12.xml"/><Relationship Id="rId4" Type="http://schemas.openxmlformats.org/officeDocument/2006/relationships/chart" Target="../charts/chart10.xml"/></Relationships>
</file>

<file path=ppt/slides/_rels/slide51.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3.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notesSlide" Target="../notesSlides/notesSlide51.xml"/><Relationship Id="rId5" Type="http://schemas.openxmlformats.org/officeDocument/2006/relationships/slideLayout" Target="../slideLayouts/slideLayout12.xml"/><Relationship Id="rId4" Type="http://schemas.openxmlformats.org/officeDocument/2006/relationships/tags" Target="../tags/tag28.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chart" Target="../charts/chart11.xml"/></Relationships>
</file>

<file path=ppt/slides/_rels/slide57.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3.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57.xml"/><Relationship Id="rId5" Type="http://schemas.openxmlformats.org/officeDocument/2006/relationships/slideLayout" Target="../slideLayouts/slideLayout12.xml"/><Relationship Id="rId4" Type="http://schemas.openxmlformats.org/officeDocument/2006/relationships/tags" Target="../tags/tag3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12.xml"/><Relationship Id="rId4" Type="http://schemas.openxmlformats.org/officeDocument/2006/relationships/chart" Target="../charts/chart12.xml"/></Relationships>
</file>

<file path=ppt/slides/_rels/slide63.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3.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notesSlide" Target="../notesSlides/notesSlide63.xml"/><Relationship Id="rId5" Type="http://schemas.openxmlformats.org/officeDocument/2006/relationships/slideLayout" Target="../slideLayouts/slideLayout12.xml"/><Relationship Id="rId4" Type="http://schemas.openxmlformats.org/officeDocument/2006/relationships/tags" Target="../tags/tag36.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12.xml"/><Relationship Id="rId4" Type="http://schemas.openxmlformats.org/officeDocument/2006/relationships/chart" Target="../charts/chart13.xml"/></Relationships>
</file>

<file path=ppt/slides/_rels/slide69.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image" Target="../media/image3.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notesSlide" Target="../notesSlides/notesSlide69.xml"/><Relationship Id="rId5" Type="http://schemas.openxmlformats.org/officeDocument/2006/relationships/slideLayout" Target="../slideLayouts/slideLayout12.xml"/><Relationship Id="rId4" Type="http://schemas.openxmlformats.org/officeDocument/2006/relationships/tags" Target="../tags/tag40.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1"/>
          <p:cNvSpPr txBox="1"/>
          <p:nvPr/>
        </p:nvSpPr>
        <p:spPr>
          <a:xfrm>
            <a:off x="2123728" y="2299025"/>
            <a:ext cx="4833221" cy="1345999"/>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3400" b="1" i="0" kern="1200">
                <a:ln w="14605">
                  <a:noFill/>
                </a:ln>
                <a:solidFill>
                  <a:schemeClr val="tx1"/>
                </a:solidFill>
                <a:effectLst/>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w="14605">
                  <a:noFill/>
                </a:ln>
                <a:solidFill>
                  <a:srgbClr val="FFFFFF"/>
                </a:solidFill>
                <a:effectLst/>
                <a:uLnTx/>
                <a:uFillTx/>
                <a:latin typeface="Arial Black"/>
                <a:ea typeface="微软雅黑"/>
                <a:cs typeface="+mj-cs"/>
              </a:rPr>
              <a:t>互联网</a:t>
            </a:r>
            <a:r>
              <a:rPr lang="zh-CN" altLang="en-US" sz="4800" noProof="0" dirty="0">
                <a:solidFill>
                  <a:srgbClr val="FFFFFF"/>
                </a:solidFill>
                <a:latin typeface="Arial Black"/>
                <a:ea typeface="微软雅黑"/>
              </a:rPr>
              <a:t>企业</a:t>
            </a:r>
            <a:endParaRPr lang="en-US" altLang="zh-CN" sz="4800" noProof="0" dirty="0">
              <a:solidFill>
                <a:srgbClr val="FFFFFF"/>
              </a:solidFill>
              <a:latin typeface="Arial Black"/>
              <a:ea typeface="微软雅黑"/>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4800" noProof="0" dirty="0">
                <a:solidFill>
                  <a:srgbClr val="FFFFFF"/>
                </a:solidFill>
                <a:latin typeface="Arial Black"/>
                <a:ea typeface="微软雅黑"/>
              </a:rPr>
              <a:t>广告</a:t>
            </a:r>
            <a:r>
              <a:rPr lang="zh-CN" altLang="en-US" sz="4800" noProof="0" dirty="0" smtClean="0">
                <a:solidFill>
                  <a:srgbClr val="FFFFFF"/>
                </a:solidFill>
                <a:latin typeface="Arial Black"/>
                <a:ea typeface="微软雅黑"/>
              </a:rPr>
              <a:t>营销报告</a:t>
            </a:r>
            <a:endParaRPr kumimoji="0" lang="zh-CN" altLang="en-US" sz="4800" b="1" i="0" u="none" strike="noStrike" kern="1200" cap="none" spc="0" normalizeH="0" baseline="0" noProof="0" dirty="0">
              <a:ln w="14605">
                <a:noFill/>
              </a:ln>
              <a:solidFill>
                <a:srgbClr val="FFFFFF"/>
              </a:solidFill>
              <a:effectLst/>
              <a:uLnTx/>
              <a:uFillTx/>
              <a:latin typeface="Arial Black"/>
              <a:ea typeface="微软雅黑"/>
              <a:cs typeface="+mj-cs"/>
            </a:endParaRPr>
          </a:p>
        </p:txBody>
      </p:sp>
      <p:sp>
        <p:nvSpPr>
          <p:cNvPr id="34" name="副标题 2"/>
          <p:cNvSpPr txBox="1"/>
          <p:nvPr/>
        </p:nvSpPr>
        <p:spPr>
          <a:xfrm>
            <a:off x="3265736" y="3601839"/>
            <a:ext cx="5770760" cy="403225"/>
          </a:xfrm>
          <a:prstGeom prst="rect">
            <a:avLst/>
          </a:prstGeom>
          <a:noFill/>
          <a:ln w="19050">
            <a:noFill/>
          </a:ln>
        </p:spPr>
        <p:txBody>
          <a:bodyPr vert="horz" lIns="91440" tIns="45720" rIns="91440" bIns="45720" rtlCol="0" anchor="ctr">
            <a:noAutofit/>
          </a:bodyPr>
          <a:lstStyle>
            <a:lvl1pPr marL="0" indent="0" algn="ctr" defTabSz="914400" rtl="0" eaLnBrk="1" latinLnBrk="0" hangingPunct="1">
              <a:lnSpc>
                <a:spcPct val="90000"/>
              </a:lnSpc>
              <a:spcBef>
                <a:spcPts val="1800"/>
              </a:spcBef>
              <a:buClr>
                <a:schemeClr val="accent1"/>
              </a:buClr>
              <a:buSzPct val="70000"/>
              <a:buFont typeface="Wingdings" pitchFamily="2" charset="2"/>
              <a:buNone/>
              <a:defRPr sz="1600" kern="1200">
                <a:solidFill>
                  <a:schemeClr val="tx1"/>
                </a:solidFill>
                <a:latin typeface="+mn-lt"/>
                <a:ea typeface="+mn-ea"/>
                <a:cs typeface="+mn-cs"/>
              </a:defRPr>
            </a:lvl1pPr>
            <a:lvl2pPr marL="457200" indent="0" algn="ctr" defTabSz="914400" rtl="0" eaLnBrk="1" latinLnBrk="0" hangingPunct="1">
              <a:lnSpc>
                <a:spcPct val="130000"/>
              </a:lnSpc>
              <a:spcBef>
                <a:spcPts val="0"/>
              </a:spcBef>
              <a:buFont typeface="Calibri"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itchFamily="34" charset="0"/>
              <a:buNone/>
              <a:defRPr sz="1800" kern="1200">
                <a:solidFill>
                  <a:schemeClr val="bg1">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itchFamily="34" charset="0"/>
              <a:buNone/>
              <a:defRPr sz="1600" kern="1200">
                <a:solidFill>
                  <a:schemeClr val="bg1">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itchFamily="34" charset="0"/>
              <a:buNone/>
              <a:defRPr sz="1600" kern="1200">
                <a:solidFill>
                  <a:schemeClr val="bg1">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800"/>
              </a:spcBef>
              <a:spcAft>
                <a:spcPts val="0"/>
              </a:spcAft>
              <a:buClr>
                <a:srgbClr val="6D8A8C"/>
              </a:buClr>
              <a:buSzPct val="70000"/>
              <a:buFont typeface="Wingdings" pitchFamily="2" charset="2"/>
              <a:buNone/>
              <a:defRPr/>
            </a:pPr>
            <a:r>
              <a:rPr kumimoji="0" lang="en-US" altLang="zh-CN" sz="2000" b="0" i="0" u="none" strike="noStrike" kern="1200" cap="none" spc="0" normalizeH="0" baseline="0" noProof="0" dirty="0">
                <a:ln>
                  <a:noFill/>
                </a:ln>
                <a:solidFill>
                  <a:srgbClr val="FFFFFF"/>
                </a:solidFill>
                <a:effectLst/>
                <a:uLnTx/>
                <a:uFillTx/>
                <a:latin typeface="Arial"/>
                <a:ea typeface="微软雅黑"/>
                <a:cs typeface="+mn-cs"/>
              </a:rPr>
              <a:t>——CTR</a:t>
            </a:r>
            <a:r>
              <a:rPr kumimoji="0" lang="zh-CN" altLang="en-US" sz="2000" b="0" i="0" u="none" strike="noStrike" kern="1200" cap="none" spc="0" normalizeH="0" baseline="0" noProof="0" dirty="0">
                <a:ln>
                  <a:noFill/>
                </a:ln>
                <a:solidFill>
                  <a:srgbClr val="FFFFFF"/>
                </a:solidFill>
                <a:effectLst/>
                <a:uLnTx/>
                <a:uFillTx/>
                <a:latin typeface="Arial"/>
                <a:ea typeface="微软雅黑"/>
                <a:cs typeface="+mn-cs"/>
              </a:rPr>
              <a:t>媒介智讯</a:t>
            </a: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467544" y="44624"/>
            <a:ext cx="606583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互联网企业广告</a:t>
            </a:r>
            <a:r>
              <a:rPr lang="zh-CN" altLang="en-US" b="1" dirty="0" smtClean="0">
                <a:solidFill>
                  <a:srgbClr val="FF0000"/>
                </a:solidFill>
                <a:latin typeface="Arial Black"/>
                <a:ea typeface="微软雅黑"/>
              </a:rPr>
              <a:t>花费排行榜</a:t>
            </a:r>
            <a:endParaRPr lang="zh-CN" altLang="en-US" b="1" dirty="0">
              <a:solidFill>
                <a:srgbClr val="FF0000"/>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表格 8"/>
          <p:cNvGraphicFramePr>
            <a:graphicFrameLocks noGrp="1"/>
          </p:cNvGraphicFramePr>
          <p:nvPr>
            <p:extLst>
              <p:ext uri="{D42A27DB-BD31-4B8C-83A1-F6EECF244321}">
                <p14:modId xmlns:p14="http://schemas.microsoft.com/office/powerpoint/2010/main" val="960363188"/>
              </p:ext>
            </p:extLst>
          </p:nvPr>
        </p:nvGraphicFramePr>
        <p:xfrm>
          <a:off x="133422" y="767919"/>
          <a:ext cx="8759058" cy="5704475"/>
        </p:xfrm>
        <a:graphic>
          <a:graphicData uri="http://schemas.openxmlformats.org/drawingml/2006/table">
            <a:tbl>
              <a:tblPr firstRow="1" firstCol="1" bandRow="1">
                <a:tableStyleId>{3B4B98B0-60AC-42C2-AFA5-B58CD77FA1E5}</a:tableStyleId>
              </a:tblPr>
              <a:tblGrid>
                <a:gridCol w="560787">
                  <a:extLst>
                    <a:ext uri="{9D8B030D-6E8A-4147-A177-3AD203B41FA5}">
                      <a16:colId xmlns="" xmlns:a16="http://schemas.microsoft.com/office/drawing/2014/main" val="20000"/>
                    </a:ext>
                  </a:extLst>
                </a:gridCol>
                <a:gridCol w="1645543">
                  <a:extLst>
                    <a:ext uri="{9D8B030D-6E8A-4147-A177-3AD203B41FA5}">
                      <a16:colId xmlns="" xmlns:a16="http://schemas.microsoft.com/office/drawing/2014/main" val="20001"/>
                    </a:ext>
                  </a:extLst>
                </a:gridCol>
                <a:gridCol w="703285">
                  <a:extLst>
                    <a:ext uri="{9D8B030D-6E8A-4147-A177-3AD203B41FA5}">
                      <a16:colId xmlns="" xmlns:a16="http://schemas.microsoft.com/office/drawing/2014/main" val="20002"/>
                    </a:ext>
                  </a:extLst>
                </a:gridCol>
                <a:gridCol w="1683596">
                  <a:extLst>
                    <a:ext uri="{9D8B030D-6E8A-4147-A177-3AD203B41FA5}">
                      <a16:colId xmlns="" xmlns:a16="http://schemas.microsoft.com/office/drawing/2014/main" val="20003"/>
                    </a:ext>
                  </a:extLst>
                </a:gridCol>
                <a:gridCol w="518431">
                  <a:extLst>
                    <a:ext uri="{9D8B030D-6E8A-4147-A177-3AD203B41FA5}">
                      <a16:colId xmlns="" xmlns:a16="http://schemas.microsoft.com/office/drawing/2014/main" val="20004"/>
                    </a:ext>
                  </a:extLst>
                </a:gridCol>
                <a:gridCol w="1330587">
                  <a:extLst>
                    <a:ext uri="{9D8B030D-6E8A-4147-A177-3AD203B41FA5}">
                      <a16:colId xmlns="" xmlns:a16="http://schemas.microsoft.com/office/drawing/2014/main" val="20005"/>
                    </a:ext>
                  </a:extLst>
                </a:gridCol>
                <a:gridCol w="577836">
                  <a:extLst>
                    <a:ext uri="{9D8B030D-6E8A-4147-A177-3AD203B41FA5}">
                      <a16:colId xmlns="" xmlns:a16="http://schemas.microsoft.com/office/drawing/2014/main" val="20006"/>
                    </a:ext>
                  </a:extLst>
                </a:gridCol>
                <a:gridCol w="1738993"/>
              </a:tblGrid>
              <a:tr h="360040">
                <a:tc gridSpan="8">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en-US" sz="1600" kern="100" dirty="0" smtClean="0">
                          <a:solidFill>
                            <a:schemeClr val="bg1"/>
                          </a:solidFill>
                          <a:effectLst/>
                          <a:latin typeface="华文中宋" panose="02010600040101010101" pitchFamily="2" charset="-122"/>
                          <a:ea typeface="华文中宋" panose="02010600040101010101" pitchFamily="2" charset="-122"/>
                        </a:rPr>
                        <a:t>2015</a:t>
                      </a:r>
                      <a:r>
                        <a:rPr lang="zh-CN" altLang="en-US" sz="1600" kern="100" dirty="0" smtClean="0">
                          <a:solidFill>
                            <a:schemeClr val="bg1"/>
                          </a:solidFill>
                          <a:effectLst/>
                          <a:latin typeface="华文中宋" panose="02010600040101010101" pitchFamily="2" charset="-122"/>
                          <a:ea typeface="华文中宋" panose="02010600040101010101" pitchFamily="2" charset="-122"/>
                        </a:rPr>
                        <a:t>年互联网企业广告</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花费</a:t>
                      </a:r>
                      <a:r>
                        <a:rPr lang="en-US" altLang="zh-CN" sz="1600" kern="100" dirty="0" smtClean="0">
                          <a:solidFill>
                            <a:srgbClr val="FF0000"/>
                          </a:solidFill>
                          <a:effectLst/>
                          <a:latin typeface="华文中宋" panose="02010600040101010101" pitchFamily="2" charset="-122"/>
                          <a:ea typeface="华文中宋" panose="02010600040101010101" pitchFamily="2" charset="-122"/>
                        </a:rPr>
                        <a:t>TOP1-100</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产品</a:t>
                      </a:r>
                      <a:endParaRPr lang="zh-CN" sz="1600" kern="100" dirty="0">
                        <a:solidFill>
                          <a:srgbClr val="FF0000"/>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pPr algn="ctr">
                        <a:lnSpc>
                          <a:spcPts val="1300"/>
                        </a:lnSpc>
                        <a:spcAft>
                          <a:spcPts val="0"/>
                        </a:spcAft>
                      </a:pPr>
                      <a:endParaRPr lang="zh-CN" sz="1400"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extLst>
                  <a:ext uri="{0D108BD9-81ED-4DB2-BD59-A6C34878D82A}">
                    <a16:rowId xmlns="" xmlns:a16="http://schemas.microsoft.com/office/drawing/2014/main" val="10000"/>
                  </a:ext>
                </a:extLst>
              </a:tr>
              <a:tr h="233330">
                <a:tc>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altLang="en-US" sz="1050" b="1" kern="100" dirty="0" smtClean="0">
                          <a:solidFill>
                            <a:schemeClr val="bg1"/>
                          </a:solidFill>
                          <a:effectLst/>
                          <a:latin typeface="华文中宋" panose="02010600040101010101" pitchFamily="2" charset="-122"/>
                          <a:ea typeface="华文中宋" panose="02010600040101010101" pitchFamily="2" charset="-122"/>
                          <a:cs typeface="Times New Roman"/>
                        </a:rPr>
                        <a:t>排名</a:t>
                      </a:r>
                      <a:endParaRPr lang="zh-CN"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0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家家乐购</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绿瘦商城网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珍爱网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76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公牛炒股手机软件</a:t>
                      </a:r>
                    </a:p>
                  </a:txBody>
                  <a:tcPr marL="9525" marR="9525" marT="9525" marB="0" anchor="ctr"/>
                </a:tc>
                <a:extLst>
                  <a:ext uri="{0D108BD9-81ED-4DB2-BD59-A6C34878D82A}">
                    <a16:rowId xmlns="" xmlns:a16="http://schemas.microsoft.com/office/drawing/2014/main" val="10002"/>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天猫网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同程旅游网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52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智联招聘网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77</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百度地图软件</a:t>
                      </a:r>
                    </a:p>
                  </a:txBody>
                  <a:tcPr marL="9525" marR="9525" marT="9525" marB="0" anchor="ctr"/>
                </a:tc>
                <a:extLst>
                  <a:ext uri="{0D108BD9-81ED-4DB2-BD59-A6C34878D82A}">
                    <a16:rowId xmlns="" xmlns:a16="http://schemas.microsoft.com/office/drawing/2014/main" val="1000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京东商城网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土巴兔装修网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53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美拍手机应用软件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78</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快的打车软件</a:t>
                      </a:r>
                    </a:p>
                  </a:txBody>
                  <a:tcPr marL="9525" marR="9525" marT="9525" marB="0" anchor="ctr"/>
                </a:tc>
                <a:extLst>
                  <a:ext uri="{0D108BD9-81ED-4DB2-BD59-A6C34878D82A}">
                    <a16:rowId xmlns="" xmlns:a16="http://schemas.microsoft.com/office/drawing/2014/main" val="10004"/>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途牛旅游网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美拍大头电影手机应用软件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世纪佳缘网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百姓网</a:t>
                      </a:r>
                    </a:p>
                  </a:txBody>
                  <a:tcPr marL="9525" marR="9525" marT="9525" marB="0" anchor="ctr"/>
                </a:tc>
                <a:extLst>
                  <a:ext uri="{0D108BD9-81ED-4DB2-BD59-A6C34878D82A}">
                    <a16:rowId xmlns="" xmlns:a16="http://schemas.microsoft.com/office/drawing/2014/main" val="1000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58</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同城网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30</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携程旅行网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洋码头网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80</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点融网</a:t>
                      </a:r>
                    </a:p>
                  </a:txBody>
                  <a:tcPr marL="9525" marR="9525" marT="9525" marB="0" anchor="ctr"/>
                </a:tc>
                <a:extLst>
                  <a:ext uri="{0D108BD9-81ED-4DB2-BD59-A6C34878D82A}">
                    <a16:rowId xmlns="" xmlns:a16="http://schemas.microsoft.com/office/drawing/2014/main" val="1000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6</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阿里巴巴淘宝网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钉钉手机软件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56</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驴妈妈网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81</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嘀嗒拼车手机</a:t>
                      </a:r>
                      <a:r>
                        <a:rPr lang="en-US" altLang="zh-CN" sz="1050" b="0" kern="10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07"/>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瓜子二手车直卖网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32</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E</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代驾手机客户端</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57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凯撒旅游网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82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蜜芽网</a:t>
                      </a:r>
                    </a:p>
                  </a:txBody>
                  <a:tcPr marL="9525" marR="9525" marT="9525" marB="0" anchor="ctr"/>
                </a:tc>
                <a:extLst>
                  <a:ext uri="{0D108BD9-81ED-4DB2-BD59-A6C34878D82A}">
                    <a16:rowId xmlns="" xmlns:a16="http://schemas.microsoft.com/office/drawing/2014/main" val="1000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苏宁易购网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33</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微信理财通软件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爱屋吉屋网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团车网</a:t>
                      </a:r>
                    </a:p>
                  </a:txBody>
                  <a:tcPr marL="9525" marR="9525" marT="9525" marB="0" anchor="ctr"/>
                </a:tc>
                <a:extLst>
                  <a:ext uri="{0D108BD9-81ED-4DB2-BD59-A6C34878D82A}">
                    <a16:rowId xmlns="" xmlns:a16="http://schemas.microsoft.com/office/drawing/2014/main" val="10009"/>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寻医问药网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国民健康云网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59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阿里支付宝网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84</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润生活手机软件</a:t>
                      </a:r>
                    </a:p>
                  </a:txBody>
                  <a:tcPr marL="9525" marR="9525" marT="9525" marB="0" anchor="ctr"/>
                </a:tc>
                <a:extLst>
                  <a:ext uri="{0D108BD9-81ED-4DB2-BD59-A6C34878D82A}">
                    <a16:rowId xmlns="" xmlns:a16="http://schemas.microsoft.com/office/drawing/2014/main" val="10010"/>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赶集网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店连店打折网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在柳州手机软件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85</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理财通平台</a:t>
                      </a:r>
                    </a:p>
                  </a:txBody>
                  <a:tcPr marL="9525" marR="9525" marT="9525" marB="0" anchor="ctr"/>
                </a:tc>
                <a:extLst>
                  <a:ext uri="{0D108BD9-81ED-4DB2-BD59-A6C34878D82A}">
                    <a16:rowId xmlns="" xmlns:a16="http://schemas.microsoft.com/office/drawing/2014/main" val="10011"/>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脉脉软件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纷享销客管理软件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61</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拉勾网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86</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TV</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摇摇乐手机软件</a:t>
                      </a:r>
                    </a:p>
                  </a:txBody>
                  <a:tcPr marL="9525" marR="9525" marT="9525" marB="0" anchor="ctr"/>
                </a:tc>
                <a:extLst>
                  <a:ext uri="{0D108BD9-81ED-4DB2-BD59-A6C34878D82A}">
                    <a16:rowId xmlns="" xmlns:a16="http://schemas.microsoft.com/office/drawing/2014/main" val="1001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唯品会网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房天下网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贝贝网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叮当快药</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客户端</a:t>
                      </a:r>
                    </a:p>
                  </a:txBody>
                  <a:tcPr marL="9525" marR="9525" marT="9525" marB="0" anchor="ctr"/>
                </a:tc>
                <a:extLst>
                  <a:ext uri="{0D108BD9-81ED-4DB2-BD59-A6C34878D82A}">
                    <a16:rowId xmlns="" xmlns:a16="http://schemas.microsoft.com/office/drawing/2014/main" val="1001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猎聘网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有缘网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达令</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手机软件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88</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搜房网</a:t>
                      </a:r>
                    </a:p>
                  </a:txBody>
                  <a:tcPr marL="9525" marR="9525" marT="9525" marB="0" anchor="ctr"/>
                </a:tc>
                <a:extLst>
                  <a:ext uri="{0D108BD9-81ED-4DB2-BD59-A6C34878D82A}">
                    <a16:rowId xmlns="" xmlns:a16="http://schemas.microsoft.com/office/drawing/2014/main" val="10014"/>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14</a:t>
                      </a:r>
                    </a:p>
                  </a:txBody>
                  <a:tcPr marL="9525" marR="9525" marT="9525" marB="0" anchor="ctr"/>
                </a:tc>
                <a:tc>
                  <a:txBody>
                    <a:bodyPr/>
                    <a:lstStyle/>
                    <a:p>
                      <a:pPr algn="ctr" fontAlgn="ct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E</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租宝网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39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安居客网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前程无忧网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89</a:t>
                      </a:r>
                    </a:p>
                  </a:txBody>
                  <a:tcPr marL="9525" marR="9525" marT="9525" marB="0" anchor="ctr"/>
                </a:tc>
                <a:tc>
                  <a:txBody>
                    <a:bodyPr/>
                    <a:lstStyle/>
                    <a:p>
                      <a:pPr algn="ctr" fontAlgn="ct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VIPABC</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在线英语网</a:t>
                      </a:r>
                    </a:p>
                  </a:txBody>
                  <a:tcPr marL="9525" marR="9525" marT="9525" marB="0" anchor="ctr"/>
                </a:tc>
                <a:extLst>
                  <a:ext uri="{0D108BD9-81ED-4DB2-BD59-A6C34878D82A}">
                    <a16:rowId xmlns="" xmlns:a16="http://schemas.microsoft.com/office/drawing/2014/main" val="10015"/>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蘑菇街网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链家网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65</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唐小僧理财网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90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无忧英语网</a:t>
                      </a:r>
                    </a:p>
                  </a:txBody>
                  <a:tcPr marL="9525" marR="9525" marT="9525" marB="0" anchor="ctr"/>
                </a:tc>
                <a:extLst>
                  <a:ext uri="{0D108BD9-81ED-4DB2-BD59-A6C34878D82A}">
                    <a16:rowId xmlns="" xmlns:a16="http://schemas.microsoft.com/office/drawing/2014/main" val="1001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优信二手车手机软件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钱宝网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萌店手机软件</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91</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众金所网</a:t>
                      </a:r>
                    </a:p>
                  </a:txBody>
                  <a:tcPr marL="9525" marR="9525" marT="9525" marB="0" anchor="ctr"/>
                </a:tc>
                <a:extLst>
                  <a:ext uri="{0D108BD9-81ED-4DB2-BD59-A6C34878D82A}">
                    <a16:rowId xmlns="" xmlns:a16="http://schemas.microsoft.com/office/drawing/2014/main" val="10017"/>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滴滴打车软件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楚楚街手机软件</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易到用车网</a:t>
                      </a:r>
                    </a:p>
                  </a:txBody>
                  <a:tcPr marL="9525" marR="9525" marT="9525" marB="0" anchor="ctr"/>
                </a:tc>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92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途虎养车网</a:t>
                      </a:r>
                    </a:p>
                  </a:txBody>
                  <a:tcPr marL="9525" marR="9525" marT="9525" marB="0" anchor="ctr"/>
                </a:tc>
                <a:extLst>
                  <a:ext uri="{0D108BD9-81ED-4DB2-BD59-A6C34878D82A}">
                    <a16:rowId xmlns="" xmlns:a16="http://schemas.microsoft.com/office/drawing/2014/main" val="1001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聚美优品网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全景网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68</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百度网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多多乐手机客户端</a:t>
                      </a:r>
                    </a:p>
                  </a:txBody>
                  <a:tcPr marL="9525" marR="9525" marT="9525" marB="0" anchor="ctr"/>
                </a:tc>
                <a:extLst>
                  <a:ext uri="{0D108BD9-81ED-4DB2-BD59-A6C34878D82A}">
                    <a16:rowId xmlns="" xmlns:a16="http://schemas.microsoft.com/office/drawing/2014/main" val="10019"/>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19</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1</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号店网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爱奇艺网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69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翼龙贷网</a:t>
                      </a:r>
                    </a:p>
                  </a:txBody>
                  <a:tcPr marL="9525" marR="9525" marT="9525" marB="0" anchor="ctr"/>
                </a:tc>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银天下贵金属行情分析软件</a:t>
                      </a:r>
                    </a:p>
                  </a:txBody>
                  <a:tcPr marL="9525" marR="9525" marT="9525" marB="0" anchor="ctr"/>
                </a:tc>
                <a:extLst>
                  <a:ext uri="{0D108BD9-81ED-4DB2-BD59-A6C34878D82A}">
                    <a16:rowId xmlns="" xmlns:a16="http://schemas.microsoft.com/office/drawing/2014/main" val="10020"/>
                  </a:ext>
                </a:extLst>
              </a:tr>
              <a:tr h="17476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人人车网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楚天运动频道网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优栈网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开买啦电子商城</a:t>
                      </a:r>
                    </a:p>
                  </a:txBody>
                  <a:tcPr marL="9525" marR="9525" marT="9525" marB="0" anchor="ctr"/>
                </a:tc>
                <a:extLst>
                  <a:ext uri="{0D108BD9-81ED-4DB2-BD59-A6C34878D82A}">
                    <a16:rowId xmlns="" xmlns:a16="http://schemas.microsoft.com/office/drawing/2014/main" val="1002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a:t>
                      </a:r>
                    </a:p>
                  </a:txBody>
                  <a:tcPr marL="9525" marR="9525" marT="9525" marB="0" anchor="ctr"/>
                </a:tc>
                <a:tc>
                  <a:txBody>
                    <a:bodyPr/>
                    <a:lstStyle/>
                    <a:p>
                      <a:pPr marL="0" algn="ctr" defTabSz="914400" rtl="0" eaLnBrk="1" fontAlgn="ctr" latinLnBrk="0" hangingPunct="1"/>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3158</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46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购票务网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一路捞导航网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借贷宝手机软件</a:t>
                      </a:r>
                    </a:p>
                  </a:txBody>
                  <a:tcPr marL="9525" marR="9525" marT="9525" marB="0" anchor="ctr"/>
                </a:tc>
                <a:extLst>
                  <a:ext uri="{0D108BD9-81ED-4DB2-BD59-A6C34878D82A}">
                    <a16:rowId xmlns="" xmlns:a16="http://schemas.microsoft.com/office/drawing/2014/main" val="1002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a:t>
                      </a:r>
                    </a:p>
                  </a:txBody>
                  <a:tcPr marL="9525" marR="9525" marT="9525" marB="0" anchor="ctr"/>
                </a:tc>
                <a:tc>
                  <a:txBody>
                    <a:bodyPr/>
                    <a:lstStyle/>
                    <a:p>
                      <a:pPr marL="0" algn="ctr" defTabSz="914400" rtl="0" eaLnBrk="1" fontAlgn="ctr" latinLnBrk="0" hangingPunct="1"/>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STYLE TV</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47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格力商城网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西十区网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97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学霸君手机软件</a:t>
                      </a:r>
                    </a:p>
                  </a:txBody>
                  <a:tcPr marL="9525" marR="9525" marT="9525" marB="0" anchor="ctr"/>
                </a:tc>
                <a:extLst>
                  <a:ext uri="{0D108BD9-81ED-4DB2-BD59-A6C34878D82A}">
                    <a16:rowId xmlns="" xmlns:a16="http://schemas.microsoft.com/office/drawing/2014/main" val="1002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腾讯网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48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百度外卖</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润教育手机软件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蜜芽宝贝网</a:t>
                      </a:r>
                    </a:p>
                  </a:txBody>
                  <a:tcPr marL="9525" marR="9525" marT="9525" marB="0" anchor="ctr"/>
                </a:tc>
                <a:extLst>
                  <a:ext uri="{0D108BD9-81ED-4DB2-BD59-A6C34878D82A}">
                    <a16:rowId xmlns="" xmlns:a16="http://schemas.microsoft.com/office/drawing/2014/main" val="1002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饿了么网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49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我玩手机软件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74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齐家网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99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小猿搜题手机</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2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明星衣橱手机软件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50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喜买网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75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我拍</a:t>
                      </a: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房多多网</a:t>
                      </a:r>
                    </a:p>
                  </a:txBody>
                  <a:tcPr marL="9525" marR="9525" marT="9525" marB="0" anchor="ctr"/>
                </a:tc>
                <a:extLst>
                  <a:ext uri="{0D108BD9-81ED-4DB2-BD59-A6C34878D82A}">
                    <a16:rowId xmlns="" xmlns:a16="http://schemas.microsoft.com/office/drawing/2014/main" val="10026"/>
                  </a:ext>
                </a:extLst>
              </a:tr>
            </a:tbl>
          </a:graphicData>
        </a:graphic>
      </p:graphicFrame>
      <p:sp>
        <p:nvSpPr>
          <p:cNvPr id="11" name="矩形 10"/>
          <p:cNvSpPr/>
          <p:nvPr/>
        </p:nvSpPr>
        <p:spPr>
          <a:xfrm>
            <a:off x="755576" y="6554331"/>
            <a:ext cx="8352933" cy="259045"/>
          </a:xfrm>
          <a:prstGeom prst="rect">
            <a:avLst/>
          </a:prstGeom>
        </p:spPr>
        <p:txBody>
          <a:bodyPr wrap="squar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2015</a:t>
            </a:r>
            <a:r>
              <a:rPr lang="zh-CN" altLang="en-US" sz="1100" kern="100" dirty="0" smtClean="0">
                <a:solidFill>
                  <a:srgbClr val="FFFFFF"/>
                </a:solidFill>
                <a:latin typeface="华文中宋" panose="02010600040101010101" pitchFamily="2" charset="-122"/>
                <a:ea typeface="华文中宋" panose="02010600040101010101" pitchFamily="2" charset="-122"/>
              </a:rPr>
              <a:t>年花费排序 （剔除游戏）</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媒介智</a:t>
            </a:r>
            <a:r>
              <a:rPr lang="zh-CN" altLang="en-US" sz="1100" kern="100" dirty="0" smtClean="0">
                <a:solidFill>
                  <a:srgbClr val="FFFFFF"/>
                </a:solidFill>
                <a:latin typeface="华文中宋" panose="02010600040101010101" pitchFamily="2" charset="-122"/>
                <a:ea typeface="华文中宋" panose="02010600040101010101" pitchFamily="2" charset="-122"/>
              </a:rPr>
              <a:t>讯</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206966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467544" y="44624"/>
            <a:ext cx="606583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互联网企业广告</a:t>
            </a:r>
            <a:r>
              <a:rPr lang="zh-CN" altLang="en-US" b="1" dirty="0" smtClean="0">
                <a:solidFill>
                  <a:srgbClr val="FF0000"/>
                </a:solidFill>
                <a:latin typeface="Arial Black"/>
                <a:ea typeface="微软雅黑"/>
              </a:rPr>
              <a:t>花费排行榜</a:t>
            </a:r>
            <a:endParaRPr lang="zh-CN" altLang="en-US" b="1" dirty="0">
              <a:solidFill>
                <a:srgbClr val="FF0000"/>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表格 8"/>
          <p:cNvGraphicFramePr>
            <a:graphicFrameLocks noGrp="1"/>
          </p:cNvGraphicFramePr>
          <p:nvPr>
            <p:extLst>
              <p:ext uri="{D42A27DB-BD31-4B8C-83A1-F6EECF244321}">
                <p14:modId xmlns:p14="http://schemas.microsoft.com/office/powerpoint/2010/main" val="2743356228"/>
              </p:ext>
            </p:extLst>
          </p:nvPr>
        </p:nvGraphicFramePr>
        <p:xfrm>
          <a:off x="133422" y="767919"/>
          <a:ext cx="8759058" cy="5704475"/>
        </p:xfrm>
        <a:graphic>
          <a:graphicData uri="http://schemas.openxmlformats.org/drawingml/2006/table">
            <a:tbl>
              <a:tblPr firstRow="1" firstCol="1" bandRow="1">
                <a:tableStyleId>{3B4B98B0-60AC-42C2-AFA5-B58CD77FA1E5}</a:tableStyleId>
              </a:tblPr>
              <a:tblGrid>
                <a:gridCol w="560787">
                  <a:extLst>
                    <a:ext uri="{9D8B030D-6E8A-4147-A177-3AD203B41FA5}">
                      <a16:colId xmlns="" xmlns:a16="http://schemas.microsoft.com/office/drawing/2014/main" val="20000"/>
                    </a:ext>
                  </a:extLst>
                </a:gridCol>
                <a:gridCol w="1645543">
                  <a:extLst>
                    <a:ext uri="{9D8B030D-6E8A-4147-A177-3AD203B41FA5}">
                      <a16:colId xmlns="" xmlns:a16="http://schemas.microsoft.com/office/drawing/2014/main" val="20001"/>
                    </a:ext>
                  </a:extLst>
                </a:gridCol>
                <a:gridCol w="703285">
                  <a:extLst>
                    <a:ext uri="{9D8B030D-6E8A-4147-A177-3AD203B41FA5}">
                      <a16:colId xmlns="" xmlns:a16="http://schemas.microsoft.com/office/drawing/2014/main" val="20002"/>
                    </a:ext>
                  </a:extLst>
                </a:gridCol>
                <a:gridCol w="1683596">
                  <a:extLst>
                    <a:ext uri="{9D8B030D-6E8A-4147-A177-3AD203B41FA5}">
                      <a16:colId xmlns="" xmlns:a16="http://schemas.microsoft.com/office/drawing/2014/main" val="20003"/>
                    </a:ext>
                  </a:extLst>
                </a:gridCol>
                <a:gridCol w="518431">
                  <a:extLst>
                    <a:ext uri="{9D8B030D-6E8A-4147-A177-3AD203B41FA5}">
                      <a16:colId xmlns="" xmlns:a16="http://schemas.microsoft.com/office/drawing/2014/main" val="20004"/>
                    </a:ext>
                  </a:extLst>
                </a:gridCol>
                <a:gridCol w="1415168">
                  <a:extLst>
                    <a:ext uri="{9D8B030D-6E8A-4147-A177-3AD203B41FA5}">
                      <a16:colId xmlns="" xmlns:a16="http://schemas.microsoft.com/office/drawing/2014/main" val="20005"/>
                    </a:ext>
                  </a:extLst>
                </a:gridCol>
                <a:gridCol w="493255">
                  <a:extLst>
                    <a:ext uri="{9D8B030D-6E8A-4147-A177-3AD203B41FA5}">
                      <a16:colId xmlns="" xmlns:a16="http://schemas.microsoft.com/office/drawing/2014/main" val="20006"/>
                    </a:ext>
                  </a:extLst>
                </a:gridCol>
                <a:gridCol w="1738993"/>
              </a:tblGrid>
              <a:tr h="360040">
                <a:tc gridSpan="8">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en-US" sz="1600" kern="100" dirty="0" smtClean="0">
                          <a:solidFill>
                            <a:schemeClr val="bg1"/>
                          </a:solidFill>
                          <a:effectLst/>
                          <a:latin typeface="华文中宋" panose="02010600040101010101" pitchFamily="2" charset="-122"/>
                          <a:ea typeface="华文中宋" panose="02010600040101010101" pitchFamily="2" charset="-122"/>
                        </a:rPr>
                        <a:t>2015</a:t>
                      </a:r>
                      <a:r>
                        <a:rPr lang="zh-CN" altLang="en-US" sz="1600" kern="100" dirty="0" smtClean="0">
                          <a:solidFill>
                            <a:schemeClr val="bg1"/>
                          </a:solidFill>
                          <a:effectLst/>
                          <a:latin typeface="华文中宋" panose="02010600040101010101" pitchFamily="2" charset="-122"/>
                          <a:ea typeface="华文中宋" panose="02010600040101010101" pitchFamily="2" charset="-122"/>
                        </a:rPr>
                        <a:t>年互联网企业广告</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花费</a:t>
                      </a:r>
                      <a:r>
                        <a:rPr lang="en-US" altLang="zh-CN" sz="1600" kern="100" dirty="0" smtClean="0">
                          <a:solidFill>
                            <a:srgbClr val="FF0000"/>
                          </a:solidFill>
                          <a:effectLst/>
                          <a:latin typeface="华文中宋" panose="02010600040101010101" pitchFamily="2" charset="-122"/>
                          <a:ea typeface="华文中宋" panose="02010600040101010101" pitchFamily="2" charset="-122"/>
                        </a:rPr>
                        <a:t>TOP101-200</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产品</a:t>
                      </a:r>
                      <a:endParaRPr lang="zh-CN" sz="1600" kern="100" dirty="0">
                        <a:solidFill>
                          <a:srgbClr val="FF0000"/>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pPr algn="ctr">
                        <a:lnSpc>
                          <a:spcPts val="1300"/>
                        </a:lnSpc>
                        <a:spcAft>
                          <a:spcPts val="0"/>
                        </a:spcAft>
                      </a:pPr>
                      <a:endParaRPr lang="zh-CN" sz="1400"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extLst>
                  <a:ext uri="{0D108BD9-81ED-4DB2-BD59-A6C34878D82A}">
                    <a16:rowId xmlns="" xmlns:a16="http://schemas.microsoft.com/office/drawing/2014/main" val="10000"/>
                  </a:ext>
                </a:extLst>
              </a:tr>
              <a:tr h="233330">
                <a:tc>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altLang="en-US" sz="1050" b="1" kern="100" dirty="0" smtClean="0">
                          <a:solidFill>
                            <a:schemeClr val="bg1"/>
                          </a:solidFill>
                          <a:effectLst/>
                          <a:latin typeface="华文中宋" panose="02010600040101010101" pitchFamily="2" charset="-122"/>
                          <a:ea typeface="华文中宋" panose="02010600040101010101" pitchFamily="2" charset="-122"/>
                          <a:cs typeface="Times New Roman"/>
                        </a:rPr>
                        <a:t>排名</a:t>
                      </a:r>
                      <a:endParaRPr lang="zh-CN"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0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实惠手机应用软件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上海观察</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151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乾坤线行情分析软件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176</a:t>
                      </a:r>
                    </a:p>
                  </a:txBody>
                  <a:tcPr marL="9525" marR="9525" marT="9525" marB="0" anchor="ctr"/>
                </a:tc>
                <a:tc>
                  <a:txBody>
                    <a:bodyPr/>
                    <a:lstStyle/>
                    <a:p>
                      <a:pPr marL="0" algn="ctr" defTabSz="914400" rtl="0" eaLnBrk="1" fontAlgn="ctr" latinLnBrk="0" hangingPunct="1"/>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500</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彩票网</a:t>
                      </a:r>
                    </a:p>
                  </a:txBody>
                  <a:tcPr marL="9525" marR="9525" marT="9525" marB="0" anchor="ctr"/>
                </a:tc>
                <a:extLst>
                  <a:ext uri="{0D108BD9-81ED-4DB2-BD59-A6C34878D82A}">
                    <a16:rowId xmlns="" xmlns:a16="http://schemas.microsoft.com/office/drawing/2014/main" val="1000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102</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1919</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酒类网上商城</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易车网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152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微盟平台</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芒果家手机</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0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房不剩房网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我买网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新蓝网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178</a:t>
                      </a:r>
                    </a:p>
                  </a:txBody>
                  <a:tcPr marL="9525" marR="9525" marT="9525" marB="0" anchor="ctr"/>
                </a:tc>
                <a:tc>
                  <a:txBody>
                    <a:bodyPr/>
                    <a:lstStyle/>
                    <a:p>
                      <a:pPr marL="0" algn="ctr" defTabSz="914400" rtl="0" eaLnBrk="1" fontAlgn="ctr" latinLnBrk="0" hangingPunct="1"/>
                      <a:r>
                        <a:rPr lang="en-US" sz="1050" b="0" kern="100">
                          <a:solidFill>
                            <a:schemeClr val="bg1"/>
                          </a:solidFill>
                          <a:effectLst/>
                          <a:latin typeface="华文中宋" panose="02010600040101010101" pitchFamily="2" charset="-122"/>
                          <a:ea typeface="华文中宋" panose="02010600040101010101" pitchFamily="2" charset="-122"/>
                          <a:cs typeface="Times New Roman"/>
                        </a:rPr>
                        <a:t>HIGO</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手机</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0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陆金所网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129</a:t>
                      </a:r>
                    </a:p>
                  </a:txBody>
                  <a:tcPr marL="9525" marR="9525" marT="9525" marB="0" anchor="ctr"/>
                </a:tc>
                <a:tc>
                  <a:txBody>
                    <a:bodyPr/>
                    <a:lstStyle/>
                    <a:p>
                      <a:pPr marL="0" algn="ctr" defTabSz="914400" rtl="0" eaLnBrk="1" fontAlgn="ctr" latinLnBrk="0" hangingPunct="1"/>
                      <a:r>
                        <a:rPr lang="en-US" sz="1050" b="0" kern="100">
                          <a:solidFill>
                            <a:schemeClr val="bg1"/>
                          </a:solidFill>
                          <a:effectLst/>
                          <a:latin typeface="华文中宋" panose="02010600040101010101" pitchFamily="2" charset="-122"/>
                          <a:ea typeface="华文中宋" panose="02010600040101010101" pitchFamily="2" charset="-122"/>
                          <a:cs typeface="Times New Roman"/>
                        </a:rPr>
                        <a:t>TRIVAGO</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154</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咪咕音乐网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179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腾讯</a:t>
                      </a: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QQ</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0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105</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永乐票务网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130</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飞牛网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155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闪播网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爱兰州移动客户端</a:t>
                      </a:r>
                    </a:p>
                  </a:txBody>
                  <a:tcPr marL="9525" marR="9525" marT="9525" marB="0" anchor="ctr"/>
                </a:tc>
                <a:extLst>
                  <a:ext uri="{0D108BD9-81ED-4DB2-BD59-A6C34878D82A}">
                    <a16:rowId xmlns="" xmlns:a16="http://schemas.microsoft.com/office/drawing/2014/main" val="1000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爱鲜蜂网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131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途家网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156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地铁购手机软件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181</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考拉海购网</a:t>
                      </a:r>
                    </a:p>
                  </a:txBody>
                  <a:tcPr marL="9525" marR="9525" marT="9525" marB="0" anchor="ctr"/>
                </a:tc>
                <a:extLst>
                  <a:ext uri="{0D108BD9-81ED-4DB2-BD59-A6C34878D82A}">
                    <a16:rowId xmlns="" xmlns:a16="http://schemas.microsoft.com/office/drawing/2014/main" val="10007"/>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大智慧手机炒股软件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132</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车易拍网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157</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宝宝树网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微果</a:t>
                      </a: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APP</a:t>
                      </a:r>
                    </a:p>
                  </a:txBody>
                  <a:tcPr marL="9525" marR="9525" marT="9525" marB="0" anchor="ctr"/>
                </a:tc>
                <a:extLst>
                  <a:ext uri="{0D108BD9-81ED-4DB2-BD59-A6C34878D82A}">
                    <a16:rowId xmlns="" xmlns:a16="http://schemas.microsoft.com/office/drawing/2014/main" val="1000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乐途旅游网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返利网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猛犸新闻</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APP</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爱青岛智能手机客户端</a:t>
                      </a:r>
                    </a:p>
                  </a:txBody>
                  <a:tcPr marL="9525" marR="9525" marT="9525" marB="0" anchor="ctr"/>
                </a:tc>
                <a:extLst>
                  <a:ext uri="{0D108BD9-81ED-4DB2-BD59-A6C34878D82A}">
                    <a16:rowId xmlns="" xmlns:a16="http://schemas.microsoft.com/office/drawing/2014/main" val="10009"/>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109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优酷网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134</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淘在路上客户端软件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159</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星空购物网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日日顺家居网</a:t>
                      </a:r>
                    </a:p>
                  </a:txBody>
                  <a:tcPr marL="9525" marR="9525" marT="9525" marB="0" anchor="ctr"/>
                </a:tc>
                <a:extLst>
                  <a:ext uri="{0D108BD9-81ED-4DB2-BD59-A6C34878D82A}">
                    <a16:rowId xmlns="" xmlns:a16="http://schemas.microsoft.com/office/drawing/2014/main" val="10010"/>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网易网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135</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健康猫网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知乎网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185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鹏金所网</a:t>
                      </a:r>
                    </a:p>
                  </a:txBody>
                  <a:tcPr marL="9525" marR="9525" marT="9525" marB="0" anchor="ctr"/>
                </a:tc>
                <a:extLst>
                  <a:ext uri="{0D108BD9-81ED-4DB2-BD59-A6C34878D82A}">
                    <a16:rowId xmlns="" xmlns:a16="http://schemas.microsoft.com/office/drawing/2014/main" val="1001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到喜啦网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易贷网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爱回收网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186</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易车惠买车网</a:t>
                      </a:r>
                    </a:p>
                  </a:txBody>
                  <a:tcPr marL="9525" marR="9525" marT="9525" marB="0" anchor="ctr"/>
                </a:tc>
                <a:extLst>
                  <a:ext uri="{0D108BD9-81ED-4DB2-BD59-A6C34878D82A}">
                    <a16:rowId xmlns="" xmlns:a16="http://schemas.microsoft.com/office/drawing/2014/main" val="1001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腾讯应用宝手机软件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小微视频网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162</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丁丁租房网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187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光明随心订网</a:t>
                      </a:r>
                    </a:p>
                  </a:txBody>
                  <a:tcPr marL="9525" marR="9525" marT="9525" marB="0" anchor="ctr"/>
                </a:tc>
                <a:extLst>
                  <a:ext uri="{0D108BD9-81ED-4DB2-BD59-A6C34878D82A}">
                    <a16:rowId xmlns="" xmlns:a16="http://schemas.microsoft.com/office/drawing/2014/main" val="1001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创业商机网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黔酒在线网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163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飞凡网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188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票时代网</a:t>
                      </a:r>
                    </a:p>
                  </a:txBody>
                  <a:tcPr marL="9525" marR="9525" marT="9525" marB="0" anchor="ctr"/>
                </a:tc>
                <a:extLst>
                  <a:ext uri="{0D108BD9-81ED-4DB2-BD59-A6C34878D82A}">
                    <a16:rowId xmlns="" xmlns:a16="http://schemas.microsoft.com/office/drawing/2014/main" val="1001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天天拍车网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139</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贝备网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遨游网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189</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百灵欧拓网</a:t>
                      </a:r>
                    </a:p>
                  </a:txBody>
                  <a:tcPr marL="9525" marR="9525" marT="9525" marB="0" anchor="ctr"/>
                </a:tc>
                <a:extLst>
                  <a:ext uri="{0D108BD9-81ED-4DB2-BD59-A6C34878D82A}">
                    <a16:rowId xmlns="" xmlns:a16="http://schemas.microsoft.com/office/drawing/2014/main" val="1001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爱钱进平台</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优信二手车网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165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我的生活</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IN</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记手机软件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天天网</a:t>
                      </a:r>
                    </a:p>
                  </a:txBody>
                  <a:tcPr marL="9525" marR="9525" marT="9525" marB="0" anchor="ctr"/>
                </a:tc>
                <a:extLst>
                  <a:ext uri="{0D108BD9-81ED-4DB2-BD59-A6C34878D82A}">
                    <a16:rowId xmlns="" xmlns:a16="http://schemas.microsoft.com/office/drawing/2014/main" val="1001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广电网络</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141</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国美网上商城</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166</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微信软件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191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乐视网</a:t>
                      </a:r>
                    </a:p>
                  </a:txBody>
                  <a:tcPr marL="9525" marR="9525" marT="9525" marB="0" anchor="ctr"/>
                </a:tc>
                <a:extLst>
                  <a:ext uri="{0D108BD9-81ED-4DB2-BD59-A6C34878D82A}">
                    <a16:rowId xmlns="" xmlns:a16="http://schemas.microsoft.com/office/drawing/2014/main" val="10017"/>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百合网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国美在线网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看看新闻网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192</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壹财富</a:t>
                      </a:r>
                    </a:p>
                  </a:txBody>
                  <a:tcPr marL="9525" marR="9525" marT="9525" marB="0" anchor="ctr"/>
                </a:tc>
                <a:extLst>
                  <a:ext uri="{0D108BD9-81ED-4DB2-BD59-A6C34878D82A}">
                    <a16:rowId xmlns="" xmlns:a16="http://schemas.microsoft.com/office/drawing/2014/main" val="1001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咕咚网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143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世界邦旅行网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168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车享网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本来生活网</a:t>
                      </a:r>
                    </a:p>
                  </a:txBody>
                  <a:tcPr marL="9525" marR="9525" marT="9525" marB="0" anchor="ctr"/>
                </a:tc>
                <a:extLst>
                  <a:ext uri="{0D108BD9-81ED-4DB2-BD59-A6C34878D82A}">
                    <a16:rowId xmlns="" xmlns:a16="http://schemas.microsoft.com/office/drawing/2014/main" val="10019"/>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119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聚财猫理财手机应用软件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美丽说网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169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阿里旅行</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去啊网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194</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悟空找房网</a:t>
                      </a:r>
                    </a:p>
                  </a:txBody>
                  <a:tcPr marL="9525" marR="9525" marT="9525" marB="0" anchor="ctr"/>
                </a:tc>
                <a:extLst>
                  <a:ext uri="{0D108BD9-81ED-4DB2-BD59-A6C34878D82A}">
                    <a16:rowId xmlns="" xmlns:a16="http://schemas.microsoft.com/office/drawing/2014/main" val="10020"/>
                  </a:ext>
                </a:extLst>
              </a:tr>
              <a:tr h="17476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到家美食会网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145</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新浪网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170</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宣酒</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TV</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摇摇乐</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唱吧手机软件</a:t>
                      </a:r>
                    </a:p>
                  </a:txBody>
                  <a:tcPr marL="9525" marR="9525" marT="9525" marB="0" anchor="ctr"/>
                </a:tc>
                <a:extLst>
                  <a:ext uri="{0D108BD9-81ED-4DB2-BD59-A6C34878D82A}">
                    <a16:rowId xmlns="" xmlns:a16="http://schemas.microsoft.com/office/drawing/2014/main" val="1002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121</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58</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到家网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折</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800</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171</a:t>
                      </a:r>
                    </a:p>
                  </a:txBody>
                  <a:tcPr marL="9525" marR="9525" marT="9525" marB="0" anchor="ctr"/>
                </a:tc>
                <a:tc>
                  <a:txBody>
                    <a:bodyPr/>
                    <a:lstStyle/>
                    <a:p>
                      <a:pPr marL="0" algn="ctr" defTabSz="914400" rtl="0" eaLnBrk="1" fontAlgn="ctr" latinLnBrk="0" hangingPunct="1"/>
                      <a:r>
                        <a:rPr lang="en-US" altLang="zh-CN" sz="1050" b="0" kern="100">
                          <a:solidFill>
                            <a:schemeClr val="bg1"/>
                          </a:solidFill>
                          <a:effectLst/>
                          <a:latin typeface="华文中宋" panose="02010600040101010101" pitchFamily="2" charset="-122"/>
                          <a:ea typeface="华文中宋" panose="02010600040101010101" pitchFamily="2" charset="-122"/>
                          <a:cs typeface="Times New Roman"/>
                        </a:rPr>
                        <a:t>591</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房屋交易网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淘在路上</a:t>
                      </a:r>
                    </a:p>
                  </a:txBody>
                  <a:tcPr marL="9525" marR="9525" marT="9525" marB="0" anchor="ctr"/>
                </a:tc>
                <a:extLst>
                  <a:ext uri="{0D108BD9-81ED-4DB2-BD59-A6C34878D82A}">
                    <a16:rowId xmlns="" xmlns:a16="http://schemas.microsoft.com/office/drawing/2014/main" val="1002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荔枝客户端</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147</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大姨吗手机应用软件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海博视频手机软件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一号家居网</a:t>
                      </a:r>
                    </a:p>
                  </a:txBody>
                  <a:tcPr marL="9525" marR="9525" marT="9525" marB="0" anchor="ctr"/>
                </a:tc>
                <a:extLst>
                  <a:ext uri="{0D108BD9-81ED-4DB2-BD59-A6C34878D82A}">
                    <a16:rowId xmlns="" xmlns:a16="http://schemas.microsoft.com/office/drawing/2014/main" val="1002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搜狐网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148</a:t>
                      </a:r>
                    </a:p>
                  </a:txBody>
                  <a:tcPr marL="9525" marR="9525" marT="9525" marB="0" anchor="ctr"/>
                </a:tc>
                <a:tc>
                  <a:txBody>
                    <a:bodyPr/>
                    <a:lstStyle/>
                    <a:p>
                      <a:pPr marL="0" algn="ctr" defTabSz="914400" rtl="0" eaLnBrk="1" fontAlgn="ctr" latinLnBrk="0" hangingPunct="1"/>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96766</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酒窖网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微摇手机软件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智慧齐鲁手机客户端</a:t>
                      </a:r>
                    </a:p>
                  </a:txBody>
                  <a:tcPr marL="9525" marR="9525" marT="9525" marB="0" anchor="ctr"/>
                </a:tc>
                <a:extLst>
                  <a:ext uri="{0D108BD9-81ED-4DB2-BD59-A6C34878D82A}">
                    <a16:rowId xmlns="" xmlns:a16="http://schemas.microsoft.com/office/drawing/2014/main" val="1002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浙江时代院线</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149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大众点评网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星火金融网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199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卷皮手机</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2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125</a:t>
                      </a:r>
                    </a:p>
                  </a:txBody>
                  <a:tcPr marL="9525" marR="9525" marT="9525" marB="0" anchor="ctr"/>
                </a:tc>
                <a:tc>
                  <a:txBody>
                    <a:bodyPr/>
                    <a:lstStyle/>
                    <a:p>
                      <a:pPr algn="ctr" fontAlgn="ct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114</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保真商城网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150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淘世界</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175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土豆网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通通优品网</a:t>
                      </a:r>
                    </a:p>
                  </a:txBody>
                  <a:tcPr marL="9525" marR="9525" marT="9525" marB="0" anchor="ctr"/>
                </a:tc>
                <a:extLst>
                  <a:ext uri="{0D108BD9-81ED-4DB2-BD59-A6C34878D82A}">
                    <a16:rowId xmlns="" xmlns:a16="http://schemas.microsoft.com/office/drawing/2014/main" val="10026"/>
                  </a:ext>
                </a:extLst>
              </a:tr>
            </a:tbl>
          </a:graphicData>
        </a:graphic>
      </p:graphicFrame>
      <p:sp>
        <p:nvSpPr>
          <p:cNvPr id="11" name="矩形 10"/>
          <p:cNvSpPr/>
          <p:nvPr/>
        </p:nvSpPr>
        <p:spPr>
          <a:xfrm>
            <a:off x="755576" y="6554331"/>
            <a:ext cx="8352933" cy="259045"/>
          </a:xfrm>
          <a:prstGeom prst="rect">
            <a:avLst/>
          </a:prstGeom>
        </p:spPr>
        <p:txBody>
          <a:bodyPr wrap="squar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2015</a:t>
            </a:r>
            <a:r>
              <a:rPr lang="zh-CN" altLang="en-US" sz="1100" kern="100" dirty="0" smtClean="0">
                <a:solidFill>
                  <a:srgbClr val="FFFFFF"/>
                </a:solidFill>
                <a:latin typeface="华文中宋" panose="02010600040101010101" pitchFamily="2" charset="-122"/>
                <a:ea typeface="华文中宋" panose="02010600040101010101" pitchFamily="2" charset="-122"/>
              </a:rPr>
              <a:t>年花费排序 （剔除游戏）</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媒介智</a:t>
            </a:r>
            <a:r>
              <a:rPr lang="zh-CN" altLang="en-US" sz="1100" kern="100" dirty="0" smtClean="0">
                <a:solidFill>
                  <a:srgbClr val="FFFFFF"/>
                </a:solidFill>
                <a:latin typeface="华文中宋" panose="02010600040101010101" pitchFamily="2" charset="-122"/>
                <a:ea typeface="华文中宋" panose="02010600040101010101" pitchFamily="2" charset="-122"/>
              </a:rPr>
              <a:t>讯</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6304265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467544" y="44624"/>
            <a:ext cx="606583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互联网企业广告</a:t>
            </a:r>
            <a:r>
              <a:rPr lang="zh-CN" altLang="en-US" b="1" dirty="0" smtClean="0">
                <a:solidFill>
                  <a:srgbClr val="FF0000"/>
                </a:solidFill>
                <a:latin typeface="Arial Black"/>
                <a:ea typeface="微软雅黑"/>
              </a:rPr>
              <a:t>花费排行榜</a:t>
            </a:r>
            <a:endParaRPr lang="zh-CN" altLang="en-US" b="1" dirty="0">
              <a:solidFill>
                <a:srgbClr val="FF0000"/>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表格 8"/>
          <p:cNvGraphicFramePr>
            <a:graphicFrameLocks noGrp="1"/>
          </p:cNvGraphicFramePr>
          <p:nvPr>
            <p:extLst>
              <p:ext uri="{D42A27DB-BD31-4B8C-83A1-F6EECF244321}">
                <p14:modId xmlns:p14="http://schemas.microsoft.com/office/powerpoint/2010/main" val="4114690552"/>
              </p:ext>
            </p:extLst>
          </p:nvPr>
        </p:nvGraphicFramePr>
        <p:xfrm>
          <a:off x="133422" y="767919"/>
          <a:ext cx="8759058" cy="5704475"/>
        </p:xfrm>
        <a:graphic>
          <a:graphicData uri="http://schemas.openxmlformats.org/drawingml/2006/table">
            <a:tbl>
              <a:tblPr firstRow="1" firstCol="1" bandRow="1">
                <a:tableStyleId>{3B4B98B0-60AC-42C2-AFA5-B58CD77FA1E5}</a:tableStyleId>
              </a:tblPr>
              <a:tblGrid>
                <a:gridCol w="406130">
                  <a:extLst>
                    <a:ext uri="{9D8B030D-6E8A-4147-A177-3AD203B41FA5}">
                      <a16:colId xmlns="" xmlns:a16="http://schemas.microsoft.com/office/drawing/2014/main" val="20000"/>
                    </a:ext>
                  </a:extLst>
                </a:gridCol>
                <a:gridCol w="2016224">
                  <a:extLst>
                    <a:ext uri="{9D8B030D-6E8A-4147-A177-3AD203B41FA5}">
                      <a16:colId xmlns="" xmlns:a16="http://schemas.microsoft.com/office/drawing/2014/main" val="20001"/>
                    </a:ext>
                  </a:extLst>
                </a:gridCol>
                <a:gridCol w="487261">
                  <a:extLst>
                    <a:ext uri="{9D8B030D-6E8A-4147-A177-3AD203B41FA5}">
                      <a16:colId xmlns="" xmlns:a16="http://schemas.microsoft.com/office/drawing/2014/main" val="20002"/>
                    </a:ext>
                  </a:extLst>
                </a:gridCol>
                <a:gridCol w="1889003">
                  <a:extLst>
                    <a:ext uri="{9D8B030D-6E8A-4147-A177-3AD203B41FA5}">
                      <a16:colId xmlns="" xmlns:a16="http://schemas.microsoft.com/office/drawing/2014/main" val="20003"/>
                    </a:ext>
                  </a:extLst>
                </a:gridCol>
                <a:gridCol w="313024">
                  <a:extLst>
                    <a:ext uri="{9D8B030D-6E8A-4147-A177-3AD203B41FA5}">
                      <a16:colId xmlns="" xmlns:a16="http://schemas.microsoft.com/office/drawing/2014/main" val="20004"/>
                    </a:ext>
                  </a:extLst>
                </a:gridCol>
                <a:gridCol w="1415168">
                  <a:extLst>
                    <a:ext uri="{9D8B030D-6E8A-4147-A177-3AD203B41FA5}">
                      <a16:colId xmlns="" xmlns:a16="http://schemas.microsoft.com/office/drawing/2014/main" val="20005"/>
                    </a:ext>
                  </a:extLst>
                </a:gridCol>
                <a:gridCol w="493255">
                  <a:extLst>
                    <a:ext uri="{9D8B030D-6E8A-4147-A177-3AD203B41FA5}">
                      <a16:colId xmlns="" xmlns:a16="http://schemas.microsoft.com/office/drawing/2014/main" val="20006"/>
                    </a:ext>
                  </a:extLst>
                </a:gridCol>
                <a:gridCol w="1738993"/>
              </a:tblGrid>
              <a:tr h="360040">
                <a:tc gridSpan="8">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en-US" sz="1600" kern="100" dirty="0" smtClean="0">
                          <a:solidFill>
                            <a:schemeClr val="bg1"/>
                          </a:solidFill>
                          <a:effectLst/>
                          <a:latin typeface="华文中宋" panose="02010600040101010101" pitchFamily="2" charset="-122"/>
                          <a:ea typeface="华文中宋" panose="02010600040101010101" pitchFamily="2" charset="-122"/>
                        </a:rPr>
                        <a:t>2015</a:t>
                      </a:r>
                      <a:r>
                        <a:rPr lang="zh-CN" altLang="en-US" sz="1600" kern="100" dirty="0" smtClean="0">
                          <a:solidFill>
                            <a:schemeClr val="bg1"/>
                          </a:solidFill>
                          <a:effectLst/>
                          <a:latin typeface="华文中宋" panose="02010600040101010101" pitchFamily="2" charset="-122"/>
                          <a:ea typeface="华文中宋" panose="02010600040101010101" pitchFamily="2" charset="-122"/>
                        </a:rPr>
                        <a:t>年互联网企业广告</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花费</a:t>
                      </a:r>
                      <a:r>
                        <a:rPr lang="en-US" altLang="zh-CN" sz="1600" kern="100" dirty="0" smtClean="0">
                          <a:solidFill>
                            <a:srgbClr val="FF0000"/>
                          </a:solidFill>
                          <a:effectLst/>
                          <a:latin typeface="华文中宋" panose="02010600040101010101" pitchFamily="2" charset="-122"/>
                          <a:ea typeface="华文中宋" panose="02010600040101010101" pitchFamily="2" charset="-122"/>
                        </a:rPr>
                        <a:t>TOP201-300</a:t>
                      </a:r>
                      <a:r>
                        <a:rPr lang="zh-CN" altLang="en-US" sz="1600" kern="100" dirty="0" smtClean="0">
                          <a:solidFill>
                            <a:srgbClr val="FF0000"/>
                          </a:solidFill>
                          <a:effectLst/>
                          <a:latin typeface="华文中宋" panose="02010600040101010101" pitchFamily="2" charset="-122"/>
                          <a:ea typeface="华文中宋" panose="02010600040101010101" pitchFamily="2" charset="-122"/>
                        </a:rPr>
                        <a:t>产品</a:t>
                      </a:r>
                      <a:endParaRPr lang="zh-CN" sz="1600" kern="100" dirty="0">
                        <a:solidFill>
                          <a:srgbClr val="FF0000"/>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pPr algn="ctr">
                        <a:lnSpc>
                          <a:spcPts val="1300"/>
                        </a:lnSpc>
                        <a:spcAft>
                          <a:spcPts val="0"/>
                        </a:spcAft>
                      </a:pPr>
                      <a:endParaRPr lang="zh-CN" sz="1400"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extLst>
                  <a:ext uri="{0D108BD9-81ED-4DB2-BD59-A6C34878D82A}">
                    <a16:rowId xmlns="" xmlns:a16="http://schemas.microsoft.com/office/drawing/2014/main" val="10000"/>
                  </a:ext>
                </a:extLst>
              </a:tr>
              <a:tr h="233330">
                <a:tc>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altLang="en-US" sz="1050" b="1" kern="100" dirty="0" smtClean="0">
                          <a:solidFill>
                            <a:schemeClr val="bg1"/>
                          </a:solidFill>
                          <a:effectLst/>
                          <a:latin typeface="华文中宋" panose="02010600040101010101" pitchFamily="2" charset="-122"/>
                          <a:ea typeface="华文中宋" panose="02010600040101010101" pitchFamily="2" charset="-122"/>
                          <a:cs typeface="Times New Roman"/>
                        </a:rPr>
                        <a:t>排名</a:t>
                      </a:r>
                      <a:endParaRPr lang="zh-CN" sz="1050" b="1"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排名</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产品</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0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猫途鹰网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作业帮</a:t>
                      </a: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APP</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小红书手机软件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钱旺网</a:t>
                      </a:r>
                    </a:p>
                  </a:txBody>
                  <a:tcPr marL="9525" marR="9525" marT="9525" marB="0" anchor="ctr"/>
                </a:tc>
                <a:extLst>
                  <a:ext uri="{0D108BD9-81ED-4DB2-BD59-A6C34878D82A}">
                    <a16:rowId xmlns="" xmlns:a16="http://schemas.microsoft.com/office/drawing/2014/main" val="1000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生意街网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227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金信宝手机软件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湖南天气通手机客户端</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友宝垣邮报商城网</a:t>
                      </a:r>
                    </a:p>
                  </a:txBody>
                  <a:tcPr marL="9525" marR="9525" marT="9525" marB="0" anchor="ctr"/>
                </a:tc>
                <a:extLst>
                  <a:ext uri="{0D108BD9-81ED-4DB2-BD59-A6C34878D82A}">
                    <a16:rowId xmlns="" xmlns:a16="http://schemas.microsoft.com/office/drawing/2014/main" val="10003"/>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203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爱鲜生网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秒赚广告</a:t>
                      </a:r>
                      <a:r>
                        <a:rPr lang="en-US" altLang="zh-CN" sz="1050" b="0" kern="10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辣妈商城</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信和大金融平台</a:t>
                      </a:r>
                    </a:p>
                  </a:txBody>
                  <a:tcPr marL="9525" marR="9525" marT="9525" marB="0" anchor="ctr"/>
                </a:tc>
                <a:extLst>
                  <a:ext uri="{0D108BD9-81ED-4DB2-BD59-A6C34878D82A}">
                    <a16:rowId xmlns="" xmlns:a16="http://schemas.microsoft.com/office/drawing/2014/main" val="10004"/>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204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住百家网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229</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美天气气象软件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254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并读新闻</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279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众信旅游网</a:t>
                      </a:r>
                    </a:p>
                  </a:txBody>
                  <a:tcPr marL="9525" marR="9525" marT="9525" marB="0" anchor="ctr"/>
                </a:tc>
                <a:extLst>
                  <a:ext uri="{0D108BD9-81ED-4DB2-BD59-A6C34878D82A}">
                    <a16:rowId xmlns="" xmlns:a16="http://schemas.microsoft.com/office/drawing/2014/main" val="1000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205</a:t>
                      </a:r>
                    </a:p>
                  </a:txBody>
                  <a:tcPr marL="9525" marR="9525" marT="9525" marB="0" anchor="ctr"/>
                </a:tc>
                <a:tc>
                  <a:txBody>
                    <a:bodyPr/>
                    <a:lstStyle/>
                    <a:p>
                      <a:pPr algn="ctr" fontAlgn="ct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PPTV</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网络电视</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230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智游天下网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麦乐购网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280</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酒店哥哥网</a:t>
                      </a:r>
                    </a:p>
                  </a:txBody>
                  <a:tcPr marL="9525" marR="9525" marT="9525" marB="0" anchor="ctr"/>
                </a:tc>
                <a:extLst>
                  <a:ext uri="{0D108BD9-81ED-4DB2-BD59-A6C34878D82A}">
                    <a16:rowId xmlns="" xmlns:a16="http://schemas.microsoft.com/office/drawing/2014/main" val="1000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银天下太极线行情软件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231</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蜜淘网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256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陌陌软件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281</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好</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E</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购网</a:t>
                      </a:r>
                    </a:p>
                  </a:txBody>
                  <a:tcPr marL="9525" marR="9525" marT="9525" marB="0" anchor="ctr"/>
                </a:tc>
                <a:extLst>
                  <a:ext uri="{0D108BD9-81ED-4DB2-BD59-A6C34878D82A}">
                    <a16:rowId xmlns="" xmlns:a16="http://schemas.microsoft.com/office/drawing/2014/main" val="10007"/>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腾讯</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QQ</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浏览器软件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聚上汇上市公司产品运营平台</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257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央视新闻客户端</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282</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义乌购网</a:t>
                      </a:r>
                    </a:p>
                  </a:txBody>
                  <a:tcPr marL="9525" marR="9525" marT="9525" marB="0" anchor="ctr"/>
                </a:tc>
                <a:extLst>
                  <a:ext uri="{0D108BD9-81ED-4DB2-BD59-A6C34878D82A}">
                    <a16:rowId xmlns="" xmlns:a16="http://schemas.microsoft.com/office/drawing/2014/main" val="1000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易信手机应用软件</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233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万菱家饰网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258</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美味七七网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283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天猫医药馆</a:t>
                      </a:r>
                    </a:p>
                  </a:txBody>
                  <a:tcPr marL="9525" marR="9525" marT="9525" marB="0" anchor="ctr"/>
                </a:tc>
                <a:extLst>
                  <a:ext uri="{0D108BD9-81ED-4DB2-BD59-A6C34878D82A}">
                    <a16:rowId xmlns="" xmlns:a16="http://schemas.microsoft.com/office/drawing/2014/main" val="10009"/>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209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中国平安保险好车主手机客户端</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234</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车置宝网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259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光明都市菜园网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穿衣助手手机应用软件</a:t>
                      </a:r>
                    </a:p>
                  </a:txBody>
                  <a:tcPr marL="9525" marR="9525" marT="9525" marB="0" anchor="ctr"/>
                </a:tc>
                <a:extLst>
                  <a:ext uri="{0D108BD9-81ED-4DB2-BD59-A6C34878D82A}">
                    <a16:rowId xmlns="" xmlns:a16="http://schemas.microsoft.com/office/drawing/2014/main" val="10010"/>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210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以岭健康城网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235</a:t>
                      </a:r>
                    </a:p>
                  </a:txBody>
                  <a:tcPr marL="9525" marR="9525" marT="9525" marB="0" anchor="ctr"/>
                </a:tc>
                <a:tc>
                  <a:txBody>
                    <a:bodyPr/>
                    <a:lstStyle/>
                    <a:p>
                      <a:pPr marL="0" algn="ctr" defTabSz="914400" rtl="0" eaLnBrk="1" fontAlgn="ctr" latinLnBrk="0" hangingPunct="1"/>
                      <a:r>
                        <a:rPr lang="en-US" altLang="zh-CN" sz="1050" b="0" kern="100">
                          <a:solidFill>
                            <a:schemeClr val="bg1"/>
                          </a:solidFill>
                          <a:effectLst/>
                          <a:latin typeface="华文中宋" panose="02010600040101010101" pitchFamily="2" charset="-122"/>
                          <a:ea typeface="华文中宋" panose="02010600040101010101" pitchFamily="2" charset="-122"/>
                          <a:cs typeface="Times New Roman"/>
                        </a:rPr>
                        <a:t>1919</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酒类直供网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260</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潍</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V</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凤凰网</a:t>
                      </a:r>
                    </a:p>
                  </a:txBody>
                  <a:tcPr marL="9525" marR="9525" marT="9525" marB="0" anchor="ctr"/>
                </a:tc>
                <a:extLst>
                  <a:ext uri="{0D108BD9-81ED-4DB2-BD59-A6C34878D82A}">
                    <a16:rowId xmlns="" xmlns:a16="http://schemas.microsoft.com/office/drawing/2014/main" val="1001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顺丰海淘网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236</a:t>
                      </a:r>
                    </a:p>
                  </a:txBody>
                  <a:tcPr marL="9525" marR="9525" marT="9525" marB="0" anchor="ctr"/>
                </a:tc>
                <a:tc>
                  <a:txBody>
                    <a:bodyPr/>
                    <a:lstStyle/>
                    <a:p>
                      <a:pPr marL="0" algn="ctr" defTabSz="914400" rtl="0" eaLnBrk="1" fontAlgn="ctr" latinLnBrk="0" hangingPunct="1"/>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HOTELS</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261</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京东金融</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APP</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286</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筑巢网</a:t>
                      </a:r>
                    </a:p>
                  </a:txBody>
                  <a:tcPr marL="9525" marR="9525" marT="9525" marB="0" anchor="ctr"/>
                </a:tc>
                <a:extLst>
                  <a:ext uri="{0D108BD9-81ED-4DB2-BD59-A6C34878D82A}">
                    <a16:rowId xmlns="" xmlns:a16="http://schemas.microsoft.com/office/drawing/2014/main" val="1001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212</a:t>
                      </a:r>
                    </a:p>
                  </a:txBody>
                  <a:tcPr marL="9525" marR="9525" marT="9525" marB="0" anchor="ctr"/>
                </a:tc>
                <a:tc>
                  <a:txBody>
                    <a:bodyPr/>
                    <a:lstStyle/>
                    <a:p>
                      <a:pPr algn="ctr" fontAlgn="ctr"/>
                      <a:r>
                        <a:rPr lang="en-US" altLang="zh-CN" sz="1050" b="0" kern="100">
                          <a:solidFill>
                            <a:schemeClr val="bg1"/>
                          </a:solidFill>
                          <a:effectLst/>
                          <a:latin typeface="华文中宋" panose="02010600040101010101" pitchFamily="2" charset="-122"/>
                          <a:ea typeface="华文中宋" panose="02010600040101010101" pitchFamily="2" charset="-122"/>
                          <a:cs typeface="Times New Roman"/>
                        </a:rPr>
                        <a:t>9</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琥网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搜狗网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262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巴士在线网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287</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有范手机应用软件</a:t>
                      </a:r>
                    </a:p>
                  </a:txBody>
                  <a:tcPr marL="9525" marR="9525" marT="9525" marB="0" anchor="ctr"/>
                </a:tc>
                <a:extLst>
                  <a:ext uri="{0D108BD9-81ED-4DB2-BD59-A6C34878D82A}">
                    <a16:rowId xmlns="" xmlns:a16="http://schemas.microsoft.com/office/drawing/2014/main" val="10013"/>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213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拍院线网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238</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领英社交网站</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263</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智慧中山手机软件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288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助贷网</a:t>
                      </a:r>
                    </a:p>
                  </a:txBody>
                  <a:tcPr marL="9525" marR="9525" marT="9525" marB="0" anchor="ctr"/>
                </a:tc>
                <a:extLst>
                  <a:ext uri="{0D108BD9-81ED-4DB2-BD59-A6C34878D82A}">
                    <a16:rowId xmlns="" xmlns:a16="http://schemas.microsoft.com/office/drawing/2014/main" val="1001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酒仙网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239</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乐车邦应用软件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264</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自如网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289</a:t>
                      </a:r>
                    </a:p>
                  </a:txBody>
                  <a:tcPr marL="9525" marR="9525" marT="9525" marB="0" anchor="ctr"/>
                </a:tc>
                <a:tc>
                  <a:txBody>
                    <a:bodyPr/>
                    <a:lstStyle/>
                    <a:p>
                      <a:pPr marL="0" algn="ctr" defTabSz="914400" rtl="0" eaLnBrk="1" fontAlgn="ctr" latinLnBrk="0" hangingPunct="1"/>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BOSS</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直聘手机软件</a:t>
                      </a:r>
                    </a:p>
                  </a:txBody>
                  <a:tcPr marL="9525" marR="9525" marT="9525" marB="0" anchor="ctr"/>
                </a:tc>
                <a:extLst>
                  <a:ext uri="{0D108BD9-81ED-4DB2-BD59-A6C34878D82A}">
                    <a16:rowId xmlns="" xmlns:a16="http://schemas.microsoft.com/office/drawing/2014/main" val="10015"/>
                  </a:ext>
                </a:extLst>
              </a:tr>
              <a:tr h="20568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215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太平洋电影网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飞碟说网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265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全城购商城网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易卡通电脑学习软件</a:t>
                      </a:r>
                    </a:p>
                  </a:txBody>
                  <a:tcPr marL="9525" marR="9525" marT="9525" marB="0" anchor="ctr"/>
                </a:tc>
                <a:extLst>
                  <a:ext uri="{0D108BD9-81ED-4DB2-BD59-A6C34878D82A}">
                    <a16:rowId xmlns="" xmlns:a16="http://schemas.microsoft.com/office/drawing/2014/main" val="10016"/>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淘当铺网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241</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美囤妈妈网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266</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拍拍微店软件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291</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回收哥</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17"/>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搜狐焦点网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242</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中华英才网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267</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母婴之家网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292</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口袋老师</a:t>
                      </a:r>
                      <a:r>
                        <a:rPr lang="en-US" sz="1050" b="0" kern="100">
                          <a:solidFill>
                            <a:schemeClr val="bg1"/>
                          </a:solidFill>
                          <a:effectLst/>
                          <a:latin typeface="华文中宋" panose="02010600040101010101" pitchFamily="2" charset="-122"/>
                          <a:ea typeface="华文中宋" panose="02010600040101010101" pitchFamily="2" charset="-122"/>
                          <a:cs typeface="Times New Roman"/>
                        </a:rPr>
                        <a:t>APP</a:t>
                      </a:r>
                    </a:p>
                  </a:txBody>
                  <a:tcPr marL="9525" marR="9525" marT="9525" marB="0" anchor="ctr"/>
                </a:tc>
                <a:extLst>
                  <a:ext uri="{0D108BD9-81ED-4DB2-BD59-A6C34878D82A}">
                    <a16:rowId xmlns="" xmlns:a16="http://schemas.microsoft.com/office/drawing/2014/main" val="10018"/>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阿基米德手机软件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243</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豫媒优品网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268</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滴答网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293</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有货网</a:t>
                      </a:r>
                    </a:p>
                  </a:txBody>
                  <a:tcPr marL="9525" marR="9525" marT="9525" marB="0" anchor="ctr"/>
                </a:tc>
                <a:extLst>
                  <a:ext uri="{0D108BD9-81ED-4DB2-BD59-A6C34878D82A}">
                    <a16:rowId xmlns="" xmlns:a16="http://schemas.microsoft.com/office/drawing/2014/main" val="10019"/>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219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掌上南通网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农一网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269</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新华视窗联播网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294</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乐视商城网</a:t>
                      </a:r>
                    </a:p>
                  </a:txBody>
                  <a:tcPr marL="9525" marR="9525" marT="9525" marB="0" anchor="ctr"/>
                </a:tc>
                <a:extLst>
                  <a:ext uri="{0D108BD9-81ED-4DB2-BD59-A6C34878D82A}">
                    <a16:rowId xmlns="" xmlns:a16="http://schemas.microsoft.com/office/drawing/2014/main" val="10020"/>
                  </a:ext>
                </a:extLst>
              </a:tr>
              <a:tr h="174761">
                <a:tc>
                  <a:txBody>
                    <a:bodyPr/>
                    <a:lstStyle/>
                    <a:p>
                      <a:pPr algn="ctr" fontAlgn="ctr"/>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220</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多点网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245</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江门邑网通手机软件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270</a:t>
                      </a:r>
                    </a:p>
                  </a:txBody>
                  <a:tcPr marL="9525" marR="9525" marT="9525" marB="0" anchor="ctr"/>
                </a:tc>
                <a:tc>
                  <a:txBody>
                    <a:bodyPr/>
                    <a:lstStyle/>
                    <a:p>
                      <a:pPr algn="ctr" fontAlgn="ct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E</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袋洗</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295</a:t>
                      </a:r>
                    </a:p>
                  </a:txBody>
                  <a:tcPr marL="9525" marR="9525" marT="9525" marB="0" anchor="ctr"/>
                </a:tc>
                <a:tc>
                  <a:txBody>
                    <a:bodyPr/>
                    <a:lstStyle/>
                    <a:p>
                      <a:pPr marL="0" algn="ctr" defTabSz="914400" rtl="0" eaLnBrk="1" fontAlgn="ctr" latinLnBrk="0" hangingPunct="1"/>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美丽说手机软件</a:t>
                      </a:r>
                    </a:p>
                  </a:txBody>
                  <a:tcPr marL="9525" marR="9525" marT="9525" marB="0" anchor="ctr"/>
                </a:tc>
                <a:extLst>
                  <a:ext uri="{0D108BD9-81ED-4DB2-BD59-A6C34878D82A}">
                    <a16:rowId xmlns="" xmlns:a16="http://schemas.microsoft.com/office/drawing/2014/main" val="10021"/>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快乐中国网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246</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美颜相机手机应用软件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271</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养车无忧网</a:t>
                      </a:r>
                    </a:p>
                  </a:txBody>
                  <a:tcPr marL="9525" marR="9525" marT="9525" marB="0" anchor="ctr"/>
                </a:tc>
                <a:tc>
                  <a:txBody>
                    <a:bodyPr/>
                    <a:lstStyle/>
                    <a:p>
                      <a:pPr marL="0" algn="ctr" defTabSz="914400" rtl="0" eaLnBrk="1" fontAlgn="ctr" latinLnBrk="0" hangingPunct="1"/>
                      <a:r>
                        <a:rPr lang="en-US" altLang="zh-CN" sz="1050" b="1" kern="100">
                          <a:solidFill>
                            <a:schemeClr val="bg1"/>
                          </a:solidFill>
                          <a:effectLst/>
                          <a:latin typeface="华文中宋" panose="02010600040101010101" pitchFamily="2" charset="-122"/>
                          <a:ea typeface="华文中宋" panose="02010600040101010101" pitchFamily="2" charset="-122"/>
                          <a:cs typeface="Times New Roman"/>
                        </a:rPr>
                        <a:t>296</a:t>
                      </a:r>
                    </a:p>
                  </a:txBody>
                  <a:tcPr marL="9525" marR="9525" marT="9525" marB="0" anchor="ctr"/>
                </a:tc>
                <a:tc>
                  <a:txBody>
                    <a:bodyPr/>
                    <a:lstStyle/>
                    <a:p>
                      <a:pPr marL="0" algn="ctr" defTabSz="914400" rtl="0" eaLnBrk="1" fontAlgn="ctr" latinLnBrk="0" hangingPunct="1"/>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I</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体育手机应用</a:t>
                      </a:r>
                    </a:p>
                  </a:txBody>
                  <a:tcPr marL="9525" marR="9525" marT="9525" marB="0" anchor="ctr"/>
                </a:tc>
                <a:extLst>
                  <a:ext uri="{0D108BD9-81ED-4DB2-BD59-A6C34878D82A}">
                    <a16:rowId xmlns="" xmlns:a16="http://schemas.microsoft.com/office/drawing/2014/main" val="10022"/>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请他教网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亚马逊网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272</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一心堂网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297</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美道家手机软件</a:t>
                      </a:r>
                    </a:p>
                  </a:txBody>
                  <a:tcPr marL="9525" marR="9525" marT="9525" marB="0" anchor="ctr"/>
                </a:tc>
                <a:extLst>
                  <a:ext uri="{0D108BD9-81ED-4DB2-BD59-A6C34878D82A}">
                    <a16:rowId xmlns="" xmlns:a16="http://schemas.microsoft.com/office/drawing/2014/main" val="10023"/>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223</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寺库网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星摩登网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273</a:t>
                      </a:r>
                    </a:p>
                  </a:txBody>
                  <a:tcPr marL="9525" marR="9525" marT="9525" marB="0" anchor="ctr"/>
                </a:tc>
                <a:tc>
                  <a:txBody>
                    <a:bodyPr/>
                    <a:lstStyle/>
                    <a:p>
                      <a:pPr algn="ctr" fontAlgn="ctr"/>
                      <a:r>
                        <a:rPr lang="zh-CN" altLang="en-US" sz="1050" b="0" kern="100">
                          <a:solidFill>
                            <a:schemeClr val="bg1"/>
                          </a:solidFill>
                          <a:effectLst/>
                          <a:latin typeface="华文中宋" panose="02010600040101010101" pitchFamily="2" charset="-122"/>
                          <a:ea typeface="华文中宋" panose="02010600040101010101" pitchFamily="2" charset="-122"/>
                          <a:cs typeface="Times New Roman"/>
                        </a:rPr>
                        <a:t>沪江网校网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298</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他趣手机软件</a:t>
                      </a:r>
                    </a:p>
                  </a:txBody>
                  <a:tcPr marL="9525" marR="9525" marT="9525" marB="0" anchor="ctr"/>
                </a:tc>
                <a:extLst>
                  <a:ext uri="{0D108BD9-81ED-4DB2-BD59-A6C34878D82A}">
                    <a16:rowId xmlns="" xmlns:a16="http://schemas.microsoft.com/office/drawing/2014/main" val="10024"/>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掌阅</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IREADER</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读书软件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249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优酷</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&amp;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土豆网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274</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悦享手机软件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299</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汽车超人</a:t>
                      </a:r>
                      <a:r>
                        <a:rPr lang="en-US" altLang="zh-CN" sz="1050" b="0" kern="100" dirty="0">
                          <a:solidFill>
                            <a:schemeClr val="bg1"/>
                          </a:solidFill>
                          <a:effectLst/>
                          <a:latin typeface="华文中宋" panose="02010600040101010101" pitchFamily="2" charset="-122"/>
                          <a:ea typeface="华文中宋" panose="02010600040101010101" pitchFamily="2" charset="-122"/>
                          <a:cs typeface="Times New Roman"/>
                        </a:rPr>
                        <a:t>APP</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软件</a:t>
                      </a:r>
                    </a:p>
                  </a:txBody>
                  <a:tcPr marL="9525" marR="9525" marT="9525" marB="0" anchor="ctr"/>
                </a:tc>
                <a:extLst>
                  <a:ext uri="{0D108BD9-81ED-4DB2-BD59-A6C34878D82A}">
                    <a16:rowId xmlns="" xmlns:a16="http://schemas.microsoft.com/office/drawing/2014/main" val="10025"/>
                  </a:ext>
                </a:extLst>
              </a:tr>
              <a:tr h="205681">
                <a:tc>
                  <a:txBody>
                    <a:bodyPr/>
                    <a:lstStyle/>
                    <a:p>
                      <a:pPr algn="ctr" fontAlgn="ctr"/>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225</a:t>
                      </a:r>
                    </a:p>
                  </a:txBody>
                  <a:tcPr marL="9525" marR="9525" marT="9525" marB="0" anchor="ctr"/>
                </a:tc>
                <a:tc>
                  <a:txBody>
                    <a:bodyPr/>
                    <a:lstStyle/>
                    <a:p>
                      <a:pPr algn="ctr" fontAlgn="ctr"/>
                      <a:r>
                        <a:rPr lang="en-US" sz="1050" b="0" kern="100" dirty="0">
                          <a:solidFill>
                            <a:schemeClr val="bg1"/>
                          </a:solidFill>
                          <a:effectLst/>
                          <a:latin typeface="华文中宋" panose="02010600040101010101" pitchFamily="2" charset="-122"/>
                          <a:ea typeface="华文中宋" panose="02010600040101010101" pitchFamily="2" charset="-122"/>
                          <a:cs typeface="Times New Roman"/>
                        </a:rPr>
                        <a:t>ZAKER</a:t>
                      </a: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应用安卓软件</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250</a:t>
                      </a:r>
                    </a:p>
                  </a:txBody>
                  <a:tcPr marL="9525" marR="9525" marT="9525" marB="0" anchor="ctr"/>
                </a:tc>
                <a:tc>
                  <a:txBody>
                    <a:bodyPr/>
                    <a:lstStyle/>
                    <a:p>
                      <a:pPr marL="0" algn="ctr" defTabSz="914400" rtl="0" eaLnBrk="1" fontAlgn="ctr" latinLnBrk="0" hangingPunct="1"/>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金信网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275</a:t>
                      </a:r>
                    </a:p>
                  </a:txBody>
                  <a:tcPr marL="9525" marR="9525" marT="9525" marB="0" anchor="ctr"/>
                </a:tc>
                <a:tc>
                  <a:txBody>
                    <a:bodyPr/>
                    <a:lstStyle/>
                    <a:p>
                      <a:pPr algn="ctr" fontAlgn="ctr"/>
                      <a:r>
                        <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rPr>
                        <a:t>标点网</a:t>
                      </a:r>
                    </a:p>
                  </a:txBody>
                  <a:tcPr marL="9525" marR="9525" marT="9525" marB="0" anchor="ctr"/>
                </a:tc>
                <a:tc>
                  <a:txBody>
                    <a:bodyPr/>
                    <a:lstStyle/>
                    <a:p>
                      <a:pPr marL="0" algn="ctr" defTabSz="914400" rtl="0" eaLnBrk="1" fontAlgn="ctr" latinLnBrk="0" hangingPunct="1"/>
                      <a:r>
                        <a:rPr lang="en-US" altLang="zh-CN" sz="1050" b="1" kern="100" dirty="0">
                          <a:solidFill>
                            <a:schemeClr val="bg1"/>
                          </a:solidFill>
                          <a:effectLst/>
                          <a:latin typeface="华文中宋" panose="02010600040101010101" pitchFamily="2" charset="-122"/>
                          <a:ea typeface="华文中宋" panose="02010600040101010101" pitchFamily="2" charset="-122"/>
                          <a:cs typeface="Times New Roman"/>
                        </a:rPr>
                        <a:t>300</a:t>
                      </a:r>
                    </a:p>
                  </a:txBody>
                  <a:tcPr marL="9525" marR="9525" marT="9525" marB="0" anchor="ctr"/>
                </a:tc>
                <a:tc>
                  <a:txBody>
                    <a:bodyPr/>
                    <a:lstStyle/>
                    <a:p>
                      <a:pPr marL="0" algn="ctr" defTabSz="914400" rtl="0" eaLnBrk="1" fontAlgn="ctr" latinLnBrk="0" hangingPunct="1"/>
                      <a:r>
                        <a:rPr lang="zh-CN" altLang="en-US" sz="1050" b="0" kern="100" dirty="0" smtClean="0">
                          <a:solidFill>
                            <a:schemeClr val="bg1"/>
                          </a:solidFill>
                          <a:effectLst/>
                          <a:latin typeface="华文中宋" panose="02010600040101010101" pitchFamily="2" charset="-122"/>
                          <a:ea typeface="华文中宋" panose="02010600040101010101" pitchFamily="2" charset="-122"/>
                          <a:cs typeface="Times New Roman"/>
                        </a:rPr>
                        <a:t>快有家网</a:t>
                      </a:r>
                      <a:endParaRPr lang="zh-CN" altLang="en-US" sz="1050" b="0"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9525" marR="9525" marT="9525" marB="0" anchor="ctr"/>
                </a:tc>
                <a:extLst>
                  <a:ext uri="{0D108BD9-81ED-4DB2-BD59-A6C34878D82A}">
                    <a16:rowId xmlns="" xmlns:a16="http://schemas.microsoft.com/office/drawing/2014/main" val="10026"/>
                  </a:ext>
                </a:extLst>
              </a:tr>
            </a:tbl>
          </a:graphicData>
        </a:graphic>
      </p:graphicFrame>
      <p:sp>
        <p:nvSpPr>
          <p:cNvPr id="11" name="矩形 10"/>
          <p:cNvSpPr/>
          <p:nvPr/>
        </p:nvSpPr>
        <p:spPr>
          <a:xfrm>
            <a:off x="755576" y="6554331"/>
            <a:ext cx="8352933" cy="259045"/>
          </a:xfrm>
          <a:prstGeom prst="rect">
            <a:avLst/>
          </a:prstGeom>
        </p:spPr>
        <p:txBody>
          <a:bodyPr wrap="square">
            <a:spAutoFit/>
          </a:bodyPr>
          <a:lstStyle/>
          <a:p>
            <a:pPr algn="r" latinLnBrk="1">
              <a:lnSpc>
                <a:spcPts val="1300"/>
              </a:lnSpc>
            </a:pPr>
            <a:r>
              <a:rPr lang="zh-CN" altLang="en-US" sz="1100" kern="100" dirty="0" smtClean="0">
                <a:solidFill>
                  <a:srgbClr val="FFFFFF"/>
                </a:solidFill>
                <a:latin typeface="华文中宋" panose="02010600040101010101" pitchFamily="2" charset="-122"/>
                <a:ea typeface="华文中宋" panose="02010600040101010101" pitchFamily="2" charset="-122"/>
              </a:rPr>
              <a:t>按照</a:t>
            </a:r>
            <a:r>
              <a:rPr lang="en-US" altLang="zh-CN" sz="1100" kern="100" dirty="0" smtClean="0">
                <a:solidFill>
                  <a:srgbClr val="FFFFFF"/>
                </a:solidFill>
                <a:latin typeface="华文中宋" panose="02010600040101010101" pitchFamily="2" charset="-122"/>
                <a:ea typeface="华文中宋" panose="02010600040101010101" pitchFamily="2" charset="-122"/>
              </a:rPr>
              <a:t>2015</a:t>
            </a:r>
            <a:r>
              <a:rPr lang="zh-CN" altLang="en-US" sz="1100" kern="100" dirty="0" smtClean="0">
                <a:solidFill>
                  <a:srgbClr val="FFFFFF"/>
                </a:solidFill>
                <a:latin typeface="华文中宋" panose="02010600040101010101" pitchFamily="2" charset="-122"/>
                <a:ea typeface="华文中宋" panose="02010600040101010101" pitchFamily="2" charset="-122"/>
              </a:rPr>
              <a:t>年花费排序 （剔除游戏）</a:t>
            </a:r>
            <a:r>
              <a:rPr lang="zh-CN" altLang="zh-CN" sz="1100" kern="100" dirty="0" smtClean="0">
                <a:solidFill>
                  <a:srgbClr val="FFFFFF"/>
                </a:solidFill>
                <a:latin typeface="华文中宋" panose="02010600040101010101" pitchFamily="2" charset="-122"/>
                <a:ea typeface="华文中宋" panose="02010600040101010101" pitchFamily="2" charset="-122"/>
              </a:rPr>
              <a:t>数据</a:t>
            </a:r>
            <a:r>
              <a:rPr lang="zh-CN" altLang="zh-CN" sz="1100" kern="100" dirty="0">
                <a:solidFill>
                  <a:srgbClr val="FFFFFF"/>
                </a:solidFill>
                <a:latin typeface="华文中宋" panose="02010600040101010101" pitchFamily="2" charset="-122"/>
                <a:ea typeface="华文中宋" panose="02010600040101010101" pitchFamily="2" charset="-122"/>
              </a:rPr>
              <a:t>来源：</a:t>
            </a:r>
            <a:r>
              <a:rPr lang="en-US" altLang="zh-CN" sz="1100" kern="100" dirty="0">
                <a:solidFill>
                  <a:srgbClr val="FFFFFF"/>
                </a:solidFill>
                <a:latin typeface="华文中宋" panose="02010600040101010101" pitchFamily="2" charset="-122"/>
                <a:ea typeface="华文中宋" panose="02010600040101010101" pitchFamily="2" charset="-122"/>
              </a:rPr>
              <a:t>CTR</a:t>
            </a:r>
            <a:r>
              <a:rPr lang="zh-CN" altLang="en-US" sz="1100" kern="100" dirty="0">
                <a:solidFill>
                  <a:srgbClr val="FFFFFF"/>
                </a:solidFill>
                <a:latin typeface="华文中宋" panose="02010600040101010101" pitchFamily="2" charset="-122"/>
                <a:ea typeface="华文中宋" panose="02010600040101010101" pitchFamily="2" charset="-122"/>
              </a:rPr>
              <a:t>媒介智</a:t>
            </a:r>
            <a:r>
              <a:rPr lang="zh-CN" altLang="en-US" sz="1100" kern="100" dirty="0" smtClean="0">
                <a:solidFill>
                  <a:srgbClr val="FFFFFF"/>
                </a:solidFill>
                <a:latin typeface="华文中宋" panose="02010600040101010101" pitchFamily="2" charset="-122"/>
                <a:ea typeface="华文中宋" panose="02010600040101010101" pitchFamily="2" charset="-122"/>
              </a:rPr>
              <a:t>讯</a:t>
            </a:r>
            <a:endParaRPr lang="zh-CN" altLang="zh-CN" sz="11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105497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23528" y="1700813"/>
            <a:ext cx="3677394" cy="3677395"/>
          </a:xfrm>
          <a:prstGeom prst="rect">
            <a:avLst/>
          </a:prstGeom>
        </p:spPr>
      </p:pic>
      <p:sp>
        <p:nvSpPr>
          <p:cNvPr id="3" name="标题 1"/>
          <p:cNvSpPr txBox="1"/>
          <p:nvPr/>
        </p:nvSpPr>
        <p:spPr>
          <a:xfrm>
            <a:off x="3810602" y="2852936"/>
            <a:ext cx="5219341" cy="11136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互联网企业</a:t>
            </a:r>
            <a:endParaRPr kumimoji="0" lang="en-US" altLang="zh-CN" sz="2800" b="1" i="0" u="none" strike="noStrike" kern="1200" cap="none" spc="0" normalizeH="0" baseline="0" noProof="0" dirty="0">
              <a:ln>
                <a:noFill/>
              </a:ln>
              <a:solidFill>
                <a:srgbClr val="FFFFFF"/>
              </a:solidFill>
              <a:effectLst/>
              <a:uLnTx/>
              <a:uFillTx/>
              <a:latin typeface="Arial Black"/>
              <a:ea typeface="微软雅黑"/>
              <a:cs typeface="+mj-cs"/>
            </a:endParaRPr>
          </a:p>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         广告投放格局概览</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3" name="图表 2"/>
          <p:cNvGraphicFramePr/>
          <p:nvPr>
            <p:extLst>
              <p:ext uri="{D42A27DB-BD31-4B8C-83A1-F6EECF244321}">
                <p14:modId xmlns:p14="http://schemas.microsoft.com/office/powerpoint/2010/main" val="2702316376"/>
              </p:ext>
            </p:extLst>
          </p:nvPr>
        </p:nvGraphicFramePr>
        <p:xfrm>
          <a:off x="-180528" y="1324992"/>
          <a:ext cx="9218855" cy="5344368"/>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p:cNvSpPr txBox="1"/>
          <p:nvPr/>
        </p:nvSpPr>
        <p:spPr>
          <a:xfrm>
            <a:off x="378459" y="1829048"/>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smtClean="0">
                <a:solidFill>
                  <a:schemeClr val="tx1"/>
                </a:solidFill>
                <a:latin typeface="华文中宋" panose="02010600040101010101" pitchFamily="2" charset="-122"/>
                <a:ea typeface="华文中宋" panose="02010600040101010101" pitchFamily="2" charset="-122"/>
              </a:rPr>
              <a:t>互联网</a:t>
            </a:r>
            <a:r>
              <a:rPr lang="zh-CN" altLang="en-US" b="1" dirty="0">
                <a:solidFill>
                  <a:schemeClr val="tx1"/>
                </a:solidFill>
                <a:latin typeface="华文中宋" panose="02010600040101010101" pitchFamily="2" charset="-122"/>
                <a:ea typeface="华文中宋" panose="02010600040101010101" pitchFamily="2" charset="-122"/>
              </a:rPr>
              <a:t>企业广告花费分月走势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7" name="标题 1"/>
          <p:cNvSpPr txBox="1"/>
          <p:nvPr/>
        </p:nvSpPr>
        <p:spPr>
          <a:xfrm>
            <a:off x="378460" y="286385"/>
            <a:ext cx="8340725" cy="6013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花费趋势：互联网</a:t>
            </a:r>
            <a:r>
              <a:rPr lang="zh-CN" altLang="en-US" b="1" noProof="0" dirty="0">
                <a:solidFill>
                  <a:srgbClr val="FFFFFF"/>
                </a:solidFill>
                <a:latin typeface="Arial Black"/>
                <a:ea typeface="微软雅黑"/>
              </a:rPr>
              <a:t>企业</a:t>
            </a: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广告花费持续增长</a:t>
            </a:r>
          </a:p>
        </p:txBody>
      </p:sp>
      <p:sp>
        <p:nvSpPr>
          <p:cNvPr id="18" name="矩形 17"/>
          <p:cNvSpPr/>
          <p:nvPr/>
        </p:nvSpPr>
        <p:spPr>
          <a:xfrm>
            <a:off x="2933547" y="6481502"/>
            <a:ext cx="6102953" cy="259045"/>
          </a:xfrm>
          <a:prstGeom prst="rect">
            <a:avLst/>
          </a:prstGeom>
        </p:spPr>
        <p:txBody>
          <a:bodyPr wrap="none">
            <a:spAutoFit/>
          </a:bodyPr>
          <a:lstStyle/>
          <a:p>
            <a:pPr algn="r" latinLnBrk="1">
              <a:lnSpc>
                <a:spcPts val="1300"/>
              </a:lnSpc>
            </a:pPr>
            <a:r>
              <a:rPr lang="zh-CN" altLang="zh-CN" sz="1400" kern="100" dirty="0">
                <a:solidFill>
                  <a:srgbClr val="FFFFFF"/>
                </a:solidFill>
                <a:latin typeface="华文中宋" panose="02010600040101010101" pitchFamily="2" charset="-122"/>
                <a:ea typeface="华文中宋" panose="02010600040101010101" pitchFamily="2" charset="-122"/>
              </a:rPr>
              <a:t>数据来源：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en-US" altLang="zh-CN" sz="1400" kern="100" dirty="0" smtClean="0">
                <a:solidFill>
                  <a:srgbClr val="FFFFFF"/>
                </a:solidFill>
                <a:latin typeface="华文中宋" panose="02010600040101010101" pitchFamily="2" charset="-122"/>
                <a:ea typeface="华文中宋" panose="02010600040101010101" pitchFamily="2" charset="-122"/>
              </a:rPr>
              <a:t>2014</a:t>
            </a:r>
            <a:r>
              <a:rPr lang="zh-CN" altLang="en-US" sz="1400" kern="100" dirty="0" smtClean="0">
                <a:solidFill>
                  <a:srgbClr val="FFFFFF"/>
                </a:solidFill>
                <a:latin typeface="华文中宋" panose="02010600040101010101" pitchFamily="2" charset="-122"/>
                <a:ea typeface="华文中宋" panose="02010600040101010101" pitchFamily="2" charset="-122"/>
              </a:rPr>
              <a:t>年</a:t>
            </a:r>
            <a:r>
              <a:rPr lang="en-US" altLang="zh-CN" sz="1400" kern="100" dirty="0" smtClean="0">
                <a:solidFill>
                  <a:srgbClr val="FFFFFF"/>
                </a:solidFill>
                <a:latin typeface="华文中宋" panose="02010600040101010101" pitchFamily="2" charset="-122"/>
                <a:ea typeface="华文中宋" panose="02010600040101010101" pitchFamily="2" charset="-122"/>
              </a:rPr>
              <a:t>1</a:t>
            </a:r>
            <a:r>
              <a:rPr lang="zh-CN" altLang="en-US" sz="1400" kern="100" dirty="0" smtClean="0">
                <a:solidFill>
                  <a:srgbClr val="FFFFFF"/>
                </a:solidFill>
                <a:latin typeface="华文中宋" panose="02010600040101010101" pitchFamily="2" charset="-122"/>
                <a:ea typeface="华文中宋" panose="02010600040101010101" pitchFamily="2" charset="-122"/>
              </a:rPr>
              <a:t>月</a:t>
            </a:r>
            <a:r>
              <a:rPr lang="en-US" altLang="zh-CN" sz="1400" kern="100" dirty="0" smtClean="0">
                <a:solidFill>
                  <a:srgbClr val="FFFFFF"/>
                </a:solidFill>
                <a:latin typeface="华文中宋" panose="02010600040101010101" pitchFamily="2" charset="-122"/>
                <a:ea typeface="华文中宋" panose="02010600040101010101" pitchFamily="2" charset="-122"/>
              </a:rPr>
              <a:t>-2016</a:t>
            </a:r>
            <a:r>
              <a:rPr lang="zh-CN" altLang="en-US" sz="1400" kern="100" dirty="0" smtClean="0">
                <a:solidFill>
                  <a:srgbClr val="FFFFFF"/>
                </a:solidFill>
                <a:latin typeface="华文中宋" panose="02010600040101010101" pitchFamily="2" charset="-122"/>
                <a:ea typeface="华文中宋" panose="02010600040101010101" pitchFamily="2" charset="-122"/>
              </a:rPr>
              <a:t>年</a:t>
            </a:r>
            <a:r>
              <a:rPr lang="en-US" altLang="zh-CN" sz="1400" kern="100" dirty="0">
                <a:solidFill>
                  <a:srgbClr val="FFFFFF"/>
                </a:solidFill>
                <a:latin typeface="华文中宋" panose="02010600040101010101" pitchFamily="2" charset="-122"/>
                <a:ea typeface="华文中宋" panose="02010600040101010101" pitchFamily="2" charset="-122"/>
              </a:rPr>
              <a:t>3</a:t>
            </a:r>
            <a:r>
              <a:rPr lang="zh-CN" altLang="en-US" sz="1400" kern="100" dirty="0" smtClean="0">
                <a:solidFill>
                  <a:srgbClr val="FFFFFF"/>
                </a:solidFill>
                <a:latin typeface="华文中宋" panose="02010600040101010101" pitchFamily="2" charset="-122"/>
                <a:ea typeface="华文中宋" panose="02010600040101010101" pitchFamily="2" charset="-122"/>
              </a:rPr>
              <a:t>月互联网企业广告花费数据</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2" name="TextBox 1"/>
          <p:cNvSpPr txBox="1"/>
          <p:nvPr/>
        </p:nvSpPr>
        <p:spPr>
          <a:xfrm>
            <a:off x="4139952" y="3429000"/>
            <a:ext cx="1462190" cy="523220"/>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2015</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48%</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3" name="TextBox 12"/>
          <p:cNvSpPr txBox="1"/>
          <p:nvPr/>
        </p:nvSpPr>
        <p:spPr>
          <a:xfrm>
            <a:off x="7306949" y="4066337"/>
            <a:ext cx="1412236" cy="523220"/>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2016</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78%</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378375" y="476676"/>
            <a:ext cx="8370125" cy="81754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lnSpc>
                <a:spcPct val="100000"/>
              </a:lnSpc>
              <a:defRPr/>
            </a:pPr>
            <a:r>
              <a:rPr lang="zh-CN" altLang="en-US" b="1" dirty="0" smtClean="0">
                <a:solidFill>
                  <a:srgbClr val="FFFFFF"/>
                </a:solidFill>
                <a:latin typeface="Arial Black"/>
                <a:ea typeface="微软雅黑"/>
              </a:rPr>
              <a:t>投放区域</a:t>
            </a:r>
            <a:r>
              <a:rPr lang="zh-CN" altLang="en-US" b="1" dirty="0">
                <a:solidFill>
                  <a:srgbClr val="FFFFFF"/>
                </a:solidFill>
                <a:latin typeface="Arial Black"/>
                <a:ea typeface="微软雅黑"/>
              </a:rPr>
              <a:t>：互联网企业广告投放覆盖全国，经济发达区域花费增长明显</a:t>
            </a:r>
            <a:endParaRPr kumimoji="0" lang="en-US" altLang="zh-CN" sz="2800" b="1" i="0" u="none" strike="noStrike" kern="1200" cap="none" spc="0" normalizeH="0" baseline="0" noProof="0" dirty="0">
              <a:ln>
                <a:noFill/>
              </a:ln>
              <a:solidFill>
                <a:srgbClr val="FFFFFF"/>
              </a:solidFill>
              <a:effectLst/>
              <a:uLnTx/>
              <a:uFillTx/>
              <a:latin typeface="Arial Black"/>
              <a:ea typeface="微软雅黑"/>
            </a:endParaRPr>
          </a:p>
        </p:txBody>
      </p:sp>
      <p:grpSp>
        <p:nvGrpSpPr>
          <p:cNvPr id="3" name="组合 2"/>
          <p:cNvGrpSpPr/>
          <p:nvPr/>
        </p:nvGrpSpPr>
        <p:grpSpPr>
          <a:xfrm>
            <a:off x="323528" y="1874076"/>
            <a:ext cx="4464674" cy="3948968"/>
            <a:chOff x="611379" y="1183259"/>
            <a:chExt cx="4279899" cy="3540125"/>
          </a:xfrm>
        </p:grpSpPr>
        <p:sp>
          <p:nvSpPr>
            <p:cNvPr id="4" name="Freeform 5"/>
            <p:cNvSpPr/>
            <p:nvPr/>
          </p:nvSpPr>
          <p:spPr bwMode="auto">
            <a:xfrm>
              <a:off x="2048066" y="2310384"/>
              <a:ext cx="1196975" cy="1012825"/>
            </a:xfrm>
            <a:custGeom>
              <a:avLst/>
              <a:gdLst>
                <a:gd name="T0" fmla="*/ 407 w 692"/>
                <a:gd name="T1" fmla="*/ 233 h 585"/>
                <a:gd name="T2" fmla="*/ 391 w 692"/>
                <a:gd name="T3" fmla="*/ 243 h 585"/>
                <a:gd name="T4" fmla="*/ 337 w 692"/>
                <a:gd name="T5" fmla="*/ 194 h 585"/>
                <a:gd name="T6" fmla="*/ 298 w 692"/>
                <a:gd name="T7" fmla="*/ 162 h 585"/>
                <a:gd name="T8" fmla="*/ 302 w 692"/>
                <a:gd name="T9" fmla="*/ 119 h 585"/>
                <a:gd name="T10" fmla="*/ 258 w 692"/>
                <a:gd name="T11" fmla="*/ 131 h 585"/>
                <a:gd name="T12" fmla="*/ 224 w 692"/>
                <a:gd name="T13" fmla="*/ 88 h 585"/>
                <a:gd name="T14" fmla="*/ 209 w 692"/>
                <a:gd name="T15" fmla="*/ 37 h 585"/>
                <a:gd name="T16" fmla="*/ 195 w 692"/>
                <a:gd name="T17" fmla="*/ 11 h 585"/>
                <a:gd name="T18" fmla="*/ 159 w 692"/>
                <a:gd name="T19" fmla="*/ 23 h 585"/>
                <a:gd name="T20" fmla="*/ 135 w 692"/>
                <a:gd name="T21" fmla="*/ 48 h 585"/>
                <a:gd name="T22" fmla="*/ 74 w 692"/>
                <a:gd name="T23" fmla="*/ 67 h 585"/>
                <a:gd name="T24" fmla="*/ 38 w 692"/>
                <a:gd name="T25" fmla="*/ 110 h 585"/>
                <a:gd name="T26" fmla="*/ 3 w 692"/>
                <a:gd name="T27" fmla="*/ 139 h 585"/>
                <a:gd name="T28" fmla="*/ 50 w 692"/>
                <a:gd name="T29" fmla="*/ 180 h 585"/>
                <a:gd name="T30" fmla="*/ 85 w 692"/>
                <a:gd name="T31" fmla="*/ 192 h 585"/>
                <a:gd name="T32" fmla="*/ 170 w 692"/>
                <a:gd name="T33" fmla="*/ 227 h 585"/>
                <a:gd name="T34" fmla="*/ 230 w 692"/>
                <a:gd name="T35" fmla="*/ 214 h 585"/>
                <a:gd name="T36" fmla="*/ 282 w 692"/>
                <a:gd name="T37" fmla="*/ 237 h 585"/>
                <a:gd name="T38" fmla="*/ 327 w 692"/>
                <a:gd name="T39" fmla="*/ 254 h 585"/>
                <a:gd name="T40" fmla="*/ 397 w 692"/>
                <a:gd name="T41" fmla="*/ 307 h 585"/>
                <a:gd name="T42" fmla="*/ 416 w 692"/>
                <a:gd name="T43" fmla="*/ 333 h 585"/>
                <a:gd name="T44" fmla="*/ 411 w 692"/>
                <a:gd name="T45" fmla="*/ 437 h 585"/>
                <a:gd name="T46" fmla="*/ 383 w 692"/>
                <a:gd name="T47" fmla="*/ 488 h 585"/>
                <a:gd name="T48" fmla="*/ 340 w 692"/>
                <a:gd name="T49" fmla="*/ 505 h 585"/>
                <a:gd name="T50" fmla="*/ 379 w 692"/>
                <a:gd name="T51" fmla="*/ 534 h 585"/>
                <a:gd name="T52" fmla="*/ 397 w 692"/>
                <a:gd name="T53" fmla="*/ 527 h 585"/>
                <a:gd name="T54" fmla="*/ 399 w 692"/>
                <a:gd name="T55" fmla="*/ 508 h 585"/>
                <a:gd name="T56" fmla="*/ 419 w 692"/>
                <a:gd name="T57" fmla="*/ 488 h 585"/>
                <a:gd name="T58" fmla="*/ 437 w 692"/>
                <a:gd name="T59" fmla="*/ 503 h 585"/>
                <a:gd name="T60" fmla="*/ 489 w 692"/>
                <a:gd name="T61" fmla="*/ 524 h 585"/>
                <a:gd name="T62" fmla="*/ 507 w 692"/>
                <a:gd name="T63" fmla="*/ 555 h 585"/>
                <a:gd name="T64" fmla="*/ 553 w 692"/>
                <a:gd name="T65" fmla="*/ 569 h 585"/>
                <a:gd name="T66" fmla="*/ 553 w 692"/>
                <a:gd name="T67" fmla="*/ 541 h 585"/>
                <a:gd name="T68" fmla="*/ 558 w 692"/>
                <a:gd name="T69" fmla="*/ 530 h 585"/>
                <a:gd name="T70" fmla="*/ 581 w 692"/>
                <a:gd name="T71" fmla="*/ 492 h 585"/>
                <a:gd name="T72" fmla="*/ 584 w 692"/>
                <a:gd name="T73" fmla="*/ 466 h 585"/>
                <a:gd name="T74" fmla="*/ 607 w 692"/>
                <a:gd name="T75" fmla="*/ 440 h 585"/>
                <a:gd name="T76" fmla="*/ 641 w 692"/>
                <a:gd name="T77" fmla="*/ 434 h 585"/>
                <a:gd name="T78" fmla="*/ 676 w 692"/>
                <a:gd name="T79" fmla="*/ 421 h 585"/>
                <a:gd name="T80" fmla="*/ 687 w 692"/>
                <a:gd name="T81" fmla="*/ 369 h 585"/>
                <a:gd name="T82" fmla="*/ 626 w 692"/>
                <a:gd name="T83" fmla="*/ 331 h 585"/>
                <a:gd name="T84" fmla="*/ 600 w 692"/>
                <a:gd name="T85" fmla="*/ 372 h 585"/>
                <a:gd name="T86" fmla="*/ 618 w 692"/>
                <a:gd name="T87" fmla="*/ 387 h 585"/>
                <a:gd name="T88" fmla="*/ 615 w 692"/>
                <a:gd name="T89" fmla="*/ 409 h 585"/>
                <a:gd name="T90" fmla="*/ 590 w 692"/>
                <a:gd name="T91" fmla="*/ 417 h 585"/>
                <a:gd name="T92" fmla="*/ 567 w 692"/>
                <a:gd name="T93" fmla="*/ 431 h 585"/>
                <a:gd name="T94" fmla="*/ 550 w 692"/>
                <a:gd name="T95" fmla="*/ 414 h 585"/>
                <a:gd name="T96" fmla="*/ 540 w 692"/>
                <a:gd name="T97" fmla="*/ 389 h 585"/>
                <a:gd name="T98" fmla="*/ 532 w 692"/>
                <a:gd name="T99" fmla="*/ 361 h 585"/>
                <a:gd name="T100" fmla="*/ 495 w 692"/>
                <a:gd name="T101" fmla="*/ 315 h 585"/>
                <a:gd name="T102" fmla="*/ 453 w 692"/>
                <a:gd name="T103" fmla="*/ 284 h 585"/>
                <a:gd name="T104" fmla="*/ 455 w 692"/>
                <a:gd name="T105" fmla="*/ 254 h 585"/>
                <a:gd name="T106" fmla="*/ 493 w 692"/>
                <a:gd name="T107" fmla="*/ 215 h 585"/>
                <a:gd name="T108" fmla="*/ 448 w 692"/>
                <a:gd name="T109" fmla="*/ 216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2" h="585">
                  <a:moveTo>
                    <a:pt x="411" y="211"/>
                  </a:moveTo>
                  <a:cubicBezTo>
                    <a:pt x="402" y="211"/>
                    <a:pt x="402" y="211"/>
                    <a:pt x="402" y="211"/>
                  </a:cubicBezTo>
                  <a:cubicBezTo>
                    <a:pt x="399" y="218"/>
                    <a:pt x="399" y="218"/>
                    <a:pt x="399" y="218"/>
                  </a:cubicBezTo>
                  <a:cubicBezTo>
                    <a:pt x="404" y="224"/>
                    <a:pt x="404" y="224"/>
                    <a:pt x="404" y="224"/>
                  </a:cubicBezTo>
                  <a:cubicBezTo>
                    <a:pt x="404" y="224"/>
                    <a:pt x="404" y="224"/>
                    <a:pt x="404" y="224"/>
                  </a:cubicBezTo>
                  <a:cubicBezTo>
                    <a:pt x="404" y="225"/>
                    <a:pt x="404" y="225"/>
                    <a:pt x="404" y="225"/>
                  </a:cubicBezTo>
                  <a:cubicBezTo>
                    <a:pt x="407" y="233"/>
                    <a:pt x="407" y="233"/>
                    <a:pt x="407" y="233"/>
                  </a:cubicBezTo>
                  <a:cubicBezTo>
                    <a:pt x="407" y="233"/>
                    <a:pt x="407" y="233"/>
                    <a:pt x="407" y="233"/>
                  </a:cubicBezTo>
                  <a:cubicBezTo>
                    <a:pt x="407" y="235"/>
                    <a:pt x="407" y="235"/>
                    <a:pt x="407" y="235"/>
                  </a:cubicBezTo>
                  <a:cubicBezTo>
                    <a:pt x="406" y="236"/>
                    <a:pt x="406" y="236"/>
                    <a:pt x="406" y="236"/>
                  </a:cubicBezTo>
                  <a:cubicBezTo>
                    <a:pt x="393" y="242"/>
                    <a:pt x="393" y="242"/>
                    <a:pt x="393" y="242"/>
                  </a:cubicBezTo>
                  <a:cubicBezTo>
                    <a:pt x="392" y="243"/>
                    <a:pt x="392" y="243"/>
                    <a:pt x="392" y="243"/>
                  </a:cubicBezTo>
                  <a:cubicBezTo>
                    <a:pt x="392" y="243"/>
                    <a:pt x="392" y="243"/>
                    <a:pt x="392" y="243"/>
                  </a:cubicBezTo>
                  <a:cubicBezTo>
                    <a:pt x="391" y="243"/>
                    <a:pt x="391" y="243"/>
                    <a:pt x="391" y="243"/>
                  </a:cubicBezTo>
                  <a:cubicBezTo>
                    <a:pt x="391" y="243"/>
                    <a:pt x="391" y="243"/>
                    <a:pt x="391" y="243"/>
                  </a:cubicBezTo>
                  <a:cubicBezTo>
                    <a:pt x="380" y="242"/>
                    <a:pt x="375" y="239"/>
                    <a:pt x="373" y="235"/>
                  </a:cubicBezTo>
                  <a:cubicBezTo>
                    <a:pt x="370" y="227"/>
                    <a:pt x="370" y="227"/>
                    <a:pt x="370" y="227"/>
                  </a:cubicBezTo>
                  <a:cubicBezTo>
                    <a:pt x="351" y="224"/>
                    <a:pt x="351" y="224"/>
                    <a:pt x="351" y="224"/>
                  </a:cubicBezTo>
                  <a:cubicBezTo>
                    <a:pt x="346" y="201"/>
                    <a:pt x="346" y="201"/>
                    <a:pt x="346" y="201"/>
                  </a:cubicBezTo>
                  <a:cubicBezTo>
                    <a:pt x="343" y="200"/>
                    <a:pt x="340" y="198"/>
                    <a:pt x="338" y="196"/>
                  </a:cubicBezTo>
                  <a:cubicBezTo>
                    <a:pt x="337" y="194"/>
                    <a:pt x="337" y="194"/>
                    <a:pt x="337" y="194"/>
                  </a:cubicBezTo>
                  <a:cubicBezTo>
                    <a:pt x="334" y="190"/>
                    <a:pt x="332" y="188"/>
                    <a:pt x="328" y="187"/>
                  </a:cubicBezTo>
                  <a:cubicBezTo>
                    <a:pt x="323" y="185"/>
                    <a:pt x="319" y="182"/>
                    <a:pt x="315" y="176"/>
                  </a:cubicBezTo>
                  <a:cubicBezTo>
                    <a:pt x="308" y="172"/>
                    <a:pt x="308" y="172"/>
                    <a:pt x="308" y="172"/>
                  </a:cubicBezTo>
                  <a:cubicBezTo>
                    <a:pt x="308" y="172"/>
                    <a:pt x="308" y="172"/>
                    <a:pt x="308" y="172"/>
                  </a:cubicBezTo>
                  <a:cubicBezTo>
                    <a:pt x="308" y="172"/>
                    <a:pt x="308" y="172"/>
                    <a:pt x="308" y="172"/>
                  </a:cubicBezTo>
                  <a:cubicBezTo>
                    <a:pt x="308" y="172"/>
                    <a:pt x="308" y="172"/>
                    <a:pt x="308" y="172"/>
                  </a:cubicBezTo>
                  <a:cubicBezTo>
                    <a:pt x="298" y="162"/>
                    <a:pt x="298" y="162"/>
                    <a:pt x="298" y="162"/>
                  </a:cubicBezTo>
                  <a:cubicBezTo>
                    <a:pt x="298" y="162"/>
                    <a:pt x="298" y="162"/>
                    <a:pt x="298" y="162"/>
                  </a:cubicBezTo>
                  <a:cubicBezTo>
                    <a:pt x="295" y="154"/>
                    <a:pt x="295" y="154"/>
                    <a:pt x="295" y="154"/>
                  </a:cubicBezTo>
                  <a:cubicBezTo>
                    <a:pt x="295" y="153"/>
                    <a:pt x="295" y="153"/>
                    <a:pt x="295" y="153"/>
                  </a:cubicBezTo>
                  <a:cubicBezTo>
                    <a:pt x="315" y="126"/>
                    <a:pt x="315" y="126"/>
                    <a:pt x="315" y="126"/>
                  </a:cubicBezTo>
                  <a:cubicBezTo>
                    <a:pt x="315" y="125"/>
                    <a:pt x="316" y="123"/>
                    <a:pt x="315" y="123"/>
                  </a:cubicBezTo>
                  <a:cubicBezTo>
                    <a:pt x="312" y="114"/>
                    <a:pt x="312" y="114"/>
                    <a:pt x="312" y="114"/>
                  </a:cubicBezTo>
                  <a:cubicBezTo>
                    <a:pt x="302" y="119"/>
                    <a:pt x="302" y="119"/>
                    <a:pt x="302" y="119"/>
                  </a:cubicBezTo>
                  <a:cubicBezTo>
                    <a:pt x="301" y="119"/>
                    <a:pt x="301" y="119"/>
                    <a:pt x="301" y="119"/>
                  </a:cubicBezTo>
                  <a:cubicBezTo>
                    <a:pt x="301" y="119"/>
                    <a:pt x="301" y="119"/>
                    <a:pt x="301" y="119"/>
                  </a:cubicBezTo>
                  <a:cubicBezTo>
                    <a:pt x="300" y="119"/>
                    <a:pt x="300" y="119"/>
                    <a:pt x="300" y="119"/>
                  </a:cubicBezTo>
                  <a:cubicBezTo>
                    <a:pt x="274" y="121"/>
                    <a:pt x="274" y="121"/>
                    <a:pt x="274" y="121"/>
                  </a:cubicBezTo>
                  <a:cubicBezTo>
                    <a:pt x="263" y="123"/>
                    <a:pt x="263" y="123"/>
                    <a:pt x="263" y="123"/>
                  </a:cubicBezTo>
                  <a:cubicBezTo>
                    <a:pt x="260" y="127"/>
                    <a:pt x="260" y="127"/>
                    <a:pt x="260" y="127"/>
                  </a:cubicBezTo>
                  <a:cubicBezTo>
                    <a:pt x="258" y="131"/>
                    <a:pt x="258" y="131"/>
                    <a:pt x="258" y="131"/>
                  </a:cubicBezTo>
                  <a:cubicBezTo>
                    <a:pt x="255" y="134"/>
                    <a:pt x="252" y="136"/>
                    <a:pt x="246" y="134"/>
                  </a:cubicBezTo>
                  <a:cubicBezTo>
                    <a:pt x="246" y="134"/>
                    <a:pt x="246" y="134"/>
                    <a:pt x="246" y="134"/>
                  </a:cubicBezTo>
                  <a:cubicBezTo>
                    <a:pt x="246" y="134"/>
                    <a:pt x="246" y="134"/>
                    <a:pt x="246" y="134"/>
                  </a:cubicBezTo>
                  <a:cubicBezTo>
                    <a:pt x="237" y="127"/>
                    <a:pt x="237" y="127"/>
                    <a:pt x="237" y="127"/>
                  </a:cubicBezTo>
                  <a:cubicBezTo>
                    <a:pt x="236" y="112"/>
                    <a:pt x="236" y="112"/>
                    <a:pt x="236" y="112"/>
                  </a:cubicBezTo>
                  <a:cubicBezTo>
                    <a:pt x="231" y="108"/>
                    <a:pt x="228" y="105"/>
                    <a:pt x="227" y="102"/>
                  </a:cubicBezTo>
                  <a:cubicBezTo>
                    <a:pt x="224" y="88"/>
                    <a:pt x="224" y="88"/>
                    <a:pt x="224" y="88"/>
                  </a:cubicBezTo>
                  <a:cubicBezTo>
                    <a:pt x="218" y="81"/>
                    <a:pt x="218" y="81"/>
                    <a:pt x="218" y="81"/>
                  </a:cubicBezTo>
                  <a:cubicBezTo>
                    <a:pt x="212" y="75"/>
                    <a:pt x="212" y="75"/>
                    <a:pt x="212" y="75"/>
                  </a:cubicBezTo>
                  <a:cubicBezTo>
                    <a:pt x="209" y="74"/>
                    <a:pt x="209" y="74"/>
                    <a:pt x="209" y="74"/>
                  </a:cubicBezTo>
                  <a:cubicBezTo>
                    <a:pt x="220" y="60"/>
                    <a:pt x="220" y="60"/>
                    <a:pt x="220" y="60"/>
                  </a:cubicBezTo>
                  <a:cubicBezTo>
                    <a:pt x="222" y="52"/>
                    <a:pt x="222" y="52"/>
                    <a:pt x="222" y="52"/>
                  </a:cubicBezTo>
                  <a:cubicBezTo>
                    <a:pt x="210" y="37"/>
                    <a:pt x="210" y="37"/>
                    <a:pt x="210" y="37"/>
                  </a:cubicBezTo>
                  <a:cubicBezTo>
                    <a:pt x="209" y="37"/>
                    <a:pt x="209" y="37"/>
                    <a:pt x="209" y="37"/>
                  </a:cubicBezTo>
                  <a:cubicBezTo>
                    <a:pt x="209" y="36"/>
                    <a:pt x="209" y="36"/>
                    <a:pt x="209" y="36"/>
                  </a:cubicBezTo>
                  <a:cubicBezTo>
                    <a:pt x="204" y="24"/>
                    <a:pt x="204" y="24"/>
                    <a:pt x="204" y="24"/>
                  </a:cubicBezTo>
                  <a:cubicBezTo>
                    <a:pt x="204" y="23"/>
                    <a:pt x="204" y="23"/>
                    <a:pt x="204" y="23"/>
                  </a:cubicBezTo>
                  <a:cubicBezTo>
                    <a:pt x="204" y="23"/>
                    <a:pt x="204" y="23"/>
                    <a:pt x="204" y="23"/>
                  </a:cubicBezTo>
                  <a:cubicBezTo>
                    <a:pt x="203" y="17"/>
                    <a:pt x="203" y="17"/>
                    <a:pt x="203" y="17"/>
                  </a:cubicBezTo>
                  <a:cubicBezTo>
                    <a:pt x="195" y="11"/>
                    <a:pt x="195" y="11"/>
                    <a:pt x="195" y="11"/>
                  </a:cubicBezTo>
                  <a:cubicBezTo>
                    <a:pt x="195" y="11"/>
                    <a:pt x="195" y="11"/>
                    <a:pt x="195" y="11"/>
                  </a:cubicBezTo>
                  <a:cubicBezTo>
                    <a:pt x="195" y="11"/>
                    <a:pt x="195" y="11"/>
                    <a:pt x="195" y="11"/>
                  </a:cubicBezTo>
                  <a:cubicBezTo>
                    <a:pt x="195" y="11"/>
                    <a:pt x="195" y="11"/>
                    <a:pt x="195" y="11"/>
                  </a:cubicBezTo>
                  <a:cubicBezTo>
                    <a:pt x="186" y="1"/>
                    <a:pt x="186" y="1"/>
                    <a:pt x="186" y="1"/>
                  </a:cubicBezTo>
                  <a:cubicBezTo>
                    <a:pt x="175" y="0"/>
                    <a:pt x="175" y="0"/>
                    <a:pt x="175" y="0"/>
                  </a:cubicBezTo>
                  <a:cubicBezTo>
                    <a:pt x="163" y="3"/>
                    <a:pt x="163" y="3"/>
                    <a:pt x="163" y="3"/>
                  </a:cubicBezTo>
                  <a:cubicBezTo>
                    <a:pt x="161" y="6"/>
                    <a:pt x="161" y="6"/>
                    <a:pt x="161" y="6"/>
                  </a:cubicBezTo>
                  <a:cubicBezTo>
                    <a:pt x="159" y="23"/>
                    <a:pt x="159" y="23"/>
                    <a:pt x="159" y="23"/>
                  </a:cubicBezTo>
                  <a:cubicBezTo>
                    <a:pt x="159" y="41"/>
                    <a:pt x="159" y="41"/>
                    <a:pt x="159" y="41"/>
                  </a:cubicBezTo>
                  <a:cubicBezTo>
                    <a:pt x="158" y="42"/>
                    <a:pt x="158" y="42"/>
                    <a:pt x="158" y="42"/>
                  </a:cubicBezTo>
                  <a:cubicBezTo>
                    <a:pt x="146" y="46"/>
                    <a:pt x="146" y="46"/>
                    <a:pt x="146" y="46"/>
                  </a:cubicBezTo>
                  <a:cubicBezTo>
                    <a:pt x="146" y="46"/>
                    <a:pt x="146" y="46"/>
                    <a:pt x="146" y="46"/>
                  </a:cubicBezTo>
                  <a:cubicBezTo>
                    <a:pt x="146" y="47"/>
                    <a:pt x="146" y="47"/>
                    <a:pt x="146" y="47"/>
                  </a:cubicBezTo>
                  <a:cubicBezTo>
                    <a:pt x="146" y="47"/>
                    <a:pt x="146" y="47"/>
                    <a:pt x="146" y="47"/>
                  </a:cubicBezTo>
                  <a:cubicBezTo>
                    <a:pt x="135" y="48"/>
                    <a:pt x="135" y="48"/>
                    <a:pt x="135" y="48"/>
                  </a:cubicBezTo>
                  <a:cubicBezTo>
                    <a:pt x="130" y="51"/>
                    <a:pt x="124" y="54"/>
                    <a:pt x="117" y="56"/>
                  </a:cubicBezTo>
                  <a:cubicBezTo>
                    <a:pt x="116" y="57"/>
                    <a:pt x="116" y="57"/>
                    <a:pt x="116" y="57"/>
                  </a:cubicBezTo>
                  <a:cubicBezTo>
                    <a:pt x="116" y="57"/>
                    <a:pt x="116" y="57"/>
                    <a:pt x="116" y="57"/>
                  </a:cubicBezTo>
                  <a:cubicBezTo>
                    <a:pt x="115" y="57"/>
                    <a:pt x="115" y="57"/>
                    <a:pt x="115" y="57"/>
                  </a:cubicBezTo>
                  <a:cubicBezTo>
                    <a:pt x="95" y="52"/>
                    <a:pt x="95" y="52"/>
                    <a:pt x="95" y="52"/>
                  </a:cubicBezTo>
                  <a:cubicBezTo>
                    <a:pt x="86" y="61"/>
                    <a:pt x="86" y="61"/>
                    <a:pt x="86" y="61"/>
                  </a:cubicBezTo>
                  <a:cubicBezTo>
                    <a:pt x="84" y="63"/>
                    <a:pt x="80" y="66"/>
                    <a:pt x="74" y="67"/>
                  </a:cubicBezTo>
                  <a:cubicBezTo>
                    <a:pt x="62" y="77"/>
                    <a:pt x="62" y="77"/>
                    <a:pt x="62" y="77"/>
                  </a:cubicBezTo>
                  <a:cubicBezTo>
                    <a:pt x="55" y="88"/>
                    <a:pt x="55" y="88"/>
                    <a:pt x="55" y="88"/>
                  </a:cubicBezTo>
                  <a:cubicBezTo>
                    <a:pt x="55" y="88"/>
                    <a:pt x="55" y="88"/>
                    <a:pt x="55" y="88"/>
                  </a:cubicBezTo>
                  <a:cubicBezTo>
                    <a:pt x="54" y="89"/>
                    <a:pt x="54" y="89"/>
                    <a:pt x="54" y="89"/>
                  </a:cubicBezTo>
                  <a:cubicBezTo>
                    <a:pt x="51" y="94"/>
                    <a:pt x="48" y="99"/>
                    <a:pt x="45" y="100"/>
                  </a:cubicBezTo>
                  <a:cubicBezTo>
                    <a:pt x="38" y="109"/>
                    <a:pt x="38" y="109"/>
                    <a:pt x="38" y="109"/>
                  </a:cubicBezTo>
                  <a:cubicBezTo>
                    <a:pt x="38" y="110"/>
                    <a:pt x="38" y="110"/>
                    <a:pt x="38" y="110"/>
                  </a:cubicBezTo>
                  <a:cubicBezTo>
                    <a:pt x="37" y="111"/>
                    <a:pt x="37" y="111"/>
                    <a:pt x="37" y="111"/>
                  </a:cubicBezTo>
                  <a:cubicBezTo>
                    <a:pt x="33" y="114"/>
                    <a:pt x="33" y="114"/>
                    <a:pt x="33" y="114"/>
                  </a:cubicBezTo>
                  <a:cubicBezTo>
                    <a:pt x="30" y="115"/>
                    <a:pt x="27" y="116"/>
                    <a:pt x="25" y="116"/>
                  </a:cubicBezTo>
                  <a:cubicBezTo>
                    <a:pt x="10" y="114"/>
                    <a:pt x="10" y="114"/>
                    <a:pt x="10" y="114"/>
                  </a:cubicBezTo>
                  <a:cubicBezTo>
                    <a:pt x="6" y="120"/>
                    <a:pt x="6" y="120"/>
                    <a:pt x="6" y="120"/>
                  </a:cubicBezTo>
                  <a:cubicBezTo>
                    <a:pt x="0" y="130"/>
                    <a:pt x="0" y="130"/>
                    <a:pt x="0" y="130"/>
                  </a:cubicBezTo>
                  <a:cubicBezTo>
                    <a:pt x="3" y="139"/>
                    <a:pt x="3" y="139"/>
                    <a:pt x="3" y="139"/>
                  </a:cubicBezTo>
                  <a:cubicBezTo>
                    <a:pt x="2" y="163"/>
                    <a:pt x="2" y="163"/>
                    <a:pt x="2" y="163"/>
                  </a:cubicBezTo>
                  <a:cubicBezTo>
                    <a:pt x="6" y="170"/>
                    <a:pt x="6" y="170"/>
                    <a:pt x="6" y="170"/>
                  </a:cubicBezTo>
                  <a:cubicBezTo>
                    <a:pt x="6" y="171"/>
                    <a:pt x="6" y="171"/>
                    <a:pt x="6" y="171"/>
                  </a:cubicBezTo>
                  <a:cubicBezTo>
                    <a:pt x="8" y="176"/>
                    <a:pt x="8" y="176"/>
                    <a:pt x="8" y="176"/>
                  </a:cubicBezTo>
                  <a:cubicBezTo>
                    <a:pt x="16" y="176"/>
                    <a:pt x="16" y="176"/>
                    <a:pt x="16" y="176"/>
                  </a:cubicBezTo>
                  <a:cubicBezTo>
                    <a:pt x="31" y="179"/>
                    <a:pt x="31" y="179"/>
                    <a:pt x="31" y="179"/>
                  </a:cubicBezTo>
                  <a:cubicBezTo>
                    <a:pt x="50" y="180"/>
                    <a:pt x="50" y="180"/>
                    <a:pt x="50" y="180"/>
                  </a:cubicBezTo>
                  <a:cubicBezTo>
                    <a:pt x="58" y="179"/>
                    <a:pt x="58" y="179"/>
                    <a:pt x="58" y="179"/>
                  </a:cubicBezTo>
                  <a:cubicBezTo>
                    <a:pt x="59" y="179"/>
                    <a:pt x="59" y="179"/>
                    <a:pt x="59" y="179"/>
                  </a:cubicBezTo>
                  <a:cubicBezTo>
                    <a:pt x="60" y="179"/>
                    <a:pt x="60" y="179"/>
                    <a:pt x="60" y="179"/>
                  </a:cubicBezTo>
                  <a:cubicBezTo>
                    <a:pt x="76" y="185"/>
                    <a:pt x="76" y="185"/>
                    <a:pt x="76" y="185"/>
                  </a:cubicBezTo>
                  <a:cubicBezTo>
                    <a:pt x="76" y="185"/>
                    <a:pt x="76" y="185"/>
                    <a:pt x="76" y="185"/>
                  </a:cubicBezTo>
                  <a:cubicBezTo>
                    <a:pt x="77" y="185"/>
                    <a:pt x="77" y="185"/>
                    <a:pt x="77" y="185"/>
                  </a:cubicBezTo>
                  <a:cubicBezTo>
                    <a:pt x="85" y="192"/>
                    <a:pt x="85" y="192"/>
                    <a:pt x="85" y="192"/>
                  </a:cubicBezTo>
                  <a:cubicBezTo>
                    <a:pt x="104" y="199"/>
                    <a:pt x="104" y="199"/>
                    <a:pt x="104" y="199"/>
                  </a:cubicBezTo>
                  <a:cubicBezTo>
                    <a:pt x="104" y="199"/>
                    <a:pt x="104" y="199"/>
                    <a:pt x="104" y="199"/>
                  </a:cubicBezTo>
                  <a:cubicBezTo>
                    <a:pt x="116" y="206"/>
                    <a:pt x="116" y="206"/>
                    <a:pt x="116" y="206"/>
                  </a:cubicBezTo>
                  <a:cubicBezTo>
                    <a:pt x="146" y="233"/>
                    <a:pt x="146" y="233"/>
                    <a:pt x="146" y="233"/>
                  </a:cubicBezTo>
                  <a:cubicBezTo>
                    <a:pt x="159" y="239"/>
                    <a:pt x="159" y="239"/>
                    <a:pt x="159" y="239"/>
                  </a:cubicBezTo>
                  <a:cubicBezTo>
                    <a:pt x="165" y="237"/>
                    <a:pt x="165" y="237"/>
                    <a:pt x="165" y="237"/>
                  </a:cubicBezTo>
                  <a:cubicBezTo>
                    <a:pt x="170" y="227"/>
                    <a:pt x="170" y="227"/>
                    <a:pt x="170" y="227"/>
                  </a:cubicBezTo>
                  <a:cubicBezTo>
                    <a:pt x="167" y="210"/>
                    <a:pt x="167" y="210"/>
                    <a:pt x="167" y="210"/>
                  </a:cubicBezTo>
                  <a:cubicBezTo>
                    <a:pt x="167" y="205"/>
                    <a:pt x="171" y="202"/>
                    <a:pt x="178" y="199"/>
                  </a:cubicBezTo>
                  <a:cubicBezTo>
                    <a:pt x="180" y="199"/>
                    <a:pt x="180" y="199"/>
                    <a:pt x="180" y="199"/>
                  </a:cubicBezTo>
                  <a:cubicBezTo>
                    <a:pt x="217" y="221"/>
                    <a:pt x="217" y="221"/>
                    <a:pt x="217" y="221"/>
                  </a:cubicBezTo>
                  <a:cubicBezTo>
                    <a:pt x="221" y="219"/>
                    <a:pt x="221" y="219"/>
                    <a:pt x="221" y="219"/>
                  </a:cubicBezTo>
                  <a:cubicBezTo>
                    <a:pt x="229" y="214"/>
                    <a:pt x="229" y="214"/>
                    <a:pt x="229" y="214"/>
                  </a:cubicBezTo>
                  <a:cubicBezTo>
                    <a:pt x="230" y="214"/>
                    <a:pt x="230" y="214"/>
                    <a:pt x="230" y="214"/>
                  </a:cubicBezTo>
                  <a:cubicBezTo>
                    <a:pt x="235" y="215"/>
                    <a:pt x="235" y="215"/>
                    <a:pt x="235" y="215"/>
                  </a:cubicBezTo>
                  <a:cubicBezTo>
                    <a:pt x="243" y="209"/>
                    <a:pt x="243" y="209"/>
                    <a:pt x="243" y="209"/>
                  </a:cubicBezTo>
                  <a:cubicBezTo>
                    <a:pt x="244" y="208"/>
                    <a:pt x="244" y="208"/>
                    <a:pt x="244" y="208"/>
                  </a:cubicBezTo>
                  <a:cubicBezTo>
                    <a:pt x="246" y="210"/>
                    <a:pt x="246" y="210"/>
                    <a:pt x="246" y="210"/>
                  </a:cubicBezTo>
                  <a:cubicBezTo>
                    <a:pt x="268" y="225"/>
                    <a:pt x="268" y="225"/>
                    <a:pt x="268" y="225"/>
                  </a:cubicBezTo>
                  <a:cubicBezTo>
                    <a:pt x="268" y="225"/>
                    <a:pt x="268" y="225"/>
                    <a:pt x="268" y="225"/>
                  </a:cubicBezTo>
                  <a:cubicBezTo>
                    <a:pt x="282" y="237"/>
                    <a:pt x="282" y="237"/>
                    <a:pt x="282" y="237"/>
                  </a:cubicBezTo>
                  <a:cubicBezTo>
                    <a:pt x="286" y="239"/>
                    <a:pt x="291" y="244"/>
                    <a:pt x="295" y="250"/>
                  </a:cubicBezTo>
                  <a:cubicBezTo>
                    <a:pt x="302" y="257"/>
                    <a:pt x="302" y="257"/>
                    <a:pt x="302" y="257"/>
                  </a:cubicBezTo>
                  <a:cubicBezTo>
                    <a:pt x="307" y="256"/>
                    <a:pt x="307" y="256"/>
                    <a:pt x="307" y="256"/>
                  </a:cubicBezTo>
                  <a:cubicBezTo>
                    <a:pt x="313" y="245"/>
                    <a:pt x="313" y="245"/>
                    <a:pt x="313" y="245"/>
                  </a:cubicBezTo>
                  <a:cubicBezTo>
                    <a:pt x="326" y="254"/>
                    <a:pt x="326" y="254"/>
                    <a:pt x="326" y="254"/>
                  </a:cubicBezTo>
                  <a:cubicBezTo>
                    <a:pt x="326" y="254"/>
                    <a:pt x="326" y="254"/>
                    <a:pt x="326" y="254"/>
                  </a:cubicBezTo>
                  <a:cubicBezTo>
                    <a:pt x="327" y="254"/>
                    <a:pt x="327" y="254"/>
                    <a:pt x="327" y="254"/>
                  </a:cubicBezTo>
                  <a:cubicBezTo>
                    <a:pt x="327" y="254"/>
                    <a:pt x="327" y="254"/>
                    <a:pt x="327" y="254"/>
                  </a:cubicBezTo>
                  <a:cubicBezTo>
                    <a:pt x="337" y="267"/>
                    <a:pt x="337" y="267"/>
                    <a:pt x="337" y="267"/>
                  </a:cubicBezTo>
                  <a:cubicBezTo>
                    <a:pt x="365" y="287"/>
                    <a:pt x="365" y="287"/>
                    <a:pt x="365" y="287"/>
                  </a:cubicBezTo>
                  <a:cubicBezTo>
                    <a:pt x="365" y="287"/>
                    <a:pt x="365" y="287"/>
                    <a:pt x="365" y="287"/>
                  </a:cubicBezTo>
                  <a:cubicBezTo>
                    <a:pt x="373" y="296"/>
                    <a:pt x="373" y="296"/>
                    <a:pt x="373" y="296"/>
                  </a:cubicBezTo>
                  <a:cubicBezTo>
                    <a:pt x="396" y="290"/>
                    <a:pt x="396" y="290"/>
                    <a:pt x="396" y="290"/>
                  </a:cubicBezTo>
                  <a:cubicBezTo>
                    <a:pt x="397" y="307"/>
                    <a:pt x="397" y="307"/>
                    <a:pt x="397" y="307"/>
                  </a:cubicBezTo>
                  <a:cubicBezTo>
                    <a:pt x="408" y="318"/>
                    <a:pt x="408" y="318"/>
                    <a:pt x="408" y="318"/>
                  </a:cubicBezTo>
                  <a:cubicBezTo>
                    <a:pt x="408" y="318"/>
                    <a:pt x="408" y="318"/>
                    <a:pt x="408" y="318"/>
                  </a:cubicBezTo>
                  <a:cubicBezTo>
                    <a:pt x="408" y="318"/>
                    <a:pt x="408" y="318"/>
                    <a:pt x="408" y="318"/>
                  </a:cubicBezTo>
                  <a:cubicBezTo>
                    <a:pt x="416" y="331"/>
                    <a:pt x="416" y="331"/>
                    <a:pt x="416" y="331"/>
                  </a:cubicBezTo>
                  <a:cubicBezTo>
                    <a:pt x="416" y="332"/>
                    <a:pt x="416" y="332"/>
                    <a:pt x="416" y="332"/>
                  </a:cubicBezTo>
                  <a:cubicBezTo>
                    <a:pt x="416" y="332"/>
                    <a:pt x="416" y="332"/>
                    <a:pt x="416" y="332"/>
                  </a:cubicBezTo>
                  <a:cubicBezTo>
                    <a:pt x="416" y="333"/>
                    <a:pt x="416" y="333"/>
                    <a:pt x="416" y="333"/>
                  </a:cubicBezTo>
                  <a:cubicBezTo>
                    <a:pt x="425" y="375"/>
                    <a:pt x="425" y="375"/>
                    <a:pt x="425" y="375"/>
                  </a:cubicBezTo>
                  <a:cubicBezTo>
                    <a:pt x="434" y="392"/>
                    <a:pt x="434" y="392"/>
                    <a:pt x="434" y="392"/>
                  </a:cubicBezTo>
                  <a:cubicBezTo>
                    <a:pt x="422" y="423"/>
                    <a:pt x="422" y="423"/>
                    <a:pt x="422" y="423"/>
                  </a:cubicBezTo>
                  <a:cubicBezTo>
                    <a:pt x="422" y="425"/>
                    <a:pt x="422" y="425"/>
                    <a:pt x="422" y="425"/>
                  </a:cubicBezTo>
                  <a:cubicBezTo>
                    <a:pt x="412" y="427"/>
                    <a:pt x="412" y="427"/>
                    <a:pt x="412" y="427"/>
                  </a:cubicBezTo>
                  <a:cubicBezTo>
                    <a:pt x="412" y="436"/>
                    <a:pt x="412" y="436"/>
                    <a:pt x="412" y="436"/>
                  </a:cubicBezTo>
                  <a:cubicBezTo>
                    <a:pt x="411" y="437"/>
                    <a:pt x="411" y="437"/>
                    <a:pt x="411" y="437"/>
                  </a:cubicBezTo>
                  <a:cubicBezTo>
                    <a:pt x="401" y="454"/>
                    <a:pt x="401" y="454"/>
                    <a:pt x="401" y="454"/>
                  </a:cubicBezTo>
                  <a:cubicBezTo>
                    <a:pt x="400" y="454"/>
                    <a:pt x="400" y="454"/>
                    <a:pt x="400" y="454"/>
                  </a:cubicBezTo>
                  <a:cubicBezTo>
                    <a:pt x="385" y="455"/>
                    <a:pt x="385" y="455"/>
                    <a:pt x="385" y="455"/>
                  </a:cubicBezTo>
                  <a:cubicBezTo>
                    <a:pt x="371" y="467"/>
                    <a:pt x="371" y="467"/>
                    <a:pt x="371" y="467"/>
                  </a:cubicBezTo>
                  <a:cubicBezTo>
                    <a:pt x="373" y="469"/>
                    <a:pt x="375" y="470"/>
                    <a:pt x="379" y="472"/>
                  </a:cubicBezTo>
                  <a:cubicBezTo>
                    <a:pt x="385" y="474"/>
                    <a:pt x="386" y="479"/>
                    <a:pt x="383" y="487"/>
                  </a:cubicBezTo>
                  <a:cubicBezTo>
                    <a:pt x="383" y="488"/>
                    <a:pt x="383" y="488"/>
                    <a:pt x="383" y="488"/>
                  </a:cubicBezTo>
                  <a:cubicBezTo>
                    <a:pt x="373" y="498"/>
                    <a:pt x="373" y="498"/>
                    <a:pt x="373" y="498"/>
                  </a:cubicBezTo>
                  <a:cubicBezTo>
                    <a:pt x="372" y="498"/>
                    <a:pt x="372" y="498"/>
                    <a:pt x="372" y="498"/>
                  </a:cubicBezTo>
                  <a:cubicBezTo>
                    <a:pt x="371" y="499"/>
                    <a:pt x="371" y="499"/>
                    <a:pt x="371" y="499"/>
                  </a:cubicBezTo>
                  <a:cubicBezTo>
                    <a:pt x="371" y="499"/>
                    <a:pt x="371" y="499"/>
                    <a:pt x="371" y="499"/>
                  </a:cubicBezTo>
                  <a:cubicBezTo>
                    <a:pt x="370" y="499"/>
                    <a:pt x="370" y="499"/>
                    <a:pt x="370" y="499"/>
                  </a:cubicBezTo>
                  <a:cubicBezTo>
                    <a:pt x="341" y="495"/>
                    <a:pt x="341" y="495"/>
                    <a:pt x="341" y="495"/>
                  </a:cubicBezTo>
                  <a:cubicBezTo>
                    <a:pt x="340" y="505"/>
                    <a:pt x="340" y="505"/>
                    <a:pt x="340" y="505"/>
                  </a:cubicBezTo>
                  <a:cubicBezTo>
                    <a:pt x="343" y="527"/>
                    <a:pt x="343" y="527"/>
                    <a:pt x="343" y="527"/>
                  </a:cubicBezTo>
                  <a:cubicBezTo>
                    <a:pt x="368" y="537"/>
                    <a:pt x="368" y="537"/>
                    <a:pt x="368" y="537"/>
                  </a:cubicBezTo>
                  <a:cubicBezTo>
                    <a:pt x="368" y="539"/>
                    <a:pt x="368" y="539"/>
                    <a:pt x="368" y="539"/>
                  </a:cubicBezTo>
                  <a:cubicBezTo>
                    <a:pt x="368" y="539"/>
                    <a:pt x="368" y="539"/>
                    <a:pt x="368" y="539"/>
                  </a:cubicBezTo>
                  <a:cubicBezTo>
                    <a:pt x="377" y="536"/>
                    <a:pt x="377" y="536"/>
                    <a:pt x="377" y="536"/>
                  </a:cubicBezTo>
                  <a:cubicBezTo>
                    <a:pt x="377" y="535"/>
                    <a:pt x="377" y="535"/>
                    <a:pt x="377" y="535"/>
                  </a:cubicBezTo>
                  <a:cubicBezTo>
                    <a:pt x="379" y="534"/>
                    <a:pt x="379" y="534"/>
                    <a:pt x="379" y="534"/>
                  </a:cubicBezTo>
                  <a:cubicBezTo>
                    <a:pt x="379" y="536"/>
                    <a:pt x="379" y="536"/>
                    <a:pt x="379" y="536"/>
                  </a:cubicBezTo>
                  <a:cubicBezTo>
                    <a:pt x="380" y="536"/>
                    <a:pt x="380" y="536"/>
                    <a:pt x="380" y="536"/>
                  </a:cubicBezTo>
                  <a:cubicBezTo>
                    <a:pt x="387" y="539"/>
                    <a:pt x="387" y="539"/>
                    <a:pt x="387" y="539"/>
                  </a:cubicBezTo>
                  <a:cubicBezTo>
                    <a:pt x="397" y="539"/>
                    <a:pt x="397" y="539"/>
                    <a:pt x="397" y="539"/>
                  </a:cubicBezTo>
                  <a:cubicBezTo>
                    <a:pt x="400" y="539"/>
                    <a:pt x="400" y="539"/>
                    <a:pt x="400" y="539"/>
                  </a:cubicBezTo>
                  <a:cubicBezTo>
                    <a:pt x="397" y="527"/>
                    <a:pt x="397" y="527"/>
                    <a:pt x="397" y="527"/>
                  </a:cubicBezTo>
                  <a:cubicBezTo>
                    <a:pt x="397" y="527"/>
                    <a:pt x="397" y="527"/>
                    <a:pt x="397" y="527"/>
                  </a:cubicBezTo>
                  <a:cubicBezTo>
                    <a:pt x="397" y="527"/>
                    <a:pt x="397" y="527"/>
                    <a:pt x="397" y="527"/>
                  </a:cubicBezTo>
                  <a:cubicBezTo>
                    <a:pt x="394" y="515"/>
                    <a:pt x="394" y="515"/>
                    <a:pt x="394" y="515"/>
                  </a:cubicBezTo>
                  <a:cubicBezTo>
                    <a:pt x="394" y="514"/>
                    <a:pt x="394" y="514"/>
                    <a:pt x="394" y="514"/>
                  </a:cubicBezTo>
                  <a:cubicBezTo>
                    <a:pt x="394" y="513"/>
                    <a:pt x="394" y="513"/>
                    <a:pt x="394" y="513"/>
                  </a:cubicBezTo>
                  <a:cubicBezTo>
                    <a:pt x="395" y="513"/>
                    <a:pt x="395" y="513"/>
                    <a:pt x="395" y="513"/>
                  </a:cubicBezTo>
                  <a:cubicBezTo>
                    <a:pt x="395" y="512"/>
                    <a:pt x="395" y="512"/>
                    <a:pt x="395" y="512"/>
                  </a:cubicBezTo>
                  <a:cubicBezTo>
                    <a:pt x="399" y="508"/>
                    <a:pt x="399" y="508"/>
                    <a:pt x="399" y="508"/>
                  </a:cubicBezTo>
                  <a:cubicBezTo>
                    <a:pt x="400" y="506"/>
                    <a:pt x="400" y="506"/>
                    <a:pt x="400" y="506"/>
                  </a:cubicBezTo>
                  <a:cubicBezTo>
                    <a:pt x="400" y="506"/>
                    <a:pt x="400" y="506"/>
                    <a:pt x="400" y="506"/>
                  </a:cubicBezTo>
                  <a:cubicBezTo>
                    <a:pt x="400" y="506"/>
                    <a:pt x="400" y="506"/>
                    <a:pt x="400" y="506"/>
                  </a:cubicBezTo>
                  <a:cubicBezTo>
                    <a:pt x="407" y="497"/>
                    <a:pt x="407" y="497"/>
                    <a:pt x="407" y="497"/>
                  </a:cubicBezTo>
                  <a:cubicBezTo>
                    <a:pt x="408" y="496"/>
                    <a:pt x="408" y="496"/>
                    <a:pt x="408" y="496"/>
                  </a:cubicBezTo>
                  <a:cubicBezTo>
                    <a:pt x="419" y="488"/>
                    <a:pt x="419" y="488"/>
                    <a:pt x="419" y="488"/>
                  </a:cubicBezTo>
                  <a:cubicBezTo>
                    <a:pt x="419" y="488"/>
                    <a:pt x="419" y="488"/>
                    <a:pt x="419" y="488"/>
                  </a:cubicBezTo>
                  <a:cubicBezTo>
                    <a:pt x="419" y="487"/>
                    <a:pt x="419" y="487"/>
                    <a:pt x="419" y="487"/>
                  </a:cubicBezTo>
                  <a:cubicBezTo>
                    <a:pt x="420" y="487"/>
                    <a:pt x="420" y="487"/>
                    <a:pt x="420" y="487"/>
                  </a:cubicBezTo>
                  <a:cubicBezTo>
                    <a:pt x="420" y="487"/>
                    <a:pt x="420" y="487"/>
                    <a:pt x="420" y="487"/>
                  </a:cubicBezTo>
                  <a:cubicBezTo>
                    <a:pt x="433" y="485"/>
                    <a:pt x="433" y="485"/>
                    <a:pt x="433" y="485"/>
                  </a:cubicBezTo>
                  <a:cubicBezTo>
                    <a:pt x="433" y="489"/>
                    <a:pt x="433" y="489"/>
                    <a:pt x="433" y="489"/>
                  </a:cubicBezTo>
                  <a:cubicBezTo>
                    <a:pt x="433" y="493"/>
                    <a:pt x="434" y="496"/>
                    <a:pt x="434" y="498"/>
                  </a:cubicBezTo>
                  <a:cubicBezTo>
                    <a:pt x="437" y="503"/>
                    <a:pt x="437" y="503"/>
                    <a:pt x="437" y="503"/>
                  </a:cubicBezTo>
                  <a:cubicBezTo>
                    <a:pt x="441" y="511"/>
                    <a:pt x="441" y="511"/>
                    <a:pt x="441" y="511"/>
                  </a:cubicBezTo>
                  <a:cubicBezTo>
                    <a:pt x="453" y="518"/>
                    <a:pt x="453" y="518"/>
                    <a:pt x="453" y="518"/>
                  </a:cubicBezTo>
                  <a:cubicBezTo>
                    <a:pt x="486" y="521"/>
                    <a:pt x="486" y="521"/>
                    <a:pt x="486" y="521"/>
                  </a:cubicBezTo>
                  <a:cubicBezTo>
                    <a:pt x="487" y="521"/>
                    <a:pt x="487" y="521"/>
                    <a:pt x="487" y="521"/>
                  </a:cubicBezTo>
                  <a:cubicBezTo>
                    <a:pt x="489" y="521"/>
                    <a:pt x="489" y="521"/>
                    <a:pt x="489" y="521"/>
                  </a:cubicBezTo>
                  <a:cubicBezTo>
                    <a:pt x="489" y="523"/>
                    <a:pt x="489" y="523"/>
                    <a:pt x="489" y="523"/>
                  </a:cubicBezTo>
                  <a:cubicBezTo>
                    <a:pt x="489" y="524"/>
                    <a:pt x="489" y="524"/>
                    <a:pt x="489" y="524"/>
                  </a:cubicBezTo>
                  <a:cubicBezTo>
                    <a:pt x="488" y="535"/>
                    <a:pt x="488" y="535"/>
                    <a:pt x="488" y="535"/>
                  </a:cubicBezTo>
                  <a:cubicBezTo>
                    <a:pt x="498" y="545"/>
                    <a:pt x="498" y="545"/>
                    <a:pt x="498" y="545"/>
                  </a:cubicBezTo>
                  <a:cubicBezTo>
                    <a:pt x="505" y="548"/>
                    <a:pt x="505" y="548"/>
                    <a:pt x="505" y="548"/>
                  </a:cubicBezTo>
                  <a:cubicBezTo>
                    <a:pt x="506" y="549"/>
                    <a:pt x="506" y="549"/>
                    <a:pt x="506" y="549"/>
                  </a:cubicBezTo>
                  <a:cubicBezTo>
                    <a:pt x="506" y="550"/>
                    <a:pt x="506" y="550"/>
                    <a:pt x="506" y="550"/>
                  </a:cubicBezTo>
                  <a:cubicBezTo>
                    <a:pt x="507" y="551"/>
                    <a:pt x="507" y="551"/>
                    <a:pt x="507" y="551"/>
                  </a:cubicBezTo>
                  <a:cubicBezTo>
                    <a:pt x="507" y="555"/>
                    <a:pt x="507" y="555"/>
                    <a:pt x="507" y="555"/>
                  </a:cubicBezTo>
                  <a:cubicBezTo>
                    <a:pt x="507" y="561"/>
                    <a:pt x="507" y="561"/>
                    <a:pt x="507" y="561"/>
                  </a:cubicBezTo>
                  <a:cubicBezTo>
                    <a:pt x="504" y="573"/>
                    <a:pt x="504" y="573"/>
                    <a:pt x="504" y="573"/>
                  </a:cubicBezTo>
                  <a:cubicBezTo>
                    <a:pt x="508" y="576"/>
                    <a:pt x="508" y="576"/>
                    <a:pt x="508" y="576"/>
                  </a:cubicBezTo>
                  <a:cubicBezTo>
                    <a:pt x="513" y="576"/>
                    <a:pt x="517" y="576"/>
                    <a:pt x="521" y="579"/>
                  </a:cubicBezTo>
                  <a:cubicBezTo>
                    <a:pt x="535" y="585"/>
                    <a:pt x="535" y="585"/>
                    <a:pt x="535" y="585"/>
                  </a:cubicBezTo>
                  <a:cubicBezTo>
                    <a:pt x="544" y="579"/>
                    <a:pt x="544" y="579"/>
                    <a:pt x="544" y="579"/>
                  </a:cubicBezTo>
                  <a:cubicBezTo>
                    <a:pt x="553" y="569"/>
                    <a:pt x="553" y="569"/>
                    <a:pt x="553" y="569"/>
                  </a:cubicBezTo>
                  <a:cubicBezTo>
                    <a:pt x="553" y="565"/>
                    <a:pt x="553" y="565"/>
                    <a:pt x="553" y="565"/>
                  </a:cubicBezTo>
                  <a:cubicBezTo>
                    <a:pt x="554" y="564"/>
                    <a:pt x="554" y="564"/>
                    <a:pt x="554" y="564"/>
                  </a:cubicBezTo>
                  <a:cubicBezTo>
                    <a:pt x="555" y="563"/>
                    <a:pt x="555" y="563"/>
                    <a:pt x="555" y="563"/>
                  </a:cubicBezTo>
                  <a:cubicBezTo>
                    <a:pt x="556" y="562"/>
                    <a:pt x="556" y="562"/>
                    <a:pt x="556" y="562"/>
                  </a:cubicBezTo>
                  <a:cubicBezTo>
                    <a:pt x="556" y="560"/>
                    <a:pt x="556" y="560"/>
                    <a:pt x="556" y="560"/>
                  </a:cubicBezTo>
                  <a:cubicBezTo>
                    <a:pt x="553" y="548"/>
                    <a:pt x="553" y="548"/>
                    <a:pt x="553" y="548"/>
                  </a:cubicBezTo>
                  <a:cubicBezTo>
                    <a:pt x="553" y="541"/>
                    <a:pt x="553" y="541"/>
                    <a:pt x="553" y="541"/>
                  </a:cubicBezTo>
                  <a:cubicBezTo>
                    <a:pt x="552" y="540"/>
                    <a:pt x="552" y="540"/>
                    <a:pt x="552" y="540"/>
                  </a:cubicBezTo>
                  <a:cubicBezTo>
                    <a:pt x="552" y="540"/>
                    <a:pt x="552" y="540"/>
                    <a:pt x="552" y="540"/>
                  </a:cubicBezTo>
                  <a:cubicBezTo>
                    <a:pt x="553" y="539"/>
                    <a:pt x="553" y="539"/>
                    <a:pt x="553" y="539"/>
                  </a:cubicBezTo>
                  <a:cubicBezTo>
                    <a:pt x="553" y="539"/>
                    <a:pt x="553" y="539"/>
                    <a:pt x="553" y="539"/>
                  </a:cubicBezTo>
                  <a:cubicBezTo>
                    <a:pt x="558" y="531"/>
                    <a:pt x="558" y="531"/>
                    <a:pt x="558" y="531"/>
                  </a:cubicBezTo>
                  <a:cubicBezTo>
                    <a:pt x="558" y="530"/>
                    <a:pt x="558" y="530"/>
                    <a:pt x="558" y="530"/>
                  </a:cubicBezTo>
                  <a:cubicBezTo>
                    <a:pt x="558" y="530"/>
                    <a:pt x="558" y="530"/>
                    <a:pt x="558" y="530"/>
                  </a:cubicBezTo>
                  <a:cubicBezTo>
                    <a:pt x="568" y="523"/>
                    <a:pt x="568" y="523"/>
                    <a:pt x="568" y="523"/>
                  </a:cubicBezTo>
                  <a:cubicBezTo>
                    <a:pt x="569" y="523"/>
                    <a:pt x="569" y="523"/>
                    <a:pt x="569" y="523"/>
                  </a:cubicBezTo>
                  <a:cubicBezTo>
                    <a:pt x="589" y="523"/>
                    <a:pt x="589" y="523"/>
                    <a:pt x="589" y="523"/>
                  </a:cubicBezTo>
                  <a:cubicBezTo>
                    <a:pt x="592" y="522"/>
                    <a:pt x="592" y="522"/>
                    <a:pt x="592" y="522"/>
                  </a:cubicBezTo>
                  <a:cubicBezTo>
                    <a:pt x="591" y="512"/>
                    <a:pt x="591" y="512"/>
                    <a:pt x="591" y="512"/>
                  </a:cubicBezTo>
                  <a:cubicBezTo>
                    <a:pt x="588" y="503"/>
                    <a:pt x="588" y="503"/>
                    <a:pt x="588" y="503"/>
                  </a:cubicBezTo>
                  <a:cubicBezTo>
                    <a:pt x="581" y="492"/>
                    <a:pt x="581" y="492"/>
                    <a:pt x="581" y="492"/>
                  </a:cubicBezTo>
                  <a:cubicBezTo>
                    <a:pt x="581" y="491"/>
                    <a:pt x="581" y="491"/>
                    <a:pt x="581" y="491"/>
                  </a:cubicBezTo>
                  <a:cubicBezTo>
                    <a:pt x="581" y="491"/>
                    <a:pt x="581" y="491"/>
                    <a:pt x="581" y="491"/>
                  </a:cubicBezTo>
                  <a:cubicBezTo>
                    <a:pt x="581" y="476"/>
                    <a:pt x="581" y="476"/>
                    <a:pt x="581" y="476"/>
                  </a:cubicBezTo>
                  <a:cubicBezTo>
                    <a:pt x="581" y="475"/>
                    <a:pt x="581" y="475"/>
                    <a:pt x="581" y="475"/>
                  </a:cubicBezTo>
                  <a:cubicBezTo>
                    <a:pt x="581" y="475"/>
                    <a:pt x="581" y="475"/>
                    <a:pt x="581" y="475"/>
                  </a:cubicBezTo>
                  <a:cubicBezTo>
                    <a:pt x="584" y="466"/>
                    <a:pt x="584" y="466"/>
                    <a:pt x="584" y="466"/>
                  </a:cubicBezTo>
                  <a:cubicBezTo>
                    <a:pt x="584" y="466"/>
                    <a:pt x="584" y="466"/>
                    <a:pt x="584" y="466"/>
                  </a:cubicBezTo>
                  <a:cubicBezTo>
                    <a:pt x="585" y="465"/>
                    <a:pt x="585" y="465"/>
                    <a:pt x="585" y="465"/>
                  </a:cubicBezTo>
                  <a:cubicBezTo>
                    <a:pt x="585" y="465"/>
                    <a:pt x="585" y="465"/>
                    <a:pt x="585" y="465"/>
                  </a:cubicBezTo>
                  <a:cubicBezTo>
                    <a:pt x="601" y="442"/>
                    <a:pt x="601" y="442"/>
                    <a:pt x="601" y="442"/>
                  </a:cubicBezTo>
                  <a:cubicBezTo>
                    <a:pt x="602" y="441"/>
                    <a:pt x="602" y="441"/>
                    <a:pt x="602" y="441"/>
                  </a:cubicBezTo>
                  <a:cubicBezTo>
                    <a:pt x="603" y="441"/>
                    <a:pt x="603" y="441"/>
                    <a:pt x="603" y="441"/>
                  </a:cubicBezTo>
                  <a:cubicBezTo>
                    <a:pt x="604" y="440"/>
                    <a:pt x="604" y="440"/>
                    <a:pt x="604" y="440"/>
                  </a:cubicBezTo>
                  <a:cubicBezTo>
                    <a:pt x="607" y="440"/>
                    <a:pt x="607" y="440"/>
                    <a:pt x="607" y="440"/>
                  </a:cubicBezTo>
                  <a:cubicBezTo>
                    <a:pt x="614" y="441"/>
                    <a:pt x="614" y="441"/>
                    <a:pt x="614" y="441"/>
                  </a:cubicBezTo>
                  <a:cubicBezTo>
                    <a:pt x="627" y="449"/>
                    <a:pt x="627" y="449"/>
                    <a:pt x="627" y="449"/>
                  </a:cubicBezTo>
                  <a:cubicBezTo>
                    <a:pt x="637" y="451"/>
                    <a:pt x="637" y="451"/>
                    <a:pt x="637" y="451"/>
                  </a:cubicBezTo>
                  <a:cubicBezTo>
                    <a:pt x="638" y="447"/>
                    <a:pt x="638" y="447"/>
                    <a:pt x="638" y="447"/>
                  </a:cubicBezTo>
                  <a:cubicBezTo>
                    <a:pt x="636" y="446"/>
                    <a:pt x="636" y="446"/>
                    <a:pt x="636" y="446"/>
                  </a:cubicBezTo>
                  <a:cubicBezTo>
                    <a:pt x="636" y="444"/>
                    <a:pt x="636" y="444"/>
                    <a:pt x="636" y="444"/>
                  </a:cubicBezTo>
                  <a:cubicBezTo>
                    <a:pt x="636" y="440"/>
                    <a:pt x="638" y="437"/>
                    <a:pt x="641" y="434"/>
                  </a:cubicBezTo>
                  <a:cubicBezTo>
                    <a:pt x="652" y="426"/>
                    <a:pt x="652" y="426"/>
                    <a:pt x="652" y="426"/>
                  </a:cubicBezTo>
                  <a:cubicBezTo>
                    <a:pt x="653" y="426"/>
                    <a:pt x="653" y="426"/>
                    <a:pt x="653" y="426"/>
                  </a:cubicBezTo>
                  <a:cubicBezTo>
                    <a:pt x="653" y="426"/>
                    <a:pt x="653" y="426"/>
                    <a:pt x="653" y="426"/>
                  </a:cubicBezTo>
                  <a:cubicBezTo>
                    <a:pt x="653" y="425"/>
                    <a:pt x="653" y="425"/>
                    <a:pt x="653" y="425"/>
                  </a:cubicBezTo>
                  <a:cubicBezTo>
                    <a:pt x="659" y="423"/>
                    <a:pt x="663" y="422"/>
                    <a:pt x="665" y="422"/>
                  </a:cubicBezTo>
                  <a:cubicBezTo>
                    <a:pt x="675" y="421"/>
                    <a:pt x="675" y="421"/>
                    <a:pt x="675" y="421"/>
                  </a:cubicBezTo>
                  <a:cubicBezTo>
                    <a:pt x="676" y="421"/>
                    <a:pt x="676" y="421"/>
                    <a:pt x="676" y="421"/>
                  </a:cubicBezTo>
                  <a:cubicBezTo>
                    <a:pt x="676" y="421"/>
                    <a:pt x="676" y="421"/>
                    <a:pt x="676" y="421"/>
                  </a:cubicBezTo>
                  <a:cubicBezTo>
                    <a:pt x="682" y="422"/>
                    <a:pt x="682" y="422"/>
                    <a:pt x="682" y="422"/>
                  </a:cubicBezTo>
                  <a:cubicBezTo>
                    <a:pt x="686" y="407"/>
                    <a:pt x="686" y="407"/>
                    <a:pt x="686" y="407"/>
                  </a:cubicBezTo>
                  <a:cubicBezTo>
                    <a:pt x="686" y="397"/>
                    <a:pt x="686" y="397"/>
                    <a:pt x="686" y="397"/>
                  </a:cubicBezTo>
                  <a:cubicBezTo>
                    <a:pt x="686" y="390"/>
                    <a:pt x="686" y="386"/>
                    <a:pt x="688" y="384"/>
                  </a:cubicBezTo>
                  <a:cubicBezTo>
                    <a:pt x="692" y="377"/>
                    <a:pt x="692" y="377"/>
                    <a:pt x="692" y="377"/>
                  </a:cubicBezTo>
                  <a:cubicBezTo>
                    <a:pt x="687" y="369"/>
                    <a:pt x="687" y="369"/>
                    <a:pt x="687" y="369"/>
                  </a:cubicBezTo>
                  <a:cubicBezTo>
                    <a:pt x="680" y="364"/>
                    <a:pt x="680" y="364"/>
                    <a:pt x="680" y="364"/>
                  </a:cubicBezTo>
                  <a:cubicBezTo>
                    <a:pt x="665" y="360"/>
                    <a:pt x="665" y="360"/>
                    <a:pt x="665" y="360"/>
                  </a:cubicBezTo>
                  <a:cubicBezTo>
                    <a:pt x="661" y="360"/>
                    <a:pt x="656" y="357"/>
                    <a:pt x="647" y="349"/>
                  </a:cubicBezTo>
                  <a:cubicBezTo>
                    <a:pt x="638" y="345"/>
                    <a:pt x="638" y="345"/>
                    <a:pt x="638" y="345"/>
                  </a:cubicBezTo>
                  <a:cubicBezTo>
                    <a:pt x="637" y="345"/>
                    <a:pt x="637" y="345"/>
                    <a:pt x="637" y="345"/>
                  </a:cubicBezTo>
                  <a:cubicBezTo>
                    <a:pt x="637" y="344"/>
                    <a:pt x="637" y="344"/>
                    <a:pt x="637" y="344"/>
                  </a:cubicBezTo>
                  <a:cubicBezTo>
                    <a:pt x="626" y="331"/>
                    <a:pt x="626" y="331"/>
                    <a:pt x="626" y="331"/>
                  </a:cubicBezTo>
                  <a:cubicBezTo>
                    <a:pt x="615" y="331"/>
                    <a:pt x="615" y="331"/>
                    <a:pt x="615" y="331"/>
                  </a:cubicBezTo>
                  <a:cubicBezTo>
                    <a:pt x="615" y="330"/>
                    <a:pt x="615" y="330"/>
                    <a:pt x="615" y="330"/>
                  </a:cubicBezTo>
                  <a:cubicBezTo>
                    <a:pt x="614" y="330"/>
                    <a:pt x="614" y="330"/>
                    <a:pt x="614" y="330"/>
                  </a:cubicBezTo>
                  <a:cubicBezTo>
                    <a:pt x="605" y="326"/>
                    <a:pt x="605" y="326"/>
                    <a:pt x="605" y="326"/>
                  </a:cubicBezTo>
                  <a:cubicBezTo>
                    <a:pt x="600" y="333"/>
                    <a:pt x="600" y="333"/>
                    <a:pt x="600" y="333"/>
                  </a:cubicBezTo>
                  <a:cubicBezTo>
                    <a:pt x="598" y="361"/>
                    <a:pt x="598" y="361"/>
                    <a:pt x="598" y="361"/>
                  </a:cubicBezTo>
                  <a:cubicBezTo>
                    <a:pt x="600" y="372"/>
                    <a:pt x="600" y="372"/>
                    <a:pt x="600" y="372"/>
                  </a:cubicBezTo>
                  <a:cubicBezTo>
                    <a:pt x="604" y="372"/>
                    <a:pt x="604" y="372"/>
                    <a:pt x="604" y="372"/>
                  </a:cubicBezTo>
                  <a:cubicBezTo>
                    <a:pt x="605" y="373"/>
                    <a:pt x="605" y="373"/>
                    <a:pt x="605" y="373"/>
                  </a:cubicBezTo>
                  <a:cubicBezTo>
                    <a:pt x="614" y="375"/>
                    <a:pt x="614" y="375"/>
                    <a:pt x="614" y="375"/>
                  </a:cubicBezTo>
                  <a:cubicBezTo>
                    <a:pt x="614" y="376"/>
                    <a:pt x="614" y="376"/>
                    <a:pt x="614" y="376"/>
                  </a:cubicBezTo>
                  <a:cubicBezTo>
                    <a:pt x="614" y="377"/>
                    <a:pt x="614" y="377"/>
                    <a:pt x="614" y="377"/>
                  </a:cubicBezTo>
                  <a:cubicBezTo>
                    <a:pt x="618" y="387"/>
                    <a:pt x="618" y="387"/>
                    <a:pt x="618" y="387"/>
                  </a:cubicBezTo>
                  <a:cubicBezTo>
                    <a:pt x="618" y="387"/>
                    <a:pt x="618" y="387"/>
                    <a:pt x="618" y="387"/>
                  </a:cubicBezTo>
                  <a:cubicBezTo>
                    <a:pt x="618" y="387"/>
                    <a:pt x="618" y="387"/>
                    <a:pt x="618" y="387"/>
                  </a:cubicBezTo>
                  <a:cubicBezTo>
                    <a:pt x="618" y="387"/>
                    <a:pt x="618" y="387"/>
                    <a:pt x="618" y="387"/>
                  </a:cubicBezTo>
                  <a:cubicBezTo>
                    <a:pt x="618" y="388"/>
                    <a:pt x="618" y="388"/>
                    <a:pt x="618" y="388"/>
                  </a:cubicBezTo>
                  <a:cubicBezTo>
                    <a:pt x="616" y="407"/>
                    <a:pt x="616" y="407"/>
                    <a:pt x="616" y="407"/>
                  </a:cubicBezTo>
                  <a:cubicBezTo>
                    <a:pt x="616" y="408"/>
                    <a:pt x="616" y="408"/>
                    <a:pt x="616" y="408"/>
                  </a:cubicBezTo>
                  <a:cubicBezTo>
                    <a:pt x="616" y="409"/>
                    <a:pt x="616" y="409"/>
                    <a:pt x="616" y="409"/>
                  </a:cubicBezTo>
                  <a:cubicBezTo>
                    <a:pt x="615" y="409"/>
                    <a:pt x="615" y="409"/>
                    <a:pt x="615" y="409"/>
                  </a:cubicBezTo>
                  <a:cubicBezTo>
                    <a:pt x="612" y="411"/>
                    <a:pt x="610" y="412"/>
                    <a:pt x="607" y="414"/>
                  </a:cubicBezTo>
                  <a:cubicBezTo>
                    <a:pt x="606" y="415"/>
                    <a:pt x="606" y="415"/>
                    <a:pt x="606" y="415"/>
                  </a:cubicBezTo>
                  <a:cubicBezTo>
                    <a:pt x="605" y="414"/>
                    <a:pt x="605" y="414"/>
                    <a:pt x="605" y="414"/>
                  </a:cubicBezTo>
                  <a:cubicBezTo>
                    <a:pt x="604" y="414"/>
                    <a:pt x="604" y="414"/>
                    <a:pt x="604" y="414"/>
                  </a:cubicBezTo>
                  <a:cubicBezTo>
                    <a:pt x="600" y="413"/>
                    <a:pt x="600" y="413"/>
                    <a:pt x="600" y="413"/>
                  </a:cubicBezTo>
                  <a:cubicBezTo>
                    <a:pt x="590" y="417"/>
                    <a:pt x="590" y="417"/>
                    <a:pt x="590" y="417"/>
                  </a:cubicBezTo>
                  <a:cubicBezTo>
                    <a:pt x="590" y="417"/>
                    <a:pt x="590" y="417"/>
                    <a:pt x="590" y="417"/>
                  </a:cubicBezTo>
                  <a:cubicBezTo>
                    <a:pt x="590" y="418"/>
                    <a:pt x="590" y="418"/>
                    <a:pt x="590" y="418"/>
                  </a:cubicBezTo>
                  <a:cubicBezTo>
                    <a:pt x="591" y="419"/>
                    <a:pt x="591" y="419"/>
                    <a:pt x="591" y="419"/>
                  </a:cubicBezTo>
                  <a:cubicBezTo>
                    <a:pt x="593" y="435"/>
                    <a:pt x="593" y="435"/>
                    <a:pt x="593" y="435"/>
                  </a:cubicBezTo>
                  <a:cubicBezTo>
                    <a:pt x="593" y="438"/>
                    <a:pt x="592" y="439"/>
                    <a:pt x="589" y="440"/>
                  </a:cubicBezTo>
                  <a:cubicBezTo>
                    <a:pt x="582" y="440"/>
                    <a:pt x="582" y="440"/>
                    <a:pt x="582" y="440"/>
                  </a:cubicBezTo>
                  <a:cubicBezTo>
                    <a:pt x="578" y="439"/>
                    <a:pt x="577" y="438"/>
                    <a:pt x="575" y="436"/>
                  </a:cubicBezTo>
                  <a:cubicBezTo>
                    <a:pt x="567" y="431"/>
                    <a:pt x="567" y="431"/>
                    <a:pt x="567" y="431"/>
                  </a:cubicBezTo>
                  <a:cubicBezTo>
                    <a:pt x="567" y="430"/>
                    <a:pt x="567" y="430"/>
                    <a:pt x="567" y="430"/>
                  </a:cubicBezTo>
                  <a:cubicBezTo>
                    <a:pt x="566" y="430"/>
                    <a:pt x="566" y="430"/>
                    <a:pt x="566" y="430"/>
                  </a:cubicBezTo>
                  <a:cubicBezTo>
                    <a:pt x="566" y="429"/>
                    <a:pt x="566" y="429"/>
                    <a:pt x="566" y="429"/>
                  </a:cubicBezTo>
                  <a:cubicBezTo>
                    <a:pt x="562" y="419"/>
                    <a:pt x="562" y="419"/>
                    <a:pt x="562" y="419"/>
                  </a:cubicBezTo>
                  <a:cubicBezTo>
                    <a:pt x="561" y="418"/>
                    <a:pt x="558" y="416"/>
                    <a:pt x="552" y="414"/>
                  </a:cubicBezTo>
                  <a:cubicBezTo>
                    <a:pt x="551" y="414"/>
                    <a:pt x="551" y="414"/>
                    <a:pt x="551" y="414"/>
                  </a:cubicBezTo>
                  <a:cubicBezTo>
                    <a:pt x="550" y="414"/>
                    <a:pt x="550" y="414"/>
                    <a:pt x="550" y="414"/>
                  </a:cubicBezTo>
                  <a:cubicBezTo>
                    <a:pt x="542" y="408"/>
                    <a:pt x="542" y="408"/>
                    <a:pt x="542" y="408"/>
                  </a:cubicBezTo>
                  <a:cubicBezTo>
                    <a:pt x="541" y="408"/>
                    <a:pt x="541" y="408"/>
                    <a:pt x="541" y="408"/>
                  </a:cubicBezTo>
                  <a:cubicBezTo>
                    <a:pt x="541" y="407"/>
                    <a:pt x="541" y="407"/>
                    <a:pt x="541" y="407"/>
                  </a:cubicBezTo>
                  <a:cubicBezTo>
                    <a:pt x="541" y="407"/>
                    <a:pt x="541" y="407"/>
                    <a:pt x="541" y="407"/>
                  </a:cubicBezTo>
                  <a:cubicBezTo>
                    <a:pt x="538" y="397"/>
                    <a:pt x="538" y="397"/>
                    <a:pt x="538" y="397"/>
                  </a:cubicBezTo>
                  <a:cubicBezTo>
                    <a:pt x="539" y="389"/>
                    <a:pt x="539" y="389"/>
                    <a:pt x="539" y="389"/>
                  </a:cubicBezTo>
                  <a:cubicBezTo>
                    <a:pt x="540" y="389"/>
                    <a:pt x="540" y="389"/>
                    <a:pt x="540" y="389"/>
                  </a:cubicBezTo>
                  <a:cubicBezTo>
                    <a:pt x="540" y="388"/>
                    <a:pt x="540" y="388"/>
                    <a:pt x="540" y="388"/>
                  </a:cubicBezTo>
                  <a:cubicBezTo>
                    <a:pt x="540" y="388"/>
                    <a:pt x="540" y="388"/>
                    <a:pt x="540" y="388"/>
                  </a:cubicBezTo>
                  <a:cubicBezTo>
                    <a:pt x="544" y="384"/>
                    <a:pt x="544" y="384"/>
                    <a:pt x="544" y="384"/>
                  </a:cubicBezTo>
                  <a:cubicBezTo>
                    <a:pt x="544" y="381"/>
                    <a:pt x="544" y="381"/>
                    <a:pt x="544" y="381"/>
                  </a:cubicBezTo>
                  <a:cubicBezTo>
                    <a:pt x="540" y="370"/>
                    <a:pt x="540" y="370"/>
                    <a:pt x="540" y="370"/>
                  </a:cubicBezTo>
                  <a:cubicBezTo>
                    <a:pt x="532" y="362"/>
                    <a:pt x="532" y="362"/>
                    <a:pt x="532" y="362"/>
                  </a:cubicBezTo>
                  <a:cubicBezTo>
                    <a:pt x="532" y="361"/>
                    <a:pt x="532" y="361"/>
                    <a:pt x="532" y="361"/>
                  </a:cubicBezTo>
                  <a:cubicBezTo>
                    <a:pt x="529" y="336"/>
                    <a:pt x="529" y="336"/>
                    <a:pt x="529" y="336"/>
                  </a:cubicBezTo>
                  <a:cubicBezTo>
                    <a:pt x="523" y="330"/>
                    <a:pt x="523" y="330"/>
                    <a:pt x="523" y="330"/>
                  </a:cubicBezTo>
                  <a:cubicBezTo>
                    <a:pt x="522" y="330"/>
                    <a:pt x="522" y="330"/>
                    <a:pt x="522" y="330"/>
                  </a:cubicBezTo>
                  <a:cubicBezTo>
                    <a:pt x="522" y="329"/>
                    <a:pt x="522" y="329"/>
                    <a:pt x="522" y="329"/>
                  </a:cubicBezTo>
                  <a:cubicBezTo>
                    <a:pt x="522" y="329"/>
                    <a:pt x="522" y="329"/>
                    <a:pt x="522" y="329"/>
                  </a:cubicBezTo>
                  <a:cubicBezTo>
                    <a:pt x="517" y="318"/>
                    <a:pt x="517" y="318"/>
                    <a:pt x="517" y="318"/>
                  </a:cubicBezTo>
                  <a:cubicBezTo>
                    <a:pt x="495" y="315"/>
                    <a:pt x="495" y="315"/>
                    <a:pt x="495" y="315"/>
                  </a:cubicBezTo>
                  <a:cubicBezTo>
                    <a:pt x="490" y="313"/>
                    <a:pt x="486" y="310"/>
                    <a:pt x="484" y="305"/>
                  </a:cubicBezTo>
                  <a:cubicBezTo>
                    <a:pt x="474" y="305"/>
                    <a:pt x="474" y="305"/>
                    <a:pt x="474" y="305"/>
                  </a:cubicBezTo>
                  <a:cubicBezTo>
                    <a:pt x="470" y="304"/>
                    <a:pt x="467" y="301"/>
                    <a:pt x="462" y="297"/>
                  </a:cubicBezTo>
                  <a:cubicBezTo>
                    <a:pt x="461" y="296"/>
                    <a:pt x="461" y="296"/>
                    <a:pt x="461" y="296"/>
                  </a:cubicBezTo>
                  <a:cubicBezTo>
                    <a:pt x="459" y="293"/>
                    <a:pt x="456" y="290"/>
                    <a:pt x="454" y="285"/>
                  </a:cubicBezTo>
                  <a:cubicBezTo>
                    <a:pt x="454" y="285"/>
                    <a:pt x="454" y="285"/>
                    <a:pt x="454" y="285"/>
                  </a:cubicBezTo>
                  <a:cubicBezTo>
                    <a:pt x="453" y="284"/>
                    <a:pt x="453" y="284"/>
                    <a:pt x="453" y="284"/>
                  </a:cubicBezTo>
                  <a:cubicBezTo>
                    <a:pt x="451" y="275"/>
                    <a:pt x="451" y="275"/>
                    <a:pt x="451" y="275"/>
                  </a:cubicBezTo>
                  <a:cubicBezTo>
                    <a:pt x="451" y="275"/>
                    <a:pt x="451" y="275"/>
                    <a:pt x="451" y="275"/>
                  </a:cubicBezTo>
                  <a:cubicBezTo>
                    <a:pt x="451" y="274"/>
                    <a:pt x="451" y="274"/>
                    <a:pt x="451" y="274"/>
                  </a:cubicBezTo>
                  <a:cubicBezTo>
                    <a:pt x="451" y="273"/>
                    <a:pt x="451" y="273"/>
                    <a:pt x="451" y="273"/>
                  </a:cubicBezTo>
                  <a:cubicBezTo>
                    <a:pt x="451" y="273"/>
                    <a:pt x="451" y="273"/>
                    <a:pt x="451" y="273"/>
                  </a:cubicBezTo>
                  <a:cubicBezTo>
                    <a:pt x="455" y="255"/>
                    <a:pt x="455" y="255"/>
                    <a:pt x="455" y="255"/>
                  </a:cubicBezTo>
                  <a:cubicBezTo>
                    <a:pt x="455" y="254"/>
                    <a:pt x="455" y="254"/>
                    <a:pt x="455" y="254"/>
                  </a:cubicBezTo>
                  <a:cubicBezTo>
                    <a:pt x="459" y="246"/>
                    <a:pt x="459" y="246"/>
                    <a:pt x="459" y="246"/>
                  </a:cubicBezTo>
                  <a:cubicBezTo>
                    <a:pt x="459" y="245"/>
                    <a:pt x="459" y="245"/>
                    <a:pt x="459" y="245"/>
                  </a:cubicBezTo>
                  <a:cubicBezTo>
                    <a:pt x="459" y="245"/>
                    <a:pt x="459" y="245"/>
                    <a:pt x="459" y="245"/>
                  </a:cubicBezTo>
                  <a:cubicBezTo>
                    <a:pt x="459" y="245"/>
                    <a:pt x="459" y="245"/>
                    <a:pt x="459" y="245"/>
                  </a:cubicBezTo>
                  <a:cubicBezTo>
                    <a:pt x="482" y="235"/>
                    <a:pt x="482" y="235"/>
                    <a:pt x="482" y="235"/>
                  </a:cubicBezTo>
                  <a:cubicBezTo>
                    <a:pt x="492" y="224"/>
                    <a:pt x="492" y="224"/>
                    <a:pt x="492" y="224"/>
                  </a:cubicBezTo>
                  <a:cubicBezTo>
                    <a:pt x="493" y="215"/>
                    <a:pt x="493" y="215"/>
                    <a:pt x="493" y="215"/>
                  </a:cubicBezTo>
                  <a:cubicBezTo>
                    <a:pt x="492" y="208"/>
                    <a:pt x="492" y="208"/>
                    <a:pt x="492" y="208"/>
                  </a:cubicBezTo>
                  <a:cubicBezTo>
                    <a:pt x="488" y="201"/>
                    <a:pt x="486" y="196"/>
                    <a:pt x="486" y="193"/>
                  </a:cubicBezTo>
                  <a:cubicBezTo>
                    <a:pt x="481" y="193"/>
                    <a:pt x="481" y="193"/>
                    <a:pt x="481" y="193"/>
                  </a:cubicBezTo>
                  <a:cubicBezTo>
                    <a:pt x="473" y="193"/>
                    <a:pt x="473" y="193"/>
                    <a:pt x="473" y="193"/>
                  </a:cubicBezTo>
                  <a:cubicBezTo>
                    <a:pt x="471" y="193"/>
                    <a:pt x="466" y="199"/>
                    <a:pt x="459" y="207"/>
                  </a:cubicBezTo>
                  <a:cubicBezTo>
                    <a:pt x="449" y="216"/>
                    <a:pt x="449" y="216"/>
                    <a:pt x="449" y="216"/>
                  </a:cubicBezTo>
                  <a:cubicBezTo>
                    <a:pt x="448" y="216"/>
                    <a:pt x="448" y="216"/>
                    <a:pt x="448" y="216"/>
                  </a:cubicBezTo>
                  <a:cubicBezTo>
                    <a:pt x="448" y="217"/>
                    <a:pt x="448" y="217"/>
                    <a:pt x="448" y="217"/>
                  </a:cubicBezTo>
                  <a:cubicBezTo>
                    <a:pt x="440" y="219"/>
                    <a:pt x="434" y="220"/>
                    <a:pt x="431" y="219"/>
                  </a:cubicBezTo>
                  <a:lnTo>
                    <a:pt x="411" y="211"/>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5" name="Freeform 6"/>
            <p:cNvSpPr/>
            <p:nvPr/>
          </p:nvSpPr>
          <p:spPr bwMode="auto">
            <a:xfrm>
              <a:off x="3014853" y="2638997"/>
              <a:ext cx="423862" cy="760413"/>
            </a:xfrm>
            <a:custGeom>
              <a:avLst/>
              <a:gdLst>
                <a:gd name="T0" fmla="*/ 72 w 245"/>
                <a:gd name="T1" fmla="*/ 137 h 439"/>
                <a:gd name="T2" fmla="*/ 92 w 245"/>
                <a:gd name="T3" fmla="*/ 153 h 439"/>
                <a:gd name="T4" fmla="*/ 106 w 245"/>
                <a:gd name="T5" fmla="*/ 164 h 439"/>
                <a:gd name="T6" fmla="*/ 133 w 245"/>
                <a:gd name="T7" fmla="*/ 174 h 439"/>
                <a:gd name="T8" fmla="*/ 133 w 245"/>
                <a:gd name="T9" fmla="*/ 176 h 439"/>
                <a:gd name="T10" fmla="*/ 141 w 245"/>
                <a:gd name="T11" fmla="*/ 188 h 439"/>
                <a:gd name="T12" fmla="*/ 134 w 245"/>
                <a:gd name="T13" fmla="*/ 207 h 439"/>
                <a:gd name="T14" fmla="*/ 133 w 245"/>
                <a:gd name="T15" fmla="*/ 219 h 439"/>
                <a:gd name="T16" fmla="*/ 126 w 245"/>
                <a:gd name="T17" fmla="*/ 240 h 439"/>
                <a:gd name="T18" fmla="*/ 106 w 245"/>
                <a:gd name="T19" fmla="*/ 238 h 439"/>
                <a:gd name="T20" fmla="*/ 84 w 245"/>
                <a:gd name="T21" fmla="*/ 252 h 439"/>
                <a:gd name="T22" fmla="*/ 88 w 245"/>
                <a:gd name="T23" fmla="*/ 269 h 439"/>
                <a:gd name="T24" fmla="*/ 65 w 245"/>
                <a:gd name="T25" fmla="*/ 264 h 439"/>
                <a:gd name="T26" fmla="*/ 47 w 245"/>
                <a:gd name="T27" fmla="*/ 257 h 439"/>
                <a:gd name="T28" fmla="*/ 29 w 245"/>
                <a:gd name="T29" fmla="*/ 299 h 439"/>
                <a:gd name="T30" fmla="*/ 35 w 245"/>
                <a:gd name="T31" fmla="*/ 310 h 439"/>
                <a:gd name="T32" fmla="*/ 39 w 245"/>
                <a:gd name="T33" fmla="*/ 321 h 439"/>
                <a:gd name="T34" fmla="*/ 40 w 245"/>
                <a:gd name="T35" fmla="*/ 338 h 439"/>
                <a:gd name="T36" fmla="*/ 4 w 245"/>
                <a:gd name="T37" fmla="*/ 345 h 439"/>
                <a:gd name="T38" fmla="*/ 4 w 245"/>
                <a:gd name="T39" fmla="*/ 370 h 439"/>
                <a:gd name="T40" fmla="*/ 9 w 245"/>
                <a:gd name="T41" fmla="*/ 386 h 439"/>
                <a:gd name="T42" fmla="*/ 50 w 245"/>
                <a:gd name="T43" fmla="*/ 384 h 439"/>
                <a:gd name="T44" fmla="*/ 64 w 245"/>
                <a:gd name="T45" fmla="*/ 395 h 439"/>
                <a:gd name="T46" fmla="*/ 76 w 245"/>
                <a:gd name="T47" fmla="*/ 404 h 439"/>
                <a:gd name="T48" fmla="*/ 87 w 245"/>
                <a:gd name="T49" fmla="*/ 396 h 439"/>
                <a:gd name="T50" fmla="*/ 115 w 245"/>
                <a:gd name="T51" fmla="*/ 415 h 439"/>
                <a:gd name="T52" fmla="*/ 148 w 245"/>
                <a:gd name="T53" fmla="*/ 417 h 439"/>
                <a:gd name="T54" fmla="*/ 158 w 245"/>
                <a:gd name="T55" fmla="*/ 423 h 439"/>
                <a:gd name="T56" fmla="*/ 158 w 245"/>
                <a:gd name="T57" fmla="*/ 424 h 439"/>
                <a:gd name="T58" fmla="*/ 171 w 245"/>
                <a:gd name="T59" fmla="*/ 437 h 439"/>
                <a:gd name="T60" fmla="*/ 187 w 245"/>
                <a:gd name="T61" fmla="*/ 425 h 439"/>
                <a:gd name="T62" fmla="*/ 181 w 245"/>
                <a:gd name="T63" fmla="*/ 416 h 439"/>
                <a:gd name="T64" fmla="*/ 187 w 245"/>
                <a:gd name="T65" fmla="*/ 391 h 439"/>
                <a:gd name="T66" fmla="*/ 203 w 245"/>
                <a:gd name="T67" fmla="*/ 390 h 439"/>
                <a:gd name="T68" fmla="*/ 183 w 245"/>
                <a:gd name="T69" fmla="*/ 369 h 439"/>
                <a:gd name="T70" fmla="*/ 177 w 245"/>
                <a:gd name="T71" fmla="*/ 361 h 439"/>
                <a:gd name="T72" fmla="*/ 184 w 245"/>
                <a:gd name="T73" fmla="*/ 352 h 439"/>
                <a:gd name="T74" fmla="*/ 229 w 245"/>
                <a:gd name="T75" fmla="*/ 354 h 439"/>
                <a:gd name="T76" fmla="*/ 245 w 245"/>
                <a:gd name="T77" fmla="*/ 352 h 439"/>
                <a:gd name="T78" fmla="*/ 219 w 245"/>
                <a:gd name="T79" fmla="*/ 285 h 439"/>
                <a:gd name="T80" fmla="*/ 207 w 245"/>
                <a:gd name="T81" fmla="*/ 279 h 439"/>
                <a:gd name="T82" fmla="*/ 205 w 245"/>
                <a:gd name="T83" fmla="*/ 262 h 439"/>
                <a:gd name="T84" fmla="*/ 209 w 245"/>
                <a:gd name="T85" fmla="*/ 145 h 439"/>
                <a:gd name="T86" fmla="*/ 211 w 245"/>
                <a:gd name="T87" fmla="*/ 123 h 439"/>
                <a:gd name="T88" fmla="*/ 223 w 245"/>
                <a:gd name="T89" fmla="*/ 104 h 439"/>
                <a:gd name="T90" fmla="*/ 210 w 245"/>
                <a:gd name="T91" fmla="*/ 85 h 439"/>
                <a:gd name="T92" fmla="*/ 209 w 245"/>
                <a:gd name="T93" fmla="*/ 68 h 439"/>
                <a:gd name="T94" fmla="*/ 209 w 245"/>
                <a:gd name="T95" fmla="*/ 66 h 439"/>
                <a:gd name="T96" fmla="*/ 220 w 245"/>
                <a:gd name="T97" fmla="*/ 28 h 439"/>
                <a:gd name="T98" fmla="*/ 228 w 245"/>
                <a:gd name="T99" fmla="*/ 17 h 439"/>
                <a:gd name="T100" fmla="*/ 237 w 245"/>
                <a:gd name="T101" fmla="*/ 9 h 439"/>
                <a:gd name="T102" fmla="*/ 224 w 245"/>
                <a:gd name="T103" fmla="*/ 0 h 439"/>
                <a:gd name="T104" fmla="*/ 203 w 245"/>
                <a:gd name="T105" fmla="*/ 8 h 439"/>
                <a:gd name="T106" fmla="*/ 184 w 245"/>
                <a:gd name="T107" fmla="*/ 26 h 439"/>
                <a:gd name="T108" fmla="*/ 158 w 245"/>
                <a:gd name="T109" fmla="*/ 44 h 439"/>
                <a:gd name="T110" fmla="*/ 147 w 245"/>
                <a:gd name="T111" fmla="*/ 54 h 439"/>
                <a:gd name="T112" fmla="*/ 140 w 245"/>
                <a:gd name="T113" fmla="*/ 90 h 439"/>
                <a:gd name="T114" fmla="*/ 138 w 245"/>
                <a:gd name="T115" fmla="*/ 100 h 439"/>
                <a:gd name="T116" fmla="*/ 131 w 245"/>
                <a:gd name="T117" fmla="*/ 110 h 439"/>
                <a:gd name="T118" fmla="*/ 130 w 245"/>
                <a:gd name="T119" fmla="*/ 111 h 439"/>
                <a:gd name="T120" fmla="*/ 115 w 245"/>
                <a:gd name="T121" fmla="*/ 113 h 439"/>
                <a:gd name="T122" fmla="*/ 114 w 245"/>
                <a:gd name="T123" fmla="*/ 113 h 439"/>
                <a:gd name="T124" fmla="*/ 81 w 245"/>
                <a:gd name="T125" fmla="*/ 10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5" h="439">
                  <a:moveTo>
                    <a:pt x="81" y="100"/>
                  </a:moveTo>
                  <a:cubicBezTo>
                    <a:pt x="78" y="100"/>
                    <a:pt x="78" y="100"/>
                    <a:pt x="78" y="100"/>
                  </a:cubicBezTo>
                  <a:cubicBezTo>
                    <a:pt x="72" y="137"/>
                    <a:pt x="72" y="137"/>
                    <a:pt x="72" y="137"/>
                  </a:cubicBezTo>
                  <a:cubicBezTo>
                    <a:pt x="82" y="149"/>
                    <a:pt x="82" y="149"/>
                    <a:pt x="82" y="149"/>
                  </a:cubicBezTo>
                  <a:cubicBezTo>
                    <a:pt x="92" y="153"/>
                    <a:pt x="92" y="153"/>
                    <a:pt x="92" y="153"/>
                  </a:cubicBezTo>
                  <a:cubicBezTo>
                    <a:pt x="92" y="153"/>
                    <a:pt x="92" y="153"/>
                    <a:pt x="92" y="153"/>
                  </a:cubicBezTo>
                  <a:cubicBezTo>
                    <a:pt x="92" y="153"/>
                    <a:pt x="92" y="153"/>
                    <a:pt x="92" y="153"/>
                  </a:cubicBezTo>
                  <a:cubicBezTo>
                    <a:pt x="93" y="154"/>
                    <a:pt x="93" y="154"/>
                    <a:pt x="93" y="154"/>
                  </a:cubicBezTo>
                  <a:cubicBezTo>
                    <a:pt x="106" y="164"/>
                    <a:pt x="106" y="164"/>
                    <a:pt x="106" y="164"/>
                  </a:cubicBezTo>
                  <a:cubicBezTo>
                    <a:pt x="123" y="168"/>
                    <a:pt x="123" y="168"/>
                    <a:pt x="123" y="168"/>
                  </a:cubicBezTo>
                  <a:cubicBezTo>
                    <a:pt x="124" y="168"/>
                    <a:pt x="124" y="168"/>
                    <a:pt x="124" y="168"/>
                  </a:cubicBezTo>
                  <a:cubicBezTo>
                    <a:pt x="133" y="174"/>
                    <a:pt x="133" y="174"/>
                    <a:pt x="133" y="174"/>
                  </a:cubicBezTo>
                  <a:cubicBezTo>
                    <a:pt x="133" y="174"/>
                    <a:pt x="133" y="174"/>
                    <a:pt x="133" y="174"/>
                  </a:cubicBezTo>
                  <a:cubicBezTo>
                    <a:pt x="133" y="174"/>
                    <a:pt x="133" y="174"/>
                    <a:pt x="133" y="174"/>
                  </a:cubicBezTo>
                  <a:cubicBezTo>
                    <a:pt x="133" y="176"/>
                    <a:pt x="133" y="176"/>
                    <a:pt x="133" y="176"/>
                  </a:cubicBezTo>
                  <a:cubicBezTo>
                    <a:pt x="140" y="185"/>
                    <a:pt x="140" y="185"/>
                    <a:pt x="140" y="185"/>
                  </a:cubicBezTo>
                  <a:cubicBezTo>
                    <a:pt x="141" y="187"/>
                    <a:pt x="141" y="187"/>
                    <a:pt x="141" y="187"/>
                  </a:cubicBezTo>
                  <a:cubicBezTo>
                    <a:pt x="141" y="188"/>
                    <a:pt x="141" y="188"/>
                    <a:pt x="141" y="188"/>
                  </a:cubicBezTo>
                  <a:cubicBezTo>
                    <a:pt x="135" y="197"/>
                    <a:pt x="135" y="197"/>
                    <a:pt x="135" y="197"/>
                  </a:cubicBezTo>
                  <a:cubicBezTo>
                    <a:pt x="133" y="199"/>
                    <a:pt x="133" y="202"/>
                    <a:pt x="133" y="207"/>
                  </a:cubicBezTo>
                  <a:cubicBezTo>
                    <a:pt x="134" y="207"/>
                    <a:pt x="134" y="207"/>
                    <a:pt x="134" y="207"/>
                  </a:cubicBezTo>
                  <a:cubicBezTo>
                    <a:pt x="134" y="218"/>
                    <a:pt x="134" y="218"/>
                    <a:pt x="134" y="218"/>
                  </a:cubicBezTo>
                  <a:cubicBezTo>
                    <a:pt x="133" y="219"/>
                    <a:pt x="133" y="219"/>
                    <a:pt x="133" y="219"/>
                  </a:cubicBezTo>
                  <a:cubicBezTo>
                    <a:pt x="133" y="219"/>
                    <a:pt x="133" y="219"/>
                    <a:pt x="133" y="219"/>
                  </a:cubicBezTo>
                  <a:cubicBezTo>
                    <a:pt x="128" y="237"/>
                    <a:pt x="128" y="237"/>
                    <a:pt x="128" y="237"/>
                  </a:cubicBezTo>
                  <a:cubicBezTo>
                    <a:pt x="127" y="240"/>
                    <a:pt x="127" y="240"/>
                    <a:pt x="127" y="240"/>
                  </a:cubicBezTo>
                  <a:cubicBezTo>
                    <a:pt x="126" y="240"/>
                    <a:pt x="126" y="240"/>
                    <a:pt x="126" y="240"/>
                  </a:cubicBezTo>
                  <a:cubicBezTo>
                    <a:pt x="124" y="239"/>
                    <a:pt x="124" y="239"/>
                    <a:pt x="124" y="239"/>
                  </a:cubicBezTo>
                  <a:cubicBezTo>
                    <a:pt x="116" y="238"/>
                    <a:pt x="116" y="238"/>
                    <a:pt x="116" y="238"/>
                  </a:cubicBezTo>
                  <a:cubicBezTo>
                    <a:pt x="106" y="238"/>
                    <a:pt x="106" y="238"/>
                    <a:pt x="106" y="238"/>
                  </a:cubicBezTo>
                  <a:cubicBezTo>
                    <a:pt x="97" y="241"/>
                    <a:pt x="97" y="241"/>
                    <a:pt x="97" y="241"/>
                  </a:cubicBezTo>
                  <a:cubicBezTo>
                    <a:pt x="87" y="250"/>
                    <a:pt x="87" y="250"/>
                    <a:pt x="87" y="250"/>
                  </a:cubicBezTo>
                  <a:cubicBezTo>
                    <a:pt x="84" y="252"/>
                    <a:pt x="84" y="252"/>
                    <a:pt x="84" y="252"/>
                  </a:cubicBezTo>
                  <a:cubicBezTo>
                    <a:pt x="98" y="259"/>
                    <a:pt x="98" y="259"/>
                    <a:pt x="98" y="259"/>
                  </a:cubicBezTo>
                  <a:cubicBezTo>
                    <a:pt x="96" y="261"/>
                    <a:pt x="96" y="261"/>
                    <a:pt x="96" y="261"/>
                  </a:cubicBezTo>
                  <a:cubicBezTo>
                    <a:pt x="96" y="264"/>
                    <a:pt x="93" y="267"/>
                    <a:pt x="88" y="269"/>
                  </a:cubicBezTo>
                  <a:cubicBezTo>
                    <a:pt x="79" y="270"/>
                    <a:pt x="79" y="270"/>
                    <a:pt x="79" y="270"/>
                  </a:cubicBezTo>
                  <a:cubicBezTo>
                    <a:pt x="65" y="264"/>
                    <a:pt x="65" y="264"/>
                    <a:pt x="65" y="264"/>
                  </a:cubicBezTo>
                  <a:cubicBezTo>
                    <a:pt x="65" y="264"/>
                    <a:pt x="65" y="264"/>
                    <a:pt x="65" y="264"/>
                  </a:cubicBezTo>
                  <a:cubicBezTo>
                    <a:pt x="65" y="264"/>
                    <a:pt x="65" y="264"/>
                    <a:pt x="65" y="264"/>
                  </a:cubicBezTo>
                  <a:cubicBezTo>
                    <a:pt x="53" y="257"/>
                    <a:pt x="53" y="257"/>
                    <a:pt x="53" y="257"/>
                  </a:cubicBezTo>
                  <a:cubicBezTo>
                    <a:pt x="47" y="257"/>
                    <a:pt x="47" y="257"/>
                    <a:pt x="47" y="257"/>
                  </a:cubicBezTo>
                  <a:cubicBezTo>
                    <a:pt x="32" y="279"/>
                    <a:pt x="32" y="279"/>
                    <a:pt x="32" y="279"/>
                  </a:cubicBezTo>
                  <a:cubicBezTo>
                    <a:pt x="29" y="286"/>
                    <a:pt x="29" y="286"/>
                    <a:pt x="29" y="286"/>
                  </a:cubicBezTo>
                  <a:cubicBezTo>
                    <a:pt x="29" y="299"/>
                    <a:pt x="29" y="299"/>
                    <a:pt x="29" y="299"/>
                  </a:cubicBezTo>
                  <a:cubicBezTo>
                    <a:pt x="35" y="309"/>
                    <a:pt x="35" y="309"/>
                    <a:pt x="35" y="309"/>
                  </a:cubicBezTo>
                  <a:cubicBezTo>
                    <a:pt x="35" y="310"/>
                    <a:pt x="35" y="310"/>
                    <a:pt x="35" y="310"/>
                  </a:cubicBezTo>
                  <a:cubicBezTo>
                    <a:pt x="35" y="310"/>
                    <a:pt x="35" y="310"/>
                    <a:pt x="35" y="310"/>
                  </a:cubicBezTo>
                  <a:cubicBezTo>
                    <a:pt x="35" y="310"/>
                    <a:pt x="35" y="310"/>
                    <a:pt x="35" y="310"/>
                  </a:cubicBezTo>
                  <a:cubicBezTo>
                    <a:pt x="39" y="320"/>
                    <a:pt x="39" y="320"/>
                    <a:pt x="39" y="320"/>
                  </a:cubicBezTo>
                  <a:cubicBezTo>
                    <a:pt x="39" y="321"/>
                    <a:pt x="39" y="321"/>
                    <a:pt x="39" y="321"/>
                  </a:cubicBezTo>
                  <a:cubicBezTo>
                    <a:pt x="39" y="335"/>
                    <a:pt x="39" y="335"/>
                    <a:pt x="39" y="335"/>
                  </a:cubicBezTo>
                  <a:cubicBezTo>
                    <a:pt x="39" y="337"/>
                    <a:pt x="39" y="337"/>
                    <a:pt x="39" y="337"/>
                  </a:cubicBezTo>
                  <a:cubicBezTo>
                    <a:pt x="40" y="338"/>
                    <a:pt x="40" y="338"/>
                    <a:pt x="40" y="338"/>
                  </a:cubicBezTo>
                  <a:cubicBezTo>
                    <a:pt x="30" y="340"/>
                    <a:pt x="30" y="340"/>
                    <a:pt x="30" y="340"/>
                  </a:cubicBezTo>
                  <a:cubicBezTo>
                    <a:pt x="12" y="340"/>
                    <a:pt x="12" y="340"/>
                    <a:pt x="12" y="340"/>
                  </a:cubicBezTo>
                  <a:cubicBezTo>
                    <a:pt x="4" y="345"/>
                    <a:pt x="4" y="345"/>
                    <a:pt x="4" y="345"/>
                  </a:cubicBezTo>
                  <a:cubicBezTo>
                    <a:pt x="0" y="351"/>
                    <a:pt x="0" y="351"/>
                    <a:pt x="0" y="351"/>
                  </a:cubicBezTo>
                  <a:cubicBezTo>
                    <a:pt x="1" y="352"/>
                    <a:pt x="1" y="352"/>
                    <a:pt x="1" y="352"/>
                  </a:cubicBezTo>
                  <a:cubicBezTo>
                    <a:pt x="4" y="370"/>
                    <a:pt x="4" y="370"/>
                    <a:pt x="4" y="370"/>
                  </a:cubicBezTo>
                  <a:cubicBezTo>
                    <a:pt x="5" y="370"/>
                    <a:pt x="5" y="370"/>
                    <a:pt x="5" y="370"/>
                  </a:cubicBezTo>
                  <a:cubicBezTo>
                    <a:pt x="5" y="377"/>
                    <a:pt x="5" y="377"/>
                    <a:pt x="5" y="377"/>
                  </a:cubicBezTo>
                  <a:cubicBezTo>
                    <a:pt x="9" y="386"/>
                    <a:pt x="9" y="386"/>
                    <a:pt x="9" y="386"/>
                  </a:cubicBezTo>
                  <a:cubicBezTo>
                    <a:pt x="22" y="394"/>
                    <a:pt x="22" y="394"/>
                    <a:pt x="22" y="394"/>
                  </a:cubicBezTo>
                  <a:cubicBezTo>
                    <a:pt x="41" y="390"/>
                    <a:pt x="41" y="390"/>
                    <a:pt x="41" y="390"/>
                  </a:cubicBezTo>
                  <a:cubicBezTo>
                    <a:pt x="50" y="384"/>
                    <a:pt x="50" y="384"/>
                    <a:pt x="50" y="384"/>
                  </a:cubicBezTo>
                  <a:cubicBezTo>
                    <a:pt x="51" y="383"/>
                    <a:pt x="51" y="383"/>
                    <a:pt x="51" y="383"/>
                  </a:cubicBezTo>
                  <a:cubicBezTo>
                    <a:pt x="59" y="383"/>
                    <a:pt x="59" y="383"/>
                    <a:pt x="59" y="383"/>
                  </a:cubicBezTo>
                  <a:cubicBezTo>
                    <a:pt x="64" y="395"/>
                    <a:pt x="64" y="395"/>
                    <a:pt x="64" y="395"/>
                  </a:cubicBezTo>
                  <a:cubicBezTo>
                    <a:pt x="67" y="398"/>
                    <a:pt x="70" y="401"/>
                    <a:pt x="71" y="404"/>
                  </a:cubicBezTo>
                  <a:cubicBezTo>
                    <a:pt x="75" y="404"/>
                    <a:pt x="75" y="404"/>
                    <a:pt x="75" y="404"/>
                  </a:cubicBezTo>
                  <a:cubicBezTo>
                    <a:pt x="76" y="404"/>
                    <a:pt x="76" y="404"/>
                    <a:pt x="76" y="404"/>
                  </a:cubicBezTo>
                  <a:cubicBezTo>
                    <a:pt x="78" y="404"/>
                    <a:pt x="78" y="404"/>
                    <a:pt x="78" y="404"/>
                  </a:cubicBezTo>
                  <a:cubicBezTo>
                    <a:pt x="78" y="403"/>
                    <a:pt x="78" y="403"/>
                    <a:pt x="78" y="403"/>
                  </a:cubicBezTo>
                  <a:cubicBezTo>
                    <a:pt x="87" y="396"/>
                    <a:pt x="87" y="396"/>
                    <a:pt x="87" y="396"/>
                  </a:cubicBezTo>
                  <a:cubicBezTo>
                    <a:pt x="95" y="410"/>
                    <a:pt x="95" y="410"/>
                    <a:pt x="95" y="410"/>
                  </a:cubicBezTo>
                  <a:cubicBezTo>
                    <a:pt x="103" y="415"/>
                    <a:pt x="103" y="415"/>
                    <a:pt x="103" y="415"/>
                  </a:cubicBezTo>
                  <a:cubicBezTo>
                    <a:pt x="115" y="415"/>
                    <a:pt x="115" y="415"/>
                    <a:pt x="115" y="415"/>
                  </a:cubicBezTo>
                  <a:cubicBezTo>
                    <a:pt x="124" y="414"/>
                    <a:pt x="124" y="414"/>
                    <a:pt x="124" y="414"/>
                  </a:cubicBezTo>
                  <a:cubicBezTo>
                    <a:pt x="126" y="414"/>
                    <a:pt x="126" y="414"/>
                    <a:pt x="126" y="414"/>
                  </a:cubicBezTo>
                  <a:cubicBezTo>
                    <a:pt x="148" y="417"/>
                    <a:pt x="148" y="417"/>
                    <a:pt x="148" y="417"/>
                  </a:cubicBezTo>
                  <a:cubicBezTo>
                    <a:pt x="149" y="417"/>
                    <a:pt x="149" y="417"/>
                    <a:pt x="149" y="417"/>
                  </a:cubicBezTo>
                  <a:cubicBezTo>
                    <a:pt x="149" y="418"/>
                    <a:pt x="149" y="418"/>
                    <a:pt x="149" y="418"/>
                  </a:cubicBezTo>
                  <a:cubicBezTo>
                    <a:pt x="158" y="423"/>
                    <a:pt x="158" y="423"/>
                    <a:pt x="158" y="423"/>
                  </a:cubicBezTo>
                  <a:cubicBezTo>
                    <a:pt x="158" y="423"/>
                    <a:pt x="158" y="423"/>
                    <a:pt x="158" y="423"/>
                  </a:cubicBezTo>
                  <a:cubicBezTo>
                    <a:pt x="158" y="423"/>
                    <a:pt x="158" y="423"/>
                    <a:pt x="158" y="423"/>
                  </a:cubicBezTo>
                  <a:cubicBezTo>
                    <a:pt x="158" y="424"/>
                    <a:pt x="158" y="424"/>
                    <a:pt x="158" y="424"/>
                  </a:cubicBezTo>
                  <a:cubicBezTo>
                    <a:pt x="166" y="430"/>
                    <a:pt x="166" y="430"/>
                    <a:pt x="166" y="430"/>
                  </a:cubicBezTo>
                  <a:cubicBezTo>
                    <a:pt x="166" y="431"/>
                    <a:pt x="166" y="431"/>
                    <a:pt x="166" y="431"/>
                  </a:cubicBezTo>
                  <a:cubicBezTo>
                    <a:pt x="171" y="437"/>
                    <a:pt x="171" y="437"/>
                    <a:pt x="171" y="437"/>
                  </a:cubicBezTo>
                  <a:cubicBezTo>
                    <a:pt x="177" y="439"/>
                    <a:pt x="177" y="439"/>
                    <a:pt x="177" y="439"/>
                  </a:cubicBezTo>
                  <a:cubicBezTo>
                    <a:pt x="187" y="438"/>
                    <a:pt x="187" y="438"/>
                    <a:pt x="187" y="438"/>
                  </a:cubicBezTo>
                  <a:cubicBezTo>
                    <a:pt x="187" y="425"/>
                    <a:pt x="187" y="425"/>
                    <a:pt x="187" y="425"/>
                  </a:cubicBezTo>
                  <a:cubicBezTo>
                    <a:pt x="182" y="417"/>
                    <a:pt x="182" y="417"/>
                    <a:pt x="182" y="417"/>
                  </a:cubicBezTo>
                  <a:cubicBezTo>
                    <a:pt x="181" y="417"/>
                    <a:pt x="181" y="417"/>
                    <a:pt x="181" y="417"/>
                  </a:cubicBezTo>
                  <a:cubicBezTo>
                    <a:pt x="181" y="416"/>
                    <a:pt x="181" y="416"/>
                    <a:pt x="181" y="416"/>
                  </a:cubicBezTo>
                  <a:cubicBezTo>
                    <a:pt x="178" y="400"/>
                    <a:pt x="178" y="400"/>
                    <a:pt x="178" y="400"/>
                  </a:cubicBezTo>
                  <a:cubicBezTo>
                    <a:pt x="186" y="392"/>
                    <a:pt x="186" y="392"/>
                    <a:pt x="186" y="392"/>
                  </a:cubicBezTo>
                  <a:cubicBezTo>
                    <a:pt x="187" y="391"/>
                    <a:pt x="187" y="391"/>
                    <a:pt x="187" y="391"/>
                  </a:cubicBezTo>
                  <a:cubicBezTo>
                    <a:pt x="187" y="391"/>
                    <a:pt x="187" y="391"/>
                    <a:pt x="187" y="391"/>
                  </a:cubicBezTo>
                  <a:cubicBezTo>
                    <a:pt x="195" y="390"/>
                    <a:pt x="195" y="390"/>
                    <a:pt x="195" y="390"/>
                  </a:cubicBezTo>
                  <a:cubicBezTo>
                    <a:pt x="203" y="390"/>
                    <a:pt x="203" y="390"/>
                    <a:pt x="203" y="390"/>
                  </a:cubicBezTo>
                  <a:cubicBezTo>
                    <a:pt x="205" y="387"/>
                    <a:pt x="205" y="387"/>
                    <a:pt x="205" y="387"/>
                  </a:cubicBezTo>
                  <a:cubicBezTo>
                    <a:pt x="200" y="380"/>
                    <a:pt x="200" y="380"/>
                    <a:pt x="200" y="380"/>
                  </a:cubicBezTo>
                  <a:cubicBezTo>
                    <a:pt x="183" y="369"/>
                    <a:pt x="183" y="369"/>
                    <a:pt x="183" y="369"/>
                  </a:cubicBezTo>
                  <a:cubicBezTo>
                    <a:pt x="178" y="362"/>
                    <a:pt x="178" y="362"/>
                    <a:pt x="178" y="362"/>
                  </a:cubicBezTo>
                  <a:cubicBezTo>
                    <a:pt x="178" y="361"/>
                    <a:pt x="178" y="361"/>
                    <a:pt x="178" y="361"/>
                  </a:cubicBezTo>
                  <a:cubicBezTo>
                    <a:pt x="177" y="361"/>
                    <a:pt x="177" y="361"/>
                    <a:pt x="177" y="361"/>
                  </a:cubicBezTo>
                  <a:cubicBezTo>
                    <a:pt x="178" y="360"/>
                    <a:pt x="178" y="360"/>
                    <a:pt x="178" y="360"/>
                  </a:cubicBezTo>
                  <a:cubicBezTo>
                    <a:pt x="183" y="350"/>
                    <a:pt x="183" y="350"/>
                    <a:pt x="183" y="350"/>
                  </a:cubicBezTo>
                  <a:cubicBezTo>
                    <a:pt x="184" y="352"/>
                    <a:pt x="184" y="352"/>
                    <a:pt x="184" y="352"/>
                  </a:cubicBezTo>
                  <a:cubicBezTo>
                    <a:pt x="196" y="355"/>
                    <a:pt x="196" y="355"/>
                    <a:pt x="196" y="355"/>
                  </a:cubicBezTo>
                  <a:cubicBezTo>
                    <a:pt x="228" y="354"/>
                    <a:pt x="228" y="354"/>
                    <a:pt x="228" y="354"/>
                  </a:cubicBezTo>
                  <a:cubicBezTo>
                    <a:pt x="229" y="354"/>
                    <a:pt x="229" y="354"/>
                    <a:pt x="229" y="354"/>
                  </a:cubicBezTo>
                  <a:cubicBezTo>
                    <a:pt x="229" y="354"/>
                    <a:pt x="229" y="354"/>
                    <a:pt x="229" y="354"/>
                  </a:cubicBezTo>
                  <a:cubicBezTo>
                    <a:pt x="238" y="357"/>
                    <a:pt x="238" y="357"/>
                    <a:pt x="238" y="357"/>
                  </a:cubicBezTo>
                  <a:cubicBezTo>
                    <a:pt x="245" y="352"/>
                    <a:pt x="245" y="352"/>
                    <a:pt x="245" y="352"/>
                  </a:cubicBezTo>
                  <a:cubicBezTo>
                    <a:pt x="241" y="333"/>
                    <a:pt x="241" y="333"/>
                    <a:pt x="241" y="333"/>
                  </a:cubicBezTo>
                  <a:cubicBezTo>
                    <a:pt x="230" y="326"/>
                    <a:pt x="230" y="326"/>
                    <a:pt x="230" y="326"/>
                  </a:cubicBezTo>
                  <a:cubicBezTo>
                    <a:pt x="220" y="320"/>
                    <a:pt x="217" y="307"/>
                    <a:pt x="219" y="285"/>
                  </a:cubicBezTo>
                  <a:cubicBezTo>
                    <a:pt x="209" y="280"/>
                    <a:pt x="209" y="280"/>
                    <a:pt x="209" y="280"/>
                  </a:cubicBezTo>
                  <a:cubicBezTo>
                    <a:pt x="208" y="279"/>
                    <a:pt x="208" y="279"/>
                    <a:pt x="208" y="279"/>
                  </a:cubicBezTo>
                  <a:cubicBezTo>
                    <a:pt x="207" y="279"/>
                    <a:pt x="207" y="279"/>
                    <a:pt x="207" y="279"/>
                  </a:cubicBezTo>
                  <a:cubicBezTo>
                    <a:pt x="207" y="278"/>
                    <a:pt x="207" y="278"/>
                    <a:pt x="207" y="278"/>
                  </a:cubicBezTo>
                  <a:cubicBezTo>
                    <a:pt x="207" y="278"/>
                    <a:pt x="207" y="278"/>
                    <a:pt x="207" y="278"/>
                  </a:cubicBezTo>
                  <a:cubicBezTo>
                    <a:pt x="205" y="262"/>
                    <a:pt x="205" y="262"/>
                    <a:pt x="205" y="262"/>
                  </a:cubicBezTo>
                  <a:cubicBezTo>
                    <a:pt x="218" y="200"/>
                    <a:pt x="218" y="200"/>
                    <a:pt x="218" y="200"/>
                  </a:cubicBezTo>
                  <a:cubicBezTo>
                    <a:pt x="213" y="182"/>
                    <a:pt x="210" y="170"/>
                    <a:pt x="210" y="163"/>
                  </a:cubicBezTo>
                  <a:cubicBezTo>
                    <a:pt x="209" y="145"/>
                    <a:pt x="209" y="145"/>
                    <a:pt x="209" y="145"/>
                  </a:cubicBezTo>
                  <a:cubicBezTo>
                    <a:pt x="210" y="125"/>
                    <a:pt x="210" y="125"/>
                    <a:pt x="210" y="125"/>
                  </a:cubicBezTo>
                  <a:cubicBezTo>
                    <a:pt x="210" y="124"/>
                    <a:pt x="210" y="124"/>
                    <a:pt x="210" y="124"/>
                  </a:cubicBezTo>
                  <a:cubicBezTo>
                    <a:pt x="211" y="123"/>
                    <a:pt x="211" y="123"/>
                    <a:pt x="211" y="123"/>
                  </a:cubicBezTo>
                  <a:cubicBezTo>
                    <a:pt x="211" y="123"/>
                    <a:pt x="211" y="123"/>
                    <a:pt x="211" y="123"/>
                  </a:cubicBezTo>
                  <a:cubicBezTo>
                    <a:pt x="223" y="114"/>
                    <a:pt x="223" y="114"/>
                    <a:pt x="223" y="114"/>
                  </a:cubicBezTo>
                  <a:cubicBezTo>
                    <a:pt x="223" y="104"/>
                    <a:pt x="223" y="104"/>
                    <a:pt x="223" y="104"/>
                  </a:cubicBezTo>
                  <a:cubicBezTo>
                    <a:pt x="223" y="102"/>
                    <a:pt x="222" y="98"/>
                    <a:pt x="219" y="93"/>
                  </a:cubicBezTo>
                  <a:cubicBezTo>
                    <a:pt x="211" y="85"/>
                    <a:pt x="211" y="85"/>
                    <a:pt x="211" y="85"/>
                  </a:cubicBezTo>
                  <a:cubicBezTo>
                    <a:pt x="210" y="85"/>
                    <a:pt x="210" y="85"/>
                    <a:pt x="210" y="85"/>
                  </a:cubicBezTo>
                  <a:cubicBezTo>
                    <a:pt x="210" y="83"/>
                    <a:pt x="210" y="83"/>
                    <a:pt x="210" y="83"/>
                  </a:cubicBezTo>
                  <a:cubicBezTo>
                    <a:pt x="209" y="68"/>
                    <a:pt x="209" y="68"/>
                    <a:pt x="209" y="68"/>
                  </a:cubicBezTo>
                  <a:cubicBezTo>
                    <a:pt x="209" y="68"/>
                    <a:pt x="209" y="68"/>
                    <a:pt x="209" y="68"/>
                  </a:cubicBezTo>
                  <a:cubicBezTo>
                    <a:pt x="208" y="67"/>
                    <a:pt x="208" y="67"/>
                    <a:pt x="208" y="67"/>
                  </a:cubicBezTo>
                  <a:cubicBezTo>
                    <a:pt x="209" y="66"/>
                    <a:pt x="209" y="66"/>
                    <a:pt x="209" y="66"/>
                  </a:cubicBezTo>
                  <a:cubicBezTo>
                    <a:pt x="209" y="66"/>
                    <a:pt x="209" y="66"/>
                    <a:pt x="209" y="66"/>
                  </a:cubicBezTo>
                  <a:cubicBezTo>
                    <a:pt x="225" y="46"/>
                    <a:pt x="225" y="46"/>
                    <a:pt x="225" y="46"/>
                  </a:cubicBezTo>
                  <a:cubicBezTo>
                    <a:pt x="225" y="37"/>
                    <a:pt x="225" y="37"/>
                    <a:pt x="225" y="37"/>
                  </a:cubicBezTo>
                  <a:cubicBezTo>
                    <a:pt x="220" y="28"/>
                    <a:pt x="220" y="28"/>
                    <a:pt x="220" y="28"/>
                  </a:cubicBezTo>
                  <a:cubicBezTo>
                    <a:pt x="220" y="28"/>
                    <a:pt x="220" y="28"/>
                    <a:pt x="220" y="28"/>
                  </a:cubicBezTo>
                  <a:cubicBezTo>
                    <a:pt x="220" y="26"/>
                    <a:pt x="220" y="26"/>
                    <a:pt x="220" y="26"/>
                  </a:cubicBezTo>
                  <a:cubicBezTo>
                    <a:pt x="228" y="17"/>
                    <a:pt x="228" y="17"/>
                    <a:pt x="228" y="17"/>
                  </a:cubicBezTo>
                  <a:cubicBezTo>
                    <a:pt x="228" y="16"/>
                    <a:pt x="228" y="16"/>
                    <a:pt x="228" y="16"/>
                  </a:cubicBezTo>
                  <a:cubicBezTo>
                    <a:pt x="228" y="16"/>
                    <a:pt x="228" y="16"/>
                    <a:pt x="228" y="16"/>
                  </a:cubicBezTo>
                  <a:cubicBezTo>
                    <a:pt x="237" y="9"/>
                    <a:pt x="237" y="9"/>
                    <a:pt x="237" y="9"/>
                  </a:cubicBezTo>
                  <a:cubicBezTo>
                    <a:pt x="235" y="1"/>
                    <a:pt x="235" y="1"/>
                    <a:pt x="235" y="1"/>
                  </a:cubicBezTo>
                  <a:cubicBezTo>
                    <a:pt x="231" y="1"/>
                    <a:pt x="231" y="1"/>
                    <a:pt x="231" y="1"/>
                  </a:cubicBezTo>
                  <a:cubicBezTo>
                    <a:pt x="224" y="0"/>
                    <a:pt x="224" y="0"/>
                    <a:pt x="224" y="0"/>
                  </a:cubicBezTo>
                  <a:cubicBezTo>
                    <a:pt x="221" y="15"/>
                    <a:pt x="221" y="15"/>
                    <a:pt x="221" y="15"/>
                  </a:cubicBezTo>
                  <a:cubicBezTo>
                    <a:pt x="219" y="14"/>
                    <a:pt x="219" y="14"/>
                    <a:pt x="219" y="14"/>
                  </a:cubicBezTo>
                  <a:cubicBezTo>
                    <a:pt x="203" y="8"/>
                    <a:pt x="203" y="8"/>
                    <a:pt x="203" y="8"/>
                  </a:cubicBezTo>
                  <a:cubicBezTo>
                    <a:pt x="194" y="6"/>
                    <a:pt x="194" y="6"/>
                    <a:pt x="194" y="6"/>
                  </a:cubicBezTo>
                  <a:cubicBezTo>
                    <a:pt x="197" y="21"/>
                    <a:pt x="197" y="21"/>
                    <a:pt x="197" y="21"/>
                  </a:cubicBezTo>
                  <a:cubicBezTo>
                    <a:pt x="184" y="26"/>
                    <a:pt x="184" y="26"/>
                    <a:pt x="184" y="26"/>
                  </a:cubicBezTo>
                  <a:cubicBezTo>
                    <a:pt x="164" y="36"/>
                    <a:pt x="164" y="36"/>
                    <a:pt x="164" y="36"/>
                  </a:cubicBezTo>
                  <a:cubicBezTo>
                    <a:pt x="158" y="44"/>
                    <a:pt x="158" y="44"/>
                    <a:pt x="158" y="44"/>
                  </a:cubicBezTo>
                  <a:cubicBezTo>
                    <a:pt x="158" y="44"/>
                    <a:pt x="158" y="44"/>
                    <a:pt x="158" y="44"/>
                  </a:cubicBezTo>
                  <a:cubicBezTo>
                    <a:pt x="158" y="45"/>
                    <a:pt x="158" y="45"/>
                    <a:pt x="158" y="45"/>
                  </a:cubicBezTo>
                  <a:cubicBezTo>
                    <a:pt x="158" y="45"/>
                    <a:pt x="158" y="45"/>
                    <a:pt x="158" y="45"/>
                  </a:cubicBezTo>
                  <a:cubicBezTo>
                    <a:pt x="147" y="54"/>
                    <a:pt x="147" y="54"/>
                    <a:pt x="147" y="54"/>
                  </a:cubicBezTo>
                  <a:cubicBezTo>
                    <a:pt x="146" y="68"/>
                    <a:pt x="146" y="68"/>
                    <a:pt x="146" y="68"/>
                  </a:cubicBezTo>
                  <a:cubicBezTo>
                    <a:pt x="146" y="69"/>
                    <a:pt x="146" y="69"/>
                    <a:pt x="146" y="69"/>
                  </a:cubicBezTo>
                  <a:cubicBezTo>
                    <a:pt x="140" y="90"/>
                    <a:pt x="140" y="90"/>
                    <a:pt x="140" y="90"/>
                  </a:cubicBezTo>
                  <a:cubicBezTo>
                    <a:pt x="141" y="90"/>
                    <a:pt x="141" y="90"/>
                    <a:pt x="141" y="90"/>
                  </a:cubicBezTo>
                  <a:cubicBezTo>
                    <a:pt x="138" y="100"/>
                    <a:pt x="138" y="100"/>
                    <a:pt x="138" y="100"/>
                  </a:cubicBezTo>
                  <a:cubicBezTo>
                    <a:pt x="138" y="100"/>
                    <a:pt x="138" y="100"/>
                    <a:pt x="138" y="100"/>
                  </a:cubicBezTo>
                  <a:cubicBezTo>
                    <a:pt x="138" y="100"/>
                    <a:pt x="138" y="100"/>
                    <a:pt x="138" y="100"/>
                  </a:cubicBezTo>
                  <a:cubicBezTo>
                    <a:pt x="138" y="101"/>
                    <a:pt x="138" y="101"/>
                    <a:pt x="138" y="101"/>
                  </a:cubicBezTo>
                  <a:cubicBezTo>
                    <a:pt x="131" y="110"/>
                    <a:pt x="131" y="110"/>
                    <a:pt x="131" y="110"/>
                  </a:cubicBezTo>
                  <a:cubicBezTo>
                    <a:pt x="130" y="110"/>
                    <a:pt x="130" y="110"/>
                    <a:pt x="130" y="110"/>
                  </a:cubicBezTo>
                  <a:cubicBezTo>
                    <a:pt x="130" y="111"/>
                    <a:pt x="130" y="111"/>
                    <a:pt x="130" y="111"/>
                  </a:cubicBezTo>
                  <a:cubicBezTo>
                    <a:pt x="130" y="111"/>
                    <a:pt x="130" y="111"/>
                    <a:pt x="130" y="111"/>
                  </a:cubicBezTo>
                  <a:cubicBezTo>
                    <a:pt x="129" y="111"/>
                    <a:pt x="129" y="111"/>
                    <a:pt x="129" y="111"/>
                  </a:cubicBezTo>
                  <a:cubicBezTo>
                    <a:pt x="115" y="113"/>
                    <a:pt x="115" y="113"/>
                    <a:pt x="115" y="113"/>
                  </a:cubicBezTo>
                  <a:cubicBezTo>
                    <a:pt x="115" y="113"/>
                    <a:pt x="115" y="113"/>
                    <a:pt x="115" y="113"/>
                  </a:cubicBezTo>
                  <a:cubicBezTo>
                    <a:pt x="115" y="114"/>
                    <a:pt x="115" y="114"/>
                    <a:pt x="115" y="114"/>
                  </a:cubicBezTo>
                  <a:cubicBezTo>
                    <a:pt x="114" y="113"/>
                    <a:pt x="114" y="113"/>
                    <a:pt x="114" y="113"/>
                  </a:cubicBezTo>
                  <a:cubicBezTo>
                    <a:pt x="114" y="113"/>
                    <a:pt x="114" y="113"/>
                    <a:pt x="114" y="113"/>
                  </a:cubicBezTo>
                  <a:cubicBezTo>
                    <a:pt x="92" y="106"/>
                    <a:pt x="92" y="106"/>
                    <a:pt x="92" y="106"/>
                  </a:cubicBezTo>
                  <a:cubicBezTo>
                    <a:pt x="92" y="105"/>
                    <a:pt x="92" y="105"/>
                    <a:pt x="92" y="105"/>
                  </a:cubicBezTo>
                  <a:lnTo>
                    <a:pt x="81" y="100"/>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7" name="Freeform 7"/>
            <p:cNvSpPr/>
            <p:nvPr/>
          </p:nvSpPr>
          <p:spPr bwMode="auto">
            <a:xfrm>
              <a:off x="3306953" y="3558159"/>
              <a:ext cx="455612" cy="528638"/>
            </a:xfrm>
            <a:custGeom>
              <a:avLst/>
              <a:gdLst>
                <a:gd name="T0" fmla="*/ 227 w 263"/>
                <a:gd name="T1" fmla="*/ 52 h 305"/>
                <a:gd name="T2" fmla="*/ 222 w 263"/>
                <a:gd name="T3" fmla="*/ 41 h 305"/>
                <a:gd name="T4" fmla="*/ 218 w 263"/>
                <a:gd name="T5" fmla="*/ 19 h 305"/>
                <a:gd name="T6" fmla="*/ 207 w 263"/>
                <a:gd name="T7" fmla="*/ 26 h 305"/>
                <a:gd name="T8" fmla="*/ 190 w 263"/>
                <a:gd name="T9" fmla="*/ 23 h 305"/>
                <a:gd name="T10" fmla="*/ 190 w 263"/>
                <a:gd name="T11" fmla="*/ 11 h 305"/>
                <a:gd name="T12" fmla="*/ 185 w 263"/>
                <a:gd name="T13" fmla="*/ 16 h 305"/>
                <a:gd name="T14" fmla="*/ 165 w 263"/>
                <a:gd name="T15" fmla="*/ 34 h 305"/>
                <a:gd name="T16" fmla="*/ 162 w 263"/>
                <a:gd name="T17" fmla="*/ 34 h 305"/>
                <a:gd name="T18" fmla="*/ 150 w 263"/>
                <a:gd name="T19" fmla="*/ 25 h 305"/>
                <a:gd name="T20" fmla="*/ 140 w 263"/>
                <a:gd name="T21" fmla="*/ 21 h 305"/>
                <a:gd name="T22" fmla="*/ 114 w 263"/>
                <a:gd name="T23" fmla="*/ 13 h 305"/>
                <a:gd name="T24" fmla="*/ 100 w 263"/>
                <a:gd name="T25" fmla="*/ 6 h 305"/>
                <a:gd name="T26" fmla="*/ 71 w 263"/>
                <a:gd name="T27" fmla="*/ 1 h 305"/>
                <a:gd name="T28" fmla="*/ 60 w 263"/>
                <a:gd name="T29" fmla="*/ 25 h 305"/>
                <a:gd name="T30" fmla="*/ 52 w 263"/>
                <a:gd name="T31" fmla="*/ 25 h 305"/>
                <a:gd name="T32" fmla="*/ 22 w 263"/>
                <a:gd name="T33" fmla="*/ 40 h 305"/>
                <a:gd name="T34" fmla="*/ 20 w 263"/>
                <a:gd name="T35" fmla="*/ 111 h 305"/>
                <a:gd name="T36" fmla="*/ 14 w 263"/>
                <a:gd name="T37" fmla="*/ 127 h 305"/>
                <a:gd name="T38" fmla="*/ 1 w 263"/>
                <a:gd name="T39" fmla="*/ 166 h 305"/>
                <a:gd name="T40" fmla="*/ 11 w 263"/>
                <a:gd name="T41" fmla="*/ 170 h 305"/>
                <a:gd name="T42" fmla="*/ 26 w 263"/>
                <a:gd name="T43" fmla="*/ 192 h 305"/>
                <a:gd name="T44" fmla="*/ 21 w 263"/>
                <a:gd name="T45" fmla="*/ 201 h 305"/>
                <a:gd name="T46" fmla="*/ 37 w 263"/>
                <a:gd name="T47" fmla="*/ 240 h 305"/>
                <a:gd name="T48" fmla="*/ 58 w 263"/>
                <a:gd name="T49" fmla="*/ 230 h 305"/>
                <a:gd name="T50" fmla="*/ 70 w 263"/>
                <a:gd name="T51" fmla="*/ 230 h 305"/>
                <a:gd name="T52" fmla="*/ 80 w 263"/>
                <a:gd name="T53" fmla="*/ 213 h 305"/>
                <a:gd name="T54" fmla="*/ 104 w 263"/>
                <a:gd name="T55" fmla="*/ 206 h 305"/>
                <a:gd name="T56" fmla="*/ 117 w 263"/>
                <a:gd name="T57" fmla="*/ 230 h 305"/>
                <a:gd name="T58" fmla="*/ 123 w 263"/>
                <a:gd name="T59" fmla="*/ 251 h 305"/>
                <a:gd name="T60" fmla="*/ 108 w 263"/>
                <a:gd name="T61" fmla="*/ 281 h 305"/>
                <a:gd name="T62" fmla="*/ 128 w 263"/>
                <a:gd name="T63" fmla="*/ 284 h 305"/>
                <a:gd name="T64" fmla="*/ 135 w 263"/>
                <a:gd name="T65" fmla="*/ 303 h 305"/>
                <a:gd name="T66" fmla="*/ 156 w 263"/>
                <a:gd name="T67" fmla="*/ 298 h 305"/>
                <a:gd name="T68" fmla="*/ 165 w 263"/>
                <a:gd name="T69" fmla="*/ 271 h 305"/>
                <a:gd name="T70" fmla="*/ 205 w 263"/>
                <a:gd name="T71" fmla="*/ 287 h 305"/>
                <a:gd name="T72" fmla="*/ 194 w 263"/>
                <a:gd name="T73" fmla="*/ 261 h 305"/>
                <a:gd name="T74" fmla="*/ 195 w 263"/>
                <a:gd name="T75" fmla="*/ 259 h 305"/>
                <a:gd name="T76" fmla="*/ 253 w 263"/>
                <a:gd name="T77" fmla="*/ 252 h 305"/>
                <a:gd name="T78" fmla="*/ 253 w 263"/>
                <a:gd name="T79" fmla="*/ 251 h 305"/>
                <a:gd name="T80" fmla="*/ 253 w 263"/>
                <a:gd name="T81" fmla="*/ 248 h 305"/>
                <a:gd name="T82" fmla="*/ 252 w 263"/>
                <a:gd name="T83" fmla="*/ 216 h 305"/>
                <a:gd name="T84" fmla="*/ 259 w 263"/>
                <a:gd name="T85" fmla="*/ 204 h 305"/>
                <a:gd name="T86" fmla="*/ 247 w 263"/>
                <a:gd name="T87" fmla="*/ 192 h 305"/>
                <a:gd name="T88" fmla="*/ 241 w 263"/>
                <a:gd name="T89" fmla="*/ 150 h 305"/>
                <a:gd name="T90" fmla="*/ 229 w 263"/>
                <a:gd name="T91" fmla="*/ 155 h 305"/>
                <a:gd name="T92" fmla="*/ 227 w 263"/>
                <a:gd name="T93" fmla="*/ 128 h 305"/>
                <a:gd name="T94" fmla="*/ 247 w 263"/>
                <a:gd name="T95" fmla="*/ 76 h 305"/>
                <a:gd name="T96" fmla="*/ 228 w 263"/>
                <a:gd name="T97" fmla="*/ 5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3" h="305">
                  <a:moveTo>
                    <a:pt x="228" y="53"/>
                  </a:moveTo>
                  <a:cubicBezTo>
                    <a:pt x="228" y="52"/>
                    <a:pt x="228" y="52"/>
                    <a:pt x="228" y="52"/>
                  </a:cubicBezTo>
                  <a:cubicBezTo>
                    <a:pt x="227" y="52"/>
                    <a:pt x="227" y="52"/>
                    <a:pt x="227" y="52"/>
                  </a:cubicBezTo>
                  <a:cubicBezTo>
                    <a:pt x="227" y="51"/>
                    <a:pt x="227" y="51"/>
                    <a:pt x="227" y="51"/>
                  </a:cubicBezTo>
                  <a:cubicBezTo>
                    <a:pt x="222" y="42"/>
                    <a:pt x="222" y="42"/>
                    <a:pt x="222" y="42"/>
                  </a:cubicBezTo>
                  <a:cubicBezTo>
                    <a:pt x="222" y="41"/>
                    <a:pt x="222" y="41"/>
                    <a:pt x="222" y="41"/>
                  </a:cubicBezTo>
                  <a:cubicBezTo>
                    <a:pt x="222" y="40"/>
                    <a:pt x="222" y="40"/>
                    <a:pt x="222" y="40"/>
                  </a:cubicBezTo>
                  <a:cubicBezTo>
                    <a:pt x="223" y="25"/>
                    <a:pt x="223" y="25"/>
                    <a:pt x="223" y="25"/>
                  </a:cubicBezTo>
                  <a:cubicBezTo>
                    <a:pt x="223" y="23"/>
                    <a:pt x="221" y="22"/>
                    <a:pt x="218" y="19"/>
                  </a:cubicBezTo>
                  <a:cubicBezTo>
                    <a:pt x="214" y="19"/>
                    <a:pt x="214" y="19"/>
                    <a:pt x="214" y="19"/>
                  </a:cubicBezTo>
                  <a:cubicBezTo>
                    <a:pt x="208" y="26"/>
                    <a:pt x="208" y="26"/>
                    <a:pt x="208" y="26"/>
                  </a:cubicBezTo>
                  <a:cubicBezTo>
                    <a:pt x="207" y="26"/>
                    <a:pt x="207" y="26"/>
                    <a:pt x="207" y="26"/>
                  </a:cubicBezTo>
                  <a:cubicBezTo>
                    <a:pt x="207" y="26"/>
                    <a:pt x="207" y="26"/>
                    <a:pt x="207" y="26"/>
                  </a:cubicBezTo>
                  <a:cubicBezTo>
                    <a:pt x="192" y="34"/>
                    <a:pt x="192" y="34"/>
                    <a:pt x="192" y="34"/>
                  </a:cubicBezTo>
                  <a:cubicBezTo>
                    <a:pt x="190" y="23"/>
                    <a:pt x="190" y="23"/>
                    <a:pt x="190" y="23"/>
                  </a:cubicBezTo>
                  <a:cubicBezTo>
                    <a:pt x="190" y="22"/>
                    <a:pt x="190" y="22"/>
                    <a:pt x="190" y="22"/>
                  </a:cubicBezTo>
                  <a:cubicBezTo>
                    <a:pt x="191" y="17"/>
                    <a:pt x="191" y="17"/>
                    <a:pt x="191" y="17"/>
                  </a:cubicBezTo>
                  <a:cubicBezTo>
                    <a:pt x="190" y="11"/>
                    <a:pt x="190" y="11"/>
                    <a:pt x="190" y="11"/>
                  </a:cubicBezTo>
                  <a:cubicBezTo>
                    <a:pt x="188" y="11"/>
                    <a:pt x="188" y="11"/>
                    <a:pt x="188" y="11"/>
                  </a:cubicBezTo>
                  <a:cubicBezTo>
                    <a:pt x="185" y="16"/>
                    <a:pt x="185" y="16"/>
                    <a:pt x="185" y="16"/>
                  </a:cubicBezTo>
                  <a:cubicBezTo>
                    <a:pt x="185" y="16"/>
                    <a:pt x="185" y="16"/>
                    <a:pt x="185" y="16"/>
                  </a:cubicBezTo>
                  <a:cubicBezTo>
                    <a:pt x="185" y="16"/>
                    <a:pt x="185" y="16"/>
                    <a:pt x="185" y="16"/>
                  </a:cubicBezTo>
                  <a:cubicBezTo>
                    <a:pt x="166" y="33"/>
                    <a:pt x="166" y="33"/>
                    <a:pt x="166" y="33"/>
                  </a:cubicBezTo>
                  <a:cubicBezTo>
                    <a:pt x="165" y="34"/>
                    <a:pt x="165" y="34"/>
                    <a:pt x="165" y="34"/>
                  </a:cubicBezTo>
                  <a:cubicBezTo>
                    <a:pt x="165" y="34"/>
                    <a:pt x="165" y="34"/>
                    <a:pt x="165" y="34"/>
                  </a:cubicBezTo>
                  <a:cubicBezTo>
                    <a:pt x="164" y="34"/>
                    <a:pt x="164" y="34"/>
                    <a:pt x="164" y="34"/>
                  </a:cubicBezTo>
                  <a:cubicBezTo>
                    <a:pt x="162" y="34"/>
                    <a:pt x="162" y="34"/>
                    <a:pt x="162" y="34"/>
                  </a:cubicBezTo>
                  <a:cubicBezTo>
                    <a:pt x="157" y="31"/>
                    <a:pt x="157" y="31"/>
                    <a:pt x="157" y="31"/>
                  </a:cubicBezTo>
                  <a:cubicBezTo>
                    <a:pt x="156" y="31"/>
                    <a:pt x="156" y="31"/>
                    <a:pt x="156" y="31"/>
                  </a:cubicBezTo>
                  <a:cubicBezTo>
                    <a:pt x="150" y="25"/>
                    <a:pt x="150" y="25"/>
                    <a:pt x="150" y="25"/>
                  </a:cubicBezTo>
                  <a:cubicBezTo>
                    <a:pt x="140" y="22"/>
                    <a:pt x="140" y="22"/>
                    <a:pt x="140" y="22"/>
                  </a:cubicBezTo>
                  <a:cubicBezTo>
                    <a:pt x="140" y="22"/>
                    <a:pt x="140" y="22"/>
                    <a:pt x="140" y="22"/>
                  </a:cubicBezTo>
                  <a:cubicBezTo>
                    <a:pt x="140" y="21"/>
                    <a:pt x="140" y="21"/>
                    <a:pt x="140" y="21"/>
                  </a:cubicBezTo>
                  <a:cubicBezTo>
                    <a:pt x="134" y="17"/>
                    <a:pt x="134" y="17"/>
                    <a:pt x="134" y="17"/>
                  </a:cubicBezTo>
                  <a:cubicBezTo>
                    <a:pt x="114" y="13"/>
                    <a:pt x="114" y="13"/>
                    <a:pt x="114" y="13"/>
                  </a:cubicBezTo>
                  <a:cubicBezTo>
                    <a:pt x="114" y="13"/>
                    <a:pt x="114" y="13"/>
                    <a:pt x="114" y="13"/>
                  </a:cubicBezTo>
                  <a:cubicBezTo>
                    <a:pt x="113" y="13"/>
                    <a:pt x="113" y="13"/>
                    <a:pt x="113" y="13"/>
                  </a:cubicBezTo>
                  <a:cubicBezTo>
                    <a:pt x="100" y="6"/>
                    <a:pt x="100" y="6"/>
                    <a:pt x="100" y="6"/>
                  </a:cubicBezTo>
                  <a:cubicBezTo>
                    <a:pt x="100" y="6"/>
                    <a:pt x="100" y="6"/>
                    <a:pt x="100" y="6"/>
                  </a:cubicBezTo>
                  <a:cubicBezTo>
                    <a:pt x="89" y="2"/>
                    <a:pt x="89" y="2"/>
                    <a:pt x="89" y="2"/>
                  </a:cubicBezTo>
                  <a:cubicBezTo>
                    <a:pt x="76" y="0"/>
                    <a:pt x="76" y="0"/>
                    <a:pt x="76" y="0"/>
                  </a:cubicBezTo>
                  <a:cubicBezTo>
                    <a:pt x="71" y="1"/>
                    <a:pt x="71" y="1"/>
                    <a:pt x="71" y="1"/>
                  </a:cubicBezTo>
                  <a:cubicBezTo>
                    <a:pt x="76" y="23"/>
                    <a:pt x="76" y="23"/>
                    <a:pt x="76" y="23"/>
                  </a:cubicBezTo>
                  <a:cubicBezTo>
                    <a:pt x="74" y="23"/>
                    <a:pt x="74" y="23"/>
                    <a:pt x="74" y="23"/>
                  </a:cubicBezTo>
                  <a:cubicBezTo>
                    <a:pt x="60" y="25"/>
                    <a:pt x="60" y="25"/>
                    <a:pt x="60" y="25"/>
                  </a:cubicBezTo>
                  <a:cubicBezTo>
                    <a:pt x="53" y="25"/>
                    <a:pt x="53" y="25"/>
                    <a:pt x="53" y="25"/>
                  </a:cubicBezTo>
                  <a:cubicBezTo>
                    <a:pt x="52" y="25"/>
                    <a:pt x="52" y="25"/>
                    <a:pt x="52" y="25"/>
                  </a:cubicBezTo>
                  <a:cubicBezTo>
                    <a:pt x="52" y="25"/>
                    <a:pt x="52" y="25"/>
                    <a:pt x="52" y="25"/>
                  </a:cubicBezTo>
                  <a:cubicBezTo>
                    <a:pt x="45" y="20"/>
                    <a:pt x="45" y="20"/>
                    <a:pt x="45" y="20"/>
                  </a:cubicBezTo>
                  <a:cubicBezTo>
                    <a:pt x="33" y="25"/>
                    <a:pt x="33" y="25"/>
                    <a:pt x="33" y="25"/>
                  </a:cubicBezTo>
                  <a:cubicBezTo>
                    <a:pt x="22" y="40"/>
                    <a:pt x="22" y="40"/>
                    <a:pt x="22" y="40"/>
                  </a:cubicBezTo>
                  <a:cubicBezTo>
                    <a:pt x="12" y="66"/>
                    <a:pt x="12" y="66"/>
                    <a:pt x="12" y="66"/>
                  </a:cubicBezTo>
                  <a:cubicBezTo>
                    <a:pt x="15" y="94"/>
                    <a:pt x="15" y="94"/>
                    <a:pt x="15" y="94"/>
                  </a:cubicBezTo>
                  <a:cubicBezTo>
                    <a:pt x="20" y="111"/>
                    <a:pt x="20" y="111"/>
                    <a:pt x="20" y="111"/>
                  </a:cubicBezTo>
                  <a:cubicBezTo>
                    <a:pt x="20" y="113"/>
                    <a:pt x="20" y="113"/>
                    <a:pt x="20" y="114"/>
                  </a:cubicBezTo>
                  <a:cubicBezTo>
                    <a:pt x="18" y="114"/>
                    <a:pt x="18" y="114"/>
                    <a:pt x="18" y="114"/>
                  </a:cubicBezTo>
                  <a:cubicBezTo>
                    <a:pt x="15" y="116"/>
                    <a:pt x="14" y="121"/>
                    <a:pt x="14" y="127"/>
                  </a:cubicBezTo>
                  <a:cubicBezTo>
                    <a:pt x="20" y="151"/>
                    <a:pt x="20" y="151"/>
                    <a:pt x="20" y="151"/>
                  </a:cubicBezTo>
                  <a:cubicBezTo>
                    <a:pt x="18" y="153"/>
                    <a:pt x="18" y="153"/>
                    <a:pt x="18" y="153"/>
                  </a:cubicBezTo>
                  <a:cubicBezTo>
                    <a:pt x="8" y="159"/>
                    <a:pt x="2" y="164"/>
                    <a:pt x="1" y="166"/>
                  </a:cubicBezTo>
                  <a:cubicBezTo>
                    <a:pt x="0" y="175"/>
                    <a:pt x="0" y="175"/>
                    <a:pt x="0" y="175"/>
                  </a:cubicBezTo>
                  <a:cubicBezTo>
                    <a:pt x="11" y="170"/>
                    <a:pt x="11" y="170"/>
                    <a:pt x="11" y="170"/>
                  </a:cubicBezTo>
                  <a:cubicBezTo>
                    <a:pt x="11" y="170"/>
                    <a:pt x="11" y="170"/>
                    <a:pt x="11" y="170"/>
                  </a:cubicBezTo>
                  <a:cubicBezTo>
                    <a:pt x="12" y="170"/>
                    <a:pt x="12" y="170"/>
                    <a:pt x="12" y="170"/>
                  </a:cubicBezTo>
                  <a:cubicBezTo>
                    <a:pt x="19" y="170"/>
                    <a:pt x="23" y="172"/>
                    <a:pt x="24" y="178"/>
                  </a:cubicBezTo>
                  <a:cubicBezTo>
                    <a:pt x="26" y="192"/>
                    <a:pt x="26" y="192"/>
                    <a:pt x="26" y="192"/>
                  </a:cubicBezTo>
                  <a:cubicBezTo>
                    <a:pt x="25" y="193"/>
                    <a:pt x="25" y="193"/>
                    <a:pt x="25" y="193"/>
                  </a:cubicBezTo>
                  <a:cubicBezTo>
                    <a:pt x="24" y="195"/>
                    <a:pt x="24" y="195"/>
                    <a:pt x="24" y="195"/>
                  </a:cubicBezTo>
                  <a:cubicBezTo>
                    <a:pt x="22" y="196"/>
                    <a:pt x="21" y="198"/>
                    <a:pt x="21" y="201"/>
                  </a:cubicBezTo>
                  <a:cubicBezTo>
                    <a:pt x="19" y="215"/>
                    <a:pt x="19" y="215"/>
                    <a:pt x="19" y="215"/>
                  </a:cubicBezTo>
                  <a:cubicBezTo>
                    <a:pt x="20" y="219"/>
                    <a:pt x="22" y="223"/>
                    <a:pt x="24" y="225"/>
                  </a:cubicBezTo>
                  <a:cubicBezTo>
                    <a:pt x="37" y="240"/>
                    <a:pt x="37" y="240"/>
                    <a:pt x="37" y="240"/>
                  </a:cubicBezTo>
                  <a:cubicBezTo>
                    <a:pt x="48" y="231"/>
                    <a:pt x="48" y="231"/>
                    <a:pt x="48" y="231"/>
                  </a:cubicBezTo>
                  <a:cubicBezTo>
                    <a:pt x="57" y="230"/>
                    <a:pt x="57" y="230"/>
                    <a:pt x="57" y="230"/>
                  </a:cubicBezTo>
                  <a:cubicBezTo>
                    <a:pt x="58" y="230"/>
                    <a:pt x="58" y="230"/>
                    <a:pt x="58" y="230"/>
                  </a:cubicBezTo>
                  <a:cubicBezTo>
                    <a:pt x="59" y="231"/>
                    <a:pt x="59" y="231"/>
                    <a:pt x="59" y="231"/>
                  </a:cubicBezTo>
                  <a:cubicBezTo>
                    <a:pt x="65" y="233"/>
                    <a:pt x="65" y="233"/>
                    <a:pt x="65" y="233"/>
                  </a:cubicBezTo>
                  <a:cubicBezTo>
                    <a:pt x="66" y="233"/>
                    <a:pt x="68" y="232"/>
                    <a:pt x="70" y="230"/>
                  </a:cubicBezTo>
                  <a:cubicBezTo>
                    <a:pt x="76" y="223"/>
                    <a:pt x="76" y="223"/>
                    <a:pt x="76" y="223"/>
                  </a:cubicBezTo>
                  <a:cubicBezTo>
                    <a:pt x="74" y="218"/>
                    <a:pt x="74" y="218"/>
                    <a:pt x="74" y="218"/>
                  </a:cubicBezTo>
                  <a:cubicBezTo>
                    <a:pt x="76" y="216"/>
                    <a:pt x="77" y="215"/>
                    <a:pt x="80" y="213"/>
                  </a:cubicBezTo>
                  <a:cubicBezTo>
                    <a:pt x="94" y="213"/>
                    <a:pt x="94" y="213"/>
                    <a:pt x="94" y="213"/>
                  </a:cubicBezTo>
                  <a:cubicBezTo>
                    <a:pt x="97" y="215"/>
                    <a:pt x="99" y="214"/>
                    <a:pt x="99" y="213"/>
                  </a:cubicBezTo>
                  <a:cubicBezTo>
                    <a:pt x="100" y="209"/>
                    <a:pt x="102" y="207"/>
                    <a:pt x="104" y="206"/>
                  </a:cubicBezTo>
                  <a:cubicBezTo>
                    <a:pt x="106" y="206"/>
                    <a:pt x="109" y="206"/>
                    <a:pt x="111" y="208"/>
                  </a:cubicBezTo>
                  <a:cubicBezTo>
                    <a:pt x="115" y="212"/>
                    <a:pt x="118" y="215"/>
                    <a:pt x="118" y="219"/>
                  </a:cubicBezTo>
                  <a:cubicBezTo>
                    <a:pt x="117" y="230"/>
                    <a:pt x="117" y="230"/>
                    <a:pt x="117" y="230"/>
                  </a:cubicBezTo>
                  <a:cubicBezTo>
                    <a:pt x="119" y="232"/>
                    <a:pt x="119" y="232"/>
                    <a:pt x="119" y="232"/>
                  </a:cubicBezTo>
                  <a:cubicBezTo>
                    <a:pt x="123" y="235"/>
                    <a:pt x="125" y="238"/>
                    <a:pt x="125" y="240"/>
                  </a:cubicBezTo>
                  <a:cubicBezTo>
                    <a:pt x="123" y="251"/>
                    <a:pt x="123" y="251"/>
                    <a:pt x="123" y="251"/>
                  </a:cubicBezTo>
                  <a:cubicBezTo>
                    <a:pt x="121" y="257"/>
                    <a:pt x="119" y="261"/>
                    <a:pt x="117" y="263"/>
                  </a:cubicBezTo>
                  <a:cubicBezTo>
                    <a:pt x="117" y="262"/>
                    <a:pt x="117" y="262"/>
                    <a:pt x="117" y="262"/>
                  </a:cubicBezTo>
                  <a:cubicBezTo>
                    <a:pt x="108" y="281"/>
                    <a:pt x="108" y="281"/>
                    <a:pt x="108" y="281"/>
                  </a:cubicBezTo>
                  <a:cubicBezTo>
                    <a:pt x="111" y="283"/>
                    <a:pt x="111" y="283"/>
                    <a:pt x="111" y="283"/>
                  </a:cubicBezTo>
                  <a:cubicBezTo>
                    <a:pt x="125" y="283"/>
                    <a:pt x="125" y="283"/>
                    <a:pt x="125" y="283"/>
                  </a:cubicBezTo>
                  <a:cubicBezTo>
                    <a:pt x="128" y="284"/>
                    <a:pt x="128" y="284"/>
                    <a:pt x="128" y="284"/>
                  </a:cubicBezTo>
                  <a:cubicBezTo>
                    <a:pt x="127" y="287"/>
                    <a:pt x="127" y="287"/>
                    <a:pt x="127" y="287"/>
                  </a:cubicBezTo>
                  <a:cubicBezTo>
                    <a:pt x="125" y="293"/>
                    <a:pt x="125" y="297"/>
                    <a:pt x="125" y="300"/>
                  </a:cubicBezTo>
                  <a:cubicBezTo>
                    <a:pt x="130" y="303"/>
                    <a:pt x="133" y="305"/>
                    <a:pt x="135" y="303"/>
                  </a:cubicBezTo>
                  <a:cubicBezTo>
                    <a:pt x="144" y="300"/>
                    <a:pt x="144" y="300"/>
                    <a:pt x="144" y="300"/>
                  </a:cubicBezTo>
                  <a:cubicBezTo>
                    <a:pt x="148" y="298"/>
                    <a:pt x="148" y="298"/>
                    <a:pt x="148" y="298"/>
                  </a:cubicBezTo>
                  <a:cubicBezTo>
                    <a:pt x="156" y="298"/>
                    <a:pt x="156" y="298"/>
                    <a:pt x="156" y="298"/>
                  </a:cubicBezTo>
                  <a:cubicBezTo>
                    <a:pt x="164" y="289"/>
                    <a:pt x="164" y="289"/>
                    <a:pt x="164" y="289"/>
                  </a:cubicBezTo>
                  <a:cubicBezTo>
                    <a:pt x="164" y="279"/>
                    <a:pt x="164" y="279"/>
                    <a:pt x="164" y="279"/>
                  </a:cubicBezTo>
                  <a:cubicBezTo>
                    <a:pt x="163" y="275"/>
                    <a:pt x="164" y="273"/>
                    <a:pt x="165" y="271"/>
                  </a:cubicBezTo>
                  <a:cubicBezTo>
                    <a:pt x="167" y="269"/>
                    <a:pt x="172" y="269"/>
                    <a:pt x="179" y="274"/>
                  </a:cubicBezTo>
                  <a:cubicBezTo>
                    <a:pt x="194" y="283"/>
                    <a:pt x="194" y="283"/>
                    <a:pt x="194" y="283"/>
                  </a:cubicBezTo>
                  <a:cubicBezTo>
                    <a:pt x="199" y="286"/>
                    <a:pt x="202" y="287"/>
                    <a:pt x="205" y="287"/>
                  </a:cubicBezTo>
                  <a:cubicBezTo>
                    <a:pt x="205" y="287"/>
                    <a:pt x="205" y="287"/>
                    <a:pt x="205" y="287"/>
                  </a:cubicBezTo>
                  <a:cubicBezTo>
                    <a:pt x="206" y="284"/>
                    <a:pt x="205" y="280"/>
                    <a:pt x="202" y="274"/>
                  </a:cubicBezTo>
                  <a:cubicBezTo>
                    <a:pt x="194" y="261"/>
                    <a:pt x="194" y="261"/>
                    <a:pt x="194" y="261"/>
                  </a:cubicBezTo>
                  <a:cubicBezTo>
                    <a:pt x="194" y="260"/>
                    <a:pt x="194" y="260"/>
                    <a:pt x="194" y="260"/>
                  </a:cubicBezTo>
                  <a:cubicBezTo>
                    <a:pt x="195" y="260"/>
                    <a:pt x="195" y="260"/>
                    <a:pt x="195" y="260"/>
                  </a:cubicBezTo>
                  <a:cubicBezTo>
                    <a:pt x="195" y="259"/>
                    <a:pt x="195" y="259"/>
                    <a:pt x="195" y="259"/>
                  </a:cubicBezTo>
                  <a:cubicBezTo>
                    <a:pt x="203" y="248"/>
                    <a:pt x="211" y="244"/>
                    <a:pt x="221" y="248"/>
                  </a:cubicBezTo>
                  <a:cubicBezTo>
                    <a:pt x="244" y="258"/>
                    <a:pt x="244" y="258"/>
                    <a:pt x="244" y="258"/>
                  </a:cubicBezTo>
                  <a:cubicBezTo>
                    <a:pt x="253" y="252"/>
                    <a:pt x="253" y="252"/>
                    <a:pt x="253" y="252"/>
                  </a:cubicBezTo>
                  <a:cubicBezTo>
                    <a:pt x="253" y="252"/>
                    <a:pt x="253" y="252"/>
                    <a:pt x="253" y="252"/>
                  </a:cubicBezTo>
                  <a:cubicBezTo>
                    <a:pt x="253" y="252"/>
                    <a:pt x="253" y="252"/>
                    <a:pt x="253" y="252"/>
                  </a:cubicBezTo>
                  <a:cubicBezTo>
                    <a:pt x="253" y="251"/>
                    <a:pt x="253" y="251"/>
                    <a:pt x="253" y="251"/>
                  </a:cubicBezTo>
                  <a:cubicBezTo>
                    <a:pt x="252" y="250"/>
                    <a:pt x="252" y="250"/>
                    <a:pt x="252" y="250"/>
                  </a:cubicBezTo>
                  <a:cubicBezTo>
                    <a:pt x="253" y="249"/>
                    <a:pt x="253" y="249"/>
                    <a:pt x="253" y="249"/>
                  </a:cubicBezTo>
                  <a:cubicBezTo>
                    <a:pt x="253" y="248"/>
                    <a:pt x="253" y="248"/>
                    <a:pt x="253" y="248"/>
                  </a:cubicBezTo>
                  <a:cubicBezTo>
                    <a:pt x="261" y="236"/>
                    <a:pt x="263" y="227"/>
                    <a:pt x="261" y="222"/>
                  </a:cubicBezTo>
                  <a:cubicBezTo>
                    <a:pt x="259" y="218"/>
                    <a:pt x="256" y="216"/>
                    <a:pt x="253" y="216"/>
                  </a:cubicBezTo>
                  <a:cubicBezTo>
                    <a:pt x="252" y="216"/>
                    <a:pt x="252" y="216"/>
                    <a:pt x="252" y="216"/>
                  </a:cubicBezTo>
                  <a:cubicBezTo>
                    <a:pt x="250" y="210"/>
                    <a:pt x="250" y="210"/>
                    <a:pt x="250" y="210"/>
                  </a:cubicBezTo>
                  <a:cubicBezTo>
                    <a:pt x="252" y="210"/>
                    <a:pt x="252" y="210"/>
                    <a:pt x="252" y="210"/>
                  </a:cubicBezTo>
                  <a:cubicBezTo>
                    <a:pt x="256" y="208"/>
                    <a:pt x="258" y="206"/>
                    <a:pt x="259" y="204"/>
                  </a:cubicBezTo>
                  <a:cubicBezTo>
                    <a:pt x="257" y="201"/>
                    <a:pt x="257" y="201"/>
                    <a:pt x="257" y="201"/>
                  </a:cubicBezTo>
                  <a:cubicBezTo>
                    <a:pt x="247" y="192"/>
                    <a:pt x="247" y="192"/>
                    <a:pt x="247" y="192"/>
                  </a:cubicBezTo>
                  <a:cubicBezTo>
                    <a:pt x="247" y="192"/>
                    <a:pt x="247" y="192"/>
                    <a:pt x="247" y="192"/>
                  </a:cubicBezTo>
                  <a:cubicBezTo>
                    <a:pt x="247" y="191"/>
                    <a:pt x="247" y="191"/>
                    <a:pt x="247" y="191"/>
                  </a:cubicBezTo>
                  <a:cubicBezTo>
                    <a:pt x="242" y="178"/>
                    <a:pt x="242" y="178"/>
                    <a:pt x="242" y="178"/>
                  </a:cubicBezTo>
                  <a:cubicBezTo>
                    <a:pt x="241" y="167"/>
                    <a:pt x="239" y="158"/>
                    <a:pt x="241" y="150"/>
                  </a:cubicBezTo>
                  <a:cubicBezTo>
                    <a:pt x="241" y="144"/>
                    <a:pt x="241" y="144"/>
                    <a:pt x="241" y="144"/>
                  </a:cubicBezTo>
                  <a:cubicBezTo>
                    <a:pt x="235" y="149"/>
                    <a:pt x="235" y="149"/>
                    <a:pt x="235" y="149"/>
                  </a:cubicBezTo>
                  <a:cubicBezTo>
                    <a:pt x="229" y="155"/>
                    <a:pt x="229" y="155"/>
                    <a:pt x="229" y="155"/>
                  </a:cubicBezTo>
                  <a:cubicBezTo>
                    <a:pt x="227" y="130"/>
                    <a:pt x="227" y="130"/>
                    <a:pt x="227" y="130"/>
                  </a:cubicBezTo>
                  <a:cubicBezTo>
                    <a:pt x="227" y="130"/>
                    <a:pt x="227" y="130"/>
                    <a:pt x="227" y="130"/>
                  </a:cubicBezTo>
                  <a:cubicBezTo>
                    <a:pt x="227" y="128"/>
                    <a:pt x="227" y="128"/>
                    <a:pt x="227" y="128"/>
                  </a:cubicBezTo>
                  <a:cubicBezTo>
                    <a:pt x="228" y="128"/>
                    <a:pt x="228" y="128"/>
                    <a:pt x="228" y="128"/>
                  </a:cubicBezTo>
                  <a:cubicBezTo>
                    <a:pt x="241" y="109"/>
                    <a:pt x="250" y="97"/>
                    <a:pt x="253" y="94"/>
                  </a:cubicBezTo>
                  <a:cubicBezTo>
                    <a:pt x="247" y="76"/>
                    <a:pt x="247" y="76"/>
                    <a:pt x="247" y="76"/>
                  </a:cubicBezTo>
                  <a:cubicBezTo>
                    <a:pt x="245" y="67"/>
                    <a:pt x="244" y="62"/>
                    <a:pt x="244" y="59"/>
                  </a:cubicBezTo>
                  <a:cubicBezTo>
                    <a:pt x="233" y="54"/>
                    <a:pt x="233" y="54"/>
                    <a:pt x="233" y="54"/>
                  </a:cubicBezTo>
                  <a:lnTo>
                    <a:pt x="228" y="53"/>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8" name="Freeform 8"/>
            <p:cNvSpPr/>
            <p:nvPr/>
          </p:nvSpPr>
          <p:spPr bwMode="auto">
            <a:xfrm>
              <a:off x="3256153" y="3258122"/>
              <a:ext cx="641350" cy="400050"/>
            </a:xfrm>
            <a:custGeom>
              <a:avLst/>
              <a:gdLst>
                <a:gd name="T0" fmla="*/ 49 w 371"/>
                <a:gd name="T1" fmla="*/ 6 h 231"/>
                <a:gd name="T2" fmla="*/ 65 w 371"/>
                <a:gd name="T3" fmla="*/ 18 h 231"/>
                <a:gd name="T4" fmla="*/ 74 w 371"/>
                <a:gd name="T5" fmla="*/ 30 h 231"/>
                <a:gd name="T6" fmla="*/ 67 w 371"/>
                <a:gd name="T7" fmla="*/ 39 h 231"/>
                <a:gd name="T8" fmla="*/ 46 w 371"/>
                <a:gd name="T9" fmla="*/ 44 h 231"/>
                <a:gd name="T10" fmla="*/ 48 w 371"/>
                <a:gd name="T11" fmla="*/ 56 h 231"/>
                <a:gd name="T12" fmla="*/ 54 w 371"/>
                <a:gd name="T13" fmla="*/ 82 h 231"/>
                <a:gd name="T14" fmla="*/ 68 w 371"/>
                <a:gd name="T15" fmla="*/ 86 h 231"/>
                <a:gd name="T16" fmla="*/ 69 w 371"/>
                <a:gd name="T17" fmla="*/ 87 h 231"/>
                <a:gd name="T18" fmla="*/ 77 w 371"/>
                <a:gd name="T19" fmla="*/ 99 h 231"/>
                <a:gd name="T20" fmla="*/ 81 w 371"/>
                <a:gd name="T21" fmla="*/ 110 h 231"/>
                <a:gd name="T22" fmla="*/ 61 w 371"/>
                <a:gd name="T23" fmla="*/ 139 h 231"/>
                <a:gd name="T24" fmla="*/ 2 w 371"/>
                <a:gd name="T25" fmla="*/ 154 h 231"/>
                <a:gd name="T26" fmla="*/ 7 w 371"/>
                <a:gd name="T27" fmla="*/ 176 h 231"/>
                <a:gd name="T28" fmla="*/ 29 w 371"/>
                <a:gd name="T29" fmla="*/ 216 h 231"/>
                <a:gd name="T30" fmla="*/ 30 w 371"/>
                <a:gd name="T31" fmla="*/ 217 h 231"/>
                <a:gd name="T32" fmla="*/ 39 w 371"/>
                <a:gd name="T33" fmla="*/ 229 h 231"/>
                <a:gd name="T34" fmla="*/ 46 w 371"/>
                <a:gd name="T35" fmla="*/ 209 h 231"/>
                <a:gd name="T36" fmla="*/ 59 w 371"/>
                <a:gd name="T37" fmla="*/ 193 h 231"/>
                <a:gd name="T38" fmla="*/ 85 w 371"/>
                <a:gd name="T39" fmla="*/ 192 h 231"/>
                <a:gd name="T40" fmla="*/ 96 w 371"/>
                <a:gd name="T41" fmla="*/ 168 h 231"/>
                <a:gd name="T42" fmla="*/ 121 w 371"/>
                <a:gd name="T43" fmla="*/ 168 h 231"/>
                <a:gd name="T44" fmla="*/ 166 w 371"/>
                <a:gd name="T45" fmla="*/ 184 h 231"/>
                <a:gd name="T46" fmla="*/ 167 w 371"/>
                <a:gd name="T47" fmla="*/ 184 h 231"/>
                <a:gd name="T48" fmla="*/ 183 w 371"/>
                <a:gd name="T49" fmla="*/ 193 h 231"/>
                <a:gd name="T50" fmla="*/ 183 w 371"/>
                <a:gd name="T51" fmla="*/ 193 h 231"/>
                <a:gd name="T52" fmla="*/ 200 w 371"/>
                <a:gd name="T53" fmla="*/ 193 h 231"/>
                <a:gd name="T54" fmla="*/ 215 w 371"/>
                <a:gd name="T55" fmla="*/ 175 h 231"/>
                <a:gd name="T56" fmla="*/ 225 w 371"/>
                <a:gd name="T57" fmla="*/ 181 h 231"/>
                <a:gd name="T58" fmla="*/ 226 w 371"/>
                <a:gd name="T59" fmla="*/ 196 h 231"/>
                <a:gd name="T60" fmla="*/ 241 w 371"/>
                <a:gd name="T61" fmla="*/ 186 h 231"/>
                <a:gd name="T62" fmla="*/ 250 w 371"/>
                <a:gd name="T63" fmla="*/ 186 h 231"/>
                <a:gd name="T64" fmla="*/ 258 w 371"/>
                <a:gd name="T65" fmla="*/ 213 h 231"/>
                <a:gd name="T66" fmla="*/ 294 w 371"/>
                <a:gd name="T67" fmla="*/ 196 h 231"/>
                <a:gd name="T68" fmla="*/ 326 w 371"/>
                <a:gd name="T69" fmla="*/ 182 h 231"/>
                <a:gd name="T70" fmla="*/ 359 w 371"/>
                <a:gd name="T71" fmla="*/ 173 h 231"/>
                <a:gd name="T72" fmla="*/ 368 w 371"/>
                <a:gd name="T73" fmla="*/ 167 h 231"/>
                <a:gd name="T74" fmla="*/ 348 w 371"/>
                <a:gd name="T75" fmla="*/ 116 h 231"/>
                <a:gd name="T76" fmla="*/ 357 w 371"/>
                <a:gd name="T77" fmla="*/ 101 h 231"/>
                <a:gd name="T78" fmla="*/ 336 w 371"/>
                <a:gd name="T79" fmla="*/ 94 h 231"/>
                <a:gd name="T80" fmla="*/ 326 w 371"/>
                <a:gd name="T81" fmla="*/ 82 h 231"/>
                <a:gd name="T82" fmla="*/ 325 w 371"/>
                <a:gd name="T83" fmla="*/ 81 h 231"/>
                <a:gd name="T84" fmla="*/ 283 w 371"/>
                <a:gd name="T85" fmla="*/ 71 h 231"/>
                <a:gd name="T86" fmla="*/ 246 w 371"/>
                <a:gd name="T87" fmla="*/ 70 h 231"/>
                <a:gd name="T88" fmla="*/ 163 w 371"/>
                <a:gd name="T89" fmla="*/ 37 h 231"/>
                <a:gd name="T90" fmla="*/ 109 w 371"/>
                <a:gd name="T91" fmla="*/ 0 h 231"/>
                <a:gd name="T92" fmla="*/ 56 w 371"/>
                <a:gd name="T93" fmla="*/ 3 h 231"/>
                <a:gd name="T94" fmla="*/ 47 w 371"/>
                <a:gd name="T95"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1" h="231">
                  <a:moveTo>
                    <a:pt x="47" y="0"/>
                  </a:moveTo>
                  <a:cubicBezTo>
                    <a:pt x="46" y="3"/>
                    <a:pt x="46" y="3"/>
                    <a:pt x="46" y="3"/>
                  </a:cubicBezTo>
                  <a:cubicBezTo>
                    <a:pt x="49" y="6"/>
                    <a:pt x="49" y="6"/>
                    <a:pt x="49" y="6"/>
                  </a:cubicBezTo>
                  <a:cubicBezTo>
                    <a:pt x="65" y="17"/>
                    <a:pt x="65" y="17"/>
                    <a:pt x="65" y="17"/>
                  </a:cubicBezTo>
                  <a:cubicBezTo>
                    <a:pt x="65" y="17"/>
                    <a:pt x="65" y="17"/>
                    <a:pt x="65" y="17"/>
                  </a:cubicBezTo>
                  <a:cubicBezTo>
                    <a:pt x="65" y="18"/>
                    <a:pt x="65" y="18"/>
                    <a:pt x="65" y="18"/>
                  </a:cubicBezTo>
                  <a:cubicBezTo>
                    <a:pt x="65" y="18"/>
                    <a:pt x="65" y="18"/>
                    <a:pt x="65" y="18"/>
                  </a:cubicBezTo>
                  <a:cubicBezTo>
                    <a:pt x="75" y="29"/>
                    <a:pt x="75" y="29"/>
                    <a:pt x="75" y="29"/>
                  </a:cubicBezTo>
                  <a:cubicBezTo>
                    <a:pt x="74" y="30"/>
                    <a:pt x="74" y="30"/>
                    <a:pt x="74" y="30"/>
                  </a:cubicBezTo>
                  <a:cubicBezTo>
                    <a:pt x="68" y="37"/>
                    <a:pt x="68" y="37"/>
                    <a:pt x="68" y="37"/>
                  </a:cubicBezTo>
                  <a:cubicBezTo>
                    <a:pt x="67" y="38"/>
                    <a:pt x="67" y="38"/>
                    <a:pt x="67" y="38"/>
                  </a:cubicBezTo>
                  <a:cubicBezTo>
                    <a:pt x="67" y="39"/>
                    <a:pt x="67" y="39"/>
                    <a:pt x="67" y="39"/>
                  </a:cubicBezTo>
                  <a:cubicBezTo>
                    <a:pt x="56" y="39"/>
                    <a:pt x="56" y="39"/>
                    <a:pt x="56" y="39"/>
                  </a:cubicBezTo>
                  <a:cubicBezTo>
                    <a:pt x="50" y="40"/>
                    <a:pt x="50" y="40"/>
                    <a:pt x="50" y="40"/>
                  </a:cubicBezTo>
                  <a:cubicBezTo>
                    <a:pt x="46" y="44"/>
                    <a:pt x="46" y="44"/>
                    <a:pt x="46" y="44"/>
                  </a:cubicBezTo>
                  <a:cubicBezTo>
                    <a:pt x="48" y="50"/>
                    <a:pt x="48" y="50"/>
                    <a:pt x="48" y="50"/>
                  </a:cubicBezTo>
                  <a:cubicBezTo>
                    <a:pt x="48" y="50"/>
                    <a:pt x="48" y="50"/>
                    <a:pt x="48" y="50"/>
                  </a:cubicBezTo>
                  <a:cubicBezTo>
                    <a:pt x="48" y="56"/>
                    <a:pt x="48" y="56"/>
                    <a:pt x="48" y="56"/>
                  </a:cubicBezTo>
                  <a:cubicBezTo>
                    <a:pt x="54" y="64"/>
                    <a:pt x="54" y="64"/>
                    <a:pt x="54" y="64"/>
                  </a:cubicBezTo>
                  <a:cubicBezTo>
                    <a:pt x="54" y="65"/>
                    <a:pt x="54" y="65"/>
                    <a:pt x="54" y="65"/>
                  </a:cubicBezTo>
                  <a:cubicBezTo>
                    <a:pt x="54" y="82"/>
                    <a:pt x="54" y="82"/>
                    <a:pt x="54" y="82"/>
                  </a:cubicBezTo>
                  <a:cubicBezTo>
                    <a:pt x="59" y="84"/>
                    <a:pt x="59" y="84"/>
                    <a:pt x="59" y="84"/>
                  </a:cubicBezTo>
                  <a:cubicBezTo>
                    <a:pt x="67" y="86"/>
                    <a:pt x="67" y="86"/>
                    <a:pt x="67" y="86"/>
                  </a:cubicBezTo>
                  <a:cubicBezTo>
                    <a:pt x="68" y="86"/>
                    <a:pt x="68" y="86"/>
                    <a:pt x="68" y="86"/>
                  </a:cubicBezTo>
                  <a:cubicBezTo>
                    <a:pt x="68" y="86"/>
                    <a:pt x="68" y="86"/>
                    <a:pt x="68" y="86"/>
                  </a:cubicBezTo>
                  <a:cubicBezTo>
                    <a:pt x="68" y="87"/>
                    <a:pt x="68" y="87"/>
                    <a:pt x="68" y="87"/>
                  </a:cubicBezTo>
                  <a:cubicBezTo>
                    <a:pt x="69" y="87"/>
                    <a:pt x="69" y="87"/>
                    <a:pt x="69" y="87"/>
                  </a:cubicBezTo>
                  <a:cubicBezTo>
                    <a:pt x="77" y="98"/>
                    <a:pt x="77" y="98"/>
                    <a:pt x="77" y="98"/>
                  </a:cubicBezTo>
                  <a:cubicBezTo>
                    <a:pt x="77" y="99"/>
                    <a:pt x="77" y="99"/>
                    <a:pt x="77" y="99"/>
                  </a:cubicBezTo>
                  <a:cubicBezTo>
                    <a:pt x="77" y="99"/>
                    <a:pt x="77" y="99"/>
                    <a:pt x="77" y="99"/>
                  </a:cubicBezTo>
                  <a:cubicBezTo>
                    <a:pt x="81" y="110"/>
                    <a:pt x="81" y="110"/>
                    <a:pt x="81" y="110"/>
                  </a:cubicBezTo>
                  <a:cubicBezTo>
                    <a:pt x="81" y="110"/>
                    <a:pt x="81" y="110"/>
                    <a:pt x="81" y="110"/>
                  </a:cubicBezTo>
                  <a:cubicBezTo>
                    <a:pt x="81" y="110"/>
                    <a:pt x="81" y="110"/>
                    <a:pt x="81" y="110"/>
                  </a:cubicBezTo>
                  <a:cubicBezTo>
                    <a:pt x="81" y="118"/>
                    <a:pt x="81" y="118"/>
                    <a:pt x="81" y="118"/>
                  </a:cubicBezTo>
                  <a:cubicBezTo>
                    <a:pt x="81" y="122"/>
                    <a:pt x="79" y="125"/>
                    <a:pt x="78" y="128"/>
                  </a:cubicBezTo>
                  <a:cubicBezTo>
                    <a:pt x="75" y="132"/>
                    <a:pt x="70" y="136"/>
                    <a:pt x="61" y="139"/>
                  </a:cubicBezTo>
                  <a:cubicBezTo>
                    <a:pt x="41" y="152"/>
                    <a:pt x="41" y="152"/>
                    <a:pt x="41" y="152"/>
                  </a:cubicBezTo>
                  <a:cubicBezTo>
                    <a:pt x="40" y="152"/>
                    <a:pt x="40" y="152"/>
                    <a:pt x="40" y="152"/>
                  </a:cubicBezTo>
                  <a:cubicBezTo>
                    <a:pt x="2" y="154"/>
                    <a:pt x="2" y="154"/>
                    <a:pt x="2" y="154"/>
                  </a:cubicBezTo>
                  <a:cubicBezTo>
                    <a:pt x="0" y="163"/>
                    <a:pt x="0" y="163"/>
                    <a:pt x="0" y="163"/>
                  </a:cubicBezTo>
                  <a:cubicBezTo>
                    <a:pt x="7" y="175"/>
                    <a:pt x="7" y="175"/>
                    <a:pt x="7" y="175"/>
                  </a:cubicBezTo>
                  <a:cubicBezTo>
                    <a:pt x="7" y="176"/>
                    <a:pt x="7" y="176"/>
                    <a:pt x="7" y="176"/>
                  </a:cubicBezTo>
                  <a:cubicBezTo>
                    <a:pt x="7" y="176"/>
                    <a:pt x="7" y="176"/>
                    <a:pt x="7" y="176"/>
                  </a:cubicBezTo>
                  <a:cubicBezTo>
                    <a:pt x="8" y="192"/>
                    <a:pt x="8" y="192"/>
                    <a:pt x="8" y="192"/>
                  </a:cubicBezTo>
                  <a:cubicBezTo>
                    <a:pt x="29" y="216"/>
                    <a:pt x="29" y="216"/>
                    <a:pt x="29" y="216"/>
                  </a:cubicBezTo>
                  <a:cubicBezTo>
                    <a:pt x="30" y="216"/>
                    <a:pt x="30" y="216"/>
                    <a:pt x="30" y="216"/>
                  </a:cubicBezTo>
                  <a:cubicBezTo>
                    <a:pt x="30" y="216"/>
                    <a:pt x="30" y="216"/>
                    <a:pt x="30" y="216"/>
                  </a:cubicBezTo>
                  <a:cubicBezTo>
                    <a:pt x="30" y="217"/>
                    <a:pt x="30" y="217"/>
                    <a:pt x="30" y="217"/>
                  </a:cubicBezTo>
                  <a:cubicBezTo>
                    <a:pt x="38" y="231"/>
                    <a:pt x="38" y="231"/>
                    <a:pt x="38" y="231"/>
                  </a:cubicBezTo>
                  <a:cubicBezTo>
                    <a:pt x="39" y="229"/>
                    <a:pt x="39" y="229"/>
                    <a:pt x="39" y="229"/>
                  </a:cubicBezTo>
                  <a:cubicBezTo>
                    <a:pt x="39" y="229"/>
                    <a:pt x="39" y="229"/>
                    <a:pt x="39" y="229"/>
                  </a:cubicBezTo>
                  <a:cubicBezTo>
                    <a:pt x="45" y="210"/>
                    <a:pt x="45" y="210"/>
                    <a:pt x="45" y="210"/>
                  </a:cubicBezTo>
                  <a:cubicBezTo>
                    <a:pt x="45" y="210"/>
                    <a:pt x="45" y="210"/>
                    <a:pt x="45" y="210"/>
                  </a:cubicBezTo>
                  <a:cubicBezTo>
                    <a:pt x="46" y="209"/>
                    <a:pt x="46" y="209"/>
                    <a:pt x="46" y="209"/>
                  </a:cubicBezTo>
                  <a:cubicBezTo>
                    <a:pt x="46" y="209"/>
                    <a:pt x="46" y="209"/>
                    <a:pt x="46" y="209"/>
                  </a:cubicBezTo>
                  <a:cubicBezTo>
                    <a:pt x="58" y="193"/>
                    <a:pt x="58" y="193"/>
                    <a:pt x="58" y="193"/>
                  </a:cubicBezTo>
                  <a:cubicBezTo>
                    <a:pt x="59" y="193"/>
                    <a:pt x="59" y="193"/>
                    <a:pt x="59" y="193"/>
                  </a:cubicBezTo>
                  <a:cubicBezTo>
                    <a:pt x="74" y="186"/>
                    <a:pt x="74" y="186"/>
                    <a:pt x="74" y="186"/>
                  </a:cubicBezTo>
                  <a:cubicBezTo>
                    <a:pt x="75" y="186"/>
                    <a:pt x="75" y="186"/>
                    <a:pt x="75" y="186"/>
                  </a:cubicBezTo>
                  <a:cubicBezTo>
                    <a:pt x="85" y="192"/>
                    <a:pt x="85" y="192"/>
                    <a:pt x="85" y="192"/>
                  </a:cubicBezTo>
                  <a:cubicBezTo>
                    <a:pt x="98" y="190"/>
                    <a:pt x="98" y="190"/>
                    <a:pt x="98" y="190"/>
                  </a:cubicBezTo>
                  <a:cubicBezTo>
                    <a:pt x="93" y="169"/>
                    <a:pt x="93" y="169"/>
                    <a:pt x="93" y="169"/>
                  </a:cubicBezTo>
                  <a:cubicBezTo>
                    <a:pt x="96" y="168"/>
                    <a:pt x="96" y="168"/>
                    <a:pt x="96" y="168"/>
                  </a:cubicBezTo>
                  <a:cubicBezTo>
                    <a:pt x="107" y="167"/>
                    <a:pt x="107" y="167"/>
                    <a:pt x="107" y="167"/>
                  </a:cubicBezTo>
                  <a:cubicBezTo>
                    <a:pt x="119" y="168"/>
                    <a:pt x="119" y="168"/>
                    <a:pt x="119" y="168"/>
                  </a:cubicBezTo>
                  <a:cubicBezTo>
                    <a:pt x="121" y="168"/>
                    <a:pt x="121" y="168"/>
                    <a:pt x="121" y="168"/>
                  </a:cubicBezTo>
                  <a:cubicBezTo>
                    <a:pt x="121" y="168"/>
                    <a:pt x="121" y="168"/>
                    <a:pt x="121" y="168"/>
                  </a:cubicBezTo>
                  <a:cubicBezTo>
                    <a:pt x="145" y="179"/>
                    <a:pt x="145" y="179"/>
                    <a:pt x="145" y="179"/>
                  </a:cubicBezTo>
                  <a:cubicBezTo>
                    <a:pt x="166" y="184"/>
                    <a:pt x="166" y="184"/>
                    <a:pt x="166" y="184"/>
                  </a:cubicBezTo>
                  <a:cubicBezTo>
                    <a:pt x="166" y="184"/>
                    <a:pt x="166" y="184"/>
                    <a:pt x="166" y="184"/>
                  </a:cubicBezTo>
                  <a:cubicBezTo>
                    <a:pt x="166" y="184"/>
                    <a:pt x="166" y="184"/>
                    <a:pt x="166" y="184"/>
                  </a:cubicBezTo>
                  <a:cubicBezTo>
                    <a:pt x="167" y="184"/>
                    <a:pt x="167" y="184"/>
                    <a:pt x="167" y="184"/>
                  </a:cubicBezTo>
                  <a:cubicBezTo>
                    <a:pt x="174" y="189"/>
                    <a:pt x="174" y="189"/>
                    <a:pt x="174" y="189"/>
                  </a:cubicBezTo>
                  <a:cubicBezTo>
                    <a:pt x="183" y="192"/>
                    <a:pt x="183" y="192"/>
                    <a:pt x="183" y="192"/>
                  </a:cubicBezTo>
                  <a:cubicBezTo>
                    <a:pt x="183" y="193"/>
                    <a:pt x="183" y="193"/>
                    <a:pt x="183" y="193"/>
                  </a:cubicBezTo>
                  <a:cubicBezTo>
                    <a:pt x="183" y="193"/>
                    <a:pt x="183" y="193"/>
                    <a:pt x="183" y="193"/>
                  </a:cubicBezTo>
                  <a:cubicBezTo>
                    <a:pt x="183" y="193"/>
                    <a:pt x="183" y="193"/>
                    <a:pt x="183" y="193"/>
                  </a:cubicBezTo>
                  <a:cubicBezTo>
                    <a:pt x="183" y="193"/>
                    <a:pt x="183" y="193"/>
                    <a:pt x="183" y="193"/>
                  </a:cubicBezTo>
                  <a:cubicBezTo>
                    <a:pt x="189" y="198"/>
                    <a:pt x="189" y="198"/>
                    <a:pt x="189" y="198"/>
                  </a:cubicBezTo>
                  <a:cubicBezTo>
                    <a:pt x="193" y="199"/>
                    <a:pt x="193" y="199"/>
                    <a:pt x="193" y="199"/>
                  </a:cubicBezTo>
                  <a:cubicBezTo>
                    <a:pt x="200" y="193"/>
                    <a:pt x="200" y="193"/>
                    <a:pt x="200" y="193"/>
                  </a:cubicBezTo>
                  <a:cubicBezTo>
                    <a:pt x="200" y="193"/>
                    <a:pt x="200" y="193"/>
                    <a:pt x="200" y="193"/>
                  </a:cubicBezTo>
                  <a:cubicBezTo>
                    <a:pt x="210" y="185"/>
                    <a:pt x="210" y="185"/>
                    <a:pt x="210" y="185"/>
                  </a:cubicBezTo>
                  <a:cubicBezTo>
                    <a:pt x="215" y="175"/>
                    <a:pt x="215" y="175"/>
                    <a:pt x="215" y="175"/>
                  </a:cubicBezTo>
                  <a:cubicBezTo>
                    <a:pt x="225" y="180"/>
                    <a:pt x="225" y="180"/>
                    <a:pt x="225" y="180"/>
                  </a:cubicBezTo>
                  <a:cubicBezTo>
                    <a:pt x="225" y="181"/>
                    <a:pt x="225" y="181"/>
                    <a:pt x="225" y="181"/>
                  </a:cubicBezTo>
                  <a:cubicBezTo>
                    <a:pt x="225" y="181"/>
                    <a:pt x="225" y="181"/>
                    <a:pt x="225" y="181"/>
                  </a:cubicBezTo>
                  <a:cubicBezTo>
                    <a:pt x="228" y="189"/>
                    <a:pt x="228" y="189"/>
                    <a:pt x="228" y="189"/>
                  </a:cubicBezTo>
                  <a:cubicBezTo>
                    <a:pt x="228" y="191"/>
                    <a:pt x="228" y="191"/>
                    <a:pt x="228" y="191"/>
                  </a:cubicBezTo>
                  <a:cubicBezTo>
                    <a:pt x="226" y="196"/>
                    <a:pt x="226" y="196"/>
                    <a:pt x="226" y="196"/>
                  </a:cubicBezTo>
                  <a:cubicBezTo>
                    <a:pt x="227" y="197"/>
                    <a:pt x="227" y="197"/>
                    <a:pt x="227" y="197"/>
                  </a:cubicBezTo>
                  <a:cubicBezTo>
                    <a:pt x="233" y="194"/>
                    <a:pt x="233" y="194"/>
                    <a:pt x="233" y="194"/>
                  </a:cubicBezTo>
                  <a:cubicBezTo>
                    <a:pt x="241" y="186"/>
                    <a:pt x="241" y="186"/>
                    <a:pt x="241" y="186"/>
                  </a:cubicBezTo>
                  <a:cubicBezTo>
                    <a:pt x="249" y="186"/>
                    <a:pt x="249" y="186"/>
                    <a:pt x="249" y="186"/>
                  </a:cubicBezTo>
                  <a:cubicBezTo>
                    <a:pt x="249" y="186"/>
                    <a:pt x="249" y="186"/>
                    <a:pt x="249" y="186"/>
                  </a:cubicBezTo>
                  <a:cubicBezTo>
                    <a:pt x="250" y="186"/>
                    <a:pt x="250" y="186"/>
                    <a:pt x="250" y="186"/>
                  </a:cubicBezTo>
                  <a:cubicBezTo>
                    <a:pt x="255" y="190"/>
                    <a:pt x="255" y="190"/>
                    <a:pt x="255" y="190"/>
                  </a:cubicBezTo>
                  <a:cubicBezTo>
                    <a:pt x="259" y="193"/>
                    <a:pt x="260" y="196"/>
                    <a:pt x="259" y="199"/>
                  </a:cubicBezTo>
                  <a:cubicBezTo>
                    <a:pt x="258" y="213"/>
                    <a:pt x="258" y="213"/>
                    <a:pt x="258" y="213"/>
                  </a:cubicBezTo>
                  <a:cubicBezTo>
                    <a:pt x="262" y="219"/>
                    <a:pt x="262" y="219"/>
                    <a:pt x="262" y="219"/>
                  </a:cubicBezTo>
                  <a:cubicBezTo>
                    <a:pt x="263" y="220"/>
                    <a:pt x="263" y="220"/>
                    <a:pt x="263" y="220"/>
                  </a:cubicBezTo>
                  <a:cubicBezTo>
                    <a:pt x="278" y="204"/>
                    <a:pt x="288" y="196"/>
                    <a:pt x="294" y="196"/>
                  </a:cubicBezTo>
                  <a:cubicBezTo>
                    <a:pt x="310" y="196"/>
                    <a:pt x="310" y="196"/>
                    <a:pt x="310" y="196"/>
                  </a:cubicBezTo>
                  <a:cubicBezTo>
                    <a:pt x="314" y="189"/>
                    <a:pt x="314" y="189"/>
                    <a:pt x="314" y="189"/>
                  </a:cubicBezTo>
                  <a:cubicBezTo>
                    <a:pt x="326" y="182"/>
                    <a:pt x="326" y="182"/>
                    <a:pt x="326" y="182"/>
                  </a:cubicBezTo>
                  <a:cubicBezTo>
                    <a:pt x="327" y="182"/>
                    <a:pt x="327" y="182"/>
                    <a:pt x="327" y="182"/>
                  </a:cubicBezTo>
                  <a:cubicBezTo>
                    <a:pt x="343" y="181"/>
                    <a:pt x="343" y="181"/>
                    <a:pt x="343" y="181"/>
                  </a:cubicBezTo>
                  <a:cubicBezTo>
                    <a:pt x="359" y="173"/>
                    <a:pt x="359" y="173"/>
                    <a:pt x="359" y="173"/>
                  </a:cubicBezTo>
                  <a:cubicBezTo>
                    <a:pt x="359" y="172"/>
                    <a:pt x="359" y="172"/>
                    <a:pt x="359" y="172"/>
                  </a:cubicBezTo>
                  <a:cubicBezTo>
                    <a:pt x="370" y="172"/>
                    <a:pt x="370" y="172"/>
                    <a:pt x="370" y="172"/>
                  </a:cubicBezTo>
                  <a:cubicBezTo>
                    <a:pt x="368" y="167"/>
                    <a:pt x="368" y="167"/>
                    <a:pt x="368" y="167"/>
                  </a:cubicBezTo>
                  <a:cubicBezTo>
                    <a:pt x="368" y="166"/>
                    <a:pt x="368" y="166"/>
                    <a:pt x="368" y="166"/>
                  </a:cubicBezTo>
                  <a:cubicBezTo>
                    <a:pt x="371" y="164"/>
                    <a:pt x="371" y="164"/>
                    <a:pt x="371" y="164"/>
                  </a:cubicBezTo>
                  <a:cubicBezTo>
                    <a:pt x="348" y="116"/>
                    <a:pt x="348" y="116"/>
                    <a:pt x="348" y="116"/>
                  </a:cubicBezTo>
                  <a:cubicBezTo>
                    <a:pt x="348" y="114"/>
                    <a:pt x="348" y="114"/>
                    <a:pt x="348" y="114"/>
                  </a:cubicBezTo>
                  <a:cubicBezTo>
                    <a:pt x="348" y="114"/>
                    <a:pt x="348" y="114"/>
                    <a:pt x="348" y="114"/>
                  </a:cubicBezTo>
                  <a:cubicBezTo>
                    <a:pt x="357" y="101"/>
                    <a:pt x="357" y="101"/>
                    <a:pt x="357" y="101"/>
                  </a:cubicBezTo>
                  <a:cubicBezTo>
                    <a:pt x="354" y="97"/>
                    <a:pt x="354" y="97"/>
                    <a:pt x="354" y="97"/>
                  </a:cubicBezTo>
                  <a:cubicBezTo>
                    <a:pt x="338" y="94"/>
                    <a:pt x="338" y="94"/>
                    <a:pt x="338" y="94"/>
                  </a:cubicBezTo>
                  <a:cubicBezTo>
                    <a:pt x="336" y="94"/>
                    <a:pt x="336" y="94"/>
                    <a:pt x="336" y="94"/>
                  </a:cubicBezTo>
                  <a:cubicBezTo>
                    <a:pt x="336" y="94"/>
                    <a:pt x="336" y="94"/>
                    <a:pt x="336" y="94"/>
                  </a:cubicBezTo>
                  <a:cubicBezTo>
                    <a:pt x="336" y="93"/>
                    <a:pt x="336" y="93"/>
                    <a:pt x="336" y="93"/>
                  </a:cubicBezTo>
                  <a:cubicBezTo>
                    <a:pt x="326" y="82"/>
                    <a:pt x="326" y="82"/>
                    <a:pt x="326" y="82"/>
                  </a:cubicBezTo>
                  <a:cubicBezTo>
                    <a:pt x="326" y="80"/>
                    <a:pt x="326" y="80"/>
                    <a:pt x="326" y="80"/>
                  </a:cubicBezTo>
                  <a:cubicBezTo>
                    <a:pt x="326" y="80"/>
                    <a:pt x="326" y="80"/>
                    <a:pt x="326" y="80"/>
                  </a:cubicBezTo>
                  <a:cubicBezTo>
                    <a:pt x="325" y="81"/>
                    <a:pt x="325" y="81"/>
                    <a:pt x="325" y="81"/>
                  </a:cubicBezTo>
                  <a:cubicBezTo>
                    <a:pt x="316" y="75"/>
                    <a:pt x="316" y="75"/>
                    <a:pt x="316" y="75"/>
                  </a:cubicBezTo>
                  <a:cubicBezTo>
                    <a:pt x="312" y="80"/>
                    <a:pt x="308" y="84"/>
                    <a:pt x="303" y="85"/>
                  </a:cubicBezTo>
                  <a:cubicBezTo>
                    <a:pt x="299" y="87"/>
                    <a:pt x="292" y="82"/>
                    <a:pt x="283" y="71"/>
                  </a:cubicBezTo>
                  <a:cubicBezTo>
                    <a:pt x="278" y="65"/>
                    <a:pt x="278" y="65"/>
                    <a:pt x="278" y="65"/>
                  </a:cubicBezTo>
                  <a:cubicBezTo>
                    <a:pt x="277" y="64"/>
                    <a:pt x="273" y="65"/>
                    <a:pt x="266" y="68"/>
                  </a:cubicBezTo>
                  <a:cubicBezTo>
                    <a:pt x="256" y="71"/>
                    <a:pt x="249" y="72"/>
                    <a:pt x="246" y="70"/>
                  </a:cubicBezTo>
                  <a:cubicBezTo>
                    <a:pt x="243" y="67"/>
                    <a:pt x="242" y="61"/>
                    <a:pt x="243" y="53"/>
                  </a:cubicBezTo>
                  <a:cubicBezTo>
                    <a:pt x="244" y="46"/>
                    <a:pt x="243" y="43"/>
                    <a:pt x="242" y="41"/>
                  </a:cubicBezTo>
                  <a:cubicBezTo>
                    <a:pt x="163" y="37"/>
                    <a:pt x="163" y="37"/>
                    <a:pt x="163" y="37"/>
                  </a:cubicBezTo>
                  <a:cubicBezTo>
                    <a:pt x="156" y="34"/>
                    <a:pt x="150" y="31"/>
                    <a:pt x="147" y="28"/>
                  </a:cubicBezTo>
                  <a:cubicBezTo>
                    <a:pt x="135" y="25"/>
                    <a:pt x="135" y="25"/>
                    <a:pt x="135" y="25"/>
                  </a:cubicBezTo>
                  <a:cubicBezTo>
                    <a:pt x="130" y="23"/>
                    <a:pt x="121" y="15"/>
                    <a:pt x="109" y="0"/>
                  </a:cubicBezTo>
                  <a:cubicBezTo>
                    <a:pt x="101" y="6"/>
                    <a:pt x="101" y="6"/>
                    <a:pt x="101" y="6"/>
                  </a:cubicBezTo>
                  <a:cubicBezTo>
                    <a:pt x="89" y="3"/>
                    <a:pt x="89" y="3"/>
                    <a:pt x="89" y="3"/>
                  </a:cubicBezTo>
                  <a:cubicBezTo>
                    <a:pt x="56" y="3"/>
                    <a:pt x="56" y="3"/>
                    <a:pt x="56" y="3"/>
                  </a:cubicBezTo>
                  <a:cubicBezTo>
                    <a:pt x="56" y="3"/>
                    <a:pt x="56" y="3"/>
                    <a:pt x="56" y="3"/>
                  </a:cubicBezTo>
                  <a:cubicBezTo>
                    <a:pt x="56" y="3"/>
                    <a:pt x="56" y="3"/>
                    <a:pt x="56" y="3"/>
                  </a:cubicBezTo>
                  <a:lnTo>
                    <a:pt x="47" y="0"/>
                  </a:ln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9" name="Freeform 9"/>
            <p:cNvSpPr/>
            <p:nvPr/>
          </p:nvSpPr>
          <p:spPr bwMode="auto">
            <a:xfrm>
              <a:off x="3853053" y="2511997"/>
              <a:ext cx="104775" cy="152400"/>
            </a:xfrm>
            <a:custGeom>
              <a:avLst/>
              <a:gdLst>
                <a:gd name="T0" fmla="*/ 35 w 61"/>
                <a:gd name="T1" fmla="*/ 1 h 88"/>
                <a:gd name="T2" fmla="*/ 34 w 61"/>
                <a:gd name="T3" fmla="*/ 0 h 88"/>
                <a:gd name="T4" fmla="*/ 25 w 61"/>
                <a:gd name="T5" fmla="*/ 9 h 88"/>
                <a:gd name="T6" fmla="*/ 23 w 61"/>
                <a:gd name="T7" fmla="*/ 8 h 88"/>
                <a:gd name="T8" fmla="*/ 22 w 61"/>
                <a:gd name="T9" fmla="*/ 9 h 88"/>
                <a:gd name="T10" fmla="*/ 23 w 61"/>
                <a:gd name="T11" fmla="*/ 9 h 88"/>
                <a:gd name="T12" fmla="*/ 17 w 61"/>
                <a:gd name="T13" fmla="*/ 15 h 88"/>
                <a:gd name="T14" fmla="*/ 15 w 61"/>
                <a:gd name="T15" fmla="*/ 16 h 88"/>
                <a:gd name="T16" fmla="*/ 8 w 61"/>
                <a:gd name="T17" fmla="*/ 20 h 88"/>
                <a:gd name="T18" fmla="*/ 8 w 61"/>
                <a:gd name="T19" fmla="*/ 24 h 88"/>
                <a:gd name="T20" fmla="*/ 3 w 61"/>
                <a:gd name="T21" fmla="*/ 37 h 88"/>
                <a:gd name="T22" fmla="*/ 1 w 61"/>
                <a:gd name="T23" fmla="*/ 45 h 88"/>
                <a:gd name="T24" fmla="*/ 0 w 61"/>
                <a:gd name="T25" fmla="*/ 58 h 88"/>
                <a:gd name="T26" fmla="*/ 4 w 61"/>
                <a:gd name="T27" fmla="*/ 76 h 88"/>
                <a:gd name="T28" fmla="*/ 14 w 61"/>
                <a:gd name="T29" fmla="*/ 84 h 88"/>
                <a:gd name="T30" fmla="*/ 28 w 61"/>
                <a:gd name="T31" fmla="*/ 88 h 88"/>
                <a:gd name="T32" fmla="*/ 42 w 61"/>
                <a:gd name="T33" fmla="*/ 82 h 88"/>
                <a:gd name="T34" fmla="*/ 39 w 61"/>
                <a:gd name="T35" fmla="*/ 76 h 88"/>
                <a:gd name="T36" fmla="*/ 39 w 61"/>
                <a:gd name="T37" fmla="*/ 74 h 88"/>
                <a:gd name="T38" fmla="*/ 39 w 61"/>
                <a:gd name="T39" fmla="*/ 74 h 88"/>
                <a:gd name="T40" fmla="*/ 40 w 61"/>
                <a:gd name="T41" fmla="*/ 68 h 88"/>
                <a:gd name="T42" fmla="*/ 40 w 61"/>
                <a:gd name="T43" fmla="*/ 68 h 88"/>
                <a:gd name="T44" fmla="*/ 46 w 61"/>
                <a:gd name="T45" fmla="*/ 56 h 88"/>
                <a:gd name="T46" fmla="*/ 58 w 61"/>
                <a:gd name="T47" fmla="*/ 56 h 88"/>
                <a:gd name="T48" fmla="*/ 61 w 61"/>
                <a:gd name="T49" fmla="*/ 55 h 88"/>
                <a:gd name="T50" fmla="*/ 49 w 61"/>
                <a:gd name="T51" fmla="*/ 36 h 88"/>
                <a:gd name="T52" fmla="*/ 45 w 61"/>
                <a:gd name="T53" fmla="*/ 30 h 88"/>
                <a:gd name="T54" fmla="*/ 40 w 61"/>
                <a:gd name="T55" fmla="*/ 13 h 88"/>
                <a:gd name="T56" fmla="*/ 35 w 61"/>
                <a:gd name="T57" fmla="*/ 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88">
                  <a:moveTo>
                    <a:pt x="35" y="1"/>
                  </a:moveTo>
                  <a:cubicBezTo>
                    <a:pt x="34" y="0"/>
                    <a:pt x="34" y="0"/>
                    <a:pt x="34" y="0"/>
                  </a:cubicBezTo>
                  <a:cubicBezTo>
                    <a:pt x="31" y="0"/>
                    <a:pt x="28" y="3"/>
                    <a:pt x="25" y="9"/>
                  </a:cubicBezTo>
                  <a:cubicBezTo>
                    <a:pt x="23" y="8"/>
                    <a:pt x="23" y="8"/>
                    <a:pt x="23" y="8"/>
                  </a:cubicBezTo>
                  <a:cubicBezTo>
                    <a:pt x="22" y="9"/>
                    <a:pt x="22" y="9"/>
                    <a:pt x="22" y="9"/>
                  </a:cubicBezTo>
                  <a:cubicBezTo>
                    <a:pt x="23" y="9"/>
                    <a:pt x="23" y="9"/>
                    <a:pt x="23" y="9"/>
                  </a:cubicBezTo>
                  <a:cubicBezTo>
                    <a:pt x="17" y="15"/>
                    <a:pt x="17" y="15"/>
                    <a:pt x="17" y="15"/>
                  </a:cubicBezTo>
                  <a:cubicBezTo>
                    <a:pt x="15" y="16"/>
                    <a:pt x="15" y="16"/>
                    <a:pt x="15" y="16"/>
                  </a:cubicBezTo>
                  <a:cubicBezTo>
                    <a:pt x="8" y="20"/>
                    <a:pt x="8" y="20"/>
                    <a:pt x="8" y="20"/>
                  </a:cubicBezTo>
                  <a:cubicBezTo>
                    <a:pt x="8" y="24"/>
                    <a:pt x="8" y="24"/>
                    <a:pt x="8" y="24"/>
                  </a:cubicBezTo>
                  <a:cubicBezTo>
                    <a:pt x="8" y="31"/>
                    <a:pt x="6" y="36"/>
                    <a:pt x="3" y="37"/>
                  </a:cubicBezTo>
                  <a:cubicBezTo>
                    <a:pt x="1" y="45"/>
                    <a:pt x="1" y="45"/>
                    <a:pt x="1" y="45"/>
                  </a:cubicBezTo>
                  <a:cubicBezTo>
                    <a:pt x="0" y="46"/>
                    <a:pt x="0" y="51"/>
                    <a:pt x="0" y="58"/>
                  </a:cubicBezTo>
                  <a:cubicBezTo>
                    <a:pt x="4" y="76"/>
                    <a:pt x="4" y="76"/>
                    <a:pt x="4" y="76"/>
                  </a:cubicBezTo>
                  <a:cubicBezTo>
                    <a:pt x="5" y="79"/>
                    <a:pt x="8" y="82"/>
                    <a:pt x="14" y="84"/>
                  </a:cubicBezTo>
                  <a:cubicBezTo>
                    <a:pt x="28" y="88"/>
                    <a:pt x="28" y="88"/>
                    <a:pt x="28" y="88"/>
                  </a:cubicBezTo>
                  <a:cubicBezTo>
                    <a:pt x="32" y="88"/>
                    <a:pt x="37" y="86"/>
                    <a:pt x="42" y="82"/>
                  </a:cubicBezTo>
                  <a:cubicBezTo>
                    <a:pt x="39" y="76"/>
                    <a:pt x="39" y="76"/>
                    <a:pt x="39" y="76"/>
                  </a:cubicBezTo>
                  <a:cubicBezTo>
                    <a:pt x="39" y="74"/>
                    <a:pt x="39" y="74"/>
                    <a:pt x="39" y="74"/>
                  </a:cubicBezTo>
                  <a:cubicBezTo>
                    <a:pt x="39" y="74"/>
                    <a:pt x="39" y="74"/>
                    <a:pt x="39" y="74"/>
                  </a:cubicBezTo>
                  <a:cubicBezTo>
                    <a:pt x="40" y="68"/>
                    <a:pt x="40" y="68"/>
                    <a:pt x="40" y="68"/>
                  </a:cubicBezTo>
                  <a:cubicBezTo>
                    <a:pt x="40" y="68"/>
                    <a:pt x="40" y="68"/>
                    <a:pt x="40" y="68"/>
                  </a:cubicBezTo>
                  <a:cubicBezTo>
                    <a:pt x="46" y="56"/>
                    <a:pt x="46" y="56"/>
                    <a:pt x="46" y="56"/>
                  </a:cubicBezTo>
                  <a:cubicBezTo>
                    <a:pt x="58" y="56"/>
                    <a:pt x="58" y="56"/>
                    <a:pt x="58" y="56"/>
                  </a:cubicBezTo>
                  <a:cubicBezTo>
                    <a:pt x="61" y="55"/>
                    <a:pt x="61" y="55"/>
                    <a:pt x="61" y="55"/>
                  </a:cubicBezTo>
                  <a:cubicBezTo>
                    <a:pt x="60" y="51"/>
                    <a:pt x="56" y="45"/>
                    <a:pt x="49" y="36"/>
                  </a:cubicBezTo>
                  <a:cubicBezTo>
                    <a:pt x="45" y="30"/>
                    <a:pt x="45" y="30"/>
                    <a:pt x="45" y="30"/>
                  </a:cubicBezTo>
                  <a:cubicBezTo>
                    <a:pt x="43" y="25"/>
                    <a:pt x="40" y="20"/>
                    <a:pt x="40" y="13"/>
                  </a:cubicBezTo>
                  <a:cubicBezTo>
                    <a:pt x="39" y="7"/>
                    <a:pt x="37" y="3"/>
                    <a:pt x="35" y="1"/>
                  </a:cubicBez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10" name="Freeform 10"/>
            <p:cNvSpPr/>
            <p:nvPr/>
          </p:nvSpPr>
          <p:spPr bwMode="auto">
            <a:xfrm>
              <a:off x="3748278" y="2443734"/>
              <a:ext cx="141287" cy="150813"/>
            </a:xfrm>
            <a:custGeom>
              <a:avLst/>
              <a:gdLst>
                <a:gd name="T0" fmla="*/ 40 w 81"/>
                <a:gd name="T1" fmla="*/ 18 h 87"/>
                <a:gd name="T2" fmla="*/ 39 w 81"/>
                <a:gd name="T3" fmla="*/ 20 h 87"/>
                <a:gd name="T4" fmla="*/ 37 w 81"/>
                <a:gd name="T5" fmla="*/ 19 h 87"/>
                <a:gd name="T6" fmla="*/ 29 w 81"/>
                <a:gd name="T7" fmla="*/ 18 h 87"/>
                <a:gd name="T8" fmla="*/ 29 w 81"/>
                <a:gd name="T9" fmla="*/ 22 h 87"/>
                <a:gd name="T10" fmla="*/ 29 w 81"/>
                <a:gd name="T11" fmla="*/ 23 h 87"/>
                <a:gd name="T12" fmla="*/ 27 w 81"/>
                <a:gd name="T13" fmla="*/ 23 h 87"/>
                <a:gd name="T14" fmla="*/ 14 w 81"/>
                <a:gd name="T15" fmla="*/ 28 h 87"/>
                <a:gd name="T16" fmla="*/ 14 w 81"/>
                <a:gd name="T17" fmla="*/ 30 h 87"/>
                <a:gd name="T18" fmla="*/ 18 w 81"/>
                <a:gd name="T19" fmla="*/ 43 h 87"/>
                <a:gd name="T20" fmla="*/ 19 w 81"/>
                <a:gd name="T21" fmla="*/ 44 h 87"/>
                <a:gd name="T22" fmla="*/ 18 w 81"/>
                <a:gd name="T23" fmla="*/ 46 h 87"/>
                <a:gd name="T24" fmla="*/ 3 w 81"/>
                <a:gd name="T25" fmla="*/ 62 h 87"/>
                <a:gd name="T26" fmla="*/ 0 w 81"/>
                <a:gd name="T27" fmla="*/ 68 h 87"/>
                <a:gd name="T28" fmla="*/ 4 w 81"/>
                <a:gd name="T29" fmla="*/ 73 h 87"/>
                <a:gd name="T30" fmla="*/ 11 w 81"/>
                <a:gd name="T31" fmla="*/ 76 h 87"/>
                <a:gd name="T32" fmla="*/ 16 w 81"/>
                <a:gd name="T33" fmla="*/ 76 h 87"/>
                <a:gd name="T34" fmla="*/ 30 w 81"/>
                <a:gd name="T35" fmla="*/ 80 h 87"/>
                <a:gd name="T36" fmla="*/ 36 w 81"/>
                <a:gd name="T37" fmla="*/ 84 h 87"/>
                <a:gd name="T38" fmla="*/ 47 w 81"/>
                <a:gd name="T39" fmla="*/ 87 h 87"/>
                <a:gd name="T40" fmla="*/ 55 w 81"/>
                <a:gd name="T41" fmla="*/ 80 h 87"/>
                <a:gd name="T42" fmla="*/ 60 w 81"/>
                <a:gd name="T43" fmla="*/ 75 h 87"/>
                <a:gd name="T44" fmla="*/ 63 w 81"/>
                <a:gd name="T45" fmla="*/ 63 h 87"/>
                <a:gd name="T46" fmla="*/ 60 w 81"/>
                <a:gd name="T47" fmla="*/ 50 h 87"/>
                <a:gd name="T48" fmla="*/ 65 w 81"/>
                <a:gd name="T49" fmla="*/ 51 h 87"/>
                <a:gd name="T50" fmla="*/ 73 w 81"/>
                <a:gd name="T51" fmla="*/ 52 h 87"/>
                <a:gd name="T52" fmla="*/ 77 w 81"/>
                <a:gd name="T53" fmla="*/ 49 h 87"/>
                <a:gd name="T54" fmla="*/ 78 w 81"/>
                <a:gd name="T55" fmla="*/ 46 h 87"/>
                <a:gd name="T56" fmla="*/ 72 w 81"/>
                <a:gd name="T57" fmla="*/ 29 h 87"/>
                <a:gd name="T58" fmla="*/ 74 w 81"/>
                <a:gd name="T59" fmla="*/ 23 h 87"/>
                <a:gd name="T60" fmla="*/ 80 w 81"/>
                <a:gd name="T61" fmla="*/ 17 h 87"/>
                <a:gd name="T62" fmla="*/ 81 w 81"/>
                <a:gd name="T63" fmla="*/ 17 h 87"/>
                <a:gd name="T64" fmla="*/ 80 w 81"/>
                <a:gd name="T65" fmla="*/ 13 h 87"/>
                <a:gd name="T66" fmla="*/ 65 w 81"/>
                <a:gd name="T67" fmla="*/ 14 h 87"/>
                <a:gd name="T68" fmla="*/ 65 w 81"/>
                <a:gd name="T69" fmla="*/ 13 h 87"/>
                <a:gd name="T70" fmla="*/ 52 w 81"/>
                <a:gd name="T71" fmla="*/ 4 h 87"/>
                <a:gd name="T72" fmla="*/ 36 w 81"/>
                <a:gd name="T73" fmla="*/ 1 h 87"/>
                <a:gd name="T74" fmla="*/ 34 w 81"/>
                <a:gd name="T75" fmla="*/ 2 h 87"/>
                <a:gd name="T76" fmla="*/ 38 w 81"/>
                <a:gd name="T77" fmla="*/ 8 h 87"/>
                <a:gd name="T78" fmla="*/ 40 w 81"/>
                <a:gd name="T79" fmla="*/ 1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1" h="87">
                  <a:moveTo>
                    <a:pt x="40" y="18"/>
                  </a:moveTo>
                  <a:cubicBezTo>
                    <a:pt x="39" y="20"/>
                    <a:pt x="39" y="20"/>
                    <a:pt x="39" y="20"/>
                  </a:cubicBezTo>
                  <a:cubicBezTo>
                    <a:pt x="37" y="19"/>
                    <a:pt x="37" y="19"/>
                    <a:pt x="37" y="19"/>
                  </a:cubicBezTo>
                  <a:cubicBezTo>
                    <a:pt x="29" y="18"/>
                    <a:pt x="29" y="18"/>
                    <a:pt x="29" y="18"/>
                  </a:cubicBezTo>
                  <a:cubicBezTo>
                    <a:pt x="29" y="22"/>
                    <a:pt x="29" y="22"/>
                    <a:pt x="29" y="22"/>
                  </a:cubicBezTo>
                  <a:cubicBezTo>
                    <a:pt x="29" y="23"/>
                    <a:pt x="29" y="23"/>
                    <a:pt x="29" y="23"/>
                  </a:cubicBezTo>
                  <a:cubicBezTo>
                    <a:pt x="27" y="23"/>
                    <a:pt x="27" y="23"/>
                    <a:pt x="27" y="23"/>
                  </a:cubicBezTo>
                  <a:cubicBezTo>
                    <a:pt x="14" y="28"/>
                    <a:pt x="14" y="28"/>
                    <a:pt x="14" y="28"/>
                  </a:cubicBezTo>
                  <a:cubicBezTo>
                    <a:pt x="14" y="30"/>
                    <a:pt x="14" y="30"/>
                    <a:pt x="14" y="30"/>
                  </a:cubicBezTo>
                  <a:cubicBezTo>
                    <a:pt x="12" y="34"/>
                    <a:pt x="14" y="38"/>
                    <a:pt x="18" y="43"/>
                  </a:cubicBezTo>
                  <a:cubicBezTo>
                    <a:pt x="19" y="44"/>
                    <a:pt x="19" y="44"/>
                    <a:pt x="19" y="44"/>
                  </a:cubicBezTo>
                  <a:cubicBezTo>
                    <a:pt x="18" y="46"/>
                    <a:pt x="18" y="46"/>
                    <a:pt x="18" y="46"/>
                  </a:cubicBezTo>
                  <a:cubicBezTo>
                    <a:pt x="14" y="52"/>
                    <a:pt x="9" y="58"/>
                    <a:pt x="3" y="62"/>
                  </a:cubicBezTo>
                  <a:cubicBezTo>
                    <a:pt x="0" y="64"/>
                    <a:pt x="0" y="66"/>
                    <a:pt x="0" y="68"/>
                  </a:cubicBezTo>
                  <a:cubicBezTo>
                    <a:pt x="4" y="73"/>
                    <a:pt x="4" y="73"/>
                    <a:pt x="4" y="73"/>
                  </a:cubicBezTo>
                  <a:cubicBezTo>
                    <a:pt x="11" y="76"/>
                    <a:pt x="11" y="76"/>
                    <a:pt x="11" y="76"/>
                  </a:cubicBezTo>
                  <a:cubicBezTo>
                    <a:pt x="16" y="76"/>
                    <a:pt x="16" y="76"/>
                    <a:pt x="16" y="76"/>
                  </a:cubicBezTo>
                  <a:cubicBezTo>
                    <a:pt x="23" y="76"/>
                    <a:pt x="28" y="77"/>
                    <a:pt x="30" y="80"/>
                  </a:cubicBezTo>
                  <a:cubicBezTo>
                    <a:pt x="36" y="84"/>
                    <a:pt x="36" y="84"/>
                    <a:pt x="36" y="84"/>
                  </a:cubicBezTo>
                  <a:cubicBezTo>
                    <a:pt x="40" y="86"/>
                    <a:pt x="44" y="87"/>
                    <a:pt x="47" y="87"/>
                  </a:cubicBezTo>
                  <a:cubicBezTo>
                    <a:pt x="49" y="87"/>
                    <a:pt x="52" y="85"/>
                    <a:pt x="55" y="80"/>
                  </a:cubicBezTo>
                  <a:cubicBezTo>
                    <a:pt x="60" y="75"/>
                    <a:pt x="60" y="75"/>
                    <a:pt x="60" y="75"/>
                  </a:cubicBezTo>
                  <a:cubicBezTo>
                    <a:pt x="63" y="63"/>
                    <a:pt x="63" y="63"/>
                    <a:pt x="63" y="63"/>
                  </a:cubicBezTo>
                  <a:cubicBezTo>
                    <a:pt x="60" y="50"/>
                    <a:pt x="60" y="50"/>
                    <a:pt x="60" y="50"/>
                  </a:cubicBezTo>
                  <a:cubicBezTo>
                    <a:pt x="65" y="51"/>
                    <a:pt x="65" y="51"/>
                    <a:pt x="65" y="51"/>
                  </a:cubicBezTo>
                  <a:cubicBezTo>
                    <a:pt x="73" y="52"/>
                    <a:pt x="73" y="52"/>
                    <a:pt x="73" y="52"/>
                  </a:cubicBezTo>
                  <a:cubicBezTo>
                    <a:pt x="77" y="49"/>
                    <a:pt x="77" y="49"/>
                    <a:pt x="77" y="49"/>
                  </a:cubicBezTo>
                  <a:cubicBezTo>
                    <a:pt x="78" y="46"/>
                    <a:pt x="78" y="46"/>
                    <a:pt x="78" y="46"/>
                  </a:cubicBezTo>
                  <a:cubicBezTo>
                    <a:pt x="72" y="29"/>
                    <a:pt x="72" y="29"/>
                    <a:pt x="72" y="29"/>
                  </a:cubicBezTo>
                  <a:cubicBezTo>
                    <a:pt x="74" y="23"/>
                    <a:pt x="74" y="23"/>
                    <a:pt x="74" y="23"/>
                  </a:cubicBezTo>
                  <a:cubicBezTo>
                    <a:pt x="75" y="19"/>
                    <a:pt x="78" y="18"/>
                    <a:pt x="80" y="17"/>
                  </a:cubicBezTo>
                  <a:cubicBezTo>
                    <a:pt x="81" y="17"/>
                    <a:pt x="81" y="17"/>
                    <a:pt x="81" y="17"/>
                  </a:cubicBezTo>
                  <a:cubicBezTo>
                    <a:pt x="80" y="13"/>
                    <a:pt x="80" y="13"/>
                    <a:pt x="80" y="13"/>
                  </a:cubicBezTo>
                  <a:cubicBezTo>
                    <a:pt x="65" y="14"/>
                    <a:pt x="65" y="14"/>
                    <a:pt x="65" y="14"/>
                  </a:cubicBezTo>
                  <a:cubicBezTo>
                    <a:pt x="65" y="13"/>
                    <a:pt x="65" y="13"/>
                    <a:pt x="65" y="13"/>
                  </a:cubicBezTo>
                  <a:cubicBezTo>
                    <a:pt x="52" y="4"/>
                    <a:pt x="52" y="4"/>
                    <a:pt x="52" y="4"/>
                  </a:cubicBezTo>
                  <a:cubicBezTo>
                    <a:pt x="46" y="0"/>
                    <a:pt x="41" y="0"/>
                    <a:pt x="36" y="1"/>
                  </a:cubicBezTo>
                  <a:cubicBezTo>
                    <a:pt x="34" y="2"/>
                    <a:pt x="34" y="2"/>
                    <a:pt x="34" y="2"/>
                  </a:cubicBezTo>
                  <a:cubicBezTo>
                    <a:pt x="33" y="5"/>
                    <a:pt x="34" y="7"/>
                    <a:pt x="38" y="8"/>
                  </a:cubicBezTo>
                  <a:cubicBezTo>
                    <a:pt x="41" y="11"/>
                    <a:pt x="42" y="14"/>
                    <a:pt x="40" y="18"/>
                  </a:cubicBezTo>
                  <a:close/>
                </a:path>
              </a:pathLst>
            </a:custGeom>
            <a:solidFill>
              <a:srgbClr val="FF3300"/>
            </a:solidFill>
            <a:ln>
              <a:noFill/>
            </a:ln>
          </p:spPr>
          <p:txBody>
            <a:bodyPr vert="horz" wrap="square" lIns="91440" tIns="45720" rIns="91440" bIns="45720" numCol="1" anchor="t" anchorCtr="0" compatLnSpc="1"/>
            <a:lstStyle/>
            <a:p>
              <a:endParaRPr lang="zh-CN" altLang="en-US"/>
            </a:p>
          </p:txBody>
        </p:sp>
        <p:sp>
          <p:nvSpPr>
            <p:cNvPr id="11" name="Freeform 11"/>
            <p:cNvSpPr/>
            <p:nvPr/>
          </p:nvSpPr>
          <p:spPr bwMode="auto">
            <a:xfrm>
              <a:off x="4294378" y="3315272"/>
              <a:ext cx="88900" cy="80963"/>
            </a:xfrm>
            <a:custGeom>
              <a:avLst/>
              <a:gdLst>
                <a:gd name="T0" fmla="*/ 46 w 51"/>
                <a:gd name="T1" fmla="*/ 25 h 46"/>
                <a:gd name="T2" fmla="*/ 51 w 51"/>
                <a:gd name="T3" fmla="*/ 20 h 46"/>
                <a:gd name="T4" fmla="*/ 51 w 51"/>
                <a:gd name="T5" fmla="*/ 20 h 46"/>
                <a:gd name="T6" fmla="*/ 51 w 51"/>
                <a:gd name="T7" fmla="*/ 20 h 46"/>
                <a:gd name="T8" fmla="*/ 51 w 51"/>
                <a:gd name="T9" fmla="*/ 20 h 46"/>
                <a:gd name="T10" fmla="*/ 35 w 51"/>
                <a:gd name="T11" fmla="*/ 7 h 46"/>
                <a:gd name="T12" fmla="*/ 16 w 51"/>
                <a:gd name="T13" fmla="*/ 1 h 46"/>
                <a:gd name="T14" fmla="*/ 9 w 51"/>
                <a:gd name="T15" fmla="*/ 3 h 46"/>
                <a:gd name="T16" fmla="*/ 9 w 51"/>
                <a:gd name="T17" fmla="*/ 16 h 46"/>
                <a:gd name="T18" fmla="*/ 2 w 51"/>
                <a:gd name="T19" fmla="*/ 29 h 46"/>
                <a:gd name="T20" fmla="*/ 0 w 51"/>
                <a:gd name="T21" fmla="*/ 31 h 46"/>
                <a:gd name="T22" fmla="*/ 6 w 51"/>
                <a:gd name="T23" fmla="*/ 38 h 46"/>
                <a:gd name="T24" fmla="*/ 6 w 51"/>
                <a:gd name="T25" fmla="*/ 38 h 46"/>
                <a:gd name="T26" fmla="*/ 8 w 51"/>
                <a:gd name="T27" fmla="*/ 43 h 46"/>
                <a:gd name="T28" fmla="*/ 15 w 51"/>
                <a:gd name="T29" fmla="*/ 46 h 46"/>
                <a:gd name="T30" fmla="*/ 26 w 51"/>
                <a:gd name="T31" fmla="*/ 43 h 46"/>
                <a:gd name="T32" fmla="*/ 38 w 51"/>
                <a:gd name="T33" fmla="*/ 45 h 46"/>
                <a:gd name="T34" fmla="*/ 39 w 51"/>
                <a:gd name="T35" fmla="*/ 41 h 46"/>
                <a:gd name="T36" fmla="*/ 46 w 51"/>
                <a:gd name="T37"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46">
                  <a:moveTo>
                    <a:pt x="46" y="25"/>
                  </a:moveTo>
                  <a:cubicBezTo>
                    <a:pt x="51" y="20"/>
                    <a:pt x="51" y="20"/>
                    <a:pt x="51" y="20"/>
                  </a:cubicBezTo>
                  <a:cubicBezTo>
                    <a:pt x="51" y="20"/>
                    <a:pt x="51" y="20"/>
                    <a:pt x="51" y="20"/>
                  </a:cubicBezTo>
                  <a:cubicBezTo>
                    <a:pt x="51" y="20"/>
                    <a:pt x="51" y="20"/>
                    <a:pt x="51" y="20"/>
                  </a:cubicBezTo>
                  <a:cubicBezTo>
                    <a:pt x="51" y="20"/>
                    <a:pt x="51" y="20"/>
                    <a:pt x="51" y="20"/>
                  </a:cubicBezTo>
                  <a:cubicBezTo>
                    <a:pt x="35" y="7"/>
                    <a:pt x="35" y="7"/>
                    <a:pt x="35" y="7"/>
                  </a:cubicBezTo>
                  <a:cubicBezTo>
                    <a:pt x="28" y="2"/>
                    <a:pt x="21" y="0"/>
                    <a:pt x="16" y="1"/>
                  </a:cubicBezTo>
                  <a:cubicBezTo>
                    <a:pt x="9" y="3"/>
                    <a:pt x="9" y="3"/>
                    <a:pt x="9" y="3"/>
                  </a:cubicBezTo>
                  <a:cubicBezTo>
                    <a:pt x="9" y="16"/>
                    <a:pt x="9" y="16"/>
                    <a:pt x="9" y="16"/>
                  </a:cubicBezTo>
                  <a:cubicBezTo>
                    <a:pt x="8" y="20"/>
                    <a:pt x="6" y="25"/>
                    <a:pt x="2" y="29"/>
                  </a:cubicBezTo>
                  <a:cubicBezTo>
                    <a:pt x="0" y="31"/>
                    <a:pt x="0" y="31"/>
                    <a:pt x="0" y="31"/>
                  </a:cubicBezTo>
                  <a:cubicBezTo>
                    <a:pt x="6" y="38"/>
                    <a:pt x="6" y="38"/>
                    <a:pt x="6" y="38"/>
                  </a:cubicBezTo>
                  <a:cubicBezTo>
                    <a:pt x="6" y="38"/>
                    <a:pt x="6" y="38"/>
                    <a:pt x="6" y="38"/>
                  </a:cubicBezTo>
                  <a:cubicBezTo>
                    <a:pt x="8" y="43"/>
                    <a:pt x="8" y="43"/>
                    <a:pt x="8" y="43"/>
                  </a:cubicBezTo>
                  <a:cubicBezTo>
                    <a:pt x="15" y="46"/>
                    <a:pt x="15" y="46"/>
                    <a:pt x="15" y="46"/>
                  </a:cubicBezTo>
                  <a:cubicBezTo>
                    <a:pt x="20" y="43"/>
                    <a:pt x="23" y="42"/>
                    <a:pt x="26" y="43"/>
                  </a:cubicBezTo>
                  <a:cubicBezTo>
                    <a:pt x="38" y="45"/>
                    <a:pt x="38" y="45"/>
                    <a:pt x="38" y="45"/>
                  </a:cubicBezTo>
                  <a:cubicBezTo>
                    <a:pt x="39" y="41"/>
                    <a:pt x="39" y="41"/>
                    <a:pt x="39" y="41"/>
                  </a:cubicBezTo>
                  <a:cubicBezTo>
                    <a:pt x="40" y="32"/>
                    <a:pt x="43" y="27"/>
                    <a:pt x="46" y="25"/>
                  </a:cubicBezTo>
                  <a:close/>
                </a:path>
              </a:pathLst>
            </a:custGeom>
            <a:solidFill>
              <a:srgbClr val="FF3300"/>
            </a:solidFill>
            <a:ln>
              <a:noFill/>
            </a:ln>
          </p:spPr>
          <p:txBody>
            <a:bodyPr vert="horz" wrap="square" lIns="91440" tIns="45720" rIns="91440" bIns="45720" numCol="1" anchor="t" anchorCtr="0" compatLnSpc="1"/>
            <a:lstStyle/>
            <a:p>
              <a:endParaRPr lang="zh-CN" altLang="en-US"/>
            </a:p>
          </p:txBody>
        </p:sp>
        <p:sp>
          <p:nvSpPr>
            <p:cNvPr id="12" name="Freeform 12"/>
            <p:cNvSpPr/>
            <p:nvPr/>
          </p:nvSpPr>
          <p:spPr bwMode="auto">
            <a:xfrm>
              <a:off x="3402203" y="2916809"/>
              <a:ext cx="490537" cy="481013"/>
            </a:xfrm>
            <a:custGeom>
              <a:avLst/>
              <a:gdLst>
                <a:gd name="T0" fmla="*/ 62 w 283"/>
                <a:gd name="T1" fmla="*/ 92 h 278"/>
                <a:gd name="T2" fmla="*/ 2 w 283"/>
                <a:gd name="T3" fmla="*/ 124 h 278"/>
                <a:gd name="T4" fmla="*/ 23 w 283"/>
                <a:gd name="T5" fmla="*/ 169 h 278"/>
                <a:gd name="T6" fmla="*/ 24 w 283"/>
                <a:gd name="T7" fmla="*/ 169 h 278"/>
                <a:gd name="T8" fmla="*/ 51 w 283"/>
                <a:gd name="T9" fmla="*/ 217 h 278"/>
                <a:gd name="T10" fmla="*/ 66 w 283"/>
                <a:gd name="T11" fmla="*/ 220 h 278"/>
                <a:gd name="T12" fmla="*/ 80 w 283"/>
                <a:gd name="T13" fmla="*/ 228 h 278"/>
                <a:gd name="T14" fmla="*/ 161 w 283"/>
                <a:gd name="T15" fmla="*/ 235 h 278"/>
                <a:gd name="T16" fmla="*/ 165 w 283"/>
                <a:gd name="T17" fmla="*/ 263 h 278"/>
                <a:gd name="T18" fmla="*/ 198 w 283"/>
                <a:gd name="T19" fmla="*/ 259 h 278"/>
                <a:gd name="T20" fmla="*/ 216 w 283"/>
                <a:gd name="T21" fmla="*/ 277 h 278"/>
                <a:gd name="T22" fmla="*/ 229 w 283"/>
                <a:gd name="T23" fmla="*/ 265 h 278"/>
                <a:gd name="T24" fmla="*/ 247 w 283"/>
                <a:gd name="T25" fmla="*/ 266 h 278"/>
                <a:gd name="T26" fmla="*/ 263 w 283"/>
                <a:gd name="T27" fmla="*/ 251 h 278"/>
                <a:gd name="T28" fmla="*/ 261 w 283"/>
                <a:gd name="T29" fmla="*/ 248 h 278"/>
                <a:gd name="T30" fmla="*/ 262 w 283"/>
                <a:gd name="T31" fmla="*/ 232 h 278"/>
                <a:gd name="T32" fmla="*/ 231 w 283"/>
                <a:gd name="T33" fmla="*/ 223 h 278"/>
                <a:gd name="T34" fmla="*/ 216 w 283"/>
                <a:gd name="T35" fmla="*/ 198 h 278"/>
                <a:gd name="T36" fmla="*/ 210 w 283"/>
                <a:gd name="T37" fmla="*/ 180 h 278"/>
                <a:gd name="T38" fmla="*/ 226 w 283"/>
                <a:gd name="T39" fmla="*/ 172 h 278"/>
                <a:gd name="T40" fmla="*/ 236 w 283"/>
                <a:gd name="T41" fmla="*/ 155 h 278"/>
                <a:gd name="T42" fmla="*/ 243 w 283"/>
                <a:gd name="T43" fmla="*/ 149 h 278"/>
                <a:gd name="T44" fmla="*/ 242 w 283"/>
                <a:gd name="T45" fmla="*/ 122 h 278"/>
                <a:gd name="T46" fmla="*/ 258 w 283"/>
                <a:gd name="T47" fmla="*/ 126 h 278"/>
                <a:gd name="T48" fmla="*/ 259 w 283"/>
                <a:gd name="T49" fmla="*/ 128 h 278"/>
                <a:gd name="T50" fmla="*/ 283 w 283"/>
                <a:gd name="T51" fmla="*/ 123 h 278"/>
                <a:gd name="T52" fmla="*/ 256 w 283"/>
                <a:gd name="T53" fmla="*/ 104 h 278"/>
                <a:gd name="T54" fmla="*/ 231 w 283"/>
                <a:gd name="T55" fmla="*/ 96 h 278"/>
                <a:gd name="T56" fmla="*/ 230 w 283"/>
                <a:gd name="T57" fmla="*/ 96 h 278"/>
                <a:gd name="T58" fmla="*/ 198 w 283"/>
                <a:gd name="T59" fmla="*/ 73 h 278"/>
                <a:gd name="T60" fmla="*/ 225 w 283"/>
                <a:gd name="T61" fmla="*/ 44 h 278"/>
                <a:gd name="T62" fmla="*/ 215 w 283"/>
                <a:gd name="T63" fmla="*/ 14 h 278"/>
                <a:gd name="T64" fmla="*/ 172 w 283"/>
                <a:gd name="T65" fmla="*/ 22 h 278"/>
                <a:gd name="T66" fmla="*/ 153 w 283"/>
                <a:gd name="T67" fmla="*/ 11 h 278"/>
                <a:gd name="T68" fmla="*/ 145 w 283"/>
                <a:gd name="T69" fmla="*/ 8 h 278"/>
                <a:gd name="T70" fmla="*/ 144 w 283"/>
                <a:gd name="T71" fmla="*/ 5 h 278"/>
                <a:gd name="T72" fmla="*/ 144 w 283"/>
                <a:gd name="T73" fmla="*/ 4 h 278"/>
                <a:gd name="T74" fmla="*/ 143 w 283"/>
                <a:gd name="T75" fmla="*/ 2 h 278"/>
                <a:gd name="T76" fmla="*/ 143 w 283"/>
                <a:gd name="T77" fmla="*/ 0 h 278"/>
                <a:gd name="T78" fmla="*/ 141 w 283"/>
                <a:gd name="T79" fmla="*/ 16 h 278"/>
                <a:gd name="T80" fmla="*/ 139 w 283"/>
                <a:gd name="T81" fmla="*/ 28 h 278"/>
                <a:gd name="T82" fmla="*/ 141 w 283"/>
                <a:gd name="T83" fmla="*/ 51 h 278"/>
                <a:gd name="T84" fmla="*/ 139 w 283"/>
                <a:gd name="T85" fmla="*/ 53 h 278"/>
                <a:gd name="T86" fmla="*/ 132 w 283"/>
                <a:gd name="T87" fmla="*/ 73 h 278"/>
                <a:gd name="T88" fmla="*/ 102 w 283"/>
                <a:gd name="T89" fmla="*/ 83 h 278"/>
                <a:gd name="T90" fmla="*/ 64 w 283"/>
                <a:gd name="T91" fmla="*/ 9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3" h="278">
                  <a:moveTo>
                    <a:pt x="63" y="92"/>
                  </a:moveTo>
                  <a:cubicBezTo>
                    <a:pt x="62" y="92"/>
                    <a:pt x="62" y="92"/>
                    <a:pt x="62" y="92"/>
                  </a:cubicBezTo>
                  <a:cubicBezTo>
                    <a:pt x="16" y="110"/>
                    <a:pt x="16" y="110"/>
                    <a:pt x="16" y="110"/>
                  </a:cubicBezTo>
                  <a:cubicBezTo>
                    <a:pt x="2" y="124"/>
                    <a:pt x="2" y="124"/>
                    <a:pt x="2" y="124"/>
                  </a:cubicBezTo>
                  <a:cubicBezTo>
                    <a:pt x="0" y="144"/>
                    <a:pt x="2" y="156"/>
                    <a:pt x="10" y="160"/>
                  </a:cubicBezTo>
                  <a:cubicBezTo>
                    <a:pt x="23" y="169"/>
                    <a:pt x="23" y="169"/>
                    <a:pt x="23" y="169"/>
                  </a:cubicBezTo>
                  <a:cubicBezTo>
                    <a:pt x="24" y="169"/>
                    <a:pt x="24" y="169"/>
                    <a:pt x="24" y="169"/>
                  </a:cubicBezTo>
                  <a:cubicBezTo>
                    <a:pt x="24" y="169"/>
                    <a:pt x="24" y="169"/>
                    <a:pt x="24" y="169"/>
                  </a:cubicBezTo>
                  <a:cubicBezTo>
                    <a:pt x="27" y="192"/>
                    <a:pt x="27" y="192"/>
                    <a:pt x="27" y="192"/>
                  </a:cubicBezTo>
                  <a:cubicBezTo>
                    <a:pt x="39" y="207"/>
                    <a:pt x="47" y="215"/>
                    <a:pt x="51" y="217"/>
                  </a:cubicBezTo>
                  <a:cubicBezTo>
                    <a:pt x="64" y="220"/>
                    <a:pt x="64" y="220"/>
                    <a:pt x="64" y="220"/>
                  </a:cubicBezTo>
                  <a:cubicBezTo>
                    <a:pt x="66" y="220"/>
                    <a:pt x="66" y="220"/>
                    <a:pt x="66" y="220"/>
                  </a:cubicBezTo>
                  <a:cubicBezTo>
                    <a:pt x="66" y="221"/>
                    <a:pt x="66" y="221"/>
                    <a:pt x="66" y="221"/>
                  </a:cubicBezTo>
                  <a:cubicBezTo>
                    <a:pt x="68" y="223"/>
                    <a:pt x="72" y="226"/>
                    <a:pt x="80" y="228"/>
                  </a:cubicBezTo>
                  <a:cubicBezTo>
                    <a:pt x="116" y="230"/>
                    <a:pt x="116" y="230"/>
                    <a:pt x="116" y="230"/>
                  </a:cubicBezTo>
                  <a:cubicBezTo>
                    <a:pt x="143" y="230"/>
                    <a:pt x="158" y="232"/>
                    <a:pt x="161" y="235"/>
                  </a:cubicBezTo>
                  <a:cubicBezTo>
                    <a:pt x="164" y="237"/>
                    <a:pt x="165" y="243"/>
                    <a:pt x="164" y="252"/>
                  </a:cubicBezTo>
                  <a:cubicBezTo>
                    <a:pt x="164" y="258"/>
                    <a:pt x="164" y="262"/>
                    <a:pt x="165" y="263"/>
                  </a:cubicBezTo>
                  <a:cubicBezTo>
                    <a:pt x="178" y="260"/>
                    <a:pt x="178" y="260"/>
                    <a:pt x="178" y="260"/>
                  </a:cubicBezTo>
                  <a:cubicBezTo>
                    <a:pt x="189" y="256"/>
                    <a:pt x="195" y="256"/>
                    <a:pt x="198" y="259"/>
                  </a:cubicBezTo>
                  <a:cubicBezTo>
                    <a:pt x="203" y="265"/>
                    <a:pt x="203" y="265"/>
                    <a:pt x="203" y="265"/>
                  </a:cubicBezTo>
                  <a:cubicBezTo>
                    <a:pt x="210" y="274"/>
                    <a:pt x="215" y="278"/>
                    <a:pt x="216" y="277"/>
                  </a:cubicBezTo>
                  <a:cubicBezTo>
                    <a:pt x="220" y="276"/>
                    <a:pt x="224" y="272"/>
                    <a:pt x="228" y="266"/>
                  </a:cubicBezTo>
                  <a:cubicBezTo>
                    <a:pt x="229" y="265"/>
                    <a:pt x="229" y="265"/>
                    <a:pt x="229" y="265"/>
                  </a:cubicBezTo>
                  <a:cubicBezTo>
                    <a:pt x="240" y="271"/>
                    <a:pt x="240" y="271"/>
                    <a:pt x="240" y="271"/>
                  </a:cubicBezTo>
                  <a:cubicBezTo>
                    <a:pt x="247" y="266"/>
                    <a:pt x="247" y="266"/>
                    <a:pt x="247" y="266"/>
                  </a:cubicBezTo>
                  <a:cubicBezTo>
                    <a:pt x="249" y="257"/>
                    <a:pt x="253" y="253"/>
                    <a:pt x="260" y="252"/>
                  </a:cubicBezTo>
                  <a:cubicBezTo>
                    <a:pt x="263" y="251"/>
                    <a:pt x="263" y="251"/>
                    <a:pt x="263" y="251"/>
                  </a:cubicBezTo>
                  <a:cubicBezTo>
                    <a:pt x="262" y="249"/>
                    <a:pt x="262" y="249"/>
                    <a:pt x="262" y="249"/>
                  </a:cubicBezTo>
                  <a:cubicBezTo>
                    <a:pt x="261" y="248"/>
                    <a:pt x="261" y="248"/>
                    <a:pt x="261" y="248"/>
                  </a:cubicBezTo>
                  <a:cubicBezTo>
                    <a:pt x="262" y="247"/>
                    <a:pt x="262" y="247"/>
                    <a:pt x="262" y="247"/>
                  </a:cubicBezTo>
                  <a:cubicBezTo>
                    <a:pt x="262" y="232"/>
                    <a:pt x="262" y="232"/>
                    <a:pt x="262" y="232"/>
                  </a:cubicBezTo>
                  <a:cubicBezTo>
                    <a:pt x="257" y="224"/>
                    <a:pt x="251" y="222"/>
                    <a:pt x="245" y="223"/>
                  </a:cubicBezTo>
                  <a:cubicBezTo>
                    <a:pt x="238" y="225"/>
                    <a:pt x="233" y="225"/>
                    <a:pt x="231" y="223"/>
                  </a:cubicBezTo>
                  <a:cubicBezTo>
                    <a:pt x="230" y="221"/>
                    <a:pt x="230" y="220"/>
                    <a:pt x="230" y="217"/>
                  </a:cubicBezTo>
                  <a:cubicBezTo>
                    <a:pt x="226" y="210"/>
                    <a:pt x="221" y="204"/>
                    <a:pt x="216" y="198"/>
                  </a:cubicBezTo>
                  <a:cubicBezTo>
                    <a:pt x="209" y="192"/>
                    <a:pt x="207" y="187"/>
                    <a:pt x="209" y="181"/>
                  </a:cubicBezTo>
                  <a:cubicBezTo>
                    <a:pt x="210" y="180"/>
                    <a:pt x="210" y="180"/>
                    <a:pt x="210" y="180"/>
                  </a:cubicBezTo>
                  <a:cubicBezTo>
                    <a:pt x="227" y="183"/>
                    <a:pt x="227" y="183"/>
                    <a:pt x="227" y="183"/>
                  </a:cubicBezTo>
                  <a:cubicBezTo>
                    <a:pt x="226" y="172"/>
                    <a:pt x="226" y="172"/>
                    <a:pt x="226" y="172"/>
                  </a:cubicBezTo>
                  <a:cubicBezTo>
                    <a:pt x="225" y="166"/>
                    <a:pt x="226" y="162"/>
                    <a:pt x="229" y="159"/>
                  </a:cubicBezTo>
                  <a:cubicBezTo>
                    <a:pt x="230" y="156"/>
                    <a:pt x="233" y="155"/>
                    <a:pt x="236" y="155"/>
                  </a:cubicBezTo>
                  <a:cubicBezTo>
                    <a:pt x="243" y="152"/>
                    <a:pt x="243" y="152"/>
                    <a:pt x="243" y="152"/>
                  </a:cubicBezTo>
                  <a:cubicBezTo>
                    <a:pt x="243" y="149"/>
                    <a:pt x="243" y="149"/>
                    <a:pt x="243" y="149"/>
                  </a:cubicBezTo>
                  <a:cubicBezTo>
                    <a:pt x="238" y="138"/>
                    <a:pt x="236" y="129"/>
                    <a:pt x="238" y="126"/>
                  </a:cubicBezTo>
                  <a:cubicBezTo>
                    <a:pt x="242" y="122"/>
                    <a:pt x="242" y="122"/>
                    <a:pt x="242" y="122"/>
                  </a:cubicBezTo>
                  <a:cubicBezTo>
                    <a:pt x="244" y="122"/>
                    <a:pt x="250" y="123"/>
                    <a:pt x="258" y="126"/>
                  </a:cubicBezTo>
                  <a:cubicBezTo>
                    <a:pt x="258" y="126"/>
                    <a:pt x="258" y="126"/>
                    <a:pt x="258" y="126"/>
                  </a:cubicBezTo>
                  <a:cubicBezTo>
                    <a:pt x="259" y="127"/>
                    <a:pt x="259" y="127"/>
                    <a:pt x="259" y="127"/>
                  </a:cubicBezTo>
                  <a:cubicBezTo>
                    <a:pt x="259" y="128"/>
                    <a:pt x="259" y="128"/>
                    <a:pt x="259" y="128"/>
                  </a:cubicBezTo>
                  <a:cubicBezTo>
                    <a:pt x="266" y="136"/>
                    <a:pt x="269" y="141"/>
                    <a:pt x="271" y="142"/>
                  </a:cubicBezTo>
                  <a:cubicBezTo>
                    <a:pt x="283" y="123"/>
                    <a:pt x="283" y="123"/>
                    <a:pt x="283" y="123"/>
                  </a:cubicBezTo>
                  <a:cubicBezTo>
                    <a:pt x="272" y="110"/>
                    <a:pt x="267" y="101"/>
                    <a:pt x="265" y="98"/>
                  </a:cubicBezTo>
                  <a:cubicBezTo>
                    <a:pt x="256" y="104"/>
                    <a:pt x="256" y="104"/>
                    <a:pt x="256" y="104"/>
                  </a:cubicBezTo>
                  <a:cubicBezTo>
                    <a:pt x="255" y="102"/>
                    <a:pt x="255" y="102"/>
                    <a:pt x="255" y="102"/>
                  </a:cubicBezTo>
                  <a:cubicBezTo>
                    <a:pt x="231" y="96"/>
                    <a:pt x="231" y="96"/>
                    <a:pt x="231" y="96"/>
                  </a:cubicBezTo>
                  <a:cubicBezTo>
                    <a:pt x="230" y="96"/>
                    <a:pt x="230" y="96"/>
                    <a:pt x="230" y="96"/>
                  </a:cubicBezTo>
                  <a:cubicBezTo>
                    <a:pt x="230" y="96"/>
                    <a:pt x="230" y="96"/>
                    <a:pt x="230" y="96"/>
                  </a:cubicBezTo>
                  <a:cubicBezTo>
                    <a:pt x="220" y="91"/>
                    <a:pt x="214" y="85"/>
                    <a:pt x="213" y="80"/>
                  </a:cubicBezTo>
                  <a:cubicBezTo>
                    <a:pt x="198" y="73"/>
                    <a:pt x="198" y="73"/>
                    <a:pt x="198" y="73"/>
                  </a:cubicBezTo>
                  <a:cubicBezTo>
                    <a:pt x="198" y="59"/>
                    <a:pt x="198" y="59"/>
                    <a:pt x="198" y="59"/>
                  </a:cubicBezTo>
                  <a:cubicBezTo>
                    <a:pt x="225" y="44"/>
                    <a:pt x="225" y="44"/>
                    <a:pt x="225" y="44"/>
                  </a:cubicBezTo>
                  <a:cubicBezTo>
                    <a:pt x="224" y="36"/>
                    <a:pt x="222" y="29"/>
                    <a:pt x="219" y="23"/>
                  </a:cubicBezTo>
                  <a:cubicBezTo>
                    <a:pt x="215" y="14"/>
                    <a:pt x="215" y="14"/>
                    <a:pt x="215" y="14"/>
                  </a:cubicBezTo>
                  <a:cubicBezTo>
                    <a:pt x="197" y="16"/>
                    <a:pt x="197" y="16"/>
                    <a:pt x="197" y="16"/>
                  </a:cubicBezTo>
                  <a:cubicBezTo>
                    <a:pt x="188" y="20"/>
                    <a:pt x="180" y="22"/>
                    <a:pt x="172" y="22"/>
                  </a:cubicBezTo>
                  <a:cubicBezTo>
                    <a:pt x="153" y="17"/>
                    <a:pt x="153" y="17"/>
                    <a:pt x="153" y="17"/>
                  </a:cubicBezTo>
                  <a:cubicBezTo>
                    <a:pt x="153" y="11"/>
                    <a:pt x="153" y="11"/>
                    <a:pt x="153" y="11"/>
                  </a:cubicBezTo>
                  <a:cubicBezTo>
                    <a:pt x="150" y="10"/>
                    <a:pt x="150" y="10"/>
                    <a:pt x="150" y="10"/>
                  </a:cubicBezTo>
                  <a:cubicBezTo>
                    <a:pt x="145" y="8"/>
                    <a:pt x="145" y="8"/>
                    <a:pt x="145" y="8"/>
                  </a:cubicBezTo>
                  <a:cubicBezTo>
                    <a:pt x="144" y="5"/>
                    <a:pt x="144" y="5"/>
                    <a:pt x="144" y="5"/>
                  </a:cubicBezTo>
                  <a:cubicBezTo>
                    <a:pt x="144" y="5"/>
                    <a:pt x="144" y="5"/>
                    <a:pt x="144" y="5"/>
                  </a:cubicBezTo>
                  <a:cubicBezTo>
                    <a:pt x="144" y="4"/>
                    <a:pt x="144" y="4"/>
                    <a:pt x="144" y="4"/>
                  </a:cubicBezTo>
                  <a:cubicBezTo>
                    <a:pt x="144" y="4"/>
                    <a:pt x="144" y="4"/>
                    <a:pt x="144" y="4"/>
                  </a:cubicBezTo>
                  <a:cubicBezTo>
                    <a:pt x="144" y="4"/>
                    <a:pt x="144" y="4"/>
                    <a:pt x="144" y="4"/>
                  </a:cubicBezTo>
                  <a:cubicBezTo>
                    <a:pt x="143" y="2"/>
                    <a:pt x="143" y="2"/>
                    <a:pt x="143" y="2"/>
                  </a:cubicBezTo>
                  <a:cubicBezTo>
                    <a:pt x="143" y="2"/>
                    <a:pt x="143" y="2"/>
                    <a:pt x="143" y="2"/>
                  </a:cubicBezTo>
                  <a:cubicBezTo>
                    <a:pt x="143" y="0"/>
                    <a:pt x="143" y="0"/>
                    <a:pt x="143" y="0"/>
                  </a:cubicBezTo>
                  <a:cubicBezTo>
                    <a:pt x="142" y="0"/>
                    <a:pt x="142" y="0"/>
                    <a:pt x="142" y="0"/>
                  </a:cubicBezTo>
                  <a:cubicBezTo>
                    <a:pt x="141" y="16"/>
                    <a:pt x="141" y="16"/>
                    <a:pt x="141" y="16"/>
                  </a:cubicBezTo>
                  <a:cubicBezTo>
                    <a:pt x="140" y="22"/>
                    <a:pt x="140" y="22"/>
                    <a:pt x="140" y="22"/>
                  </a:cubicBezTo>
                  <a:cubicBezTo>
                    <a:pt x="139" y="25"/>
                    <a:pt x="138" y="27"/>
                    <a:pt x="139" y="28"/>
                  </a:cubicBezTo>
                  <a:cubicBezTo>
                    <a:pt x="142" y="32"/>
                    <a:pt x="141" y="37"/>
                    <a:pt x="138" y="41"/>
                  </a:cubicBezTo>
                  <a:cubicBezTo>
                    <a:pt x="141" y="51"/>
                    <a:pt x="141" y="51"/>
                    <a:pt x="141" y="51"/>
                  </a:cubicBezTo>
                  <a:cubicBezTo>
                    <a:pt x="140" y="52"/>
                    <a:pt x="140" y="52"/>
                    <a:pt x="140" y="52"/>
                  </a:cubicBezTo>
                  <a:cubicBezTo>
                    <a:pt x="139" y="53"/>
                    <a:pt x="139" y="53"/>
                    <a:pt x="139" y="53"/>
                  </a:cubicBezTo>
                  <a:cubicBezTo>
                    <a:pt x="132" y="59"/>
                    <a:pt x="132" y="59"/>
                    <a:pt x="132" y="59"/>
                  </a:cubicBezTo>
                  <a:cubicBezTo>
                    <a:pt x="132" y="73"/>
                    <a:pt x="132" y="73"/>
                    <a:pt x="132" y="73"/>
                  </a:cubicBezTo>
                  <a:cubicBezTo>
                    <a:pt x="130" y="74"/>
                    <a:pt x="130" y="74"/>
                    <a:pt x="130" y="74"/>
                  </a:cubicBezTo>
                  <a:cubicBezTo>
                    <a:pt x="116" y="80"/>
                    <a:pt x="107" y="83"/>
                    <a:pt x="102" y="83"/>
                  </a:cubicBezTo>
                  <a:cubicBezTo>
                    <a:pt x="75" y="81"/>
                    <a:pt x="75" y="81"/>
                    <a:pt x="75" y="81"/>
                  </a:cubicBezTo>
                  <a:cubicBezTo>
                    <a:pt x="64" y="92"/>
                    <a:pt x="64" y="92"/>
                    <a:pt x="64" y="92"/>
                  </a:cubicBezTo>
                  <a:lnTo>
                    <a:pt x="63" y="92"/>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3" name="Freeform 13"/>
            <p:cNvSpPr/>
            <p:nvPr/>
          </p:nvSpPr>
          <p:spPr bwMode="auto">
            <a:xfrm>
              <a:off x="2405253" y="1226122"/>
              <a:ext cx="1876425" cy="1600200"/>
            </a:xfrm>
            <a:custGeom>
              <a:avLst/>
              <a:gdLst>
                <a:gd name="T0" fmla="*/ 1021 w 1084"/>
                <a:gd name="T1" fmla="*/ 78 h 924"/>
                <a:gd name="T2" fmla="*/ 960 w 1084"/>
                <a:gd name="T3" fmla="*/ 90 h 924"/>
                <a:gd name="T4" fmla="*/ 924 w 1084"/>
                <a:gd name="T5" fmla="*/ 43 h 924"/>
                <a:gd name="T6" fmla="*/ 887 w 1084"/>
                <a:gd name="T7" fmla="*/ 45 h 924"/>
                <a:gd name="T8" fmla="*/ 856 w 1084"/>
                <a:gd name="T9" fmla="*/ 17 h 924"/>
                <a:gd name="T10" fmla="*/ 865 w 1084"/>
                <a:gd name="T11" fmla="*/ 34 h 924"/>
                <a:gd name="T12" fmla="*/ 873 w 1084"/>
                <a:gd name="T13" fmla="*/ 64 h 924"/>
                <a:gd name="T14" fmla="*/ 839 w 1084"/>
                <a:gd name="T15" fmla="*/ 186 h 924"/>
                <a:gd name="T16" fmla="*/ 745 w 1084"/>
                <a:gd name="T17" fmla="*/ 239 h 924"/>
                <a:gd name="T18" fmla="*/ 793 w 1084"/>
                <a:gd name="T19" fmla="*/ 325 h 924"/>
                <a:gd name="T20" fmla="*/ 862 w 1084"/>
                <a:gd name="T21" fmla="*/ 326 h 924"/>
                <a:gd name="T22" fmla="*/ 774 w 1084"/>
                <a:gd name="T23" fmla="*/ 411 h 924"/>
                <a:gd name="T24" fmla="*/ 692 w 1084"/>
                <a:gd name="T25" fmla="*/ 504 h 924"/>
                <a:gd name="T26" fmla="*/ 598 w 1084"/>
                <a:gd name="T27" fmla="*/ 552 h 924"/>
                <a:gd name="T28" fmla="*/ 537 w 1084"/>
                <a:gd name="T29" fmla="*/ 641 h 924"/>
                <a:gd name="T30" fmla="*/ 327 w 1084"/>
                <a:gd name="T31" fmla="*/ 706 h 924"/>
                <a:gd name="T32" fmla="*/ 154 w 1084"/>
                <a:gd name="T33" fmla="*/ 648 h 924"/>
                <a:gd name="T34" fmla="*/ 2 w 1084"/>
                <a:gd name="T35" fmla="*/ 641 h 924"/>
                <a:gd name="T36" fmla="*/ 19 w 1084"/>
                <a:gd name="T37" fmla="*/ 689 h 924"/>
                <a:gd name="T38" fmla="*/ 36 w 1084"/>
                <a:gd name="T39" fmla="*/ 750 h 924"/>
                <a:gd name="T40" fmla="*/ 106 w 1084"/>
                <a:gd name="T41" fmla="*/ 733 h 924"/>
                <a:gd name="T42" fmla="*/ 105 w 1084"/>
                <a:gd name="T43" fmla="*/ 793 h 924"/>
                <a:gd name="T44" fmla="*/ 145 w 1084"/>
                <a:gd name="T45" fmla="*/ 822 h 924"/>
                <a:gd name="T46" fmla="*/ 167 w 1084"/>
                <a:gd name="T47" fmla="*/ 848 h 924"/>
                <a:gd name="T48" fmla="*/ 184 w 1084"/>
                <a:gd name="T49" fmla="*/ 844 h 924"/>
                <a:gd name="T50" fmla="*/ 274 w 1084"/>
                <a:gd name="T51" fmla="*/ 813 h 924"/>
                <a:gd name="T52" fmla="*/ 291 w 1084"/>
                <a:gd name="T53" fmla="*/ 853 h 924"/>
                <a:gd name="T54" fmla="*/ 254 w 1084"/>
                <a:gd name="T55" fmla="*/ 882 h 924"/>
                <a:gd name="T56" fmla="*/ 318 w 1084"/>
                <a:gd name="T57" fmla="*/ 918 h 924"/>
                <a:gd name="T58" fmla="*/ 360 w 1084"/>
                <a:gd name="T59" fmla="*/ 840 h 924"/>
                <a:gd name="T60" fmla="*/ 397 w 1084"/>
                <a:gd name="T61" fmla="*/ 829 h 924"/>
                <a:gd name="T62" fmla="*/ 410 w 1084"/>
                <a:gd name="T63" fmla="*/ 895 h 924"/>
                <a:gd name="T64" fmla="*/ 466 w 1084"/>
                <a:gd name="T65" fmla="*/ 923 h 924"/>
                <a:gd name="T66" fmla="*/ 505 w 1084"/>
                <a:gd name="T67" fmla="*/ 856 h 924"/>
                <a:gd name="T68" fmla="*/ 557 w 1084"/>
                <a:gd name="T69" fmla="*/ 817 h 924"/>
                <a:gd name="T70" fmla="*/ 573 w 1084"/>
                <a:gd name="T71" fmla="*/ 809 h 924"/>
                <a:gd name="T72" fmla="*/ 612 w 1084"/>
                <a:gd name="T73" fmla="*/ 798 h 924"/>
                <a:gd name="T74" fmla="*/ 646 w 1084"/>
                <a:gd name="T75" fmla="*/ 764 h 924"/>
                <a:gd name="T76" fmla="*/ 694 w 1084"/>
                <a:gd name="T77" fmla="*/ 748 h 924"/>
                <a:gd name="T78" fmla="*/ 692 w 1084"/>
                <a:gd name="T79" fmla="*/ 702 h 924"/>
                <a:gd name="T80" fmla="*/ 727 w 1084"/>
                <a:gd name="T81" fmla="*/ 638 h 924"/>
                <a:gd name="T82" fmla="*/ 750 w 1084"/>
                <a:gd name="T83" fmla="*/ 680 h 924"/>
                <a:gd name="T84" fmla="*/ 768 w 1084"/>
                <a:gd name="T85" fmla="*/ 657 h 924"/>
                <a:gd name="T86" fmla="*/ 815 w 1084"/>
                <a:gd name="T87" fmla="*/ 612 h 924"/>
                <a:gd name="T88" fmla="*/ 853 w 1084"/>
                <a:gd name="T89" fmla="*/ 604 h 924"/>
                <a:gd name="T90" fmla="*/ 868 w 1084"/>
                <a:gd name="T91" fmla="*/ 633 h 924"/>
                <a:gd name="T92" fmla="*/ 913 w 1084"/>
                <a:gd name="T93" fmla="*/ 675 h 924"/>
                <a:gd name="T94" fmla="*/ 931 w 1084"/>
                <a:gd name="T95" fmla="*/ 661 h 924"/>
                <a:gd name="T96" fmla="*/ 961 w 1084"/>
                <a:gd name="T97" fmla="*/ 632 h 924"/>
                <a:gd name="T98" fmla="*/ 1028 w 1084"/>
                <a:gd name="T99" fmla="*/ 585 h 924"/>
                <a:gd name="T100" fmla="*/ 1081 w 1084"/>
                <a:gd name="T101" fmla="*/ 538 h 924"/>
                <a:gd name="T102" fmla="*/ 1062 w 1084"/>
                <a:gd name="T103" fmla="*/ 491 h 924"/>
                <a:gd name="T104" fmla="*/ 1023 w 1084"/>
                <a:gd name="T105" fmla="*/ 489 h 924"/>
                <a:gd name="T106" fmla="*/ 997 w 1084"/>
                <a:gd name="T107" fmla="*/ 448 h 924"/>
                <a:gd name="T108" fmla="*/ 967 w 1084"/>
                <a:gd name="T109" fmla="*/ 399 h 924"/>
                <a:gd name="T110" fmla="*/ 990 w 1084"/>
                <a:gd name="T111" fmla="*/ 385 h 924"/>
                <a:gd name="T112" fmla="*/ 1005 w 1084"/>
                <a:gd name="T113" fmla="*/ 343 h 924"/>
                <a:gd name="T114" fmla="*/ 998 w 1084"/>
                <a:gd name="T115" fmla="*/ 288 h 924"/>
                <a:gd name="T116" fmla="*/ 1021 w 1084"/>
                <a:gd name="T117" fmla="*/ 256 h 924"/>
                <a:gd name="T118" fmla="*/ 1050 w 1084"/>
                <a:gd name="T119" fmla="*/ 248 h 924"/>
                <a:gd name="T120" fmla="*/ 1061 w 1084"/>
                <a:gd name="T121" fmla="*/ 190 h 924"/>
                <a:gd name="T122" fmla="*/ 1064 w 1084"/>
                <a:gd name="T123" fmla="*/ 128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84" h="924">
                  <a:moveTo>
                    <a:pt x="1062" y="98"/>
                  </a:moveTo>
                  <a:cubicBezTo>
                    <a:pt x="1058" y="85"/>
                    <a:pt x="1058" y="85"/>
                    <a:pt x="1058" y="85"/>
                  </a:cubicBezTo>
                  <a:cubicBezTo>
                    <a:pt x="1047" y="66"/>
                    <a:pt x="1047" y="66"/>
                    <a:pt x="1047" y="66"/>
                  </a:cubicBezTo>
                  <a:cubicBezTo>
                    <a:pt x="1038" y="61"/>
                    <a:pt x="1038" y="61"/>
                    <a:pt x="1038" y="61"/>
                  </a:cubicBezTo>
                  <a:cubicBezTo>
                    <a:pt x="1029" y="66"/>
                    <a:pt x="1029" y="66"/>
                    <a:pt x="1029" y="66"/>
                  </a:cubicBezTo>
                  <a:cubicBezTo>
                    <a:pt x="1023" y="77"/>
                    <a:pt x="1023" y="77"/>
                    <a:pt x="1023" y="77"/>
                  </a:cubicBezTo>
                  <a:cubicBezTo>
                    <a:pt x="1023" y="78"/>
                    <a:pt x="1023" y="78"/>
                    <a:pt x="1023" y="78"/>
                  </a:cubicBezTo>
                  <a:cubicBezTo>
                    <a:pt x="1021" y="78"/>
                    <a:pt x="1021" y="78"/>
                    <a:pt x="1021" y="78"/>
                  </a:cubicBezTo>
                  <a:cubicBezTo>
                    <a:pt x="1021" y="78"/>
                    <a:pt x="1021" y="78"/>
                    <a:pt x="1021" y="78"/>
                  </a:cubicBezTo>
                  <a:cubicBezTo>
                    <a:pt x="1004" y="81"/>
                    <a:pt x="1004" y="81"/>
                    <a:pt x="1004" y="81"/>
                  </a:cubicBezTo>
                  <a:cubicBezTo>
                    <a:pt x="1002" y="82"/>
                    <a:pt x="1000" y="83"/>
                    <a:pt x="999" y="85"/>
                  </a:cubicBezTo>
                  <a:cubicBezTo>
                    <a:pt x="995" y="89"/>
                    <a:pt x="995" y="89"/>
                    <a:pt x="995" y="89"/>
                  </a:cubicBezTo>
                  <a:cubicBezTo>
                    <a:pt x="986" y="96"/>
                    <a:pt x="986" y="96"/>
                    <a:pt x="986" y="96"/>
                  </a:cubicBezTo>
                  <a:cubicBezTo>
                    <a:pt x="984" y="98"/>
                    <a:pt x="984" y="98"/>
                    <a:pt x="984" y="98"/>
                  </a:cubicBezTo>
                  <a:cubicBezTo>
                    <a:pt x="976" y="99"/>
                    <a:pt x="976" y="99"/>
                    <a:pt x="976" y="99"/>
                  </a:cubicBezTo>
                  <a:cubicBezTo>
                    <a:pt x="972" y="98"/>
                    <a:pt x="967" y="95"/>
                    <a:pt x="960" y="90"/>
                  </a:cubicBezTo>
                  <a:cubicBezTo>
                    <a:pt x="959" y="89"/>
                    <a:pt x="959" y="89"/>
                    <a:pt x="959" y="89"/>
                  </a:cubicBezTo>
                  <a:cubicBezTo>
                    <a:pt x="947" y="77"/>
                    <a:pt x="941" y="68"/>
                    <a:pt x="941" y="64"/>
                  </a:cubicBezTo>
                  <a:cubicBezTo>
                    <a:pt x="941" y="48"/>
                    <a:pt x="941" y="48"/>
                    <a:pt x="941" y="48"/>
                  </a:cubicBezTo>
                  <a:cubicBezTo>
                    <a:pt x="941" y="47"/>
                    <a:pt x="941" y="47"/>
                    <a:pt x="941" y="47"/>
                  </a:cubicBezTo>
                  <a:cubicBezTo>
                    <a:pt x="941" y="47"/>
                    <a:pt x="941" y="47"/>
                    <a:pt x="941" y="47"/>
                  </a:cubicBezTo>
                  <a:cubicBezTo>
                    <a:pt x="943" y="43"/>
                    <a:pt x="943" y="43"/>
                    <a:pt x="943" y="43"/>
                  </a:cubicBezTo>
                  <a:cubicBezTo>
                    <a:pt x="925" y="37"/>
                    <a:pt x="925" y="37"/>
                    <a:pt x="925" y="37"/>
                  </a:cubicBezTo>
                  <a:cubicBezTo>
                    <a:pt x="924" y="43"/>
                    <a:pt x="924" y="43"/>
                    <a:pt x="924" y="43"/>
                  </a:cubicBezTo>
                  <a:cubicBezTo>
                    <a:pt x="924" y="45"/>
                    <a:pt x="922" y="48"/>
                    <a:pt x="919" y="50"/>
                  </a:cubicBezTo>
                  <a:cubicBezTo>
                    <a:pt x="913" y="52"/>
                    <a:pt x="913" y="52"/>
                    <a:pt x="913" y="52"/>
                  </a:cubicBezTo>
                  <a:cubicBezTo>
                    <a:pt x="911" y="51"/>
                    <a:pt x="911" y="51"/>
                    <a:pt x="911" y="51"/>
                  </a:cubicBezTo>
                  <a:cubicBezTo>
                    <a:pt x="911" y="51"/>
                    <a:pt x="911" y="51"/>
                    <a:pt x="911" y="51"/>
                  </a:cubicBezTo>
                  <a:cubicBezTo>
                    <a:pt x="902" y="49"/>
                    <a:pt x="902" y="49"/>
                    <a:pt x="902" y="49"/>
                  </a:cubicBezTo>
                  <a:cubicBezTo>
                    <a:pt x="904" y="56"/>
                    <a:pt x="904" y="56"/>
                    <a:pt x="904" y="56"/>
                  </a:cubicBezTo>
                  <a:cubicBezTo>
                    <a:pt x="888" y="45"/>
                    <a:pt x="888" y="45"/>
                    <a:pt x="888" y="45"/>
                  </a:cubicBezTo>
                  <a:cubicBezTo>
                    <a:pt x="887" y="45"/>
                    <a:pt x="887" y="45"/>
                    <a:pt x="887" y="45"/>
                  </a:cubicBezTo>
                  <a:cubicBezTo>
                    <a:pt x="887" y="45"/>
                    <a:pt x="887" y="45"/>
                    <a:pt x="887" y="45"/>
                  </a:cubicBezTo>
                  <a:cubicBezTo>
                    <a:pt x="887" y="45"/>
                    <a:pt x="887" y="45"/>
                    <a:pt x="887" y="45"/>
                  </a:cubicBezTo>
                  <a:cubicBezTo>
                    <a:pt x="884" y="38"/>
                    <a:pt x="883" y="31"/>
                    <a:pt x="883" y="24"/>
                  </a:cubicBezTo>
                  <a:cubicBezTo>
                    <a:pt x="883" y="18"/>
                    <a:pt x="884" y="14"/>
                    <a:pt x="886" y="12"/>
                  </a:cubicBezTo>
                  <a:cubicBezTo>
                    <a:pt x="890" y="5"/>
                    <a:pt x="890" y="5"/>
                    <a:pt x="890" y="5"/>
                  </a:cubicBezTo>
                  <a:cubicBezTo>
                    <a:pt x="889" y="0"/>
                    <a:pt x="889" y="0"/>
                    <a:pt x="889" y="0"/>
                  </a:cubicBezTo>
                  <a:cubicBezTo>
                    <a:pt x="873" y="2"/>
                    <a:pt x="873" y="2"/>
                    <a:pt x="873" y="2"/>
                  </a:cubicBezTo>
                  <a:cubicBezTo>
                    <a:pt x="865" y="3"/>
                    <a:pt x="859" y="8"/>
                    <a:pt x="856" y="17"/>
                  </a:cubicBezTo>
                  <a:cubicBezTo>
                    <a:pt x="856" y="17"/>
                    <a:pt x="856" y="17"/>
                    <a:pt x="856" y="17"/>
                  </a:cubicBezTo>
                  <a:cubicBezTo>
                    <a:pt x="856" y="17"/>
                    <a:pt x="856" y="17"/>
                    <a:pt x="856" y="17"/>
                  </a:cubicBezTo>
                  <a:cubicBezTo>
                    <a:pt x="847" y="31"/>
                    <a:pt x="847" y="31"/>
                    <a:pt x="847" y="31"/>
                  </a:cubicBezTo>
                  <a:cubicBezTo>
                    <a:pt x="856" y="31"/>
                    <a:pt x="856" y="31"/>
                    <a:pt x="856" y="31"/>
                  </a:cubicBezTo>
                  <a:cubicBezTo>
                    <a:pt x="857" y="31"/>
                    <a:pt x="857" y="31"/>
                    <a:pt x="857" y="31"/>
                  </a:cubicBezTo>
                  <a:cubicBezTo>
                    <a:pt x="858" y="30"/>
                    <a:pt x="858" y="30"/>
                    <a:pt x="858" y="30"/>
                  </a:cubicBezTo>
                  <a:cubicBezTo>
                    <a:pt x="858" y="31"/>
                    <a:pt x="858" y="31"/>
                    <a:pt x="858" y="31"/>
                  </a:cubicBezTo>
                  <a:cubicBezTo>
                    <a:pt x="865" y="34"/>
                    <a:pt x="865" y="34"/>
                    <a:pt x="865" y="34"/>
                  </a:cubicBezTo>
                  <a:cubicBezTo>
                    <a:pt x="867" y="34"/>
                    <a:pt x="867" y="34"/>
                    <a:pt x="867" y="34"/>
                  </a:cubicBezTo>
                  <a:cubicBezTo>
                    <a:pt x="868" y="35"/>
                    <a:pt x="868" y="35"/>
                    <a:pt x="868" y="35"/>
                  </a:cubicBezTo>
                  <a:cubicBezTo>
                    <a:pt x="868" y="37"/>
                    <a:pt x="868" y="37"/>
                    <a:pt x="868" y="37"/>
                  </a:cubicBezTo>
                  <a:cubicBezTo>
                    <a:pt x="869" y="50"/>
                    <a:pt x="869" y="50"/>
                    <a:pt x="869" y="50"/>
                  </a:cubicBezTo>
                  <a:cubicBezTo>
                    <a:pt x="873" y="62"/>
                    <a:pt x="873" y="62"/>
                    <a:pt x="873" y="62"/>
                  </a:cubicBezTo>
                  <a:cubicBezTo>
                    <a:pt x="873" y="62"/>
                    <a:pt x="873" y="62"/>
                    <a:pt x="873" y="62"/>
                  </a:cubicBezTo>
                  <a:cubicBezTo>
                    <a:pt x="873" y="63"/>
                    <a:pt x="873" y="63"/>
                    <a:pt x="873" y="63"/>
                  </a:cubicBezTo>
                  <a:cubicBezTo>
                    <a:pt x="873" y="64"/>
                    <a:pt x="873" y="64"/>
                    <a:pt x="873" y="64"/>
                  </a:cubicBezTo>
                  <a:cubicBezTo>
                    <a:pt x="853" y="103"/>
                    <a:pt x="853" y="103"/>
                    <a:pt x="853" y="103"/>
                  </a:cubicBezTo>
                  <a:cubicBezTo>
                    <a:pt x="849" y="108"/>
                    <a:pt x="847" y="123"/>
                    <a:pt x="846" y="145"/>
                  </a:cubicBezTo>
                  <a:cubicBezTo>
                    <a:pt x="846" y="147"/>
                    <a:pt x="846" y="147"/>
                    <a:pt x="846" y="147"/>
                  </a:cubicBezTo>
                  <a:cubicBezTo>
                    <a:pt x="838" y="162"/>
                    <a:pt x="838" y="162"/>
                    <a:pt x="838" y="162"/>
                  </a:cubicBezTo>
                  <a:cubicBezTo>
                    <a:pt x="844" y="168"/>
                    <a:pt x="844" y="168"/>
                    <a:pt x="844" y="168"/>
                  </a:cubicBezTo>
                  <a:cubicBezTo>
                    <a:pt x="844" y="169"/>
                    <a:pt x="844" y="169"/>
                    <a:pt x="844" y="169"/>
                  </a:cubicBezTo>
                  <a:cubicBezTo>
                    <a:pt x="844" y="178"/>
                    <a:pt x="844" y="184"/>
                    <a:pt x="841" y="185"/>
                  </a:cubicBezTo>
                  <a:cubicBezTo>
                    <a:pt x="839" y="186"/>
                    <a:pt x="839" y="186"/>
                    <a:pt x="839" y="186"/>
                  </a:cubicBezTo>
                  <a:cubicBezTo>
                    <a:pt x="835" y="188"/>
                    <a:pt x="821" y="203"/>
                    <a:pt x="799" y="230"/>
                  </a:cubicBezTo>
                  <a:cubicBezTo>
                    <a:pt x="797" y="232"/>
                    <a:pt x="797" y="232"/>
                    <a:pt x="797" y="232"/>
                  </a:cubicBezTo>
                  <a:cubicBezTo>
                    <a:pt x="796" y="231"/>
                    <a:pt x="796" y="231"/>
                    <a:pt x="796" y="231"/>
                  </a:cubicBezTo>
                  <a:cubicBezTo>
                    <a:pt x="794" y="230"/>
                    <a:pt x="794" y="230"/>
                    <a:pt x="794" y="230"/>
                  </a:cubicBezTo>
                  <a:cubicBezTo>
                    <a:pt x="786" y="224"/>
                    <a:pt x="779" y="220"/>
                    <a:pt x="774" y="215"/>
                  </a:cubicBezTo>
                  <a:cubicBezTo>
                    <a:pt x="771" y="212"/>
                    <a:pt x="762" y="210"/>
                    <a:pt x="746" y="210"/>
                  </a:cubicBezTo>
                  <a:cubicBezTo>
                    <a:pt x="746" y="238"/>
                    <a:pt x="746" y="238"/>
                    <a:pt x="746" y="238"/>
                  </a:cubicBezTo>
                  <a:cubicBezTo>
                    <a:pt x="745" y="239"/>
                    <a:pt x="745" y="239"/>
                    <a:pt x="745" y="239"/>
                  </a:cubicBezTo>
                  <a:cubicBezTo>
                    <a:pt x="734" y="292"/>
                    <a:pt x="734" y="292"/>
                    <a:pt x="734" y="292"/>
                  </a:cubicBezTo>
                  <a:cubicBezTo>
                    <a:pt x="732" y="298"/>
                    <a:pt x="731" y="311"/>
                    <a:pt x="731" y="329"/>
                  </a:cubicBezTo>
                  <a:cubicBezTo>
                    <a:pt x="736" y="334"/>
                    <a:pt x="736" y="334"/>
                    <a:pt x="736" y="334"/>
                  </a:cubicBezTo>
                  <a:cubicBezTo>
                    <a:pt x="739" y="327"/>
                    <a:pt x="739" y="327"/>
                    <a:pt x="739" y="327"/>
                  </a:cubicBezTo>
                  <a:cubicBezTo>
                    <a:pt x="740" y="327"/>
                    <a:pt x="740" y="327"/>
                    <a:pt x="740" y="327"/>
                  </a:cubicBezTo>
                  <a:cubicBezTo>
                    <a:pt x="740" y="326"/>
                    <a:pt x="740" y="326"/>
                    <a:pt x="740" y="326"/>
                  </a:cubicBezTo>
                  <a:cubicBezTo>
                    <a:pt x="754" y="318"/>
                    <a:pt x="754" y="318"/>
                    <a:pt x="754" y="318"/>
                  </a:cubicBezTo>
                  <a:cubicBezTo>
                    <a:pt x="793" y="325"/>
                    <a:pt x="793" y="325"/>
                    <a:pt x="793" y="325"/>
                  </a:cubicBezTo>
                  <a:cubicBezTo>
                    <a:pt x="797" y="320"/>
                    <a:pt x="797" y="320"/>
                    <a:pt x="797" y="320"/>
                  </a:cubicBezTo>
                  <a:cubicBezTo>
                    <a:pt x="803" y="310"/>
                    <a:pt x="803" y="310"/>
                    <a:pt x="803" y="310"/>
                  </a:cubicBezTo>
                  <a:cubicBezTo>
                    <a:pt x="804" y="309"/>
                    <a:pt x="804" y="309"/>
                    <a:pt x="804" y="309"/>
                  </a:cubicBezTo>
                  <a:cubicBezTo>
                    <a:pt x="804" y="309"/>
                    <a:pt x="804" y="309"/>
                    <a:pt x="804" y="309"/>
                  </a:cubicBezTo>
                  <a:cubicBezTo>
                    <a:pt x="805" y="309"/>
                    <a:pt x="805" y="309"/>
                    <a:pt x="805" y="309"/>
                  </a:cubicBezTo>
                  <a:cubicBezTo>
                    <a:pt x="820" y="306"/>
                    <a:pt x="820" y="306"/>
                    <a:pt x="820" y="306"/>
                  </a:cubicBezTo>
                  <a:cubicBezTo>
                    <a:pt x="840" y="304"/>
                    <a:pt x="840" y="304"/>
                    <a:pt x="840" y="304"/>
                  </a:cubicBezTo>
                  <a:cubicBezTo>
                    <a:pt x="846" y="306"/>
                    <a:pt x="853" y="314"/>
                    <a:pt x="862" y="326"/>
                  </a:cubicBezTo>
                  <a:cubicBezTo>
                    <a:pt x="887" y="338"/>
                    <a:pt x="900" y="349"/>
                    <a:pt x="903" y="359"/>
                  </a:cubicBezTo>
                  <a:cubicBezTo>
                    <a:pt x="905" y="363"/>
                    <a:pt x="905" y="367"/>
                    <a:pt x="903" y="371"/>
                  </a:cubicBezTo>
                  <a:cubicBezTo>
                    <a:pt x="901" y="376"/>
                    <a:pt x="897" y="378"/>
                    <a:pt x="891" y="379"/>
                  </a:cubicBezTo>
                  <a:cubicBezTo>
                    <a:pt x="890" y="379"/>
                    <a:pt x="890" y="379"/>
                    <a:pt x="890" y="379"/>
                  </a:cubicBezTo>
                  <a:cubicBezTo>
                    <a:pt x="861" y="377"/>
                    <a:pt x="844" y="377"/>
                    <a:pt x="838" y="379"/>
                  </a:cubicBezTo>
                  <a:cubicBezTo>
                    <a:pt x="823" y="389"/>
                    <a:pt x="823" y="389"/>
                    <a:pt x="823" y="389"/>
                  </a:cubicBezTo>
                  <a:cubicBezTo>
                    <a:pt x="805" y="402"/>
                    <a:pt x="793" y="409"/>
                    <a:pt x="786" y="409"/>
                  </a:cubicBezTo>
                  <a:cubicBezTo>
                    <a:pt x="774" y="411"/>
                    <a:pt x="774" y="411"/>
                    <a:pt x="774" y="411"/>
                  </a:cubicBezTo>
                  <a:cubicBezTo>
                    <a:pt x="766" y="441"/>
                    <a:pt x="766" y="441"/>
                    <a:pt x="766" y="441"/>
                  </a:cubicBezTo>
                  <a:cubicBezTo>
                    <a:pt x="765" y="450"/>
                    <a:pt x="762" y="456"/>
                    <a:pt x="756" y="461"/>
                  </a:cubicBezTo>
                  <a:cubicBezTo>
                    <a:pt x="751" y="465"/>
                    <a:pt x="744" y="468"/>
                    <a:pt x="734" y="470"/>
                  </a:cubicBezTo>
                  <a:cubicBezTo>
                    <a:pt x="723" y="472"/>
                    <a:pt x="713" y="476"/>
                    <a:pt x="704" y="482"/>
                  </a:cubicBezTo>
                  <a:cubicBezTo>
                    <a:pt x="694" y="504"/>
                    <a:pt x="694" y="504"/>
                    <a:pt x="694" y="504"/>
                  </a:cubicBezTo>
                  <a:cubicBezTo>
                    <a:pt x="693" y="504"/>
                    <a:pt x="693" y="504"/>
                    <a:pt x="693" y="504"/>
                  </a:cubicBezTo>
                  <a:cubicBezTo>
                    <a:pt x="692" y="504"/>
                    <a:pt x="692" y="504"/>
                    <a:pt x="692" y="504"/>
                  </a:cubicBezTo>
                  <a:cubicBezTo>
                    <a:pt x="692" y="504"/>
                    <a:pt x="692" y="504"/>
                    <a:pt x="692" y="504"/>
                  </a:cubicBezTo>
                  <a:cubicBezTo>
                    <a:pt x="664" y="516"/>
                    <a:pt x="664" y="516"/>
                    <a:pt x="664" y="516"/>
                  </a:cubicBezTo>
                  <a:cubicBezTo>
                    <a:pt x="662" y="516"/>
                    <a:pt x="662" y="516"/>
                    <a:pt x="662" y="516"/>
                  </a:cubicBezTo>
                  <a:cubicBezTo>
                    <a:pt x="648" y="513"/>
                    <a:pt x="648" y="513"/>
                    <a:pt x="648" y="513"/>
                  </a:cubicBezTo>
                  <a:cubicBezTo>
                    <a:pt x="637" y="511"/>
                    <a:pt x="629" y="508"/>
                    <a:pt x="623" y="504"/>
                  </a:cubicBezTo>
                  <a:cubicBezTo>
                    <a:pt x="616" y="501"/>
                    <a:pt x="608" y="500"/>
                    <a:pt x="600" y="502"/>
                  </a:cubicBezTo>
                  <a:cubicBezTo>
                    <a:pt x="592" y="513"/>
                    <a:pt x="589" y="525"/>
                    <a:pt x="589" y="539"/>
                  </a:cubicBezTo>
                  <a:cubicBezTo>
                    <a:pt x="590" y="547"/>
                    <a:pt x="592" y="552"/>
                    <a:pt x="593" y="553"/>
                  </a:cubicBezTo>
                  <a:cubicBezTo>
                    <a:pt x="598" y="552"/>
                    <a:pt x="598" y="552"/>
                    <a:pt x="598" y="552"/>
                  </a:cubicBezTo>
                  <a:cubicBezTo>
                    <a:pt x="603" y="549"/>
                    <a:pt x="603" y="549"/>
                    <a:pt x="603" y="549"/>
                  </a:cubicBezTo>
                  <a:cubicBezTo>
                    <a:pt x="604" y="569"/>
                    <a:pt x="604" y="569"/>
                    <a:pt x="604" y="569"/>
                  </a:cubicBezTo>
                  <a:cubicBezTo>
                    <a:pt x="604" y="575"/>
                    <a:pt x="601" y="580"/>
                    <a:pt x="597" y="584"/>
                  </a:cubicBezTo>
                  <a:cubicBezTo>
                    <a:pt x="593" y="586"/>
                    <a:pt x="588" y="589"/>
                    <a:pt x="580" y="591"/>
                  </a:cubicBezTo>
                  <a:cubicBezTo>
                    <a:pt x="575" y="592"/>
                    <a:pt x="575" y="592"/>
                    <a:pt x="575" y="592"/>
                  </a:cubicBezTo>
                  <a:cubicBezTo>
                    <a:pt x="569" y="595"/>
                    <a:pt x="556" y="611"/>
                    <a:pt x="538" y="641"/>
                  </a:cubicBezTo>
                  <a:cubicBezTo>
                    <a:pt x="538" y="641"/>
                    <a:pt x="538" y="641"/>
                    <a:pt x="538" y="641"/>
                  </a:cubicBezTo>
                  <a:cubicBezTo>
                    <a:pt x="537" y="641"/>
                    <a:pt x="537" y="641"/>
                    <a:pt x="537" y="641"/>
                  </a:cubicBezTo>
                  <a:cubicBezTo>
                    <a:pt x="519" y="652"/>
                    <a:pt x="519" y="652"/>
                    <a:pt x="519" y="652"/>
                  </a:cubicBezTo>
                  <a:cubicBezTo>
                    <a:pt x="522" y="652"/>
                    <a:pt x="524" y="654"/>
                    <a:pt x="523" y="656"/>
                  </a:cubicBezTo>
                  <a:cubicBezTo>
                    <a:pt x="522" y="658"/>
                    <a:pt x="521" y="659"/>
                    <a:pt x="516" y="660"/>
                  </a:cubicBezTo>
                  <a:cubicBezTo>
                    <a:pt x="464" y="658"/>
                    <a:pt x="464" y="658"/>
                    <a:pt x="464" y="658"/>
                  </a:cubicBezTo>
                  <a:cubicBezTo>
                    <a:pt x="407" y="657"/>
                    <a:pt x="362" y="672"/>
                    <a:pt x="329" y="705"/>
                  </a:cubicBezTo>
                  <a:cubicBezTo>
                    <a:pt x="329" y="706"/>
                    <a:pt x="329" y="706"/>
                    <a:pt x="329" y="706"/>
                  </a:cubicBezTo>
                  <a:cubicBezTo>
                    <a:pt x="328" y="706"/>
                    <a:pt x="328" y="706"/>
                    <a:pt x="328" y="706"/>
                  </a:cubicBezTo>
                  <a:cubicBezTo>
                    <a:pt x="327" y="706"/>
                    <a:pt x="327" y="706"/>
                    <a:pt x="327" y="706"/>
                  </a:cubicBezTo>
                  <a:cubicBezTo>
                    <a:pt x="306" y="709"/>
                    <a:pt x="306" y="709"/>
                    <a:pt x="306" y="709"/>
                  </a:cubicBezTo>
                  <a:cubicBezTo>
                    <a:pt x="305" y="709"/>
                    <a:pt x="305" y="709"/>
                    <a:pt x="305" y="709"/>
                  </a:cubicBezTo>
                  <a:cubicBezTo>
                    <a:pt x="303" y="709"/>
                    <a:pt x="303" y="709"/>
                    <a:pt x="303" y="709"/>
                  </a:cubicBezTo>
                  <a:cubicBezTo>
                    <a:pt x="297" y="695"/>
                    <a:pt x="297" y="695"/>
                    <a:pt x="297" y="695"/>
                  </a:cubicBezTo>
                  <a:cubicBezTo>
                    <a:pt x="275" y="700"/>
                    <a:pt x="275" y="700"/>
                    <a:pt x="275" y="700"/>
                  </a:cubicBezTo>
                  <a:cubicBezTo>
                    <a:pt x="264" y="701"/>
                    <a:pt x="249" y="698"/>
                    <a:pt x="232" y="689"/>
                  </a:cubicBezTo>
                  <a:cubicBezTo>
                    <a:pt x="216" y="683"/>
                    <a:pt x="202" y="674"/>
                    <a:pt x="188" y="663"/>
                  </a:cubicBezTo>
                  <a:cubicBezTo>
                    <a:pt x="179" y="655"/>
                    <a:pt x="167" y="650"/>
                    <a:pt x="154" y="648"/>
                  </a:cubicBezTo>
                  <a:cubicBezTo>
                    <a:pt x="135" y="646"/>
                    <a:pt x="135" y="646"/>
                    <a:pt x="135" y="646"/>
                  </a:cubicBezTo>
                  <a:cubicBezTo>
                    <a:pt x="113" y="649"/>
                    <a:pt x="113" y="649"/>
                    <a:pt x="113" y="649"/>
                  </a:cubicBezTo>
                  <a:cubicBezTo>
                    <a:pt x="97" y="652"/>
                    <a:pt x="81" y="652"/>
                    <a:pt x="67" y="650"/>
                  </a:cubicBezTo>
                  <a:cubicBezTo>
                    <a:pt x="49" y="649"/>
                    <a:pt x="28" y="644"/>
                    <a:pt x="2" y="637"/>
                  </a:cubicBezTo>
                  <a:cubicBezTo>
                    <a:pt x="0" y="640"/>
                    <a:pt x="0" y="640"/>
                    <a:pt x="0" y="640"/>
                  </a:cubicBezTo>
                  <a:cubicBezTo>
                    <a:pt x="1" y="640"/>
                    <a:pt x="1" y="640"/>
                    <a:pt x="1" y="640"/>
                  </a:cubicBezTo>
                  <a:cubicBezTo>
                    <a:pt x="2" y="640"/>
                    <a:pt x="2" y="640"/>
                    <a:pt x="2" y="640"/>
                  </a:cubicBezTo>
                  <a:cubicBezTo>
                    <a:pt x="2" y="641"/>
                    <a:pt x="2" y="641"/>
                    <a:pt x="2" y="641"/>
                  </a:cubicBezTo>
                  <a:cubicBezTo>
                    <a:pt x="2" y="641"/>
                    <a:pt x="2" y="641"/>
                    <a:pt x="2" y="641"/>
                  </a:cubicBezTo>
                  <a:cubicBezTo>
                    <a:pt x="3" y="647"/>
                    <a:pt x="3" y="647"/>
                    <a:pt x="3" y="647"/>
                  </a:cubicBezTo>
                  <a:cubicBezTo>
                    <a:pt x="8" y="659"/>
                    <a:pt x="8" y="659"/>
                    <a:pt x="8" y="659"/>
                  </a:cubicBezTo>
                  <a:cubicBezTo>
                    <a:pt x="21" y="675"/>
                    <a:pt x="21" y="675"/>
                    <a:pt x="21" y="675"/>
                  </a:cubicBezTo>
                  <a:cubicBezTo>
                    <a:pt x="22" y="677"/>
                    <a:pt x="22" y="677"/>
                    <a:pt x="22" y="677"/>
                  </a:cubicBezTo>
                  <a:cubicBezTo>
                    <a:pt x="19" y="688"/>
                    <a:pt x="19" y="688"/>
                    <a:pt x="19" y="688"/>
                  </a:cubicBezTo>
                  <a:cubicBezTo>
                    <a:pt x="19" y="689"/>
                    <a:pt x="19" y="689"/>
                    <a:pt x="19" y="689"/>
                  </a:cubicBezTo>
                  <a:cubicBezTo>
                    <a:pt x="19" y="689"/>
                    <a:pt x="19" y="689"/>
                    <a:pt x="19" y="689"/>
                  </a:cubicBezTo>
                  <a:cubicBezTo>
                    <a:pt x="11" y="698"/>
                    <a:pt x="11" y="698"/>
                    <a:pt x="11" y="698"/>
                  </a:cubicBezTo>
                  <a:cubicBezTo>
                    <a:pt x="19" y="706"/>
                    <a:pt x="19" y="706"/>
                    <a:pt x="19" y="706"/>
                  </a:cubicBezTo>
                  <a:cubicBezTo>
                    <a:pt x="22" y="709"/>
                    <a:pt x="24" y="712"/>
                    <a:pt x="24" y="714"/>
                  </a:cubicBezTo>
                  <a:cubicBezTo>
                    <a:pt x="26" y="726"/>
                    <a:pt x="26" y="726"/>
                    <a:pt x="26" y="726"/>
                  </a:cubicBezTo>
                  <a:cubicBezTo>
                    <a:pt x="35" y="735"/>
                    <a:pt x="35" y="735"/>
                    <a:pt x="35" y="735"/>
                  </a:cubicBezTo>
                  <a:cubicBezTo>
                    <a:pt x="35" y="736"/>
                    <a:pt x="35" y="736"/>
                    <a:pt x="35" y="736"/>
                  </a:cubicBezTo>
                  <a:cubicBezTo>
                    <a:pt x="36" y="744"/>
                    <a:pt x="36" y="744"/>
                    <a:pt x="36" y="744"/>
                  </a:cubicBezTo>
                  <a:cubicBezTo>
                    <a:pt x="36" y="750"/>
                    <a:pt x="36" y="750"/>
                    <a:pt x="36" y="750"/>
                  </a:cubicBezTo>
                  <a:cubicBezTo>
                    <a:pt x="42" y="754"/>
                    <a:pt x="42" y="754"/>
                    <a:pt x="42" y="754"/>
                  </a:cubicBezTo>
                  <a:cubicBezTo>
                    <a:pt x="45" y="753"/>
                    <a:pt x="45" y="753"/>
                    <a:pt x="45" y="753"/>
                  </a:cubicBezTo>
                  <a:cubicBezTo>
                    <a:pt x="46" y="751"/>
                    <a:pt x="46" y="751"/>
                    <a:pt x="46" y="751"/>
                  </a:cubicBezTo>
                  <a:cubicBezTo>
                    <a:pt x="48" y="746"/>
                    <a:pt x="51" y="744"/>
                    <a:pt x="55" y="743"/>
                  </a:cubicBezTo>
                  <a:cubicBezTo>
                    <a:pt x="60" y="742"/>
                    <a:pt x="60" y="742"/>
                    <a:pt x="60" y="742"/>
                  </a:cubicBezTo>
                  <a:cubicBezTo>
                    <a:pt x="92" y="739"/>
                    <a:pt x="92" y="739"/>
                    <a:pt x="92" y="739"/>
                  </a:cubicBezTo>
                  <a:cubicBezTo>
                    <a:pt x="105" y="734"/>
                    <a:pt x="105" y="734"/>
                    <a:pt x="105" y="734"/>
                  </a:cubicBezTo>
                  <a:cubicBezTo>
                    <a:pt x="106" y="733"/>
                    <a:pt x="106" y="733"/>
                    <a:pt x="106" y="733"/>
                  </a:cubicBezTo>
                  <a:cubicBezTo>
                    <a:pt x="108" y="732"/>
                    <a:pt x="108" y="732"/>
                    <a:pt x="108" y="732"/>
                  </a:cubicBezTo>
                  <a:cubicBezTo>
                    <a:pt x="115" y="746"/>
                    <a:pt x="115" y="746"/>
                    <a:pt x="115" y="746"/>
                  </a:cubicBezTo>
                  <a:cubicBezTo>
                    <a:pt x="115" y="746"/>
                    <a:pt x="115" y="746"/>
                    <a:pt x="115" y="746"/>
                  </a:cubicBezTo>
                  <a:cubicBezTo>
                    <a:pt x="115" y="746"/>
                    <a:pt x="115" y="746"/>
                    <a:pt x="115" y="746"/>
                  </a:cubicBezTo>
                  <a:cubicBezTo>
                    <a:pt x="116" y="750"/>
                    <a:pt x="115" y="753"/>
                    <a:pt x="113" y="756"/>
                  </a:cubicBezTo>
                  <a:cubicBezTo>
                    <a:pt x="96" y="781"/>
                    <a:pt x="96" y="781"/>
                    <a:pt x="96" y="781"/>
                  </a:cubicBezTo>
                  <a:cubicBezTo>
                    <a:pt x="97" y="785"/>
                    <a:pt x="97" y="785"/>
                    <a:pt x="97" y="785"/>
                  </a:cubicBezTo>
                  <a:cubicBezTo>
                    <a:pt x="105" y="793"/>
                    <a:pt x="105" y="793"/>
                    <a:pt x="105" y="793"/>
                  </a:cubicBezTo>
                  <a:cubicBezTo>
                    <a:pt x="113" y="798"/>
                    <a:pt x="113" y="798"/>
                    <a:pt x="113" y="798"/>
                  </a:cubicBezTo>
                  <a:cubicBezTo>
                    <a:pt x="113" y="798"/>
                    <a:pt x="113" y="798"/>
                    <a:pt x="113" y="798"/>
                  </a:cubicBezTo>
                  <a:cubicBezTo>
                    <a:pt x="117" y="803"/>
                    <a:pt x="120" y="806"/>
                    <a:pt x="124" y="807"/>
                  </a:cubicBezTo>
                  <a:cubicBezTo>
                    <a:pt x="128" y="808"/>
                    <a:pt x="132" y="812"/>
                    <a:pt x="136" y="817"/>
                  </a:cubicBezTo>
                  <a:cubicBezTo>
                    <a:pt x="136" y="819"/>
                    <a:pt x="136" y="819"/>
                    <a:pt x="136" y="819"/>
                  </a:cubicBezTo>
                  <a:cubicBezTo>
                    <a:pt x="142" y="821"/>
                    <a:pt x="142" y="821"/>
                    <a:pt x="142" y="821"/>
                  </a:cubicBezTo>
                  <a:cubicBezTo>
                    <a:pt x="144" y="822"/>
                    <a:pt x="144" y="822"/>
                    <a:pt x="144" y="822"/>
                  </a:cubicBezTo>
                  <a:cubicBezTo>
                    <a:pt x="145" y="822"/>
                    <a:pt x="145" y="822"/>
                    <a:pt x="145" y="822"/>
                  </a:cubicBezTo>
                  <a:cubicBezTo>
                    <a:pt x="147" y="828"/>
                    <a:pt x="147" y="828"/>
                    <a:pt x="147" y="828"/>
                  </a:cubicBezTo>
                  <a:cubicBezTo>
                    <a:pt x="147" y="828"/>
                    <a:pt x="147" y="828"/>
                    <a:pt x="147" y="828"/>
                  </a:cubicBezTo>
                  <a:cubicBezTo>
                    <a:pt x="147" y="835"/>
                    <a:pt x="147" y="835"/>
                    <a:pt x="147" y="835"/>
                  </a:cubicBezTo>
                  <a:cubicBezTo>
                    <a:pt x="150" y="845"/>
                    <a:pt x="150" y="845"/>
                    <a:pt x="150" y="845"/>
                  </a:cubicBezTo>
                  <a:cubicBezTo>
                    <a:pt x="165" y="847"/>
                    <a:pt x="165" y="847"/>
                    <a:pt x="165" y="847"/>
                  </a:cubicBezTo>
                  <a:cubicBezTo>
                    <a:pt x="166" y="847"/>
                    <a:pt x="166" y="847"/>
                    <a:pt x="166" y="847"/>
                  </a:cubicBezTo>
                  <a:cubicBezTo>
                    <a:pt x="167" y="848"/>
                    <a:pt x="167" y="848"/>
                    <a:pt x="167" y="848"/>
                  </a:cubicBezTo>
                  <a:cubicBezTo>
                    <a:pt x="167" y="848"/>
                    <a:pt x="167" y="848"/>
                    <a:pt x="167" y="848"/>
                  </a:cubicBezTo>
                  <a:cubicBezTo>
                    <a:pt x="167" y="850"/>
                    <a:pt x="167" y="850"/>
                    <a:pt x="167" y="850"/>
                  </a:cubicBezTo>
                  <a:cubicBezTo>
                    <a:pt x="172" y="858"/>
                    <a:pt x="172" y="858"/>
                    <a:pt x="172" y="858"/>
                  </a:cubicBezTo>
                  <a:cubicBezTo>
                    <a:pt x="184" y="862"/>
                    <a:pt x="184" y="862"/>
                    <a:pt x="184" y="862"/>
                  </a:cubicBezTo>
                  <a:cubicBezTo>
                    <a:pt x="192" y="858"/>
                    <a:pt x="192" y="858"/>
                    <a:pt x="192" y="858"/>
                  </a:cubicBezTo>
                  <a:cubicBezTo>
                    <a:pt x="191" y="853"/>
                    <a:pt x="191" y="853"/>
                    <a:pt x="191" y="853"/>
                  </a:cubicBezTo>
                  <a:cubicBezTo>
                    <a:pt x="183" y="846"/>
                    <a:pt x="183" y="846"/>
                    <a:pt x="183" y="846"/>
                  </a:cubicBezTo>
                  <a:cubicBezTo>
                    <a:pt x="184" y="845"/>
                    <a:pt x="184" y="845"/>
                    <a:pt x="184" y="845"/>
                  </a:cubicBezTo>
                  <a:cubicBezTo>
                    <a:pt x="184" y="844"/>
                    <a:pt x="184" y="844"/>
                    <a:pt x="184" y="844"/>
                  </a:cubicBezTo>
                  <a:cubicBezTo>
                    <a:pt x="191" y="831"/>
                    <a:pt x="191" y="831"/>
                    <a:pt x="191" y="831"/>
                  </a:cubicBezTo>
                  <a:cubicBezTo>
                    <a:pt x="206" y="831"/>
                    <a:pt x="206" y="831"/>
                    <a:pt x="206" y="831"/>
                  </a:cubicBezTo>
                  <a:cubicBezTo>
                    <a:pt x="206" y="831"/>
                    <a:pt x="206" y="831"/>
                    <a:pt x="206" y="831"/>
                  </a:cubicBezTo>
                  <a:cubicBezTo>
                    <a:pt x="227" y="839"/>
                    <a:pt x="227" y="839"/>
                    <a:pt x="227" y="839"/>
                  </a:cubicBezTo>
                  <a:cubicBezTo>
                    <a:pt x="238" y="837"/>
                    <a:pt x="238" y="837"/>
                    <a:pt x="238" y="837"/>
                  </a:cubicBezTo>
                  <a:cubicBezTo>
                    <a:pt x="247" y="828"/>
                    <a:pt x="247" y="828"/>
                    <a:pt x="247" y="828"/>
                  </a:cubicBezTo>
                  <a:cubicBezTo>
                    <a:pt x="258" y="816"/>
                    <a:pt x="264" y="810"/>
                    <a:pt x="269" y="813"/>
                  </a:cubicBezTo>
                  <a:cubicBezTo>
                    <a:pt x="274" y="813"/>
                    <a:pt x="274" y="813"/>
                    <a:pt x="274" y="813"/>
                  </a:cubicBezTo>
                  <a:cubicBezTo>
                    <a:pt x="279" y="813"/>
                    <a:pt x="282" y="813"/>
                    <a:pt x="284" y="814"/>
                  </a:cubicBezTo>
                  <a:cubicBezTo>
                    <a:pt x="285" y="815"/>
                    <a:pt x="285" y="816"/>
                    <a:pt x="285" y="817"/>
                  </a:cubicBezTo>
                  <a:cubicBezTo>
                    <a:pt x="285" y="820"/>
                    <a:pt x="288" y="825"/>
                    <a:pt x="291" y="831"/>
                  </a:cubicBezTo>
                  <a:cubicBezTo>
                    <a:pt x="291" y="832"/>
                    <a:pt x="291" y="832"/>
                    <a:pt x="291" y="832"/>
                  </a:cubicBezTo>
                  <a:cubicBezTo>
                    <a:pt x="291" y="833"/>
                    <a:pt x="291" y="833"/>
                    <a:pt x="291" y="833"/>
                  </a:cubicBezTo>
                  <a:cubicBezTo>
                    <a:pt x="293" y="841"/>
                    <a:pt x="293" y="841"/>
                    <a:pt x="293" y="841"/>
                  </a:cubicBezTo>
                  <a:cubicBezTo>
                    <a:pt x="293" y="843"/>
                    <a:pt x="293" y="843"/>
                    <a:pt x="293" y="843"/>
                  </a:cubicBezTo>
                  <a:cubicBezTo>
                    <a:pt x="291" y="853"/>
                    <a:pt x="291" y="853"/>
                    <a:pt x="291" y="853"/>
                  </a:cubicBezTo>
                  <a:cubicBezTo>
                    <a:pt x="291" y="853"/>
                    <a:pt x="291" y="853"/>
                    <a:pt x="291" y="853"/>
                  </a:cubicBezTo>
                  <a:cubicBezTo>
                    <a:pt x="291" y="853"/>
                    <a:pt x="291" y="853"/>
                    <a:pt x="291" y="853"/>
                  </a:cubicBezTo>
                  <a:cubicBezTo>
                    <a:pt x="290" y="854"/>
                    <a:pt x="290" y="854"/>
                    <a:pt x="290" y="854"/>
                  </a:cubicBezTo>
                  <a:cubicBezTo>
                    <a:pt x="280" y="866"/>
                    <a:pt x="280" y="866"/>
                    <a:pt x="280" y="866"/>
                  </a:cubicBezTo>
                  <a:cubicBezTo>
                    <a:pt x="279" y="867"/>
                    <a:pt x="279" y="867"/>
                    <a:pt x="279" y="867"/>
                  </a:cubicBezTo>
                  <a:cubicBezTo>
                    <a:pt x="279" y="867"/>
                    <a:pt x="279" y="867"/>
                    <a:pt x="279" y="867"/>
                  </a:cubicBezTo>
                  <a:cubicBezTo>
                    <a:pt x="257" y="876"/>
                    <a:pt x="257" y="876"/>
                    <a:pt x="257" y="876"/>
                  </a:cubicBezTo>
                  <a:cubicBezTo>
                    <a:pt x="254" y="882"/>
                    <a:pt x="254" y="882"/>
                    <a:pt x="254" y="882"/>
                  </a:cubicBezTo>
                  <a:cubicBezTo>
                    <a:pt x="251" y="900"/>
                    <a:pt x="251" y="900"/>
                    <a:pt x="251" y="900"/>
                  </a:cubicBezTo>
                  <a:cubicBezTo>
                    <a:pt x="253" y="908"/>
                    <a:pt x="253" y="908"/>
                    <a:pt x="253" y="908"/>
                  </a:cubicBezTo>
                  <a:cubicBezTo>
                    <a:pt x="258" y="918"/>
                    <a:pt x="258" y="918"/>
                    <a:pt x="258" y="918"/>
                  </a:cubicBezTo>
                  <a:cubicBezTo>
                    <a:pt x="261" y="919"/>
                    <a:pt x="261" y="919"/>
                    <a:pt x="261" y="919"/>
                  </a:cubicBezTo>
                  <a:cubicBezTo>
                    <a:pt x="268" y="924"/>
                    <a:pt x="268" y="924"/>
                    <a:pt x="268" y="924"/>
                  </a:cubicBezTo>
                  <a:cubicBezTo>
                    <a:pt x="294" y="924"/>
                    <a:pt x="294" y="924"/>
                    <a:pt x="294" y="924"/>
                  </a:cubicBezTo>
                  <a:cubicBezTo>
                    <a:pt x="315" y="921"/>
                    <a:pt x="315" y="921"/>
                    <a:pt x="315" y="921"/>
                  </a:cubicBezTo>
                  <a:cubicBezTo>
                    <a:pt x="318" y="918"/>
                    <a:pt x="318" y="918"/>
                    <a:pt x="318" y="918"/>
                  </a:cubicBezTo>
                  <a:cubicBezTo>
                    <a:pt x="321" y="915"/>
                    <a:pt x="324" y="913"/>
                    <a:pt x="326" y="913"/>
                  </a:cubicBezTo>
                  <a:cubicBezTo>
                    <a:pt x="340" y="916"/>
                    <a:pt x="340" y="916"/>
                    <a:pt x="340" y="916"/>
                  </a:cubicBezTo>
                  <a:cubicBezTo>
                    <a:pt x="342" y="913"/>
                    <a:pt x="342" y="913"/>
                    <a:pt x="342" y="913"/>
                  </a:cubicBezTo>
                  <a:cubicBezTo>
                    <a:pt x="340" y="909"/>
                    <a:pt x="340" y="905"/>
                    <a:pt x="343" y="902"/>
                  </a:cubicBezTo>
                  <a:cubicBezTo>
                    <a:pt x="349" y="891"/>
                    <a:pt x="349" y="891"/>
                    <a:pt x="349" y="891"/>
                  </a:cubicBezTo>
                  <a:cubicBezTo>
                    <a:pt x="349" y="872"/>
                    <a:pt x="349" y="872"/>
                    <a:pt x="349" y="872"/>
                  </a:cubicBezTo>
                  <a:cubicBezTo>
                    <a:pt x="349" y="871"/>
                    <a:pt x="349" y="871"/>
                    <a:pt x="349" y="871"/>
                  </a:cubicBezTo>
                  <a:cubicBezTo>
                    <a:pt x="360" y="840"/>
                    <a:pt x="360" y="840"/>
                    <a:pt x="360" y="840"/>
                  </a:cubicBezTo>
                  <a:cubicBezTo>
                    <a:pt x="360" y="839"/>
                    <a:pt x="360" y="839"/>
                    <a:pt x="360" y="839"/>
                  </a:cubicBezTo>
                  <a:cubicBezTo>
                    <a:pt x="360" y="839"/>
                    <a:pt x="360" y="839"/>
                    <a:pt x="360" y="839"/>
                  </a:cubicBezTo>
                  <a:cubicBezTo>
                    <a:pt x="361" y="839"/>
                    <a:pt x="361" y="839"/>
                    <a:pt x="361" y="839"/>
                  </a:cubicBezTo>
                  <a:cubicBezTo>
                    <a:pt x="361" y="838"/>
                    <a:pt x="361" y="838"/>
                    <a:pt x="361" y="838"/>
                  </a:cubicBezTo>
                  <a:cubicBezTo>
                    <a:pt x="380" y="823"/>
                    <a:pt x="380" y="823"/>
                    <a:pt x="380" y="823"/>
                  </a:cubicBezTo>
                  <a:cubicBezTo>
                    <a:pt x="381" y="822"/>
                    <a:pt x="381" y="822"/>
                    <a:pt x="381" y="822"/>
                  </a:cubicBezTo>
                  <a:cubicBezTo>
                    <a:pt x="397" y="829"/>
                    <a:pt x="397" y="829"/>
                    <a:pt x="397" y="829"/>
                  </a:cubicBezTo>
                  <a:cubicBezTo>
                    <a:pt x="397" y="829"/>
                    <a:pt x="397" y="829"/>
                    <a:pt x="397" y="829"/>
                  </a:cubicBezTo>
                  <a:cubicBezTo>
                    <a:pt x="406" y="835"/>
                    <a:pt x="410" y="840"/>
                    <a:pt x="410" y="843"/>
                  </a:cubicBezTo>
                  <a:cubicBezTo>
                    <a:pt x="409" y="856"/>
                    <a:pt x="409" y="856"/>
                    <a:pt x="409" y="856"/>
                  </a:cubicBezTo>
                  <a:cubicBezTo>
                    <a:pt x="403" y="865"/>
                    <a:pt x="403" y="865"/>
                    <a:pt x="403" y="865"/>
                  </a:cubicBezTo>
                  <a:cubicBezTo>
                    <a:pt x="399" y="877"/>
                    <a:pt x="399" y="877"/>
                    <a:pt x="399" y="877"/>
                  </a:cubicBezTo>
                  <a:cubicBezTo>
                    <a:pt x="399" y="890"/>
                    <a:pt x="399" y="890"/>
                    <a:pt x="399" y="890"/>
                  </a:cubicBezTo>
                  <a:cubicBezTo>
                    <a:pt x="403" y="896"/>
                    <a:pt x="403" y="896"/>
                    <a:pt x="403" y="896"/>
                  </a:cubicBezTo>
                  <a:cubicBezTo>
                    <a:pt x="409" y="896"/>
                    <a:pt x="409" y="896"/>
                    <a:pt x="409" y="896"/>
                  </a:cubicBezTo>
                  <a:cubicBezTo>
                    <a:pt x="410" y="895"/>
                    <a:pt x="410" y="895"/>
                    <a:pt x="410" y="895"/>
                  </a:cubicBezTo>
                  <a:cubicBezTo>
                    <a:pt x="419" y="896"/>
                    <a:pt x="419" y="896"/>
                    <a:pt x="419" y="896"/>
                  </a:cubicBezTo>
                  <a:cubicBezTo>
                    <a:pt x="424" y="898"/>
                    <a:pt x="427" y="902"/>
                    <a:pt x="430" y="908"/>
                  </a:cubicBezTo>
                  <a:cubicBezTo>
                    <a:pt x="435" y="910"/>
                    <a:pt x="435" y="910"/>
                    <a:pt x="435" y="910"/>
                  </a:cubicBezTo>
                  <a:cubicBezTo>
                    <a:pt x="436" y="910"/>
                    <a:pt x="436" y="910"/>
                    <a:pt x="436" y="910"/>
                  </a:cubicBezTo>
                  <a:cubicBezTo>
                    <a:pt x="436" y="910"/>
                    <a:pt x="436" y="910"/>
                    <a:pt x="436" y="910"/>
                  </a:cubicBezTo>
                  <a:cubicBezTo>
                    <a:pt x="436" y="910"/>
                    <a:pt x="436" y="910"/>
                    <a:pt x="436" y="910"/>
                  </a:cubicBezTo>
                  <a:cubicBezTo>
                    <a:pt x="457" y="920"/>
                    <a:pt x="457" y="920"/>
                    <a:pt x="457" y="920"/>
                  </a:cubicBezTo>
                  <a:cubicBezTo>
                    <a:pt x="466" y="923"/>
                    <a:pt x="466" y="923"/>
                    <a:pt x="466" y="923"/>
                  </a:cubicBezTo>
                  <a:cubicBezTo>
                    <a:pt x="479" y="921"/>
                    <a:pt x="479" y="921"/>
                    <a:pt x="479" y="921"/>
                  </a:cubicBezTo>
                  <a:cubicBezTo>
                    <a:pt x="484" y="914"/>
                    <a:pt x="484" y="914"/>
                    <a:pt x="484" y="914"/>
                  </a:cubicBezTo>
                  <a:cubicBezTo>
                    <a:pt x="492" y="884"/>
                    <a:pt x="492" y="884"/>
                    <a:pt x="492" y="884"/>
                  </a:cubicBezTo>
                  <a:cubicBezTo>
                    <a:pt x="492" y="868"/>
                    <a:pt x="492" y="868"/>
                    <a:pt x="492" y="868"/>
                  </a:cubicBezTo>
                  <a:cubicBezTo>
                    <a:pt x="492" y="867"/>
                    <a:pt x="492" y="867"/>
                    <a:pt x="492" y="867"/>
                  </a:cubicBezTo>
                  <a:cubicBezTo>
                    <a:pt x="493" y="866"/>
                    <a:pt x="493" y="866"/>
                    <a:pt x="493" y="866"/>
                  </a:cubicBezTo>
                  <a:cubicBezTo>
                    <a:pt x="494" y="865"/>
                    <a:pt x="494" y="865"/>
                    <a:pt x="494" y="865"/>
                  </a:cubicBezTo>
                  <a:cubicBezTo>
                    <a:pt x="505" y="856"/>
                    <a:pt x="505" y="856"/>
                    <a:pt x="505" y="856"/>
                  </a:cubicBezTo>
                  <a:cubicBezTo>
                    <a:pt x="512" y="847"/>
                    <a:pt x="512" y="847"/>
                    <a:pt x="512" y="847"/>
                  </a:cubicBezTo>
                  <a:cubicBezTo>
                    <a:pt x="513" y="847"/>
                    <a:pt x="513" y="847"/>
                    <a:pt x="513" y="847"/>
                  </a:cubicBezTo>
                  <a:cubicBezTo>
                    <a:pt x="525" y="841"/>
                    <a:pt x="525" y="841"/>
                    <a:pt x="525" y="841"/>
                  </a:cubicBezTo>
                  <a:cubicBezTo>
                    <a:pt x="532" y="837"/>
                    <a:pt x="532" y="837"/>
                    <a:pt x="532" y="837"/>
                  </a:cubicBezTo>
                  <a:cubicBezTo>
                    <a:pt x="541" y="833"/>
                    <a:pt x="541" y="833"/>
                    <a:pt x="541" y="833"/>
                  </a:cubicBezTo>
                  <a:cubicBezTo>
                    <a:pt x="536" y="815"/>
                    <a:pt x="536" y="815"/>
                    <a:pt x="536" y="815"/>
                  </a:cubicBezTo>
                  <a:cubicBezTo>
                    <a:pt x="557" y="817"/>
                    <a:pt x="557" y="817"/>
                    <a:pt x="557" y="817"/>
                  </a:cubicBezTo>
                  <a:cubicBezTo>
                    <a:pt x="557" y="817"/>
                    <a:pt x="557" y="817"/>
                    <a:pt x="557" y="817"/>
                  </a:cubicBezTo>
                  <a:cubicBezTo>
                    <a:pt x="557" y="818"/>
                    <a:pt x="557" y="818"/>
                    <a:pt x="557" y="818"/>
                  </a:cubicBezTo>
                  <a:cubicBezTo>
                    <a:pt x="557" y="818"/>
                    <a:pt x="557" y="818"/>
                    <a:pt x="557" y="818"/>
                  </a:cubicBezTo>
                  <a:cubicBezTo>
                    <a:pt x="568" y="822"/>
                    <a:pt x="568" y="822"/>
                    <a:pt x="568" y="822"/>
                  </a:cubicBezTo>
                  <a:cubicBezTo>
                    <a:pt x="568" y="822"/>
                    <a:pt x="568" y="822"/>
                    <a:pt x="568" y="822"/>
                  </a:cubicBezTo>
                  <a:cubicBezTo>
                    <a:pt x="568" y="822"/>
                    <a:pt x="568" y="822"/>
                    <a:pt x="568" y="822"/>
                  </a:cubicBezTo>
                  <a:cubicBezTo>
                    <a:pt x="571" y="810"/>
                    <a:pt x="571" y="810"/>
                    <a:pt x="571" y="810"/>
                  </a:cubicBezTo>
                  <a:cubicBezTo>
                    <a:pt x="571" y="808"/>
                    <a:pt x="571" y="808"/>
                    <a:pt x="571" y="808"/>
                  </a:cubicBezTo>
                  <a:cubicBezTo>
                    <a:pt x="573" y="809"/>
                    <a:pt x="573" y="809"/>
                    <a:pt x="573" y="809"/>
                  </a:cubicBezTo>
                  <a:cubicBezTo>
                    <a:pt x="574" y="809"/>
                    <a:pt x="574" y="809"/>
                    <a:pt x="574" y="809"/>
                  </a:cubicBezTo>
                  <a:cubicBezTo>
                    <a:pt x="584" y="811"/>
                    <a:pt x="584" y="811"/>
                    <a:pt x="584" y="811"/>
                  </a:cubicBezTo>
                  <a:cubicBezTo>
                    <a:pt x="589" y="811"/>
                    <a:pt x="589" y="811"/>
                    <a:pt x="589" y="811"/>
                  </a:cubicBezTo>
                  <a:cubicBezTo>
                    <a:pt x="598" y="801"/>
                    <a:pt x="598" y="801"/>
                    <a:pt x="598" y="801"/>
                  </a:cubicBezTo>
                  <a:cubicBezTo>
                    <a:pt x="598" y="801"/>
                    <a:pt x="598" y="801"/>
                    <a:pt x="598" y="801"/>
                  </a:cubicBezTo>
                  <a:cubicBezTo>
                    <a:pt x="599" y="800"/>
                    <a:pt x="599" y="800"/>
                    <a:pt x="599" y="800"/>
                  </a:cubicBezTo>
                  <a:cubicBezTo>
                    <a:pt x="600" y="800"/>
                    <a:pt x="600" y="800"/>
                    <a:pt x="600" y="800"/>
                  </a:cubicBezTo>
                  <a:cubicBezTo>
                    <a:pt x="612" y="798"/>
                    <a:pt x="612" y="798"/>
                    <a:pt x="612" y="798"/>
                  </a:cubicBezTo>
                  <a:cubicBezTo>
                    <a:pt x="622" y="788"/>
                    <a:pt x="622" y="788"/>
                    <a:pt x="622" y="788"/>
                  </a:cubicBezTo>
                  <a:cubicBezTo>
                    <a:pt x="627" y="780"/>
                    <a:pt x="627" y="780"/>
                    <a:pt x="627" y="780"/>
                  </a:cubicBezTo>
                  <a:cubicBezTo>
                    <a:pt x="627" y="771"/>
                    <a:pt x="627" y="771"/>
                    <a:pt x="627" y="771"/>
                  </a:cubicBezTo>
                  <a:cubicBezTo>
                    <a:pt x="627" y="767"/>
                    <a:pt x="629" y="765"/>
                    <a:pt x="633" y="763"/>
                  </a:cubicBezTo>
                  <a:cubicBezTo>
                    <a:pt x="633" y="763"/>
                    <a:pt x="633" y="763"/>
                    <a:pt x="633" y="763"/>
                  </a:cubicBezTo>
                  <a:cubicBezTo>
                    <a:pt x="634" y="763"/>
                    <a:pt x="634" y="763"/>
                    <a:pt x="634" y="763"/>
                  </a:cubicBezTo>
                  <a:cubicBezTo>
                    <a:pt x="635" y="763"/>
                    <a:pt x="635" y="763"/>
                    <a:pt x="635" y="763"/>
                  </a:cubicBezTo>
                  <a:cubicBezTo>
                    <a:pt x="646" y="764"/>
                    <a:pt x="646" y="764"/>
                    <a:pt x="646" y="764"/>
                  </a:cubicBezTo>
                  <a:cubicBezTo>
                    <a:pt x="651" y="761"/>
                    <a:pt x="651" y="761"/>
                    <a:pt x="651" y="761"/>
                  </a:cubicBezTo>
                  <a:cubicBezTo>
                    <a:pt x="653" y="752"/>
                    <a:pt x="653" y="752"/>
                    <a:pt x="653" y="752"/>
                  </a:cubicBezTo>
                  <a:cubicBezTo>
                    <a:pt x="665" y="749"/>
                    <a:pt x="665" y="749"/>
                    <a:pt x="665" y="749"/>
                  </a:cubicBezTo>
                  <a:cubicBezTo>
                    <a:pt x="666" y="749"/>
                    <a:pt x="666" y="749"/>
                    <a:pt x="666" y="749"/>
                  </a:cubicBezTo>
                  <a:cubicBezTo>
                    <a:pt x="666" y="749"/>
                    <a:pt x="666" y="749"/>
                    <a:pt x="666" y="749"/>
                  </a:cubicBezTo>
                  <a:cubicBezTo>
                    <a:pt x="666" y="749"/>
                    <a:pt x="666" y="749"/>
                    <a:pt x="666" y="749"/>
                  </a:cubicBezTo>
                  <a:cubicBezTo>
                    <a:pt x="681" y="751"/>
                    <a:pt x="681" y="751"/>
                    <a:pt x="681" y="751"/>
                  </a:cubicBezTo>
                  <a:cubicBezTo>
                    <a:pt x="694" y="748"/>
                    <a:pt x="694" y="748"/>
                    <a:pt x="694" y="748"/>
                  </a:cubicBezTo>
                  <a:cubicBezTo>
                    <a:pt x="701" y="740"/>
                    <a:pt x="701" y="740"/>
                    <a:pt x="701" y="740"/>
                  </a:cubicBezTo>
                  <a:cubicBezTo>
                    <a:pt x="706" y="731"/>
                    <a:pt x="706" y="731"/>
                    <a:pt x="706" y="731"/>
                  </a:cubicBezTo>
                  <a:cubicBezTo>
                    <a:pt x="697" y="721"/>
                    <a:pt x="697" y="721"/>
                    <a:pt x="697" y="721"/>
                  </a:cubicBezTo>
                  <a:cubicBezTo>
                    <a:pt x="697" y="720"/>
                    <a:pt x="697" y="720"/>
                    <a:pt x="697" y="720"/>
                  </a:cubicBezTo>
                  <a:cubicBezTo>
                    <a:pt x="697" y="720"/>
                    <a:pt x="697" y="720"/>
                    <a:pt x="697" y="720"/>
                  </a:cubicBezTo>
                  <a:cubicBezTo>
                    <a:pt x="695" y="713"/>
                    <a:pt x="695" y="713"/>
                    <a:pt x="695" y="713"/>
                  </a:cubicBezTo>
                  <a:cubicBezTo>
                    <a:pt x="695" y="713"/>
                    <a:pt x="695" y="713"/>
                    <a:pt x="695" y="713"/>
                  </a:cubicBezTo>
                  <a:cubicBezTo>
                    <a:pt x="692" y="702"/>
                    <a:pt x="692" y="702"/>
                    <a:pt x="692" y="702"/>
                  </a:cubicBezTo>
                  <a:cubicBezTo>
                    <a:pt x="692" y="701"/>
                    <a:pt x="692" y="701"/>
                    <a:pt x="692" y="701"/>
                  </a:cubicBezTo>
                  <a:cubicBezTo>
                    <a:pt x="698" y="692"/>
                    <a:pt x="698" y="692"/>
                    <a:pt x="698" y="692"/>
                  </a:cubicBezTo>
                  <a:cubicBezTo>
                    <a:pt x="698" y="689"/>
                    <a:pt x="700" y="684"/>
                    <a:pt x="705" y="680"/>
                  </a:cubicBezTo>
                  <a:cubicBezTo>
                    <a:pt x="711" y="666"/>
                    <a:pt x="711" y="666"/>
                    <a:pt x="711" y="666"/>
                  </a:cubicBezTo>
                  <a:cubicBezTo>
                    <a:pt x="711" y="666"/>
                    <a:pt x="711" y="666"/>
                    <a:pt x="711" y="666"/>
                  </a:cubicBezTo>
                  <a:cubicBezTo>
                    <a:pt x="712" y="666"/>
                    <a:pt x="712" y="666"/>
                    <a:pt x="712" y="666"/>
                  </a:cubicBezTo>
                  <a:cubicBezTo>
                    <a:pt x="718" y="656"/>
                    <a:pt x="718" y="656"/>
                    <a:pt x="718" y="656"/>
                  </a:cubicBezTo>
                  <a:cubicBezTo>
                    <a:pt x="727" y="638"/>
                    <a:pt x="727" y="638"/>
                    <a:pt x="727" y="638"/>
                  </a:cubicBezTo>
                  <a:cubicBezTo>
                    <a:pt x="736" y="650"/>
                    <a:pt x="736" y="650"/>
                    <a:pt x="736" y="650"/>
                  </a:cubicBezTo>
                  <a:cubicBezTo>
                    <a:pt x="736" y="650"/>
                    <a:pt x="736" y="650"/>
                    <a:pt x="736" y="650"/>
                  </a:cubicBezTo>
                  <a:cubicBezTo>
                    <a:pt x="736" y="651"/>
                    <a:pt x="736" y="651"/>
                    <a:pt x="736" y="651"/>
                  </a:cubicBezTo>
                  <a:cubicBezTo>
                    <a:pt x="739" y="663"/>
                    <a:pt x="739" y="663"/>
                    <a:pt x="739" y="663"/>
                  </a:cubicBezTo>
                  <a:cubicBezTo>
                    <a:pt x="739" y="664"/>
                    <a:pt x="739" y="664"/>
                    <a:pt x="739" y="664"/>
                  </a:cubicBezTo>
                  <a:cubicBezTo>
                    <a:pt x="741" y="676"/>
                    <a:pt x="741" y="676"/>
                    <a:pt x="741" y="676"/>
                  </a:cubicBezTo>
                  <a:cubicBezTo>
                    <a:pt x="749" y="680"/>
                    <a:pt x="749" y="680"/>
                    <a:pt x="749" y="680"/>
                  </a:cubicBezTo>
                  <a:cubicBezTo>
                    <a:pt x="750" y="680"/>
                    <a:pt x="750" y="680"/>
                    <a:pt x="750" y="680"/>
                  </a:cubicBezTo>
                  <a:cubicBezTo>
                    <a:pt x="750" y="680"/>
                    <a:pt x="750" y="680"/>
                    <a:pt x="750" y="680"/>
                  </a:cubicBezTo>
                  <a:cubicBezTo>
                    <a:pt x="750" y="680"/>
                    <a:pt x="750" y="680"/>
                    <a:pt x="750" y="680"/>
                  </a:cubicBezTo>
                  <a:cubicBezTo>
                    <a:pt x="753" y="681"/>
                    <a:pt x="753" y="681"/>
                    <a:pt x="753" y="681"/>
                  </a:cubicBezTo>
                  <a:cubicBezTo>
                    <a:pt x="753" y="680"/>
                    <a:pt x="753" y="680"/>
                    <a:pt x="753" y="680"/>
                  </a:cubicBezTo>
                  <a:cubicBezTo>
                    <a:pt x="760" y="667"/>
                    <a:pt x="760" y="667"/>
                    <a:pt x="760" y="667"/>
                  </a:cubicBezTo>
                  <a:cubicBezTo>
                    <a:pt x="765" y="655"/>
                    <a:pt x="765" y="655"/>
                    <a:pt x="765" y="655"/>
                  </a:cubicBezTo>
                  <a:cubicBezTo>
                    <a:pt x="766" y="656"/>
                    <a:pt x="766" y="656"/>
                    <a:pt x="766" y="656"/>
                  </a:cubicBezTo>
                  <a:cubicBezTo>
                    <a:pt x="768" y="657"/>
                    <a:pt x="768" y="657"/>
                    <a:pt x="768" y="657"/>
                  </a:cubicBezTo>
                  <a:cubicBezTo>
                    <a:pt x="786" y="663"/>
                    <a:pt x="786" y="663"/>
                    <a:pt x="786" y="663"/>
                  </a:cubicBezTo>
                  <a:cubicBezTo>
                    <a:pt x="794" y="656"/>
                    <a:pt x="794" y="656"/>
                    <a:pt x="794" y="656"/>
                  </a:cubicBezTo>
                  <a:cubicBezTo>
                    <a:pt x="795" y="655"/>
                    <a:pt x="795" y="655"/>
                    <a:pt x="795" y="655"/>
                  </a:cubicBezTo>
                  <a:cubicBezTo>
                    <a:pt x="796" y="655"/>
                    <a:pt x="796" y="655"/>
                    <a:pt x="796" y="655"/>
                  </a:cubicBezTo>
                  <a:cubicBezTo>
                    <a:pt x="805" y="655"/>
                    <a:pt x="805" y="655"/>
                    <a:pt x="805" y="655"/>
                  </a:cubicBezTo>
                  <a:cubicBezTo>
                    <a:pt x="811" y="644"/>
                    <a:pt x="811" y="644"/>
                    <a:pt x="811" y="644"/>
                  </a:cubicBezTo>
                  <a:cubicBezTo>
                    <a:pt x="811" y="632"/>
                    <a:pt x="811" y="632"/>
                    <a:pt x="811" y="632"/>
                  </a:cubicBezTo>
                  <a:cubicBezTo>
                    <a:pt x="815" y="612"/>
                    <a:pt x="815" y="612"/>
                    <a:pt x="815" y="612"/>
                  </a:cubicBezTo>
                  <a:cubicBezTo>
                    <a:pt x="816" y="613"/>
                    <a:pt x="816" y="613"/>
                    <a:pt x="816" y="613"/>
                  </a:cubicBezTo>
                  <a:cubicBezTo>
                    <a:pt x="818" y="613"/>
                    <a:pt x="818" y="613"/>
                    <a:pt x="818" y="613"/>
                  </a:cubicBezTo>
                  <a:cubicBezTo>
                    <a:pt x="831" y="616"/>
                    <a:pt x="831" y="616"/>
                    <a:pt x="831" y="616"/>
                  </a:cubicBezTo>
                  <a:cubicBezTo>
                    <a:pt x="838" y="605"/>
                    <a:pt x="838" y="605"/>
                    <a:pt x="838" y="605"/>
                  </a:cubicBezTo>
                  <a:cubicBezTo>
                    <a:pt x="838" y="605"/>
                    <a:pt x="838" y="605"/>
                    <a:pt x="838" y="605"/>
                  </a:cubicBezTo>
                  <a:cubicBezTo>
                    <a:pt x="839" y="605"/>
                    <a:pt x="839" y="605"/>
                    <a:pt x="839" y="605"/>
                  </a:cubicBezTo>
                  <a:cubicBezTo>
                    <a:pt x="851" y="604"/>
                    <a:pt x="851" y="604"/>
                    <a:pt x="851" y="604"/>
                  </a:cubicBezTo>
                  <a:cubicBezTo>
                    <a:pt x="853" y="604"/>
                    <a:pt x="853" y="604"/>
                    <a:pt x="853" y="604"/>
                  </a:cubicBezTo>
                  <a:cubicBezTo>
                    <a:pt x="853" y="604"/>
                    <a:pt x="853" y="604"/>
                    <a:pt x="853" y="604"/>
                  </a:cubicBezTo>
                  <a:cubicBezTo>
                    <a:pt x="855" y="605"/>
                    <a:pt x="855" y="605"/>
                    <a:pt x="855" y="605"/>
                  </a:cubicBezTo>
                  <a:cubicBezTo>
                    <a:pt x="861" y="613"/>
                    <a:pt x="861" y="613"/>
                    <a:pt x="861" y="613"/>
                  </a:cubicBezTo>
                  <a:cubicBezTo>
                    <a:pt x="861" y="614"/>
                    <a:pt x="861" y="614"/>
                    <a:pt x="861" y="614"/>
                  </a:cubicBezTo>
                  <a:cubicBezTo>
                    <a:pt x="861" y="615"/>
                    <a:pt x="861" y="615"/>
                    <a:pt x="861" y="615"/>
                  </a:cubicBezTo>
                  <a:cubicBezTo>
                    <a:pt x="861" y="616"/>
                    <a:pt x="861" y="616"/>
                    <a:pt x="861" y="616"/>
                  </a:cubicBezTo>
                  <a:cubicBezTo>
                    <a:pt x="862" y="628"/>
                    <a:pt x="862" y="628"/>
                    <a:pt x="862" y="628"/>
                  </a:cubicBezTo>
                  <a:cubicBezTo>
                    <a:pt x="868" y="633"/>
                    <a:pt x="868" y="633"/>
                    <a:pt x="868" y="633"/>
                  </a:cubicBezTo>
                  <a:cubicBezTo>
                    <a:pt x="877" y="626"/>
                    <a:pt x="877" y="626"/>
                    <a:pt x="877" y="626"/>
                  </a:cubicBezTo>
                  <a:cubicBezTo>
                    <a:pt x="879" y="628"/>
                    <a:pt x="879" y="628"/>
                    <a:pt x="879" y="628"/>
                  </a:cubicBezTo>
                  <a:cubicBezTo>
                    <a:pt x="882" y="631"/>
                    <a:pt x="883" y="634"/>
                    <a:pt x="883" y="638"/>
                  </a:cubicBezTo>
                  <a:cubicBezTo>
                    <a:pt x="883" y="649"/>
                    <a:pt x="883" y="649"/>
                    <a:pt x="883" y="649"/>
                  </a:cubicBezTo>
                  <a:cubicBezTo>
                    <a:pt x="879" y="660"/>
                    <a:pt x="879" y="660"/>
                    <a:pt x="879" y="660"/>
                  </a:cubicBezTo>
                  <a:cubicBezTo>
                    <a:pt x="882" y="664"/>
                    <a:pt x="882" y="664"/>
                    <a:pt x="882" y="664"/>
                  </a:cubicBezTo>
                  <a:cubicBezTo>
                    <a:pt x="888" y="671"/>
                    <a:pt x="888" y="671"/>
                    <a:pt x="888" y="671"/>
                  </a:cubicBezTo>
                  <a:cubicBezTo>
                    <a:pt x="913" y="675"/>
                    <a:pt x="913" y="675"/>
                    <a:pt x="913" y="675"/>
                  </a:cubicBezTo>
                  <a:cubicBezTo>
                    <a:pt x="914" y="675"/>
                    <a:pt x="914" y="675"/>
                    <a:pt x="914" y="675"/>
                  </a:cubicBezTo>
                  <a:cubicBezTo>
                    <a:pt x="914" y="675"/>
                    <a:pt x="914" y="675"/>
                    <a:pt x="914" y="675"/>
                  </a:cubicBezTo>
                  <a:cubicBezTo>
                    <a:pt x="915" y="676"/>
                    <a:pt x="915" y="676"/>
                    <a:pt x="915" y="676"/>
                  </a:cubicBezTo>
                  <a:cubicBezTo>
                    <a:pt x="915" y="676"/>
                    <a:pt x="915" y="676"/>
                    <a:pt x="915" y="676"/>
                  </a:cubicBezTo>
                  <a:cubicBezTo>
                    <a:pt x="917" y="678"/>
                    <a:pt x="917" y="678"/>
                    <a:pt x="917" y="678"/>
                  </a:cubicBezTo>
                  <a:cubicBezTo>
                    <a:pt x="924" y="667"/>
                    <a:pt x="924" y="667"/>
                    <a:pt x="924" y="667"/>
                  </a:cubicBezTo>
                  <a:cubicBezTo>
                    <a:pt x="925" y="667"/>
                    <a:pt x="925" y="667"/>
                    <a:pt x="925" y="667"/>
                  </a:cubicBezTo>
                  <a:cubicBezTo>
                    <a:pt x="931" y="661"/>
                    <a:pt x="931" y="661"/>
                    <a:pt x="931" y="661"/>
                  </a:cubicBezTo>
                  <a:cubicBezTo>
                    <a:pt x="929" y="652"/>
                    <a:pt x="929" y="652"/>
                    <a:pt x="929" y="652"/>
                  </a:cubicBezTo>
                  <a:cubicBezTo>
                    <a:pt x="922" y="613"/>
                    <a:pt x="922" y="613"/>
                    <a:pt x="922" y="613"/>
                  </a:cubicBezTo>
                  <a:cubicBezTo>
                    <a:pt x="939" y="622"/>
                    <a:pt x="939" y="622"/>
                    <a:pt x="939" y="622"/>
                  </a:cubicBezTo>
                  <a:cubicBezTo>
                    <a:pt x="940" y="622"/>
                    <a:pt x="940" y="622"/>
                    <a:pt x="940" y="622"/>
                  </a:cubicBezTo>
                  <a:cubicBezTo>
                    <a:pt x="941" y="622"/>
                    <a:pt x="941" y="622"/>
                    <a:pt x="941" y="622"/>
                  </a:cubicBezTo>
                  <a:cubicBezTo>
                    <a:pt x="949" y="632"/>
                    <a:pt x="949" y="632"/>
                    <a:pt x="949" y="632"/>
                  </a:cubicBezTo>
                  <a:cubicBezTo>
                    <a:pt x="953" y="637"/>
                    <a:pt x="953" y="637"/>
                    <a:pt x="953" y="637"/>
                  </a:cubicBezTo>
                  <a:cubicBezTo>
                    <a:pt x="961" y="632"/>
                    <a:pt x="961" y="632"/>
                    <a:pt x="961" y="632"/>
                  </a:cubicBezTo>
                  <a:cubicBezTo>
                    <a:pt x="986" y="604"/>
                    <a:pt x="986" y="604"/>
                    <a:pt x="986" y="604"/>
                  </a:cubicBezTo>
                  <a:cubicBezTo>
                    <a:pt x="986" y="604"/>
                    <a:pt x="986" y="604"/>
                    <a:pt x="986" y="604"/>
                  </a:cubicBezTo>
                  <a:cubicBezTo>
                    <a:pt x="987" y="604"/>
                    <a:pt x="987" y="604"/>
                    <a:pt x="987" y="604"/>
                  </a:cubicBezTo>
                  <a:cubicBezTo>
                    <a:pt x="996" y="597"/>
                    <a:pt x="996" y="597"/>
                    <a:pt x="996" y="597"/>
                  </a:cubicBezTo>
                  <a:cubicBezTo>
                    <a:pt x="1006" y="583"/>
                    <a:pt x="1006" y="583"/>
                    <a:pt x="1006" y="583"/>
                  </a:cubicBezTo>
                  <a:cubicBezTo>
                    <a:pt x="1007" y="581"/>
                    <a:pt x="1007" y="581"/>
                    <a:pt x="1007" y="581"/>
                  </a:cubicBezTo>
                  <a:cubicBezTo>
                    <a:pt x="1021" y="585"/>
                    <a:pt x="1021" y="585"/>
                    <a:pt x="1021" y="585"/>
                  </a:cubicBezTo>
                  <a:cubicBezTo>
                    <a:pt x="1028" y="585"/>
                    <a:pt x="1028" y="585"/>
                    <a:pt x="1028" y="585"/>
                  </a:cubicBezTo>
                  <a:cubicBezTo>
                    <a:pt x="1028" y="579"/>
                    <a:pt x="1029" y="576"/>
                    <a:pt x="1029" y="573"/>
                  </a:cubicBezTo>
                  <a:cubicBezTo>
                    <a:pt x="1040" y="561"/>
                    <a:pt x="1040" y="561"/>
                    <a:pt x="1040" y="561"/>
                  </a:cubicBezTo>
                  <a:cubicBezTo>
                    <a:pt x="1043" y="559"/>
                    <a:pt x="1043" y="559"/>
                    <a:pt x="1043" y="559"/>
                  </a:cubicBezTo>
                  <a:cubicBezTo>
                    <a:pt x="1055" y="564"/>
                    <a:pt x="1055" y="564"/>
                    <a:pt x="1055" y="564"/>
                  </a:cubicBezTo>
                  <a:cubicBezTo>
                    <a:pt x="1069" y="562"/>
                    <a:pt x="1069" y="562"/>
                    <a:pt x="1069" y="562"/>
                  </a:cubicBezTo>
                  <a:cubicBezTo>
                    <a:pt x="1079" y="552"/>
                    <a:pt x="1079" y="552"/>
                    <a:pt x="1079" y="552"/>
                  </a:cubicBezTo>
                  <a:cubicBezTo>
                    <a:pt x="1084" y="542"/>
                    <a:pt x="1084" y="542"/>
                    <a:pt x="1084" y="542"/>
                  </a:cubicBezTo>
                  <a:cubicBezTo>
                    <a:pt x="1081" y="538"/>
                    <a:pt x="1081" y="538"/>
                    <a:pt x="1081" y="538"/>
                  </a:cubicBezTo>
                  <a:cubicBezTo>
                    <a:pt x="1072" y="542"/>
                    <a:pt x="1072" y="542"/>
                    <a:pt x="1072" y="542"/>
                  </a:cubicBezTo>
                  <a:cubicBezTo>
                    <a:pt x="1072" y="541"/>
                    <a:pt x="1072" y="541"/>
                    <a:pt x="1072" y="541"/>
                  </a:cubicBezTo>
                  <a:cubicBezTo>
                    <a:pt x="1071" y="541"/>
                    <a:pt x="1071" y="541"/>
                    <a:pt x="1071" y="541"/>
                  </a:cubicBezTo>
                  <a:cubicBezTo>
                    <a:pt x="1060" y="531"/>
                    <a:pt x="1060" y="531"/>
                    <a:pt x="1060" y="531"/>
                  </a:cubicBezTo>
                  <a:cubicBezTo>
                    <a:pt x="1060" y="530"/>
                    <a:pt x="1060" y="530"/>
                    <a:pt x="1060" y="530"/>
                  </a:cubicBezTo>
                  <a:cubicBezTo>
                    <a:pt x="1064" y="514"/>
                    <a:pt x="1064" y="514"/>
                    <a:pt x="1064" y="514"/>
                  </a:cubicBezTo>
                  <a:cubicBezTo>
                    <a:pt x="1065" y="502"/>
                    <a:pt x="1065" y="502"/>
                    <a:pt x="1065" y="502"/>
                  </a:cubicBezTo>
                  <a:cubicBezTo>
                    <a:pt x="1062" y="491"/>
                    <a:pt x="1062" y="491"/>
                    <a:pt x="1062" y="491"/>
                  </a:cubicBezTo>
                  <a:cubicBezTo>
                    <a:pt x="1054" y="488"/>
                    <a:pt x="1054" y="488"/>
                    <a:pt x="1054" y="488"/>
                  </a:cubicBezTo>
                  <a:cubicBezTo>
                    <a:pt x="1054" y="488"/>
                    <a:pt x="1054" y="488"/>
                    <a:pt x="1054" y="488"/>
                  </a:cubicBezTo>
                  <a:cubicBezTo>
                    <a:pt x="1053" y="487"/>
                    <a:pt x="1053" y="487"/>
                    <a:pt x="1053" y="487"/>
                  </a:cubicBezTo>
                  <a:cubicBezTo>
                    <a:pt x="1052" y="487"/>
                    <a:pt x="1052" y="487"/>
                    <a:pt x="1052" y="487"/>
                  </a:cubicBezTo>
                  <a:cubicBezTo>
                    <a:pt x="1045" y="472"/>
                    <a:pt x="1045" y="472"/>
                    <a:pt x="1045" y="472"/>
                  </a:cubicBezTo>
                  <a:cubicBezTo>
                    <a:pt x="1044" y="470"/>
                    <a:pt x="1044" y="470"/>
                    <a:pt x="1044" y="470"/>
                  </a:cubicBezTo>
                  <a:cubicBezTo>
                    <a:pt x="1034" y="482"/>
                    <a:pt x="1034" y="482"/>
                    <a:pt x="1034" y="482"/>
                  </a:cubicBezTo>
                  <a:cubicBezTo>
                    <a:pt x="1023" y="489"/>
                    <a:pt x="1023" y="489"/>
                    <a:pt x="1023" y="489"/>
                  </a:cubicBezTo>
                  <a:cubicBezTo>
                    <a:pt x="1021" y="490"/>
                    <a:pt x="1021" y="490"/>
                    <a:pt x="1021" y="490"/>
                  </a:cubicBezTo>
                  <a:cubicBezTo>
                    <a:pt x="1020" y="490"/>
                    <a:pt x="1020" y="490"/>
                    <a:pt x="1020" y="490"/>
                  </a:cubicBezTo>
                  <a:cubicBezTo>
                    <a:pt x="1020" y="488"/>
                    <a:pt x="1020" y="488"/>
                    <a:pt x="1020" y="488"/>
                  </a:cubicBezTo>
                  <a:cubicBezTo>
                    <a:pt x="1009" y="478"/>
                    <a:pt x="1009" y="478"/>
                    <a:pt x="1009" y="478"/>
                  </a:cubicBezTo>
                  <a:cubicBezTo>
                    <a:pt x="1009" y="477"/>
                    <a:pt x="1009" y="477"/>
                    <a:pt x="1009" y="477"/>
                  </a:cubicBezTo>
                  <a:cubicBezTo>
                    <a:pt x="1001" y="461"/>
                    <a:pt x="1001" y="461"/>
                    <a:pt x="1001" y="461"/>
                  </a:cubicBezTo>
                  <a:cubicBezTo>
                    <a:pt x="1001" y="460"/>
                    <a:pt x="1001" y="460"/>
                    <a:pt x="1001" y="460"/>
                  </a:cubicBezTo>
                  <a:cubicBezTo>
                    <a:pt x="997" y="448"/>
                    <a:pt x="997" y="448"/>
                    <a:pt x="997" y="448"/>
                  </a:cubicBezTo>
                  <a:cubicBezTo>
                    <a:pt x="997" y="447"/>
                    <a:pt x="997" y="447"/>
                    <a:pt x="997" y="447"/>
                  </a:cubicBezTo>
                  <a:cubicBezTo>
                    <a:pt x="997" y="447"/>
                    <a:pt x="997" y="447"/>
                    <a:pt x="997" y="447"/>
                  </a:cubicBezTo>
                  <a:cubicBezTo>
                    <a:pt x="997" y="429"/>
                    <a:pt x="997" y="429"/>
                    <a:pt x="997" y="429"/>
                  </a:cubicBezTo>
                  <a:cubicBezTo>
                    <a:pt x="996" y="418"/>
                    <a:pt x="996" y="418"/>
                    <a:pt x="996" y="418"/>
                  </a:cubicBezTo>
                  <a:cubicBezTo>
                    <a:pt x="987" y="415"/>
                    <a:pt x="987" y="415"/>
                    <a:pt x="987" y="415"/>
                  </a:cubicBezTo>
                  <a:cubicBezTo>
                    <a:pt x="987" y="415"/>
                    <a:pt x="987" y="415"/>
                    <a:pt x="987" y="415"/>
                  </a:cubicBezTo>
                  <a:cubicBezTo>
                    <a:pt x="987" y="414"/>
                    <a:pt x="987" y="414"/>
                    <a:pt x="987" y="414"/>
                  </a:cubicBezTo>
                  <a:cubicBezTo>
                    <a:pt x="967" y="399"/>
                    <a:pt x="967" y="399"/>
                    <a:pt x="967" y="399"/>
                  </a:cubicBezTo>
                  <a:cubicBezTo>
                    <a:pt x="969" y="397"/>
                    <a:pt x="969" y="397"/>
                    <a:pt x="969" y="397"/>
                  </a:cubicBezTo>
                  <a:cubicBezTo>
                    <a:pt x="978" y="388"/>
                    <a:pt x="978" y="388"/>
                    <a:pt x="978" y="388"/>
                  </a:cubicBezTo>
                  <a:cubicBezTo>
                    <a:pt x="978" y="387"/>
                    <a:pt x="978" y="387"/>
                    <a:pt x="978" y="387"/>
                  </a:cubicBezTo>
                  <a:cubicBezTo>
                    <a:pt x="978" y="386"/>
                    <a:pt x="978" y="386"/>
                    <a:pt x="978" y="386"/>
                  </a:cubicBezTo>
                  <a:cubicBezTo>
                    <a:pt x="979" y="386"/>
                    <a:pt x="979" y="386"/>
                    <a:pt x="979" y="386"/>
                  </a:cubicBezTo>
                  <a:cubicBezTo>
                    <a:pt x="979" y="386"/>
                    <a:pt x="979" y="386"/>
                    <a:pt x="979" y="386"/>
                  </a:cubicBezTo>
                  <a:cubicBezTo>
                    <a:pt x="989" y="385"/>
                    <a:pt x="989" y="385"/>
                    <a:pt x="989" y="385"/>
                  </a:cubicBezTo>
                  <a:cubicBezTo>
                    <a:pt x="990" y="385"/>
                    <a:pt x="990" y="385"/>
                    <a:pt x="990" y="385"/>
                  </a:cubicBezTo>
                  <a:cubicBezTo>
                    <a:pt x="993" y="385"/>
                    <a:pt x="996" y="387"/>
                    <a:pt x="998" y="390"/>
                  </a:cubicBezTo>
                  <a:cubicBezTo>
                    <a:pt x="1007" y="397"/>
                    <a:pt x="1007" y="397"/>
                    <a:pt x="1007" y="397"/>
                  </a:cubicBezTo>
                  <a:cubicBezTo>
                    <a:pt x="1016" y="389"/>
                    <a:pt x="1016" y="389"/>
                    <a:pt x="1016" y="389"/>
                  </a:cubicBezTo>
                  <a:cubicBezTo>
                    <a:pt x="1023" y="380"/>
                    <a:pt x="1023" y="380"/>
                    <a:pt x="1023" y="380"/>
                  </a:cubicBezTo>
                  <a:cubicBezTo>
                    <a:pt x="1023" y="372"/>
                    <a:pt x="1023" y="372"/>
                    <a:pt x="1023" y="372"/>
                  </a:cubicBezTo>
                  <a:cubicBezTo>
                    <a:pt x="1020" y="353"/>
                    <a:pt x="1020" y="353"/>
                    <a:pt x="1020" y="353"/>
                  </a:cubicBezTo>
                  <a:cubicBezTo>
                    <a:pt x="1018" y="345"/>
                    <a:pt x="1018" y="345"/>
                    <a:pt x="1018" y="345"/>
                  </a:cubicBezTo>
                  <a:cubicBezTo>
                    <a:pt x="1005" y="343"/>
                    <a:pt x="1005" y="343"/>
                    <a:pt x="1005" y="343"/>
                  </a:cubicBezTo>
                  <a:cubicBezTo>
                    <a:pt x="1005" y="335"/>
                    <a:pt x="1005" y="335"/>
                    <a:pt x="1005" y="335"/>
                  </a:cubicBezTo>
                  <a:cubicBezTo>
                    <a:pt x="993" y="320"/>
                    <a:pt x="993" y="320"/>
                    <a:pt x="993" y="320"/>
                  </a:cubicBezTo>
                  <a:cubicBezTo>
                    <a:pt x="992" y="319"/>
                    <a:pt x="992" y="319"/>
                    <a:pt x="992" y="319"/>
                  </a:cubicBezTo>
                  <a:cubicBezTo>
                    <a:pt x="986" y="308"/>
                    <a:pt x="986" y="308"/>
                    <a:pt x="986" y="308"/>
                  </a:cubicBezTo>
                  <a:cubicBezTo>
                    <a:pt x="985" y="307"/>
                    <a:pt x="985" y="307"/>
                    <a:pt x="985" y="307"/>
                  </a:cubicBezTo>
                  <a:cubicBezTo>
                    <a:pt x="985" y="306"/>
                    <a:pt x="985" y="306"/>
                    <a:pt x="985" y="306"/>
                  </a:cubicBezTo>
                  <a:cubicBezTo>
                    <a:pt x="985" y="306"/>
                    <a:pt x="985" y="306"/>
                    <a:pt x="985" y="306"/>
                  </a:cubicBezTo>
                  <a:cubicBezTo>
                    <a:pt x="998" y="288"/>
                    <a:pt x="998" y="288"/>
                    <a:pt x="998" y="288"/>
                  </a:cubicBezTo>
                  <a:cubicBezTo>
                    <a:pt x="998" y="288"/>
                    <a:pt x="998" y="288"/>
                    <a:pt x="998" y="288"/>
                  </a:cubicBezTo>
                  <a:cubicBezTo>
                    <a:pt x="999" y="287"/>
                    <a:pt x="999" y="287"/>
                    <a:pt x="999" y="287"/>
                  </a:cubicBezTo>
                  <a:cubicBezTo>
                    <a:pt x="999" y="286"/>
                    <a:pt x="999" y="286"/>
                    <a:pt x="999" y="286"/>
                  </a:cubicBezTo>
                  <a:cubicBezTo>
                    <a:pt x="1000" y="286"/>
                    <a:pt x="1000" y="286"/>
                    <a:pt x="1000" y="286"/>
                  </a:cubicBezTo>
                  <a:cubicBezTo>
                    <a:pt x="1006" y="286"/>
                    <a:pt x="1006" y="286"/>
                    <a:pt x="1006" y="286"/>
                  </a:cubicBezTo>
                  <a:cubicBezTo>
                    <a:pt x="1012" y="280"/>
                    <a:pt x="1012" y="280"/>
                    <a:pt x="1012" y="280"/>
                  </a:cubicBezTo>
                  <a:cubicBezTo>
                    <a:pt x="1020" y="256"/>
                    <a:pt x="1020" y="256"/>
                    <a:pt x="1020" y="256"/>
                  </a:cubicBezTo>
                  <a:cubicBezTo>
                    <a:pt x="1021" y="256"/>
                    <a:pt x="1021" y="256"/>
                    <a:pt x="1021" y="256"/>
                  </a:cubicBezTo>
                  <a:cubicBezTo>
                    <a:pt x="1021" y="255"/>
                    <a:pt x="1021" y="255"/>
                    <a:pt x="1021" y="255"/>
                  </a:cubicBezTo>
                  <a:cubicBezTo>
                    <a:pt x="1031" y="244"/>
                    <a:pt x="1031" y="244"/>
                    <a:pt x="1031" y="244"/>
                  </a:cubicBezTo>
                  <a:cubicBezTo>
                    <a:pt x="1031" y="244"/>
                    <a:pt x="1031" y="244"/>
                    <a:pt x="1031" y="244"/>
                  </a:cubicBezTo>
                  <a:cubicBezTo>
                    <a:pt x="1031" y="244"/>
                    <a:pt x="1031" y="244"/>
                    <a:pt x="1031" y="244"/>
                  </a:cubicBezTo>
                  <a:cubicBezTo>
                    <a:pt x="1032" y="244"/>
                    <a:pt x="1032" y="244"/>
                    <a:pt x="1032" y="244"/>
                  </a:cubicBezTo>
                  <a:cubicBezTo>
                    <a:pt x="1043" y="241"/>
                    <a:pt x="1043" y="241"/>
                    <a:pt x="1043" y="241"/>
                  </a:cubicBezTo>
                  <a:cubicBezTo>
                    <a:pt x="1043" y="242"/>
                    <a:pt x="1043" y="242"/>
                    <a:pt x="1043" y="242"/>
                  </a:cubicBezTo>
                  <a:cubicBezTo>
                    <a:pt x="1050" y="248"/>
                    <a:pt x="1050" y="248"/>
                    <a:pt x="1050" y="248"/>
                  </a:cubicBezTo>
                  <a:cubicBezTo>
                    <a:pt x="1052" y="249"/>
                    <a:pt x="1052" y="249"/>
                    <a:pt x="1052" y="249"/>
                  </a:cubicBezTo>
                  <a:cubicBezTo>
                    <a:pt x="1057" y="230"/>
                    <a:pt x="1057" y="230"/>
                    <a:pt x="1057" y="230"/>
                  </a:cubicBezTo>
                  <a:cubicBezTo>
                    <a:pt x="1052" y="216"/>
                    <a:pt x="1052" y="216"/>
                    <a:pt x="1052" y="216"/>
                  </a:cubicBezTo>
                  <a:cubicBezTo>
                    <a:pt x="1052" y="216"/>
                    <a:pt x="1052" y="216"/>
                    <a:pt x="1052" y="216"/>
                  </a:cubicBezTo>
                  <a:cubicBezTo>
                    <a:pt x="1052" y="215"/>
                    <a:pt x="1052" y="215"/>
                    <a:pt x="1052" y="215"/>
                  </a:cubicBezTo>
                  <a:cubicBezTo>
                    <a:pt x="1054" y="199"/>
                    <a:pt x="1054" y="199"/>
                    <a:pt x="1054" y="199"/>
                  </a:cubicBezTo>
                  <a:cubicBezTo>
                    <a:pt x="1054" y="198"/>
                    <a:pt x="1054" y="198"/>
                    <a:pt x="1054" y="198"/>
                  </a:cubicBezTo>
                  <a:cubicBezTo>
                    <a:pt x="1061" y="190"/>
                    <a:pt x="1061" y="190"/>
                    <a:pt x="1061" y="190"/>
                  </a:cubicBezTo>
                  <a:cubicBezTo>
                    <a:pt x="1066" y="182"/>
                    <a:pt x="1066" y="182"/>
                    <a:pt x="1066" y="182"/>
                  </a:cubicBezTo>
                  <a:cubicBezTo>
                    <a:pt x="1066" y="175"/>
                    <a:pt x="1066" y="175"/>
                    <a:pt x="1066" y="175"/>
                  </a:cubicBezTo>
                  <a:cubicBezTo>
                    <a:pt x="1066" y="171"/>
                    <a:pt x="1065" y="165"/>
                    <a:pt x="1061" y="156"/>
                  </a:cubicBezTo>
                  <a:cubicBezTo>
                    <a:pt x="1061" y="156"/>
                    <a:pt x="1061" y="156"/>
                    <a:pt x="1061" y="156"/>
                  </a:cubicBezTo>
                  <a:cubicBezTo>
                    <a:pt x="1061" y="156"/>
                    <a:pt x="1061" y="156"/>
                    <a:pt x="1061" y="156"/>
                  </a:cubicBezTo>
                  <a:cubicBezTo>
                    <a:pt x="1061" y="141"/>
                    <a:pt x="1061" y="141"/>
                    <a:pt x="1061" y="141"/>
                  </a:cubicBezTo>
                  <a:cubicBezTo>
                    <a:pt x="1061" y="141"/>
                    <a:pt x="1061" y="141"/>
                    <a:pt x="1061" y="141"/>
                  </a:cubicBezTo>
                  <a:cubicBezTo>
                    <a:pt x="1064" y="128"/>
                    <a:pt x="1064" y="128"/>
                    <a:pt x="1064" y="128"/>
                  </a:cubicBezTo>
                  <a:cubicBezTo>
                    <a:pt x="1061" y="122"/>
                    <a:pt x="1060" y="118"/>
                    <a:pt x="1060" y="115"/>
                  </a:cubicBezTo>
                  <a:lnTo>
                    <a:pt x="1062" y="98"/>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4" name="Freeform 14"/>
            <p:cNvSpPr/>
            <p:nvPr/>
          </p:nvSpPr>
          <p:spPr bwMode="auto">
            <a:xfrm>
              <a:off x="2898966" y="2661222"/>
              <a:ext cx="241300" cy="400050"/>
            </a:xfrm>
            <a:custGeom>
              <a:avLst/>
              <a:gdLst>
                <a:gd name="T0" fmla="*/ 70 w 139"/>
                <a:gd name="T1" fmla="*/ 44 h 231"/>
                <a:gd name="T2" fmla="*/ 70 w 139"/>
                <a:gd name="T3" fmla="*/ 65 h 231"/>
                <a:gd name="T4" fmla="*/ 63 w 139"/>
                <a:gd name="T5" fmla="*/ 83 h 231"/>
                <a:gd name="T6" fmla="*/ 57 w 139"/>
                <a:gd name="T7" fmla="*/ 93 h 231"/>
                <a:gd name="T8" fmla="*/ 55 w 139"/>
                <a:gd name="T9" fmla="*/ 93 h 231"/>
                <a:gd name="T10" fmla="*/ 32 w 139"/>
                <a:gd name="T11" fmla="*/ 98 h 231"/>
                <a:gd name="T12" fmla="*/ 9 w 139"/>
                <a:gd name="T13" fmla="*/ 102 h 231"/>
                <a:gd name="T14" fmla="*/ 6 w 139"/>
                <a:gd name="T15" fmla="*/ 106 h 231"/>
                <a:gd name="T16" fmla="*/ 29 w 139"/>
                <a:gd name="T17" fmla="*/ 109 h 231"/>
                <a:gd name="T18" fmla="*/ 30 w 139"/>
                <a:gd name="T19" fmla="*/ 109 h 231"/>
                <a:gd name="T20" fmla="*/ 36 w 139"/>
                <a:gd name="T21" fmla="*/ 123 h 231"/>
                <a:gd name="T22" fmla="*/ 45 w 139"/>
                <a:gd name="T23" fmla="*/ 140 h 231"/>
                <a:gd name="T24" fmla="*/ 53 w 139"/>
                <a:gd name="T25" fmla="*/ 163 h 231"/>
                <a:gd name="T26" fmla="*/ 54 w 139"/>
                <a:gd name="T27" fmla="*/ 164 h 231"/>
                <a:gd name="T28" fmla="*/ 58 w 139"/>
                <a:gd name="T29" fmla="*/ 176 h 231"/>
                <a:gd name="T30" fmla="*/ 54 w 139"/>
                <a:gd name="T31" fmla="*/ 189 h 231"/>
                <a:gd name="T32" fmla="*/ 54 w 139"/>
                <a:gd name="T33" fmla="*/ 200 h 231"/>
                <a:gd name="T34" fmla="*/ 75 w 139"/>
                <a:gd name="T35" fmla="*/ 213 h 231"/>
                <a:gd name="T36" fmla="*/ 88 w 139"/>
                <a:gd name="T37" fmla="*/ 229 h 231"/>
                <a:gd name="T38" fmla="*/ 94 w 139"/>
                <a:gd name="T39" fmla="*/ 231 h 231"/>
                <a:gd name="T40" fmla="*/ 92 w 139"/>
                <a:gd name="T41" fmla="*/ 211 h 231"/>
                <a:gd name="T42" fmla="*/ 106 w 139"/>
                <a:gd name="T43" fmla="*/ 204 h 231"/>
                <a:gd name="T44" fmla="*/ 107 w 139"/>
                <a:gd name="T45" fmla="*/ 203 h 231"/>
                <a:gd name="T46" fmla="*/ 108 w 139"/>
                <a:gd name="T47" fmla="*/ 204 h 231"/>
                <a:gd name="T48" fmla="*/ 118 w 139"/>
                <a:gd name="T49" fmla="*/ 202 h 231"/>
                <a:gd name="T50" fmla="*/ 120 w 139"/>
                <a:gd name="T51" fmla="*/ 186 h 231"/>
                <a:gd name="T52" fmla="*/ 111 w 139"/>
                <a:gd name="T53" fmla="*/ 176 h 231"/>
                <a:gd name="T54" fmla="*/ 104 w 139"/>
                <a:gd name="T55" fmla="*/ 175 h 231"/>
                <a:gd name="T56" fmla="*/ 100 w 139"/>
                <a:gd name="T57" fmla="*/ 159 h 231"/>
                <a:gd name="T58" fmla="*/ 102 w 139"/>
                <a:gd name="T59" fmla="*/ 127 h 231"/>
                <a:gd name="T60" fmla="*/ 125 w 139"/>
                <a:gd name="T61" fmla="*/ 121 h 231"/>
                <a:gd name="T62" fmla="*/ 139 w 139"/>
                <a:gd name="T63" fmla="*/ 82 h 231"/>
                <a:gd name="T64" fmla="*/ 128 w 139"/>
                <a:gd name="T65" fmla="*/ 72 h 231"/>
                <a:gd name="T66" fmla="*/ 126 w 139"/>
                <a:gd name="T67" fmla="*/ 73 h 231"/>
                <a:gd name="T68" fmla="*/ 115 w 139"/>
                <a:gd name="T69" fmla="*/ 73 h 231"/>
                <a:gd name="T70" fmla="*/ 108 w 139"/>
                <a:gd name="T71" fmla="*/ 64 h 231"/>
                <a:gd name="T72" fmla="*/ 108 w 139"/>
                <a:gd name="T73" fmla="*/ 63 h 231"/>
                <a:gd name="T74" fmla="*/ 110 w 139"/>
                <a:gd name="T75" fmla="*/ 39 h 231"/>
                <a:gd name="T76" fmla="*/ 115 w 139"/>
                <a:gd name="T77" fmla="*/ 28 h 231"/>
                <a:gd name="T78" fmla="*/ 118 w 139"/>
                <a:gd name="T79" fmla="*/ 15 h 231"/>
                <a:gd name="T80" fmla="*/ 97 w 139"/>
                <a:gd name="T81"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9" h="231">
                  <a:moveTo>
                    <a:pt x="81" y="14"/>
                  </a:moveTo>
                  <a:cubicBezTo>
                    <a:pt x="70" y="44"/>
                    <a:pt x="70" y="44"/>
                    <a:pt x="70" y="44"/>
                  </a:cubicBezTo>
                  <a:cubicBezTo>
                    <a:pt x="70" y="64"/>
                    <a:pt x="70" y="64"/>
                    <a:pt x="70" y="64"/>
                  </a:cubicBezTo>
                  <a:cubicBezTo>
                    <a:pt x="70" y="65"/>
                    <a:pt x="70" y="65"/>
                    <a:pt x="70" y="65"/>
                  </a:cubicBezTo>
                  <a:cubicBezTo>
                    <a:pt x="64" y="75"/>
                    <a:pt x="64" y="75"/>
                    <a:pt x="64" y="75"/>
                  </a:cubicBezTo>
                  <a:cubicBezTo>
                    <a:pt x="63" y="83"/>
                    <a:pt x="63" y="83"/>
                    <a:pt x="63" y="83"/>
                  </a:cubicBezTo>
                  <a:cubicBezTo>
                    <a:pt x="64" y="87"/>
                    <a:pt x="62" y="90"/>
                    <a:pt x="58" y="93"/>
                  </a:cubicBezTo>
                  <a:cubicBezTo>
                    <a:pt x="57" y="93"/>
                    <a:pt x="57" y="93"/>
                    <a:pt x="57" y="93"/>
                  </a:cubicBezTo>
                  <a:cubicBezTo>
                    <a:pt x="56" y="93"/>
                    <a:pt x="56" y="93"/>
                    <a:pt x="56" y="93"/>
                  </a:cubicBezTo>
                  <a:cubicBezTo>
                    <a:pt x="55" y="93"/>
                    <a:pt x="55" y="93"/>
                    <a:pt x="55" y="93"/>
                  </a:cubicBezTo>
                  <a:cubicBezTo>
                    <a:pt x="40" y="91"/>
                    <a:pt x="40" y="91"/>
                    <a:pt x="40" y="91"/>
                  </a:cubicBezTo>
                  <a:cubicBezTo>
                    <a:pt x="32" y="98"/>
                    <a:pt x="32" y="98"/>
                    <a:pt x="32" y="98"/>
                  </a:cubicBezTo>
                  <a:cubicBezTo>
                    <a:pt x="9" y="102"/>
                    <a:pt x="9" y="102"/>
                    <a:pt x="9" y="102"/>
                  </a:cubicBezTo>
                  <a:cubicBezTo>
                    <a:pt x="9" y="102"/>
                    <a:pt x="9" y="102"/>
                    <a:pt x="9" y="102"/>
                  </a:cubicBezTo>
                  <a:cubicBezTo>
                    <a:pt x="0" y="102"/>
                    <a:pt x="0" y="102"/>
                    <a:pt x="0" y="102"/>
                  </a:cubicBezTo>
                  <a:cubicBezTo>
                    <a:pt x="6" y="106"/>
                    <a:pt x="6" y="106"/>
                    <a:pt x="6" y="106"/>
                  </a:cubicBezTo>
                  <a:cubicBezTo>
                    <a:pt x="27" y="109"/>
                    <a:pt x="27" y="109"/>
                    <a:pt x="27" y="109"/>
                  </a:cubicBezTo>
                  <a:cubicBezTo>
                    <a:pt x="29" y="109"/>
                    <a:pt x="29" y="109"/>
                    <a:pt x="29" y="109"/>
                  </a:cubicBezTo>
                  <a:cubicBezTo>
                    <a:pt x="30" y="109"/>
                    <a:pt x="30" y="109"/>
                    <a:pt x="30" y="109"/>
                  </a:cubicBezTo>
                  <a:cubicBezTo>
                    <a:pt x="30" y="109"/>
                    <a:pt x="30" y="109"/>
                    <a:pt x="30" y="109"/>
                  </a:cubicBezTo>
                  <a:cubicBezTo>
                    <a:pt x="30" y="110"/>
                    <a:pt x="30" y="110"/>
                    <a:pt x="30" y="110"/>
                  </a:cubicBezTo>
                  <a:cubicBezTo>
                    <a:pt x="36" y="123"/>
                    <a:pt x="36" y="123"/>
                    <a:pt x="36" y="123"/>
                  </a:cubicBezTo>
                  <a:cubicBezTo>
                    <a:pt x="42" y="127"/>
                    <a:pt x="42" y="127"/>
                    <a:pt x="42" y="127"/>
                  </a:cubicBezTo>
                  <a:cubicBezTo>
                    <a:pt x="44" y="130"/>
                    <a:pt x="45" y="133"/>
                    <a:pt x="45" y="140"/>
                  </a:cubicBezTo>
                  <a:cubicBezTo>
                    <a:pt x="46" y="157"/>
                    <a:pt x="46" y="157"/>
                    <a:pt x="46" y="157"/>
                  </a:cubicBezTo>
                  <a:cubicBezTo>
                    <a:pt x="53" y="163"/>
                    <a:pt x="53" y="163"/>
                    <a:pt x="53" y="163"/>
                  </a:cubicBezTo>
                  <a:cubicBezTo>
                    <a:pt x="54" y="163"/>
                    <a:pt x="54" y="163"/>
                    <a:pt x="54" y="163"/>
                  </a:cubicBezTo>
                  <a:cubicBezTo>
                    <a:pt x="54" y="164"/>
                    <a:pt x="54" y="164"/>
                    <a:pt x="54" y="164"/>
                  </a:cubicBezTo>
                  <a:cubicBezTo>
                    <a:pt x="54" y="164"/>
                    <a:pt x="54" y="164"/>
                    <a:pt x="54" y="164"/>
                  </a:cubicBezTo>
                  <a:cubicBezTo>
                    <a:pt x="58" y="176"/>
                    <a:pt x="58" y="176"/>
                    <a:pt x="58" y="176"/>
                  </a:cubicBezTo>
                  <a:cubicBezTo>
                    <a:pt x="58" y="183"/>
                    <a:pt x="58" y="183"/>
                    <a:pt x="58" y="183"/>
                  </a:cubicBezTo>
                  <a:cubicBezTo>
                    <a:pt x="54" y="189"/>
                    <a:pt x="54" y="189"/>
                    <a:pt x="54" y="189"/>
                  </a:cubicBezTo>
                  <a:cubicBezTo>
                    <a:pt x="52" y="194"/>
                    <a:pt x="52" y="194"/>
                    <a:pt x="52" y="194"/>
                  </a:cubicBezTo>
                  <a:cubicBezTo>
                    <a:pt x="54" y="200"/>
                    <a:pt x="54" y="200"/>
                    <a:pt x="54" y="200"/>
                  </a:cubicBezTo>
                  <a:cubicBezTo>
                    <a:pt x="61" y="205"/>
                    <a:pt x="61" y="205"/>
                    <a:pt x="61" y="205"/>
                  </a:cubicBezTo>
                  <a:cubicBezTo>
                    <a:pt x="69" y="208"/>
                    <a:pt x="74" y="210"/>
                    <a:pt x="75" y="213"/>
                  </a:cubicBezTo>
                  <a:cubicBezTo>
                    <a:pt x="80" y="222"/>
                    <a:pt x="80" y="222"/>
                    <a:pt x="80" y="222"/>
                  </a:cubicBezTo>
                  <a:cubicBezTo>
                    <a:pt x="85" y="225"/>
                    <a:pt x="87" y="227"/>
                    <a:pt x="88" y="229"/>
                  </a:cubicBezTo>
                  <a:cubicBezTo>
                    <a:pt x="94" y="231"/>
                    <a:pt x="94" y="231"/>
                    <a:pt x="94" y="231"/>
                  </a:cubicBezTo>
                  <a:cubicBezTo>
                    <a:pt x="94" y="231"/>
                    <a:pt x="94" y="231"/>
                    <a:pt x="94" y="231"/>
                  </a:cubicBezTo>
                  <a:cubicBezTo>
                    <a:pt x="92" y="218"/>
                    <a:pt x="92" y="218"/>
                    <a:pt x="92" y="218"/>
                  </a:cubicBezTo>
                  <a:cubicBezTo>
                    <a:pt x="91" y="215"/>
                    <a:pt x="91" y="212"/>
                    <a:pt x="92" y="211"/>
                  </a:cubicBezTo>
                  <a:cubicBezTo>
                    <a:pt x="94" y="209"/>
                    <a:pt x="95" y="208"/>
                    <a:pt x="97" y="207"/>
                  </a:cubicBezTo>
                  <a:cubicBezTo>
                    <a:pt x="106" y="204"/>
                    <a:pt x="106" y="204"/>
                    <a:pt x="106" y="204"/>
                  </a:cubicBezTo>
                  <a:cubicBezTo>
                    <a:pt x="106" y="204"/>
                    <a:pt x="106" y="204"/>
                    <a:pt x="106" y="204"/>
                  </a:cubicBezTo>
                  <a:cubicBezTo>
                    <a:pt x="107" y="203"/>
                    <a:pt x="107" y="203"/>
                    <a:pt x="107" y="203"/>
                  </a:cubicBezTo>
                  <a:cubicBezTo>
                    <a:pt x="108" y="203"/>
                    <a:pt x="108" y="203"/>
                    <a:pt x="108" y="203"/>
                  </a:cubicBezTo>
                  <a:cubicBezTo>
                    <a:pt x="108" y="204"/>
                    <a:pt x="108" y="204"/>
                    <a:pt x="108" y="204"/>
                  </a:cubicBezTo>
                  <a:cubicBezTo>
                    <a:pt x="112" y="205"/>
                    <a:pt x="112" y="205"/>
                    <a:pt x="112" y="205"/>
                  </a:cubicBezTo>
                  <a:cubicBezTo>
                    <a:pt x="118" y="202"/>
                    <a:pt x="118" y="202"/>
                    <a:pt x="118" y="202"/>
                  </a:cubicBezTo>
                  <a:cubicBezTo>
                    <a:pt x="118" y="201"/>
                    <a:pt x="118" y="201"/>
                    <a:pt x="118" y="201"/>
                  </a:cubicBezTo>
                  <a:cubicBezTo>
                    <a:pt x="120" y="186"/>
                    <a:pt x="120" y="186"/>
                    <a:pt x="120" y="186"/>
                  </a:cubicBezTo>
                  <a:cubicBezTo>
                    <a:pt x="116" y="178"/>
                    <a:pt x="116" y="178"/>
                    <a:pt x="116" y="178"/>
                  </a:cubicBezTo>
                  <a:cubicBezTo>
                    <a:pt x="111" y="176"/>
                    <a:pt x="111" y="176"/>
                    <a:pt x="111" y="176"/>
                  </a:cubicBezTo>
                  <a:cubicBezTo>
                    <a:pt x="105" y="175"/>
                    <a:pt x="105" y="175"/>
                    <a:pt x="105" y="175"/>
                  </a:cubicBezTo>
                  <a:cubicBezTo>
                    <a:pt x="104" y="175"/>
                    <a:pt x="104" y="175"/>
                    <a:pt x="104" y="175"/>
                  </a:cubicBezTo>
                  <a:cubicBezTo>
                    <a:pt x="103" y="175"/>
                    <a:pt x="103" y="175"/>
                    <a:pt x="103" y="175"/>
                  </a:cubicBezTo>
                  <a:cubicBezTo>
                    <a:pt x="100" y="159"/>
                    <a:pt x="100" y="159"/>
                    <a:pt x="100" y="159"/>
                  </a:cubicBezTo>
                  <a:cubicBezTo>
                    <a:pt x="101" y="128"/>
                    <a:pt x="101" y="128"/>
                    <a:pt x="101" y="128"/>
                  </a:cubicBezTo>
                  <a:cubicBezTo>
                    <a:pt x="102" y="127"/>
                    <a:pt x="102" y="127"/>
                    <a:pt x="102" y="127"/>
                  </a:cubicBezTo>
                  <a:cubicBezTo>
                    <a:pt x="111" y="114"/>
                    <a:pt x="111" y="114"/>
                    <a:pt x="111" y="114"/>
                  </a:cubicBezTo>
                  <a:cubicBezTo>
                    <a:pt x="125" y="121"/>
                    <a:pt x="125" y="121"/>
                    <a:pt x="125" y="121"/>
                  </a:cubicBezTo>
                  <a:cubicBezTo>
                    <a:pt x="132" y="121"/>
                    <a:pt x="132" y="121"/>
                    <a:pt x="132" y="121"/>
                  </a:cubicBezTo>
                  <a:cubicBezTo>
                    <a:pt x="139" y="82"/>
                    <a:pt x="139" y="82"/>
                    <a:pt x="139" y="82"/>
                  </a:cubicBezTo>
                  <a:cubicBezTo>
                    <a:pt x="137" y="78"/>
                    <a:pt x="135" y="75"/>
                    <a:pt x="131" y="73"/>
                  </a:cubicBezTo>
                  <a:cubicBezTo>
                    <a:pt x="128" y="72"/>
                    <a:pt x="128" y="72"/>
                    <a:pt x="128" y="72"/>
                  </a:cubicBezTo>
                  <a:cubicBezTo>
                    <a:pt x="128" y="73"/>
                    <a:pt x="128" y="73"/>
                    <a:pt x="128" y="73"/>
                  </a:cubicBezTo>
                  <a:cubicBezTo>
                    <a:pt x="126" y="73"/>
                    <a:pt x="126" y="73"/>
                    <a:pt x="126" y="73"/>
                  </a:cubicBezTo>
                  <a:cubicBezTo>
                    <a:pt x="116" y="75"/>
                    <a:pt x="116" y="75"/>
                    <a:pt x="116" y="75"/>
                  </a:cubicBezTo>
                  <a:cubicBezTo>
                    <a:pt x="115" y="73"/>
                    <a:pt x="115" y="73"/>
                    <a:pt x="115" y="73"/>
                  </a:cubicBezTo>
                  <a:cubicBezTo>
                    <a:pt x="115" y="73"/>
                    <a:pt x="115" y="73"/>
                    <a:pt x="115" y="73"/>
                  </a:cubicBezTo>
                  <a:cubicBezTo>
                    <a:pt x="108" y="64"/>
                    <a:pt x="108" y="64"/>
                    <a:pt x="108" y="64"/>
                  </a:cubicBezTo>
                  <a:cubicBezTo>
                    <a:pt x="108" y="64"/>
                    <a:pt x="108" y="64"/>
                    <a:pt x="108" y="64"/>
                  </a:cubicBezTo>
                  <a:cubicBezTo>
                    <a:pt x="108" y="63"/>
                    <a:pt x="108" y="63"/>
                    <a:pt x="108" y="63"/>
                  </a:cubicBezTo>
                  <a:cubicBezTo>
                    <a:pt x="108" y="48"/>
                    <a:pt x="108" y="48"/>
                    <a:pt x="108" y="48"/>
                  </a:cubicBezTo>
                  <a:cubicBezTo>
                    <a:pt x="110" y="39"/>
                    <a:pt x="110" y="39"/>
                    <a:pt x="110" y="39"/>
                  </a:cubicBezTo>
                  <a:cubicBezTo>
                    <a:pt x="112" y="36"/>
                    <a:pt x="112" y="36"/>
                    <a:pt x="112" y="36"/>
                  </a:cubicBezTo>
                  <a:cubicBezTo>
                    <a:pt x="112" y="33"/>
                    <a:pt x="113" y="31"/>
                    <a:pt x="115" y="28"/>
                  </a:cubicBezTo>
                  <a:cubicBezTo>
                    <a:pt x="118" y="25"/>
                    <a:pt x="118" y="25"/>
                    <a:pt x="118" y="25"/>
                  </a:cubicBezTo>
                  <a:cubicBezTo>
                    <a:pt x="118" y="15"/>
                    <a:pt x="118" y="15"/>
                    <a:pt x="118" y="15"/>
                  </a:cubicBezTo>
                  <a:cubicBezTo>
                    <a:pt x="109" y="6"/>
                    <a:pt x="109" y="6"/>
                    <a:pt x="109" y="6"/>
                  </a:cubicBezTo>
                  <a:cubicBezTo>
                    <a:pt x="97" y="0"/>
                    <a:pt x="97" y="0"/>
                    <a:pt x="97" y="0"/>
                  </a:cubicBezTo>
                  <a:lnTo>
                    <a:pt x="81" y="14"/>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5" name="Freeform 15"/>
            <p:cNvSpPr/>
            <p:nvPr/>
          </p:nvSpPr>
          <p:spPr bwMode="auto">
            <a:xfrm>
              <a:off x="611379" y="1608709"/>
              <a:ext cx="1711325" cy="1296988"/>
            </a:xfrm>
            <a:custGeom>
              <a:avLst/>
              <a:gdLst>
                <a:gd name="T0" fmla="*/ 970 w 989"/>
                <a:gd name="T1" fmla="*/ 347 h 749"/>
                <a:gd name="T2" fmla="*/ 929 w 989"/>
                <a:gd name="T3" fmla="*/ 310 h 749"/>
                <a:gd name="T4" fmla="*/ 904 w 989"/>
                <a:gd name="T5" fmla="*/ 280 h 749"/>
                <a:gd name="T6" fmla="*/ 789 w 989"/>
                <a:gd name="T7" fmla="*/ 252 h 749"/>
                <a:gd name="T8" fmla="*/ 795 w 989"/>
                <a:gd name="T9" fmla="*/ 137 h 749"/>
                <a:gd name="T10" fmla="*/ 713 w 989"/>
                <a:gd name="T11" fmla="*/ 39 h 749"/>
                <a:gd name="T12" fmla="*/ 672 w 989"/>
                <a:gd name="T13" fmla="*/ 11 h 749"/>
                <a:gd name="T14" fmla="*/ 608 w 989"/>
                <a:gd name="T15" fmla="*/ 94 h 749"/>
                <a:gd name="T16" fmla="*/ 468 w 989"/>
                <a:gd name="T17" fmla="*/ 170 h 749"/>
                <a:gd name="T18" fmla="*/ 442 w 989"/>
                <a:gd name="T19" fmla="*/ 175 h 749"/>
                <a:gd name="T20" fmla="*/ 359 w 989"/>
                <a:gd name="T21" fmla="*/ 168 h 749"/>
                <a:gd name="T22" fmla="*/ 371 w 989"/>
                <a:gd name="T23" fmla="*/ 255 h 749"/>
                <a:gd name="T24" fmla="*/ 355 w 989"/>
                <a:gd name="T25" fmla="*/ 301 h 749"/>
                <a:gd name="T26" fmla="*/ 343 w 989"/>
                <a:gd name="T27" fmla="*/ 299 h 749"/>
                <a:gd name="T28" fmla="*/ 307 w 989"/>
                <a:gd name="T29" fmla="*/ 340 h 749"/>
                <a:gd name="T30" fmla="*/ 250 w 989"/>
                <a:gd name="T31" fmla="*/ 355 h 749"/>
                <a:gd name="T32" fmla="*/ 139 w 989"/>
                <a:gd name="T33" fmla="*/ 385 h 749"/>
                <a:gd name="T34" fmla="*/ 80 w 989"/>
                <a:gd name="T35" fmla="*/ 376 h 749"/>
                <a:gd name="T36" fmla="*/ 50 w 989"/>
                <a:gd name="T37" fmla="*/ 366 h 749"/>
                <a:gd name="T38" fmla="*/ 7 w 989"/>
                <a:gd name="T39" fmla="*/ 431 h 749"/>
                <a:gd name="T40" fmla="*/ 40 w 989"/>
                <a:gd name="T41" fmla="*/ 461 h 749"/>
                <a:gd name="T42" fmla="*/ 31 w 989"/>
                <a:gd name="T43" fmla="*/ 541 h 749"/>
                <a:gd name="T44" fmla="*/ 32 w 989"/>
                <a:gd name="T45" fmla="*/ 558 h 749"/>
                <a:gd name="T46" fmla="*/ 91 w 989"/>
                <a:gd name="T47" fmla="*/ 633 h 749"/>
                <a:gd name="T48" fmla="*/ 129 w 989"/>
                <a:gd name="T49" fmla="*/ 674 h 749"/>
                <a:gd name="T50" fmla="*/ 159 w 989"/>
                <a:gd name="T51" fmla="*/ 745 h 749"/>
                <a:gd name="T52" fmla="*/ 197 w 989"/>
                <a:gd name="T53" fmla="*/ 749 h 749"/>
                <a:gd name="T54" fmla="*/ 220 w 989"/>
                <a:gd name="T55" fmla="*/ 708 h 749"/>
                <a:gd name="T56" fmla="*/ 251 w 989"/>
                <a:gd name="T57" fmla="*/ 711 h 749"/>
                <a:gd name="T58" fmla="*/ 349 w 989"/>
                <a:gd name="T59" fmla="*/ 707 h 749"/>
                <a:gd name="T60" fmla="*/ 380 w 989"/>
                <a:gd name="T61" fmla="*/ 729 h 749"/>
                <a:gd name="T62" fmla="*/ 432 w 989"/>
                <a:gd name="T63" fmla="*/ 729 h 749"/>
                <a:gd name="T64" fmla="*/ 546 w 989"/>
                <a:gd name="T65" fmla="*/ 714 h 749"/>
                <a:gd name="T66" fmla="*/ 626 w 989"/>
                <a:gd name="T67" fmla="*/ 717 h 749"/>
                <a:gd name="T68" fmla="*/ 676 w 989"/>
                <a:gd name="T69" fmla="*/ 735 h 749"/>
                <a:gd name="T70" fmla="*/ 717 w 989"/>
                <a:gd name="T71" fmla="*/ 746 h 749"/>
                <a:gd name="T72" fmla="*/ 712 w 989"/>
                <a:gd name="T73" fmla="*/ 714 h 749"/>
                <a:gd name="T74" fmla="*/ 723 w 989"/>
                <a:gd name="T75" fmla="*/ 700 h 749"/>
                <a:gd name="T76" fmla="*/ 726 w 989"/>
                <a:gd name="T77" fmla="*/ 677 h 749"/>
                <a:gd name="T78" fmla="*/ 699 w 989"/>
                <a:gd name="T79" fmla="*/ 651 h 749"/>
                <a:gd name="T80" fmla="*/ 701 w 989"/>
                <a:gd name="T81" fmla="*/ 629 h 749"/>
                <a:gd name="T82" fmla="*/ 750 w 989"/>
                <a:gd name="T83" fmla="*/ 602 h 749"/>
                <a:gd name="T84" fmla="*/ 800 w 989"/>
                <a:gd name="T85" fmla="*/ 592 h 749"/>
                <a:gd name="T86" fmla="*/ 825 w 989"/>
                <a:gd name="T87" fmla="*/ 570 h 749"/>
                <a:gd name="T88" fmla="*/ 826 w 989"/>
                <a:gd name="T89" fmla="*/ 558 h 749"/>
                <a:gd name="T90" fmla="*/ 830 w 989"/>
                <a:gd name="T91" fmla="*/ 522 h 749"/>
                <a:gd name="T92" fmla="*/ 887 w 989"/>
                <a:gd name="T93" fmla="*/ 478 h 749"/>
                <a:gd name="T94" fmla="*/ 914 w 989"/>
                <a:gd name="T95" fmla="*/ 459 h 749"/>
                <a:gd name="T96" fmla="*/ 963 w 989"/>
                <a:gd name="T97" fmla="*/ 446 h 749"/>
                <a:gd name="T98" fmla="*/ 983 w 989"/>
                <a:gd name="T99" fmla="*/ 428 h 749"/>
                <a:gd name="T100" fmla="*/ 988 w 989"/>
                <a:gd name="T101" fmla="*/ 404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9" h="749">
                  <a:moveTo>
                    <a:pt x="988" y="403"/>
                  </a:moveTo>
                  <a:cubicBezTo>
                    <a:pt x="989" y="403"/>
                    <a:pt x="989" y="403"/>
                    <a:pt x="989" y="403"/>
                  </a:cubicBezTo>
                  <a:cubicBezTo>
                    <a:pt x="989" y="403"/>
                    <a:pt x="989" y="403"/>
                    <a:pt x="989" y="403"/>
                  </a:cubicBezTo>
                  <a:cubicBezTo>
                    <a:pt x="989" y="402"/>
                    <a:pt x="989" y="402"/>
                    <a:pt x="989" y="402"/>
                  </a:cubicBezTo>
                  <a:cubicBezTo>
                    <a:pt x="970" y="347"/>
                    <a:pt x="970" y="347"/>
                    <a:pt x="970" y="347"/>
                  </a:cubicBezTo>
                  <a:cubicBezTo>
                    <a:pt x="958" y="337"/>
                    <a:pt x="958" y="337"/>
                    <a:pt x="958" y="337"/>
                  </a:cubicBezTo>
                  <a:cubicBezTo>
                    <a:pt x="958" y="336"/>
                    <a:pt x="958" y="336"/>
                    <a:pt x="958" y="336"/>
                  </a:cubicBezTo>
                  <a:cubicBezTo>
                    <a:pt x="955" y="314"/>
                    <a:pt x="955" y="314"/>
                    <a:pt x="955" y="314"/>
                  </a:cubicBezTo>
                  <a:cubicBezTo>
                    <a:pt x="929" y="310"/>
                    <a:pt x="929" y="310"/>
                    <a:pt x="929" y="310"/>
                  </a:cubicBezTo>
                  <a:cubicBezTo>
                    <a:pt x="929" y="310"/>
                    <a:pt x="929" y="310"/>
                    <a:pt x="929" y="310"/>
                  </a:cubicBezTo>
                  <a:cubicBezTo>
                    <a:pt x="928" y="310"/>
                    <a:pt x="928" y="310"/>
                    <a:pt x="928" y="310"/>
                  </a:cubicBezTo>
                  <a:cubicBezTo>
                    <a:pt x="928" y="309"/>
                    <a:pt x="928" y="309"/>
                    <a:pt x="928" y="309"/>
                  </a:cubicBezTo>
                  <a:cubicBezTo>
                    <a:pt x="927" y="308"/>
                    <a:pt x="927" y="308"/>
                    <a:pt x="927" y="308"/>
                  </a:cubicBezTo>
                  <a:cubicBezTo>
                    <a:pt x="927" y="307"/>
                    <a:pt x="927" y="307"/>
                    <a:pt x="927" y="307"/>
                  </a:cubicBezTo>
                  <a:cubicBezTo>
                    <a:pt x="924" y="299"/>
                    <a:pt x="916" y="290"/>
                    <a:pt x="904" y="280"/>
                  </a:cubicBezTo>
                  <a:cubicBezTo>
                    <a:pt x="897" y="275"/>
                    <a:pt x="891" y="271"/>
                    <a:pt x="885" y="270"/>
                  </a:cubicBezTo>
                  <a:cubicBezTo>
                    <a:pt x="881" y="267"/>
                    <a:pt x="877" y="266"/>
                    <a:pt x="874" y="263"/>
                  </a:cubicBezTo>
                  <a:cubicBezTo>
                    <a:pt x="866" y="258"/>
                    <a:pt x="838" y="253"/>
                    <a:pt x="790" y="252"/>
                  </a:cubicBezTo>
                  <a:cubicBezTo>
                    <a:pt x="789" y="252"/>
                    <a:pt x="789" y="252"/>
                    <a:pt x="789" y="252"/>
                  </a:cubicBezTo>
                  <a:cubicBezTo>
                    <a:pt x="789" y="252"/>
                    <a:pt x="789" y="252"/>
                    <a:pt x="789" y="252"/>
                  </a:cubicBezTo>
                  <a:cubicBezTo>
                    <a:pt x="783" y="244"/>
                    <a:pt x="783" y="244"/>
                    <a:pt x="783" y="244"/>
                  </a:cubicBezTo>
                  <a:cubicBezTo>
                    <a:pt x="781" y="238"/>
                    <a:pt x="779" y="233"/>
                    <a:pt x="778" y="228"/>
                  </a:cubicBezTo>
                  <a:cubicBezTo>
                    <a:pt x="778" y="221"/>
                    <a:pt x="786" y="199"/>
                    <a:pt x="803" y="164"/>
                  </a:cubicBezTo>
                  <a:cubicBezTo>
                    <a:pt x="795" y="137"/>
                    <a:pt x="795" y="137"/>
                    <a:pt x="795" y="137"/>
                  </a:cubicBezTo>
                  <a:cubicBezTo>
                    <a:pt x="795" y="137"/>
                    <a:pt x="795" y="137"/>
                    <a:pt x="795" y="137"/>
                  </a:cubicBezTo>
                  <a:cubicBezTo>
                    <a:pt x="786" y="94"/>
                    <a:pt x="786" y="94"/>
                    <a:pt x="786" y="94"/>
                  </a:cubicBezTo>
                  <a:cubicBezTo>
                    <a:pt x="784" y="88"/>
                    <a:pt x="774" y="83"/>
                    <a:pt x="756" y="77"/>
                  </a:cubicBezTo>
                  <a:cubicBezTo>
                    <a:pt x="752" y="76"/>
                    <a:pt x="748" y="75"/>
                    <a:pt x="745" y="73"/>
                  </a:cubicBezTo>
                  <a:cubicBezTo>
                    <a:pt x="738" y="70"/>
                    <a:pt x="733" y="64"/>
                    <a:pt x="731" y="57"/>
                  </a:cubicBezTo>
                  <a:cubicBezTo>
                    <a:pt x="727" y="50"/>
                    <a:pt x="721" y="43"/>
                    <a:pt x="713" y="39"/>
                  </a:cubicBezTo>
                  <a:cubicBezTo>
                    <a:pt x="712" y="39"/>
                    <a:pt x="712" y="39"/>
                    <a:pt x="712" y="39"/>
                  </a:cubicBezTo>
                  <a:cubicBezTo>
                    <a:pt x="711" y="38"/>
                    <a:pt x="711" y="38"/>
                    <a:pt x="711" y="38"/>
                  </a:cubicBezTo>
                  <a:cubicBezTo>
                    <a:pt x="704" y="0"/>
                    <a:pt x="704" y="0"/>
                    <a:pt x="704" y="0"/>
                  </a:cubicBezTo>
                  <a:cubicBezTo>
                    <a:pt x="675" y="3"/>
                    <a:pt x="675" y="3"/>
                    <a:pt x="675" y="3"/>
                  </a:cubicBezTo>
                  <a:cubicBezTo>
                    <a:pt x="672" y="11"/>
                    <a:pt x="672" y="11"/>
                    <a:pt x="672" y="11"/>
                  </a:cubicBezTo>
                  <a:cubicBezTo>
                    <a:pt x="668" y="24"/>
                    <a:pt x="665" y="30"/>
                    <a:pt x="660" y="30"/>
                  </a:cubicBezTo>
                  <a:cubicBezTo>
                    <a:pt x="642" y="36"/>
                    <a:pt x="642" y="36"/>
                    <a:pt x="642" y="36"/>
                  </a:cubicBezTo>
                  <a:cubicBezTo>
                    <a:pt x="630" y="40"/>
                    <a:pt x="623" y="45"/>
                    <a:pt x="619" y="51"/>
                  </a:cubicBezTo>
                  <a:cubicBezTo>
                    <a:pt x="617" y="53"/>
                    <a:pt x="616" y="60"/>
                    <a:pt x="614" y="70"/>
                  </a:cubicBezTo>
                  <a:cubicBezTo>
                    <a:pt x="613" y="81"/>
                    <a:pt x="611" y="89"/>
                    <a:pt x="608" y="94"/>
                  </a:cubicBezTo>
                  <a:cubicBezTo>
                    <a:pt x="605" y="102"/>
                    <a:pt x="599" y="108"/>
                    <a:pt x="591" y="111"/>
                  </a:cubicBezTo>
                  <a:cubicBezTo>
                    <a:pt x="575" y="117"/>
                    <a:pt x="548" y="107"/>
                    <a:pt x="511" y="80"/>
                  </a:cubicBezTo>
                  <a:cubicBezTo>
                    <a:pt x="461" y="144"/>
                    <a:pt x="461" y="144"/>
                    <a:pt x="461" y="144"/>
                  </a:cubicBezTo>
                  <a:cubicBezTo>
                    <a:pt x="467" y="170"/>
                    <a:pt x="467" y="170"/>
                    <a:pt x="467" y="170"/>
                  </a:cubicBezTo>
                  <a:cubicBezTo>
                    <a:pt x="468" y="170"/>
                    <a:pt x="468" y="170"/>
                    <a:pt x="468" y="170"/>
                  </a:cubicBezTo>
                  <a:cubicBezTo>
                    <a:pt x="469" y="172"/>
                    <a:pt x="469" y="172"/>
                    <a:pt x="469" y="172"/>
                  </a:cubicBezTo>
                  <a:cubicBezTo>
                    <a:pt x="467" y="172"/>
                    <a:pt x="467" y="172"/>
                    <a:pt x="467" y="172"/>
                  </a:cubicBezTo>
                  <a:cubicBezTo>
                    <a:pt x="467" y="173"/>
                    <a:pt x="467" y="173"/>
                    <a:pt x="467" y="173"/>
                  </a:cubicBezTo>
                  <a:cubicBezTo>
                    <a:pt x="465" y="176"/>
                    <a:pt x="461" y="179"/>
                    <a:pt x="457" y="179"/>
                  </a:cubicBezTo>
                  <a:cubicBezTo>
                    <a:pt x="452" y="181"/>
                    <a:pt x="447" y="179"/>
                    <a:pt x="442" y="175"/>
                  </a:cubicBezTo>
                  <a:cubicBezTo>
                    <a:pt x="437" y="172"/>
                    <a:pt x="423" y="168"/>
                    <a:pt x="401" y="167"/>
                  </a:cubicBezTo>
                  <a:cubicBezTo>
                    <a:pt x="390" y="167"/>
                    <a:pt x="390" y="167"/>
                    <a:pt x="390" y="167"/>
                  </a:cubicBezTo>
                  <a:cubicBezTo>
                    <a:pt x="390" y="167"/>
                    <a:pt x="390" y="167"/>
                    <a:pt x="390" y="167"/>
                  </a:cubicBezTo>
                  <a:cubicBezTo>
                    <a:pt x="375" y="165"/>
                    <a:pt x="375" y="165"/>
                    <a:pt x="375" y="165"/>
                  </a:cubicBezTo>
                  <a:cubicBezTo>
                    <a:pt x="359" y="168"/>
                    <a:pt x="359" y="168"/>
                    <a:pt x="359" y="168"/>
                  </a:cubicBezTo>
                  <a:cubicBezTo>
                    <a:pt x="366" y="179"/>
                    <a:pt x="366" y="179"/>
                    <a:pt x="366" y="179"/>
                  </a:cubicBezTo>
                  <a:cubicBezTo>
                    <a:pt x="372" y="187"/>
                    <a:pt x="375" y="192"/>
                    <a:pt x="374" y="195"/>
                  </a:cubicBezTo>
                  <a:cubicBezTo>
                    <a:pt x="367" y="234"/>
                    <a:pt x="367" y="234"/>
                    <a:pt x="367" y="234"/>
                  </a:cubicBezTo>
                  <a:cubicBezTo>
                    <a:pt x="370" y="255"/>
                    <a:pt x="370" y="255"/>
                    <a:pt x="370" y="255"/>
                  </a:cubicBezTo>
                  <a:cubicBezTo>
                    <a:pt x="371" y="255"/>
                    <a:pt x="371" y="255"/>
                    <a:pt x="371" y="255"/>
                  </a:cubicBezTo>
                  <a:cubicBezTo>
                    <a:pt x="371" y="256"/>
                    <a:pt x="371" y="256"/>
                    <a:pt x="371" y="256"/>
                  </a:cubicBezTo>
                  <a:cubicBezTo>
                    <a:pt x="370" y="256"/>
                    <a:pt x="370" y="256"/>
                    <a:pt x="370" y="256"/>
                  </a:cubicBezTo>
                  <a:cubicBezTo>
                    <a:pt x="370" y="256"/>
                    <a:pt x="370" y="256"/>
                    <a:pt x="370" y="256"/>
                  </a:cubicBezTo>
                  <a:cubicBezTo>
                    <a:pt x="358" y="296"/>
                    <a:pt x="358" y="296"/>
                    <a:pt x="358" y="296"/>
                  </a:cubicBezTo>
                  <a:cubicBezTo>
                    <a:pt x="358" y="300"/>
                    <a:pt x="356" y="301"/>
                    <a:pt x="355" y="301"/>
                  </a:cubicBezTo>
                  <a:cubicBezTo>
                    <a:pt x="354" y="301"/>
                    <a:pt x="354" y="301"/>
                    <a:pt x="354" y="301"/>
                  </a:cubicBezTo>
                  <a:cubicBezTo>
                    <a:pt x="354" y="300"/>
                    <a:pt x="354" y="300"/>
                    <a:pt x="354" y="300"/>
                  </a:cubicBezTo>
                  <a:cubicBezTo>
                    <a:pt x="352" y="297"/>
                    <a:pt x="352" y="297"/>
                    <a:pt x="352" y="297"/>
                  </a:cubicBezTo>
                  <a:cubicBezTo>
                    <a:pt x="350" y="292"/>
                    <a:pt x="348" y="290"/>
                    <a:pt x="347" y="290"/>
                  </a:cubicBezTo>
                  <a:cubicBezTo>
                    <a:pt x="345" y="291"/>
                    <a:pt x="344" y="294"/>
                    <a:pt x="343" y="299"/>
                  </a:cubicBezTo>
                  <a:cubicBezTo>
                    <a:pt x="341" y="310"/>
                    <a:pt x="334" y="319"/>
                    <a:pt x="324" y="329"/>
                  </a:cubicBezTo>
                  <a:cubicBezTo>
                    <a:pt x="313" y="337"/>
                    <a:pt x="313" y="337"/>
                    <a:pt x="313" y="337"/>
                  </a:cubicBezTo>
                  <a:cubicBezTo>
                    <a:pt x="307" y="340"/>
                    <a:pt x="307" y="340"/>
                    <a:pt x="307" y="340"/>
                  </a:cubicBezTo>
                  <a:cubicBezTo>
                    <a:pt x="307" y="340"/>
                    <a:pt x="307" y="340"/>
                    <a:pt x="307" y="340"/>
                  </a:cubicBezTo>
                  <a:cubicBezTo>
                    <a:pt x="307" y="340"/>
                    <a:pt x="307" y="340"/>
                    <a:pt x="307" y="340"/>
                  </a:cubicBezTo>
                  <a:cubicBezTo>
                    <a:pt x="267" y="341"/>
                    <a:pt x="267" y="341"/>
                    <a:pt x="267" y="341"/>
                  </a:cubicBezTo>
                  <a:cubicBezTo>
                    <a:pt x="252" y="355"/>
                    <a:pt x="252" y="355"/>
                    <a:pt x="252" y="355"/>
                  </a:cubicBezTo>
                  <a:cubicBezTo>
                    <a:pt x="251" y="355"/>
                    <a:pt x="251" y="355"/>
                    <a:pt x="251" y="355"/>
                  </a:cubicBezTo>
                  <a:cubicBezTo>
                    <a:pt x="250" y="355"/>
                    <a:pt x="250" y="355"/>
                    <a:pt x="250" y="355"/>
                  </a:cubicBezTo>
                  <a:cubicBezTo>
                    <a:pt x="250" y="355"/>
                    <a:pt x="250" y="355"/>
                    <a:pt x="250" y="355"/>
                  </a:cubicBezTo>
                  <a:cubicBezTo>
                    <a:pt x="208" y="349"/>
                    <a:pt x="208" y="349"/>
                    <a:pt x="208" y="349"/>
                  </a:cubicBezTo>
                  <a:cubicBezTo>
                    <a:pt x="201" y="357"/>
                    <a:pt x="194" y="359"/>
                    <a:pt x="188" y="358"/>
                  </a:cubicBezTo>
                  <a:cubicBezTo>
                    <a:pt x="182" y="356"/>
                    <a:pt x="171" y="358"/>
                    <a:pt x="157" y="364"/>
                  </a:cubicBezTo>
                  <a:cubicBezTo>
                    <a:pt x="140" y="384"/>
                    <a:pt x="140" y="384"/>
                    <a:pt x="140" y="384"/>
                  </a:cubicBezTo>
                  <a:cubicBezTo>
                    <a:pt x="139" y="385"/>
                    <a:pt x="139" y="385"/>
                    <a:pt x="139" y="385"/>
                  </a:cubicBezTo>
                  <a:cubicBezTo>
                    <a:pt x="112" y="386"/>
                    <a:pt x="112" y="386"/>
                    <a:pt x="112" y="386"/>
                  </a:cubicBezTo>
                  <a:cubicBezTo>
                    <a:pt x="112" y="363"/>
                    <a:pt x="112" y="363"/>
                    <a:pt x="112" y="363"/>
                  </a:cubicBezTo>
                  <a:cubicBezTo>
                    <a:pt x="95" y="363"/>
                    <a:pt x="95" y="363"/>
                    <a:pt x="95" y="363"/>
                  </a:cubicBezTo>
                  <a:cubicBezTo>
                    <a:pt x="92" y="373"/>
                    <a:pt x="92" y="373"/>
                    <a:pt x="92" y="373"/>
                  </a:cubicBezTo>
                  <a:cubicBezTo>
                    <a:pt x="80" y="376"/>
                    <a:pt x="80" y="376"/>
                    <a:pt x="80" y="376"/>
                  </a:cubicBezTo>
                  <a:cubicBezTo>
                    <a:pt x="78" y="376"/>
                    <a:pt x="78" y="376"/>
                    <a:pt x="78" y="376"/>
                  </a:cubicBezTo>
                  <a:cubicBezTo>
                    <a:pt x="78" y="376"/>
                    <a:pt x="78" y="376"/>
                    <a:pt x="78" y="376"/>
                  </a:cubicBezTo>
                  <a:cubicBezTo>
                    <a:pt x="78" y="375"/>
                    <a:pt x="78" y="375"/>
                    <a:pt x="78" y="375"/>
                  </a:cubicBezTo>
                  <a:cubicBezTo>
                    <a:pt x="77" y="375"/>
                    <a:pt x="77" y="375"/>
                    <a:pt x="77" y="375"/>
                  </a:cubicBezTo>
                  <a:cubicBezTo>
                    <a:pt x="69" y="371"/>
                    <a:pt x="60" y="367"/>
                    <a:pt x="50" y="366"/>
                  </a:cubicBezTo>
                  <a:cubicBezTo>
                    <a:pt x="44" y="365"/>
                    <a:pt x="38" y="369"/>
                    <a:pt x="28" y="377"/>
                  </a:cubicBezTo>
                  <a:cubicBezTo>
                    <a:pt x="18" y="386"/>
                    <a:pt x="10" y="394"/>
                    <a:pt x="7" y="401"/>
                  </a:cubicBezTo>
                  <a:cubicBezTo>
                    <a:pt x="9" y="402"/>
                    <a:pt x="10" y="405"/>
                    <a:pt x="10" y="408"/>
                  </a:cubicBezTo>
                  <a:cubicBezTo>
                    <a:pt x="11" y="412"/>
                    <a:pt x="12" y="416"/>
                    <a:pt x="12" y="421"/>
                  </a:cubicBezTo>
                  <a:cubicBezTo>
                    <a:pt x="11" y="426"/>
                    <a:pt x="9" y="429"/>
                    <a:pt x="7" y="431"/>
                  </a:cubicBezTo>
                  <a:cubicBezTo>
                    <a:pt x="4" y="433"/>
                    <a:pt x="2" y="439"/>
                    <a:pt x="0" y="448"/>
                  </a:cubicBezTo>
                  <a:cubicBezTo>
                    <a:pt x="10" y="455"/>
                    <a:pt x="10" y="455"/>
                    <a:pt x="10" y="455"/>
                  </a:cubicBezTo>
                  <a:cubicBezTo>
                    <a:pt x="23" y="441"/>
                    <a:pt x="23" y="441"/>
                    <a:pt x="23" y="441"/>
                  </a:cubicBezTo>
                  <a:cubicBezTo>
                    <a:pt x="40" y="460"/>
                    <a:pt x="40" y="460"/>
                    <a:pt x="40" y="460"/>
                  </a:cubicBezTo>
                  <a:cubicBezTo>
                    <a:pt x="40" y="461"/>
                    <a:pt x="40" y="461"/>
                    <a:pt x="40" y="461"/>
                  </a:cubicBezTo>
                  <a:cubicBezTo>
                    <a:pt x="44" y="494"/>
                    <a:pt x="44" y="494"/>
                    <a:pt x="44" y="494"/>
                  </a:cubicBezTo>
                  <a:cubicBezTo>
                    <a:pt x="44" y="495"/>
                    <a:pt x="44" y="495"/>
                    <a:pt x="44" y="495"/>
                  </a:cubicBezTo>
                  <a:cubicBezTo>
                    <a:pt x="43" y="495"/>
                    <a:pt x="43" y="495"/>
                    <a:pt x="43" y="495"/>
                  </a:cubicBezTo>
                  <a:cubicBezTo>
                    <a:pt x="33" y="541"/>
                    <a:pt x="33" y="541"/>
                    <a:pt x="33" y="541"/>
                  </a:cubicBezTo>
                  <a:cubicBezTo>
                    <a:pt x="31" y="541"/>
                    <a:pt x="31" y="541"/>
                    <a:pt x="31" y="541"/>
                  </a:cubicBezTo>
                  <a:cubicBezTo>
                    <a:pt x="17" y="541"/>
                    <a:pt x="8" y="542"/>
                    <a:pt x="4" y="544"/>
                  </a:cubicBezTo>
                  <a:cubicBezTo>
                    <a:pt x="5" y="547"/>
                    <a:pt x="11" y="552"/>
                    <a:pt x="21" y="559"/>
                  </a:cubicBezTo>
                  <a:cubicBezTo>
                    <a:pt x="30" y="558"/>
                    <a:pt x="30" y="558"/>
                    <a:pt x="30" y="558"/>
                  </a:cubicBezTo>
                  <a:cubicBezTo>
                    <a:pt x="32" y="558"/>
                    <a:pt x="32" y="558"/>
                    <a:pt x="32" y="558"/>
                  </a:cubicBezTo>
                  <a:cubicBezTo>
                    <a:pt x="32" y="558"/>
                    <a:pt x="32" y="558"/>
                    <a:pt x="32" y="558"/>
                  </a:cubicBezTo>
                  <a:cubicBezTo>
                    <a:pt x="52" y="578"/>
                    <a:pt x="52" y="578"/>
                    <a:pt x="52" y="578"/>
                  </a:cubicBezTo>
                  <a:cubicBezTo>
                    <a:pt x="60" y="584"/>
                    <a:pt x="60" y="596"/>
                    <a:pt x="49" y="613"/>
                  </a:cubicBezTo>
                  <a:cubicBezTo>
                    <a:pt x="52" y="632"/>
                    <a:pt x="52" y="632"/>
                    <a:pt x="52" y="632"/>
                  </a:cubicBezTo>
                  <a:cubicBezTo>
                    <a:pt x="60" y="633"/>
                    <a:pt x="60" y="633"/>
                    <a:pt x="60" y="633"/>
                  </a:cubicBezTo>
                  <a:cubicBezTo>
                    <a:pt x="91" y="633"/>
                    <a:pt x="91" y="633"/>
                    <a:pt x="91" y="633"/>
                  </a:cubicBezTo>
                  <a:cubicBezTo>
                    <a:pt x="75" y="648"/>
                    <a:pt x="75" y="648"/>
                    <a:pt x="75" y="648"/>
                  </a:cubicBezTo>
                  <a:cubicBezTo>
                    <a:pt x="84" y="653"/>
                    <a:pt x="84" y="653"/>
                    <a:pt x="84" y="653"/>
                  </a:cubicBezTo>
                  <a:cubicBezTo>
                    <a:pt x="84" y="653"/>
                    <a:pt x="84" y="653"/>
                    <a:pt x="84" y="653"/>
                  </a:cubicBezTo>
                  <a:cubicBezTo>
                    <a:pt x="97" y="660"/>
                    <a:pt x="97" y="660"/>
                    <a:pt x="97" y="660"/>
                  </a:cubicBezTo>
                  <a:cubicBezTo>
                    <a:pt x="129" y="674"/>
                    <a:pt x="129" y="674"/>
                    <a:pt x="129" y="674"/>
                  </a:cubicBezTo>
                  <a:cubicBezTo>
                    <a:pt x="130" y="674"/>
                    <a:pt x="130" y="674"/>
                    <a:pt x="130" y="674"/>
                  </a:cubicBezTo>
                  <a:cubicBezTo>
                    <a:pt x="131" y="674"/>
                    <a:pt x="131" y="674"/>
                    <a:pt x="131" y="674"/>
                  </a:cubicBezTo>
                  <a:cubicBezTo>
                    <a:pt x="134" y="724"/>
                    <a:pt x="134" y="724"/>
                    <a:pt x="134" y="724"/>
                  </a:cubicBezTo>
                  <a:cubicBezTo>
                    <a:pt x="135" y="734"/>
                    <a:pt x="142" y="741"/>
                    <a:pt x="157" y="746"/>
                  </a:cubicBezTo>
                  <a:cubicBezTo>
                    <a:pt x="159" y="745"/>
                    <a:pt x="159" y="745"/>
                    <a:pt x="159" y="745"/>
                  </a:cubicBezTo>
                  <a:cubicBezTo>
                    <a:pt x="160" y="745"/>
                    <a:pt x="160" y="745"/>
                    <a:pt x="160" y="745"/>
                  </a:cubicBezTo>
                  <a:cubicBezTo>
                    <a:pt x="160" y="745"/>
                    <a:pt x="160" y="745"/>
                    <a:pt x="160" y="745"/>
                  </a:cubicBezTo>
                  <a:cubicBezTo>
                    <a:pt x="194" y="749"/>
                    <a:pt x="194" y="749"/>
                    <a:pt x="194" y="749"/>
                  </a:cubicBezTo>
                  <a:cubicBezTo>
                    <a:pt x="197" y="749"/>
                    <a:pt x="197" y="749"/>
                    <a:pt x="197" y="749"/>
                  </a:cubicBezTo>
                  <a:cubicBezTo>
                    <a:pt x="197" y="749"/>
                    <a:pt x="197" y="749"/>
                    <a:pt x="197" y="749"/>
                  </a:cubicBezTo>
                  <a:cubicBezTo>
                    <a:pt x="197" y="748"/>
                    <a:pt x="197" y="748"/>
                    <a:pt x="197" y="748"/>
                  </a:cubicBezTo>
                  <a:cubicBezTo>
                    <a:pt x="201" y="741"/>
                    <a:pt x="203" y="736"/>
                    <a:pt x="203" y="735"/>
                  </a:cubicBezTo>
                  <a:cubicBezTo>
                    <a:pt x="203" y="734"/>
                    <a:pt x="203" y="734"/>
                    <a:pt x="203" y="734"/>
                  </a:cubicBezTo>
                  <a:cubicBezTo>
                    <a:pt x="203" y="728"/>
                    <a:pt x="205" y="723"/>
                    <a:pt x="210" y="720"/>
                  </a:cubicBezTo>
                  <a:cubicBezTo>
                    <a:pt x="215" y="716"/>
                    <a:pt x="218" y="712"/>
                    <a:pt x="220" y="708"/>
                  </a:cubicBezTo>
                  <a:cubicBezTo>
                    <a:pt x="220" y="708"/>
                    <a:pt x="220" y="708"/>
                    <a:pt x="220" y="708"/>
                  </a:cubicBezTo>
                  <a:cubicBezTo>
                    <a:pt x="222" y="703"/>
                    <a:pt x="228" y="701"/>
                    <a:pt x="239" y="704"/>
                  </a:cubicBezTo>
                  <a:cubicBezTo>
                    <a:pt x="239" y="704"/>
                    <a:pt x="239" y="704"/>
                    <a:pt x="239" y="704"/>
                  </a:cubicBezTo>
                  <a:cubicBezTo>
                    <a:pt x="239" y="704"/>
                    <a:pt x="239" y="704"/>
                    <a:pt x="239" y="704"/>
                  </a:cubicBezTo>
                  <a:cubicBezTo>
                    <a:pt x="251" y="711"/>
                    <a:pt x="251" y="711"/>
                    <a:pt x="251" y="711"/>
                  </a:cubicBezTo>
                  <a:cubicBezTo>
                    <a:pt x="289" y="718"/>
                    <a:pt x="289" y="718"/>
                    <a:pt x="289" y="718"/>
                  </a:cubicBezTo>
                  <a:cubicBezTo>
                    <a:pt x="313" y="717"/>
                    <a:pt x="313" y="717"/>
                    <a:pt x="313" y="717"/>
                  </a:cubicBezTo>
                  <a:cubicBezTo>
                    <a:pt x="330" y="709"/>
                    <a:pt x="330" y="709"/>
                    <a:pt x="330" y="709"/>
                  </a:cubicBezTo>
                  <a:cubicBezTo>
                    <a:pt x="333" y="705"/>
                    <a:pt x="335" y="703"/>
                    <a:pt x="337" y="702"/>
                  </a:cubicBezTo>
                  <a:cubicBezTo>
                    <a:pt x="340" y="701"/>
                    <a:pt x="344" y="703"/>
                    <a:pt x="349" y="707"/>
                  </a:cubicBezTo>
                  <a:cubicBezTo>
                    <a:pt x="352" y="708"/>
                    <a:pt x="352" y="708"/>
                    <a:pt x="352" y="708"/>
                  </a:cubicBezTo>
                  <a:cubicBezTo>
                    <a:pt x="354" y="710"/>
                    <a:pt x="356" y="714"/>
                    <a:pt x="358" y="720"/>
                  </a:cubicBezTo>
                  <a:cubicBezTo>
                    <a:pt x="370" y="729"/>
                    <a:pt x="370" y="729"/>
                    <a:pt x="370" y="729"/>
                  </a:cubicBezTo>
                  <a:cubicBezTo>
                    <a:pt x="379" y="729"/>
                    <a:pt x="379" y="729"/>
                    <a:pt x="379" y="729"/>
                  </a:cubicBezTo>
                  <a:cubicBezTo>
                    <a:pt x="380" y="729"/>
                    <a:pt x="380" y="729"/>
                    <a:pt x="380" y="729"/>
                  </a:cubicBezTo>
                  <a:cubicBezTo>
                    <a:pt x="381" y="729"/>
                    <a:pt x="381" y="729"/>
                    <a:pt x="381" y="729"/>
                  </a:cubicBezTo>
                  <a:cubicBezTo>
                    <a:pt x="382" y="729"/>
                    <a:pt x="382" y="729"/>
                    <a:pt x="382" y="729"/>
                  </a:cubicBezTo>
                  <a:cubicBezTo>
                    <a:pt x="395" y="735"/>
                    <a:pt x="395" y="735"/>
                    <a:pt x="395" y="735"/>
                  </a:cubicBezTo>
                  <a:cubicBezTo>
                    <a:pt x="418" y="733"/>
                    <a:pt x="418" y="733"/>
                    <a:pt x="418" y="733"/>
                  </a:cubicBezTo>
                  <a:cubicBezTo>
                    <a:pt x="432" y="729"/>
                    <a:pt x="432" y="729"/>
                    <a:pt x="432" y="729"/>
                  </a:cubicBezTo>
                  <a:cubicBezTo>
                    <a:pt x="466" y="732"/>
                    <a:pt x="466" y="732"/>
                    <a:pt x="466" y="732"/>
                  </a:cubicBezTo>
                  <a:cubicBezTo>
                    <a:pt x="481" y="728"/>
                    <a:pt x="481" y="728"/>
                    <a:pt x="481" y="728"/>
                  </a:cubicBezTo>
                  <a:cubicBezTo>
                    <a:pt x="499" y="720"/>
                    <a:pt x="499" y="720"/>
                    <a:pt x="499" y="720"/>
                  </a:cubicBezTo>
                  <a:cubicBezTo>
                    <a:pt x="503" y="718"/>
                    <a:pt x="507" y="716"/>
                    <a:pt x="513" y="714"/>
                  </a:cubicBezTo>
                  <a:cubicBezTo>
                    <a:pt x="546" y="714"/>
                    <a:pt x="546" y="714"/>
                    <a:pt x="546" y="714"/>
                  </a:cubicBezTo>
                  <a:cubicBezTo>
                    <a:pt x="559" y="710"/>
                    <a:pt x="559" y="710"/>
                    <a:pt x="559" y="710"/>
                  </a:cubicBezTo>
                  <a:cubicBezTo>
                    <a:pt x="563" y="707"/>
                    <a:pt x="568" y="705"/>
                    <a:pt x="571" y="705"/>
                  </a:cubicBezTo>
                  <a:cubicBezTo>
                    <a:pt x="591" y="705"/>
                    <a:pt x="591" y="705"/>
                    <a:pt x="591" y="705"/>
                  </a:cubicBezTo>
                  <a:cubicBezTo>
                    <a:pt x="600" y="712"/>
                    <a:pt x="600" y="712"/>
                    <a:pt x="600" y="712"/>
                  </a:cubicBezTo>
                  <a:cubicBezTo>
                    <a:pt x="626" y="717"/>
                    <a:pt x="626" y="717"/>
                    <a:pt x="626" y="717"/>
                  </a:cubicBezTo>
                  <a:cubicBezTo>
                    <a:pt x="630" y="717"/>
                    <a:pt x="633" y="720"/>
                    <a:pt x="639" y="726"/>
                  </a:cubicBezTo>
                  <a:cubicBezTo>
                    <a:pt x="650" y="733"/>
                    <a:pt x="650" y="733"/>
                    <a:pt x="650" y="733"/>
                  </a:cubicBezTo>
                  <a:cubicBezTo>
                    <a:pt x="651" y="734"/>
                    <a:pt x="651" y="734"/>
                    <a:pt x="651" y="734"/>
                  </a:cubicBezTo>
                  <a:cubicBezTo>
                    <a:pt x="676" y="735"/>
                    <a:pt x="676" y="735"/>
                    <a:pt x="676" y="735"/>
                  </a:cubicBezTo>
                  <a:cubicBezTo>
                    <a:pt x="676" y="735"/>
                    <a:pt x="676" y="735"/>
                    <a:pt x="676" y="735"/>
                  </a:cubicBezTo>
                  <a:cubicBezTo>
                    <a:pt x="677" y="735"/>
                    <a:pt x="677" y="735"/>
                    <a:pt x="677" y="735"/>
                  </a:cubicBezTo>
                  <a:cubicBezTo>
                    <a:pt x="688" y="741"/>
                    <a:pt x="688" y="741"/>
                    <a:pt x="688" y="741"/>
                  </a:cubicBezTo>
                  <a:cubicBezTo>
                    <a:pt x="704" y="744"/>
                    <a:pt x="704" y="744"/>
                    <a:pt x="704" y="744"/>
                  </a:cubicBezTo>
                  <a:cubicBezTo>
                    <a:pt x="704" y="744"/>
                    <a:pt x="704" y="744"/>
                    <a:pt x="704" y="744"/>
                  </a:cubicBezTo>
                  <a:cubicBezTo>
                    <a:pt x="717" y="746"/>
                    <a:pt x="717" y="746"/>
                    <a:pt x="717" y="746"/>
                  </a:cubicBezTo>
                  <a:cubicBezTo>
                    <a:pt x="721" y="738"/>
                    <a:pt x="721" y="738"/>
                    <a:pt x="721" y="738"/>
                  </a:cubicBezTo>
                  <a:cubicBezTo>
                    <a:pt x="715" y="726"/>
                    <a:pt x="715" y="726"/>
                    <a:pt x="715" y="726"/>
                  </a:cubicBezTo>
                  <a:cubicBezTo>
                    <a:pt x="713" y="714"/>
                    <a:pt x="713" y="714"/>
                    <a:pt x="713" y="714"/>
                  </a:cubicBezTo>
                  <a:cubicBezTo>
                    <a:pt x="713" y="714"/>
                    <a:pt x="713" y="714"/>
                    <a:pt x="713" y="714"/>
                  </a:cubicBezTo>
                  <a:cubicBezTo>
                    <a:pt x="712" y="714"/>
                    <a:pt x="712" y="714"/>
                    <a:pt x="712" y="714"/>
                  </a:cubicBezTo>
                  <a:cubicBezTo>
                    <a:pt x="714" y="712"/>
                    <a:pt x="714" y="712"/>
                    <a:pt x="714" y="712"/>
                  </a:cubicBezTo>
                  <a:cubicBezTo>
                    <a:pt x="722" y="700"/>
                    <a:pt x="722" y="700"/>
                    <a:pt x="722" y="700"/>
                  </a:cubicBezTo>
                  <a:cubicBezTo>
                    <a:pt x="722" y="700"/>
                    <a:pt x="722" y="700"/>
                    <a:pt x="722" y="700"/>
                  </a:cubicBezTo>
                  <a:cubicBezTo>
                    <a:pt x="722" y="700"/>
                    <a:pt x="722" y="700"/>
                    <a:pt x="722" y="700"/>
                  </a:cubicBezTo>
                  <a:cubicBezTo>
                    <a:pt x="723" y="700"/>
                    <a:pt x="723" y="700"/>
                    <a:pt x="723" y="700"/>
                  </a:cubicBezTo>
                  <a:cubicBezTo>
                    <a:pt x="723" y="699"/>
                    <a:pt x="723" y="699"/>
                    <a:pt x="723" y="699"/>
                  </a:cubicBezTo>
                  <a:cubicBezTo>
                    <a:pt x="731" y="693"/>
                    <a:pt x="731" y="693"/>
                    <a:pt x="731" y="693"/>
                  </a:cubicBezTo>
                  <a:cubicBezTo>
                    <a:pt x="731" y="693"/>
                    <a:pt x="731" y="693"/>
                    <a:pt x="731" y="693"/>
                  </a:cubicBezTo>
                  <a:cubicBezTo>
                    <a:pt x="730" y="689"/>
                    <a:pt x="730" y="689"/>
                    <a:pt x="730" y="689"/>
                  </a:cubicBezTo>
                  <a:cubicBezTo>
                    <a:pt x="726" y="677"/>
                    <a:pt x="726" y="677"/>
                    <a:pt x="726" y="677"/>
                  </a:cubicBezTo>
                  <a:cubicBezTo>
                    <a:pt x="726" y="675"/>
                    <a:pt x="724" y="674"/>
                    <a:pt x="721" y="672"/>
                  </a:cubicBezTo>
                  <a:cubicBezTo>
                    <a:pt x="721" y="672"/>
                    <a:pt x="721" y="672"/>
                    <a:pt x="721" y="672"/>
                  </a:cubicBezTo>
                  <a:cubicBezTo>
                    <a:pt x="711" y="662"/>
                    <a:pt x="711" y="662"/>
                    <a:pt x="711" y="662"/>
                  </a:cubicBezTo>
                  <a:cubicBezTo>
                    <a:pt x="700" y="652"/>
                    <a:pt x="700" y="652"/>
                    <a:pt x="700" y="652"/>
                  </a:cubicBezTo>
                  <a:cubicBezTo>
                    <a:pt x="699" y="651"/>
                    <a:pt x="699" y="651"/>
                    <a:pt x="699" y="651"/>
                  </a:cubicBezTo>
                  <a:cubicBezTo>
                    <a:pt x="698" y="650"/>
                    <a:pt x="698" y="650"/>
                    <a:pt x="698" y="650"/>
                  </a:cubicBezTo>
                  <a:cubicBezTo>
                    <a:pt x="699" y="650"/>
                    <a:pt x="699" y="650"/>
                    <a:pt x="699" y="650"/>
                  </a:cubicBezTo>
                  <a:cubicBezTo>
                    <a:pt x="699" y="649"/>
                    <a:pt x="699" y="649"/>
                    <a:pt x="699" y="649"/>
                  </a:cubicBezTo>
                  <a:cubicBezTo>
                    <a:pt x="701" y="637"/>
                    <a:pt x="701" y="637"/>
                    <a:pt x="701" y="637"/>
                  </a:cubicBezTo>
                  <a:cubicBezTo>
                    <a:pt x="701" y="629"/>
                    <a:pt x="701" y="629"/>
                    <a:pt x="701" y="629"/>
                  </a:cubicBezTo>
                  <a:cubicBezTo>
                    <a:pt x="695" y="614"/>
                    <a:pt x="695" y="614"/>
                    <a:pt x="695" y="614"/>
                  </a:cubicBezTo>
                  <a:cubicBezTo>
                    <a:pt x="709" y="611"/>
                    <a:pt x="709" y="611"/>
                    <a:pt x="709" y="611"/>
                  </a:cubicBezTo>
                  <a:cubicBezTo>
                    <a:pt x="716" y="604"/>
                    <a:pt x="716" y="604"/>
                    <a:pt x="716" y="604"/>
                  </a:cubicBezTo>
                  <a:cubicBezTo>
                    <a:pt x="733" y="604"/>
                    <a:pt x="733" y="604"/>
                    <a:pt x="733" y="604"/>
                  </a:cubicBezTo>
                  <a:cubicBezTo>
                    <a:pt x="750" y="602"/>
                    <a:pt x="750" y="602"/>
                    <a:pt x="750" y="602"/>
                  </a:cubicBezTo>
                  <a:cubicBezTo>
                    <a:pt x="750" y="602"/>
                    <a:pt x="750" y="602"/>
                    <a:pt x="750" y="602"/>
                  </a:cubicBezTo>
                  <a:cubicBezTo>
                    <a:pt x="762" y="603"/>
                    <a:pt x="762" y="603"/>
                    <a:pt x="762" y="603"/>
                  </a:cubicBezTo>
                  <a:cubicBezTo>
                    <a:pt x="775" y="598"/>
                    <a:pt x="775" y="598"/>
                    <a:pt x="775" y="598"/>
                  </a:cubicBezTo>
                  <a:cubicBezTo>
                    <a:pt x="790" y="596"/>
                    <a:pt x="790" y="596"/>
                    <a:pt x="790" y="596"/>
                  </a:cubicBezTo>
                  <a:cubicBezTo>
                    <a:pt x="800" y="592"/>
                    <a:pt x="800" y="592"/>
                    <a:pt x="800" y="592"/>
                  </a:cubicBezTo>
                  <a:cubicBezTo>
                    <a:pt x="801" y="592"/>
                    <a:pt x="801" y="592"/>
                    <a:pt x="801" y="592"/>
                  </a:cubicBezTo>
                  <a:cubicBezTo>
                    <a:pt x="827" y="587"/>
                    <a:pt x="827" y="587"/>
                    <a:pt x="827" y="587"/>
                  </a:cubicBezTo>
                  <a:cubicBezTo>
                    <a:pt x="831" y="583"/>
                    <a:pt x="831" y="583"/>
                    <a:pt x="831" y="583"/>
                  </a:cubicBezTo>
                  <a:cubicBezTo>
                    <a:pt x="830" y="578"/>
                    <a:pt x="830" y="578"/>
                    <a:pt x="830" y="578"/>
                  </a:cubicBezTo>
                  <a:cubicBezTo>
                    <a:pt x="825" y="570"/>
                    <a:pt x="825" y="570"/>
                    <a:pt x="825" y="570"/>
                  </a:cubicBezTo>
                  <a:cubicBezTo>
                    <a:pt x="825" y="569"/>
                    <a:pt x="825" y="569"/>
                    <a:pt x="825" y="569"/>
                  </a:cubicBezTo>
                  <a:cubicBezTo>
                    <a:pt x="824" y="568"/>
                    <a:pt x="824" y="568"/>
                    <a:pt x="824" y="568"/>
                  </a:cubicBezTo>
                  <a:cubicBezTo>
                    <a:pt x="824" y="568"/>
                    <a:pt x="824" y="568"/>
                    <a:pt x="824" y="568"/>
                  </a:cubicBezTo>
                  <a:cubicBezTo>
                    <a:pt x="826" y="559"/>
                    <a:pt x="826" y="559"/>
                    <a:pt x="826" y="559"/>
                  </a:cubicBezTo>
                  <a:cubicBezTo>
                    <a:pt x="826" y="558"/>
                    <a:pt x="826" y="558"/>
                    <a:pt x="826" y="558"/>
                  </a:cubicBezTo>
                  <a:cubicBezTo>
                    <a:pt x="826" y="545"/>
                    <a:pt x="826" y="545"/>
                    <a:pt x="826" y="545"/>
                  </a:cubicBezTo>
                  <a:cubicBezTo>
                    <a:pt x="824" y="535"/>
                    <a:pt x="824" y="535"/>
                    <a:pt x="824" y="535"/>
                  </a:cubicBezTo>
                  <a:cubicBezTo>
                    <a:pt x="824" y="535"/>
                    <a:pt x="824" y="535"/>
                    <a:pt x="824" y="535"/>
                  </a:cubicBezTo>
                  <a:cubicBezTo>
                    <a:pt x="824" y="534"/>
                    <a:pt x="824" y="534"/>
                    <a:pt x="824" y="534"/>
                  </a:cubicBezTo>
                  <a:cubicBezTo>
                    <a:pt x="830" y="522"/>
                    <a:pt x="830" y="522"/>
                    <a:pt x="830" y="522"/>
                  </a:cubicBezTo>
                  <a:cubicBezTo>
                    <a:pt x="832" y="516"/>
                    <a:pt x="835" y="513"/>
                    <a:pt x="839" y="513"/>
                  </a:cubicBezTo>
                  <a:cubicBezTo>
                    <a:pt x="855" y="514"/>
                    <a:pt x="855" y="514"/>
                    <a:pt x="855" y="514"/>
                  </a:cubicBezTo>
                  <a:cubicBezTo>
                    <a:pt x="857" y="514"/>
                    <a:pt x="860" y="513"/>
                    <a:pt x="863" y="511"/>
                  </a:cubicBezTo>
                  <a:cubicBezTo>
                    <a:pt x="887" y="479"/>
                    <a:pt x="887" y="479"/>
                    <a:pt x="887" y="479"/>
                  </a:cubicBezTo>
                  <a:cubicBezTo>
                    <a:pt x="887" y="478"/>
                    <a:pt x="887" y="478"/>
                    <a:pt x="887" y="478"/>
                  </a:cubicBezTo>
                  <a:cubicBezTo>
                    <a:pt x="888" y="477"/>
                    <a:pt x="888" y="477"/>
                    <a:pt x="888" y="477"/>
                  </a:cubicBezTo>
                  <a:cubicBezTo>
                    <a:pt x="900" y="467"/>
                    <a:pt x="900" y="467"/>
                    <a:pt x="900" y="467"/>
                  </a:cubicBezTo>
                  <a:cubicBezTo>
                    <a:pt x="901" y="466"/>
                    <a:pt x="901" y="466"/>
                    <a:pt x="901" y="466"/>
                  </a:cubicBezTo>
                  <a:cubicBezTo>
                    <a:pt x="906" y="465"/>
                    <a:pt x="909" y="463"/>
                    <a:pt x="911" y="462"/>
                  </a:cubicBezTo>
                  <a:cubicBezTo>
                    <a:pt x="914" y="459"/>
                    <a:pt x="914" y="459"/>
                    <a:pt x="914" y="459"/>
                  </a:cubicBezTo>
                  <a:cubicBezTo>
                    <a:pt x="918" y="453"/>
                    <a:pt x="922" y="451"/>
                    <a:pt x="925" y="451"/>
                  </a:cubicBezTo>
                  <a:cubicBezTo>
                    <a:pt x="945" y="455"/>
                    <a:pt x="945" y="455"/>
                    <a:pt x="945" y="455"/>
                  </a:cubicBezTo>
                  <a:cubicBezTo>
                    <a:pt x="963" y="446"/>
                    <a:pt x="963" y="446"/>
                    <a:pt x="963" y="446"/>
                  </a:cubicBezTo>
                  <a:cubicBezTo>
                    <a:pt x="963" y="446"/>
                    <a:pt x="963" y="446"/>
                    <a:pt x="963" y="446"/>
                  </a:cubicBezTo>
                  <a:cubicBezTo>
                    <a:pt x="963" y="446"/>
                    <a:pt x="963" y="446"/>
                    <a:pt x="963" y="446"/>
                  </a:cubicBezTo>
                  <a:cubicBezTo>
                    <a:pt x="963" y="446"/>
                    <a:pt x="963" y="446"/>
                    <a:pt x="963" y="446"/>
                  </a:cubicBezTo>
                  <a:cubicBezTo>
                    <a:pt x="964" y="446"/>
                    <a:pt x="964" y="446"/>
                    <a:pt x="964" y="446"/>
                  </a:cubicBezTo>
                  <a:cubicBezTo>
                    <a:pt x="974" y="445"/>
                    <a:pt x="974" y="445"/>
                    <a:pt x="974" y="445"/>
                  </a:cubicBezTo>
                  <a:cubicBezTo>
                    <a:pt x="983" y="442"/>
                    <a:pt x="983" y="442"/>
                    <a:pt x="983" y="442"/>
                  </a:cubicBezTo>
                  <a:cubicBezTo>
                    <a:pt x="983" y="428"/>
                    <a:pt x="983" y="428"/>
                    <a:pt x="983" y="428"/>
                  </a:cubicBezTo>
                  <a:cubicBezTo>
                    <a:pt x="985" y="410"/>
                    <a:pt x="985" y="410"/>
                    <a:pt x="985" y="410"/>
                  </a:cubicBezTo>
                  <a:cubicBezTo>
                    <a:pt x="985" y="409"/>
                    <a:pt x="985" y="409"/>
                    <a:pt x="985" y="409"/>
                  </a:cubicBezTo>
                  <a:cubicBezTo>
                    <a:pt x="985" y="409"/>
                    <a:pt x="985" y="409"/>
                    <a:pt x="985" y="409"/>
                  </a:cubicBezTo>
                  <a:cubicBezTo>
                    <a:pt x="985" y="409"/>
                    <a:pt x="985" y="409"/>
                    <a:pt x="985" y="409"/>
                  </a:cubicBezTo>
                  <a:cubicBezTo>
                    <a:pt x="988" y="404"/>
                    <a:pt x="988" y="404"/>
                    <a:pt x="988" y="404"/>
                  </a:cubicBezTo>
                  <a:lnTo>
                    <a:pt x="988" y="403"/>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6" name="Freeform 16"/>
            <p:cNvSpPr/>
            <p:nvPr/>
          </p:nvSpPr>
          <p:spPr bwMode="auto">
            <a:xfrm>
              <a:off x="1721041" y="2626297"/>
              <a:ext cx="1065212" cy="765175"/>
            </a:xfrm>
            <a:custGeom>
              <a:avLst/>
              <a:gdLst>
                <a:gd name="T0" fmla="*/ 366 w 616"/>
                <a:gd name="T1" fmla="*/ 44 h 442"/>
                <a:gd name="T2" fmla="*/ 347 w 616"/>
                <a:gd name="T3" fmla="*/ 64 h 442"/>
                <a:gd name="T4" fmla="*/ 290 w 616"/>
                <a:gd name="T5" fmla="*/ 22 h 442"/>
                <a:gd name="T6" fmla="*/ 271 w 616"/>
                <a:gd name="T7" fmla="*/ 14 h 442"/>
                <a:gd name="T8" fmla="*/ 219 w 616"/>
                <a:gd name="T9" fmla="*/ 3 h 442"/>
                <a:gd name="T10" fmla="*/ 174 w 616"/>
                <a:gd name="T11" fmla="*/ 8 h 442"/>
                <a:gd name="T12" fmla="*/ 150 w 616"/>
                <a:gd name="T13" fmla="*/ 15 h 442"/>
                <a:gd name="T14" fmla="*/ 109 w 616"/>
                <a:gd name="T15" fmla="*/ 21 h 442"/>
                <a:gd name="T16" fmla="*/ 63 w 616"/>
                <a:gd name="T17" fmla="*/ 31 h 442"/>
                <a:gd name="T18" fmla="*/ 75 w 616"/>
                <a:gd name="T19" fmla="*/ 69 h 442"/>
                <a:gd name="T20" fmla="*/ 95 w 616"/>
                <a:gd name="T21" fmla="*/ 98 h 442"/>
                <a:gd name="T22" fmla="*/ 80 w 616"/>
                <a:gd name="T23" fmla="*/ 136 h 442"/>
                <a:gd name="T24" fmla="*/ 85 w 616"/>
                <a:gd name="T25" fmla="*/ 155 h 442"/>
                <a:gd name="T26" fmla="*/ 46 w 616"/>
                <a:gd name="T27" fmla="*/ 159 h 442"/>
                <a:gd name="T28" fmla="*/ 15 w 616"/>
                <a:gd name="T29" fmla="*/ 184 h 442"/>
                <a:gd name="T30" fmla="*/ 3 w 616"/>
                <a:gd name="T31" fmla="*/ 207 h 442"/>
                <a:gd name="T32" fmla="*/ 8 w 616"/>
                <a:gd name="T33" fmla="*/ 256 h 442"/>
                <a:gd name="T34" fmla="*/ 13 w 616"/>
                <a:gd name="T35" fmla="*/ 299 h 442"/>
                <a:gd name="T36" fmla="*/ 59 w 616"/>
                <a:gd name="T37" fmla="*/ 317 h 442"/>
                <a:gd name="T38" fmla="*/ 77 w 616"/>
                <a:gd name="T39" fmla="*/ 330 h 442"/>
                <a:gd name="T40" fmla="*/ 97 w 616"/>
                <a:gd name="T41" fmla="*/ 348 h 442"/>
                <a:gd name="T42" fmla="*/ 142 w 616"/>
                <a:gd name="T43" fmla="*/ 367 h 442"/>
                <a:gd name="T44" fmla="*/ 206 w 616"/>
                <a:gd name="T45" fmla="*/ 380 h 442"/>
                <a:gd name="T46" fmla="*/ 241 w 616"/>
                <a:gd name="T47" fmla="*/ 388 h 442"/>
                <a:gd name="T48" fmla="*/ 259 w 616"/>
                <a:gd name="T49" fmla="*/ 407 h 442"/>
                <a:gd name="T50" fmla="*/ 265 w 616"/>
                <a:gd name="T51" fmla="*/ 421 h 442"/>
                <a:gd name="T52" fmla="*/ 278 w 616"/>
                <a:gd name="T53" fmla="*/ 438 h 442"/>
                <a:gd name="T54" fmla="*/ 297 w 616"/>
                <a:gd name="T55" fmla="*/ 432 h 442"/>
                <a:gd name="T56" fmla="*/ 319 w 616"/>
                <a:gd name="T57" fmla="*/ 424 h 442"/>
                <a:gd name="T58" fmla="*/ 338 w 616"/>
                <a:gd name="T59" fmla="*/ 419 h 442"/>
                <a:gd name="T60" fmla="*/ 344 w 616"/>
                <a:gd name="T61" fmla="*/ 396 h 442"/>
                <a:gd name="T62" fmla="*/ 368 w 616"/>
                <a:gd name="T63" fmla="*/ 356 h 442"/>
                <a:gd name="T64" fmla="*/ 364 w 616"/>
                <a:gd name="T65" fmla="*/ 319 h 442"/>
                <a:gd name="T66" fmla="*/ 374 w 616"/>
                <a:gd name="T67" fmla="*/ 308 h 442"/>
                <a:gd name="T68" fmla="*/ 423 w 616"/>
                <a:gd name="T69" fmla="*/ 324 h 442"/>
                <a:gd name="T70" fmla="*/ 432 w 616"/>
                <a:gd name="T71" fmla="*/ 350 h 442"/>
                <a:gd name="T72" fmla="*/ 454 w 616"/>
                <a:gd name="T73" fmla="*/ 378 h 442"/>
                <a:gd name="T74" fmla="*/ 494 w 616"/>
                <a:gd name="T75" fmla="*/ 393 h 442"/>
                <a:gd name="T76" fmla="*/ 505 w 616"/>
                <a:gd name="T77" fmla="*/ 396 h 442"/>
                <a:gd name="T78" fmla="*/ 532 w 616"/>
                <a:gd name="T79" fmla="*/ 385 h 442"/>
                <a:gd name="T80" fmla="*/ 548 w 616"/>
                <a:gd name="T81" fmla="*/ 359 h 442"/>
                <a:gd name="T82" fmla="*/ 526 w 616"/>
                <a:gd name="T83" fmla="*/ 347 h 442"/>
                <a:gd name="T84" fmla="*/ 557 w 616"/>
                <a:gd name="T85" fmla="*/ 309 h 442"/>
                <a:gd name="T86" fmla="*/ 571 w 616"/>
                <a:gd name="T87" fmla="*/ 265 h 442"/>
                <a:gd name="T88" fmla="*/ 611 w 616"/>
                <a:gd name="T89" fmla="*/ 220 h 442"/>
                <a:gd name="T90" fmla="*/ 608 w 616"/>
                <a:gd name="T91" fmla="*/ 194 h 442"/>
                <a:gd name="T92" fmla="*/ 580 w 616"/>
                <a:gd name="T93" fmla="*/ 128 h 442"/>
                <a:gd name="T94" fmla="*/ 559 w 616"/>
                <a:gd name="T95" fmla="*/ 121 h 442"/>
                <a:gd name="T96" fmla="*/ 511 w 616"/>
                <a:gd name="T97" fmla="*/ 76 h 442"/>
                <a:gd name="T98" fmla="*/ 499 w 616"/>
                <a:gd name="T99" fmla="*/ 80 h 442"/>
                <a:gd name="T100" fmla="*/ 467 w 616"/>
                <a:gd name="T101" fmla="*/ 59 h 442"/>
                <a:gd name="T102" fmla="*/ 427 w 616"/>
                <a:gd name="T103" fmla="*/ 39 h 442"/>
                <a:gd name="T104" fmla="*/ 413 w 616"/>
                <a:gd name="T105" fmla="*/ 41 h 442"/>
                <a:gd name="T106" fmla="*/ 368 w 616"/>
                <a:gd name="T107" fmla="*/ 23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16" h="442">
                  <a:moveTo>
                    <a:pt x="368" y="23"/>
                  </a:moveTo>
                  <a:cubicBezTo>
                    <a:pt x="362" y="27"/>
                    <a:pt x="362" y="27"/>
                    <a:pt x="362" y="27"/>
                  </a:cubicBezTo>
                  <a:cubicBezTo>
                    <a:pt x="362" y="30"/>
                    <a:pt x="364" y="35"/>
                    <a:pt x="365" y="43"/>
                  </a:cubicBezTo>
                  <a:cubicBezTo>
                    <a:pt x="365" y="44"/>
                    <a:pt x="365" y="44"/>
                    <a:pt x="365" y="44"/>
                  </a:cubicBezTo>
                  <a:cubicBezTo>
                    <a:pt x="366" y="44"/>
                    <a:pt x="366" y="44"/>
                    <a:pt x="366" y="44"/>
                  </a:cubicBezTo>
                  <a:cubicBezTo>
                    <a:pt x="365" y="44"/>
                    <a:pt x="365" y="44"/>
                    <a:pt x="365" y="44"/>
                  </a:cubicBezTo>
                  <a:cubicBezTo>
                    <a:pt x="359" y="59"/>
                    <a:pt x="359" y="59"/>
                    <a:pt x="359" y="59"/>
                  </a:cubicBezTo>
                  <a:cubicBezTo>
                    <a:pt x="350" y="63"/>
                    <a:pt x="350" y="63"/>
                    <a:pt x="350" y="63"/>
                  </a:cubicBezTo>
                  <a:cubicBezTo>
                    <a:pt x="348" y="64"/>
                    <a:pt x="348" y="64"/>
                    <a:pt x="348" y="64"/>
                  </a:cubicBezTo>
                  <a:cubicBezTo>
                    <a:pt x="347" y="64"/>
                    <a:pt x="347" y="64"/>
                    <a:pt x="347" y="64"/>
                  </a:cubicBezTo>
                  <a:cubicBezTo>
                    <a:pt x="331" y="56"/>
                    <a:pt x="331" y="56"/>
                    <a:pt x="331" y="56"/>
                  </a:cubicBezTo>
                  <a:cubicBezTo>
                    <a:pt x="331" y="56"/>
                    <a:pt x="331" y="56"/>
                    <a:pt x="331" y="56"/>
                  </a:cubicBezTo>
                  <a:cubicBezTo>
                    <a:pt x="331" y="56"/>
                    <a:pt x="331" y="56"/>
                    <a:pt x="331" y="56"/>
                  </a:cubicBezTo>
                  <a:cubicBezTo>
                    <a:pt x="301" y="28"/>
                    <a:pt x="301" y="28"/>
                    <a:pt x="301" y="28"/>
                  </a:cubicBezTo>
                  <a:cubicBezTo>
                    <a:pt x="290" y="22"/>
                    <a:pt x="290" y="22"/>
                    <a:pt x="290" y="22"/>
                  </a:cubicBezTo>
                  <a:cubicBezTo>
                    <a:pt x="271" y="15"/>
                    <a:pt x="271" y="15"/>
                    <a:pt x="271" y="15"/>
                  </a:cubicBezTo>
                  <a:cubicBezTo>
                    <a:pt x="271" y="14"/>
                    <a:pt x="271" y="14"/>
                    <a:pt x="271" y="14"/>
                  </a:cubicBezTo>
                  <a:cubicBezTo>
                    <a:pt x="271" y="14"/>
                    <a:pt x="271" y="14"/>
                    <a:pt x="271" y="14"/>
                  </a:cubicBezTo>
                  <a:cubicBezTo>
                    <a:pt x="271" y="14"/>
                    <a:pt x="271" y="14"/>
                    <a:pt x="271" y="14"/>
                  </a:cubicBezTo>
                  <a:cubicBezTo>
                    <a:pt x="271" y="14"/>
                    <a:pt x="271" y="14"/>
                    <a:pt x="271" y="14"/>
                  </a:cubicBezTo>
                  <a:cubicBezTo>
                    <a:pt x="262" y="8"/>
                    <a:pt x="262" y="8"/>
                    <a:pt x="262" y="8"/>
                  </a:cubicBezTo>
                  <a:cubicBezTo>
                    <a:pt x="247" y="4"/>
                    <a:pt x="247" y="4"/>
                    <a:pt x="247" y="4"/>
                  </a:cubicBezTo>
                  <a:cubicBezTo>
                    <a:pt x="239" y="4"/>
                    <a:pt x="239" y="4"/>
                    <a:pt x="239" y="4"/>
                  </a:cubicBezTo>
                  <a:cubicBezTo>
                    <a:pt x="238" y="4"/>
                    <a:pt x="238" y="4"/>
                    <a:pt x="238" y="4"/>
                  </a:cubicBezTo>
                  <a:cubicBezTo>
                    <a:pt x="219" y="3"/>
                    <a:pt x="219" y="3"/>
                    <a:pt x="219" y="3"/>
                  </a:cubicBezTo>
                  <a:cubicBezTo>
                    <a:pt x="218" y="3"/>
                    <a:pt x="218" y="3"/>
                    <a:pt x="218" y="3"/>
                  </a:cubicBezTo>
                  <a:cubicBezTo>
                    <a:pt x="204" y="0"/>
                    <a:pt x="204" y="0"/>
                    <a:pt x="204" y="0"/>
                  </a:cubicBezTo>
                  <a:cubicBezTo>
                    <a:pt x="196" y="0"/>
                    <a:pt x="196" y="0"/>
                    <a:pt x="196" y="0"/>
                  </a:cubicBezTo>
                  <a:cubicBezTo>
                    <a:pt x="189" y="5"/>
                    <a:pt x="189" y="5"/>
                    <a:pt x="189" y="5"/>
                  </a:cubicBezTo>
                  <a:cubicBezTo>
                    <a:pt x="185" y="7"/>
                    <a:pt x="180" y="7"/>
                    <a:pt x="174" y="8"/>
                  </a:cubicBezTo>
                  <a:cubicBezTo>
                    <a:pt x="162" y="11"/>
                    <a:pt x="162" y="11"/>
                    <a:pt x="162" y="11"/>
                  </a:cubicBezTo>
                  <a:cubicBezTo>
                    <a:pt x="151" y="14"/>
                    <a:pt x="151" y="14"/>
                    <a:pt x="151" y="14"/>
                  </a:cubicBezTo>
                  <a:cubicBezTo>
                    <a:pt x="150" y="15"/>
                    <a:pt x="150" y="15"/>
                    <a:pt x="150" y="15"/>
                  </a:cubicBezTo>
                  <a:cubicBezTo>
                    <a:pt x="150" y="16"/>
                    <a:pt x="150" y="16"/>
                    <a:pt x="150" y="16"/>
                  </a:cubicBezTo>
                  <a:cubicBezTo>
                    <a:pt x="150" y="15"/>
                    <a:pt x="150" y="15"/>
                    <a:pt x="150" y="15"/>
                  </a:cubicBezTo>
                  <a:cubicBezTo>
                    <a:pt x="137" y="16"/>
                    <a:pt x="137" y="16"/>
                    <a:pt x="137" y="16"/>
                  </a:cubicBezTo>
                  <a:cubicBezTo>
                    <a:pt x="123" y="22"/>
                    <a:pt x="123" y="22"/>
                    <a:pt x="123" y="22"/>
                  </a:cubicBezTo>
                  <a:cubicBezTo>
                    <a:pt x="123" y="22"/>
                    <a:pt x="123" y="22"/>
                    <a:pt x="123" y="22"/>
                  </a:cubicBezTo>
                  <a:cubicBezTo>
                    <a:pt x="121" y="22"/>
                    <a:pt x="121" y="22"/>
                    <a:pt x="121" y="22"/>
                  </a:cubicBezTo>
                  <a:cubicBezTo>
                    <a:pt x="109" y="21"/>
                    <a:pt x="109" y="21"/>
                    <a:pt x="109" y="21"/>
                  </a:cubicBezTo>
                  <a:cubicBezTo>
                    <a:pt x="92" y="23"/>
                    <a:pt x="92" y="23"/>
                    <a:pt x="92" y="23"/>
                  </a:cubicBezTo>
                  <a:cubicBezTo>
                    <a:pt x="77" y="23"/>
                    <a:pt x="77" y="23"/>
                    <a:pt x="77" y="23"/>
                  </a:cubicBezTo>
                  <a:cubicBezTo>
                    <a:pt x="71" y="29"/>
                    <a:pt x="71" y="29"/>
                    <a:pt x="71" y="29"/>
                  </a:cubicBezTo>
                  <a:cubicBezTo>
                    <a:pt x="70" y="29"/>
                    <a:pt x="70" y="29"/>
                    <a:pt x="70" y="29"/>
                  </a:cubicBezTo>
                  <a:cubicBezTo>
                    <a:pt x="63" y="31"/>
                    <a:pt x="63" y="31"/>
                    <a:pt x="63" y="31"/>
                  </a:cubicBezTo>
                  <a:cubicBezTo>
                    <a:pt x="66" y="38"/>
                    <a:pt x="66" y="38"/>
                    <a:pt x="66" y="38"/>
                  </a:cubicBezTo>
                  <a:cubicBezTo>
                    <a:pt x="66" y="50"/>
                    <a:pt x="66" y="50"/>
                    <a:pt x="66" y="50"/>
                  </a:cubicBezTo>
                  <a:cubicBezTo>
                    <a:pt x="64" y="60"/>
                    <a:pt x="64" y="60"/>
                    <a:pt x="64" y="60"/>
                  </a:cubicBezTo>
                  <a:cubicBezTo>
                    <a:pt x="75" y="69"/>
                    <a:pt x="75" y="69"/>
                    <a:pt x="75" y="69"/>
                  </a:cubicBezTo>
                  <a:cubicBezTo>
                    <a:pt x="75" y="69"/>
                    <a:pt x="75" y="69"/>
                    <a:pt x="75" y="69"/>
                  </a:cubicBezTo>
                  <a:cubicBezTo>
                    <a:pt x="75" y="69"/>
                    <a:pt x="75" y="69"/>
                    <a:pt x="75" y="69"/>
                  </a:cubicBezTo>
                  <a:cubicBezTo>
                    <a:pt x="75" y="69"/>
                    <a:pt x="75" y="69"/>
                    <a:pt x="75" y="69"/>
                  </a:cubicBezTo>
                  <a:cubicBezTo>
                    <a:pt x="84" y="78"/>
                    <a:pt x="84" y="78"/>
                    <a:pt x="84" y="78"/>
                  </a:cubicBezTo>
                  <a:cubicBezTo>
                    <a:pt x="89" y="82"/>
                    <a:pt x="92" y="86"/>
                    <a:pt x="92" y="89"/>
                  </a:cubicBezTo>
                  <a:cubicBezTo>
                    <a:pt x="95" y="98"/>
                    <a:pt x="95" y="98"/>
                    <a:pt x="95" y="98"/>
                  </a:cubicBezTo>
                  <a:cubicBezTo>
                    <a:pt x="99" y="107"/>
                    <a:pt x="99" y="107"/>
                    <a:pt x="99" y="107"/>
                  </a:cubicBezTo>
                  <a:cubicBezTo>
                    <a:pt x="98" y="107"/>
                    <a:pt x="98" y="108"/>
                    <a:pt x="98" y="108"/>
                  </a:cubicBezTo>
                  <a:cubicBezTo>
                    <a:pt x="86" y="116"/>
                    <a:pt x="86" y="116"/>
                    <a:pt x="86" y="116"/>
                  </a:cubicBezTo>
                  <a:cubicBezTo>
                    <a:pt x="78" y="127"/>
                    <a:pt x="78" y="127"/>
                    <a:pt x="78" y="127"/>
                  </a:cubicBezTo>
                  <a:cubicBezTo>
                    <a:pt x="80" y="136"/>
                    <a:pt x="80" y="136"/>
                    <a:pt x="80" y="136"/>
                  </a:cubicBezTo>
                  <a:cubicBezTo>
                    <a:pt x="86" y="149"/>
                    <a:pt x="86" y="149"/>
                    <a:pt x="86" y="149"/>
                  </a:cubicBezTo>
                  <a:cubicBezTo>
                    <a:pt x="86" y="150"/>
                    <a:pt x="86" y="150"/>
                    <a:pt x="86" y="150"/>
                  </a:cubicBezTo>
                  <a:cubicBezTo>
                    <a:pt x="86" y="150"/>
                    <a:pt x="86" y="150"/>
                    <a:pt x="86" y="150"/>
                  </a:cubicBezTo>
                  <a:cubicBezTo>
                    <a:pt x="86" y="150"/>
                    <a:pt x="86" y="150"/>
                    <a:pt x="86" y="150"/>
                  </a:cubicBezTo>
                  <a:cubicBezTo>
                    <a:pt x="85" y="155"/>
                    <a:pt x="85" y="155"/>
                    <a:pt x="85" y="155"/>
                  </a:cubicBezTo>
                  <a:cubicBezTo>
                    <a:pt x="84" y="158"/>
                    <a:pt x="83" y="161"/>
                    <a:pt x="81" y="162"/>
                  </a:cubicBezTo>
                  <a:cubicBezTo>
                    <a:pt x="77" y="165"/>
                    <a:pt x="71" y="165"/>
                    <a:pt x="61" y="162"/>
                  </a:cubicBezTo>
                  <a:cubicBezTo>
                    <a:pt x="46" y="159"/>
                    <a:pt x="46" y="159"/>
                    <a:pt x="46" y="159"/>
                  </a:cubicBezTo>
                  <a:cubicBezTo>
                    <a:pt x="46" y="159"/>
                    <a:pt x="46" y="159"/>
                    <a:pt x="46" y="159"/>
                  </a:cubicBezTo>
                  <a:cubicBezTo>
                    <a:pt x="46" y="159"/>
                    <a:pt x="46" y="159"/>
                    <a:pt x="46" y="159"/>
                  </a:cubicBezTo>
                  <a:cubicBezTo>
                    <a:pt x="45" y="159"/>
                    <a:pt x="45" y="159"/>
                    <a:pt x="45" y="159"/>
                  </a:cubicBezTo>
                  <a:cubicBezTo>
                    <a:pt x="34" y="153"/>
                    <a:pt x="34" y="153"/>
                    <a:pt x="34" y="153"/>
                  </a:cubicBezTo>
                  <a:cubicBezTo>
                    <a:pt x="16" y="153"/>
                    <a:pt x="16" y="153"/>
                    <a:pt x="16" y="153"/>
                  </a:cubicBezTo>
                  <a:cubicBezTo>
                    <a:pt x="17" y="153"/>
                    <a:pt x="17" y="153"/>
                    <a:pt x="17" y="153"/>
                  </a:cubicBezTo>
                  <a:cubicBezTo>
                    <a:pt x="15" y="184"/>
                    <a:pt x="15" y="184"/>
                    <a:pt x="15" y="184"/>
                  </a:cubicBezTo>
                  <a:cubicBezTo>
                    <a:pt x="15" y="188"/>
                    <a:pt x="12" y="190"/>
                    <a:pt x="7" y="191"/>
                  </a:cubicBezTo>
                  <a:cubicBezTo>
                    <a:pt x="6" y="191"/>
                    <a:pt x="4" y="194"/>
                    <a:pt x="5" y="198"/>
                  </a:cubicBezTo>
                  <a:cubicBezTo>
                    <a:pt x="5" y="199"/>
                    <a:pt x="5" y="199"/>
                    <a:pt x="5" y="199"/>
                  </a:cubicBezTo>
                  <a:cubicBezTo>
                    <a:pt x="4" y="199"/>
                    <a:pt x="4" y="199"/>
                    <a:pt x="4" y="199"/>
                  </a:cubicBezTo>
                  <a:cubicBezTo>
                    <a:pt x="3" y="207"/>
                    <a:pt x="3" y="207"/>
                    <a:pt x="3" y="207"/>
                  </a:cubicBezTo>
                  <a:cubicBezTo>
                    <a:pt x="7" y="211"/>
                    <a:pt x="10" y="214"/>
                    <a:pt x="12" y="216"/>
                  </a:cubicBezTo>
                  <a:cubicBezTo>
                    <a:pt x="15" y="231"/>
                    <a:pt x="15" y="231"/>
                    <a:pt x="15" y="231"/>
                  </a:cubicBezTo>
                  <a:cubicBezTo>
                    <a:pt x="15" y="236"/>
                    <a:pt x="15" y="236"/>
                    <a:pt x="15" y="236"/>
                  </a:cubicBezTo>
                  <a:cubicBezTo>
                    <a:pt x="14" y="239"/>
                    <a:pt x="13" y="242"/>
                    <a:pt x="12" y="244"/>
                  </a:cubicBezTo>
                  <a:cubicBezTo>
                    <a:pt x="8" y="256"/>
                    <a:pt x="8" y="256"/>
                    <a:pt x="8" y="256"/>
                  </a:cubicBezTo>
                  <a:cubicBezTo>
                    <a:pt x="0" y="271"/>
                    <a:pt x="0" y="271"/>
                    <a:pt x="0" y="271"/>
                  </a:cubicBezTo>
                  <a:cubicBezTo>
                    <a:pt x="0" y="274"/>
                    <a:pt x="0" y="274"/>
                    <a:pt x="0" y="274"/>
                  </a:cubicBezTo>
                  <a:cubicBezTo>
                    <a:pt x="1" y="282"/>
                    <a:pt x="1" y="282"/>
                    <a:pt x="1" y="282"/>
                  </a:cubicBezTo>
                  <a:cubicBezTo>
                    <a:pt x="9" y="292"/>
                    <a:pt x="9" y="292"/>
                    <a:pt x="9" y="292"/>
                  </a:cubicBezTo>
                  <a:cubicBezTo>
                    <a:pt x="12" y="295"/>
                    <a:pt x="13" y="297"/>
                    <a:pt x="13" y="299"/>
                  </a:cubicBezTo>
                  <a:cubicBezTo>
                    <a:pt x="21" y="309"/>
                    <a:pt x="21" y="309"/>
                    <a:pt x="21" y="309"/>
                  </a:cubicBezTo>
                  <a:cubicBezTo>
                    <a:pt x="32" y="321"/>
                    <a:pt x="32" y="321"/>
                    <a:pt x="32" y="321"/>
                  </a:cubicBezTo>
                  <a:cubicBezTo>
                    <a:pt x="36" y="325"/>
                    <a:pt x="39" y="327"/>
                    <a:pt x="40" y="327"/>
                  </a:cubicBezTo>
                  <a:cubicBezTo>
                    <a:pt x="52" y="320"/>
                    <a:pt x="52" y="320"/>
                    <a:pt x="52" y="320"/>
                  </a:cubicBezTo>
                  <a:cubicBezTo>
                    <a:pt x="54" y="318"/>
                    <a:pt x="56" y="317"/>
                    <a:pt x="59" y="317"/>
                  </a:cubicBezTo>
                  <a:cubicBezTo>
                    <a:pt x="61" y="317"/>
                    <a:pt x="65" y="319"/>
                    <a:pt x="70" y="322"/>
                  </a:cubicBezTo>
                  <a:cubicBezTo>
                    <a:pt x="70" y="322"/>
                    <a:pt x="70" y="322"/>
                    <a:pt x="70" y="322"/>
                  </a:cubicBezTo>
                  <a:cubicBezTo>
                    <a:pt x="71" y="322"/>
                    <a:pt x="71" y="322"/>
                    <a:pt x="71" y="322"/>
                  </a:cubicBezTo>
                  <a:cubicBezTo>
                    <a:pt x="71" y="323"/>
                    <a:pt x="71" y="323"/>
                    <a:pt x="71" y="323"/>
                  </a:cubicBezTo>
                  <a:cubicBezTo>
                    <a:pt x="77" y="330"/>
                    <a:pt x="77" y="330"/>
                    <a:pt x="77" y="330"/>
                  </a:cubicBezTo>
                  <a:cubicBezTo>
                    <a:pt x="80" y="337"/>
                    <a:pt x="80" y="337"/>
                    <a:pt x="80" y="337"/>
                  </a:cubicBezTo>
                  <a:cubicBezTo>
                    <a:pt x="83" y="340"/>
                    <a:pt x="83" y="340"/>
                    <a:pt x="83" y="340"/>
                  </a:cubicBezTo>
                  <a:cubicBezTo>
                    <a:pt x="84" y="342"/>
                    <a:pt x="84" y="342"/>
                    <a:pt x="84" y="342"/>
                  </a:cubicBezTo>
                  <a:cubicBezTo>
                    <a:pt x="92" y="347"/>
                    <a:pt x="92" y="347"/>
                    <a:pt x="92" y="347"/>
                  </a:cubicBezTo>
                  <a:cubicBezTo>
                    <a:pt x="97" y="348"/>
                    <a:pt x="97" y="348"/>
                    <a:pt x="97" y="348"/>
                  </a:cubicBezTo>
                  <a:cubicBezTo>
                    <a:pt x="99" y="348"/>
                    <a:pt x="101" y="350"/>
                    <a:pt x="103" y="353"/>
                  </a:cubicBezTo>
                  <a:cubicBezTo>
                    <a:pt x="104" y="354"/>
                    <a:pt x="111" y="357"/>
                    <a:pt x="123" y="360"/>
                  </a:cubicBezTo>
                  <a:cubicBezTo>
                    <a:pt x="123" y="360"/>
                    <a:pt x="123" y="360"/>
                    <a:pt x="123" y="360"/>
                  </a:cubicBezTo>
                  <a:cubicBezTo>
                    <a:pt x="141" y="367"/>
                    <a:pt x="141" y="367"/>
                    <a:pt x="141" y="367"/>
                  </a:cubicBezTo>
                  <a:cubicBezTo>
                    <a:pt x="142" y="367"/>
                    <a:pt x="142" y="367"/>
                    <a:pt x="142" y="367"/>
                  </a:cubicBezTo>
                  <a:cubicBezTo>
                    <a:pt x="143" y="367"/>
                    <a:pt x="143" y="367"/>
                    <a:pt x="143" y="367"/>
                  </a:cubicBezTo>
                  <a:cubicBezTo>
                    <a:pt x="155" y="373"/>
                    <a:pt x="155" y="373"/>
                    <a:pt x="155" y="373"/>
                  </a:cubicBezTo>
                  <a:cubicBezTo>
                    <a:pt x="177" y="378"/>
                    <a:pt x="177" y="378"/>
                    <a:pt x="177" y="378"/>
                  </a:cubicBezTo>
                  <a:cubicBezTo>
                    <a:pt x="178" y="379"/>
                    <a:pt x="178" y="379"/>
                    <a:pt x="178" y="379"/>
                  </a:cubicBezTo>
                  <a:cubicBezTo>
                    <a:pt x="206" y="380"/>
                    <a:pt x="206" y="380"/>
                    <a:pt x="206" y="380"/>
                  </a:cubicBezTo>
                  <a:cubicBezTo>
                    <a:pt x="219" y="375"/>
                    <a:pt x="219" y="375"/>
                    <a:pt x="219" y="375"/>
                  </a:cubicBezTo>
                  <a:cubicBezTo>
                    <a:pt x="231" y="375"/>
                    <a:pt x="231" y="375"/>
                    <a:pt x="231" y="375"/>
                  </a:cubicBezTo>
                  <a:cubicBezTo>
                    <a:pt x="231" y="376"/>
                    <a:pt x="231" y="376"/>
                    <a:pt x="231" y="376"/>
                  </a:cubicBezTo>
                  <a:cubicBezTo>
                    <a:pt x="231" y="376"/>
                    <a:pt x="231" y="376"/>
                    <a:pt x="231" y="376"/>
                  </a:cubicBezTo>
                  <a:cubicBezTo>
                    <a:pt x="241" y="388"/>
                    <a:pt x="241" y="388"/>
                    <a:pt x="241" y="388"/>
                  </a:cubicBezTo>
                  <a:cubicBezTo>
                    <a:pt x="241" y="388"/>
                    <a:pt x="241" y="388"/>
                    <a:pt x="241" y="388"/>
                  </a:cubicBezTo>
                  <a:cubicBezTo>
                    <a:pt x="241" y="389"/>
                    <a:pt x="241" y="389"/>
                    <a:pt x="241" y="389"/>
                  </a:cubicBezTo>
                  <a:cubicBezTo>
                    <a:pt x="247" y="399"/>
                    <a:pt x="247" y="399"/>
                    <a:pt x="247" y="399"/>
                  </a:cubicBezTo>
                  <a:cubicBezTo>
                    <a:pt x="252" y="404"/>
                    <a:pt x="252" y="404"/>
                    <a:pt x="252" y="404"/>
                  </a:cubicBezTo>
                  <a:cubicBezTo>
                    <a:pt x="259" y="407"/>
                    <a:pt x="259" y="407"/>
                    <a:pt x="259" y="407"/>
                  </a:cubicBezTo>
                  <a:cubicBezTo>
                    <a:pt x="259" y="408"/>
                    <a:pt x="259" y="408"/>
                    <a:pt x="259" y="408"/>
                  </a:cubicBezTo>
                  <a:cubicBezTo>
                    <a:pt x="259" y="408"/>
                    <a:pt x="259" y="408"/>
                    <a:pt x="259" y="408"/>
                  </a:cubicBezTo>
                  <a:cubicBezTo>
                    <a:pt x="260" y="408"/>
                    <a:pt x="260" y="408"/>
                    <a:pt x="260" y="408"/>
                  </a:cubicBezTo>
                  <a:cubicBezTo>
                    <a:pt x="265" y="421"/>
                    <a:pt x="265" y="421"/>
                    <a:pt x="265" y="421"/>
                  </a:cubicBezTo>
                  <a:cubicBezTo>
                    <a:pt x="265" y="421"/>
                    <a:pt x="265" y="421"/>
                    <a:pt x="265" y="421"/>
                  </a:cubicBezTo>
                  <a:cubicBezTo>
                    <a:pt x="266" y="421"/>
                    <a:pt x="266" y="421"/>
                    <a:pt x="266" y="421"/>
                  </a:cubicBezTo>
                  <a:cubicBezTo>
                    <a:pt x="266" y="422"/>
                    <a:pt x="266" y="422"/>
                    <a:pt x="266" y="422"/>
                  </a:cubicBezTo>
                  <a:cubicBezTo>
                    <a:pt x="269" y="435"/>
                    <a:pt x="269" y="435"/>
                    <a:pt x="269" y="435"/>
                  </a:cubicBezTo>
                  <a:cubicBezTo>
                    <a:pt x="277" y="438"/>
                    <a:pt x="277" y="438"/>
                    <a:pt x="277" y="438"/>
                  </a:cubicBezTo>
                  <a:cubicBezTo>
                    <a:pt x="278" y="438"/>
                    <a:pt x="278" y="438"/>
                    <a:pt x="278" y="438"/>
                  </a:cubicBezTo>
                  <a:cubicBezTo>
                    <a:pt x="279" y="438"/>
                    <a:pt x="279" y="438"/>
                    <a:pt x="279" y="438"/>
                  </a:cubicBezTo>
                  <a:cubicBezTo>
                    <a:pt x="279" y="438"/>
                    <a:pt x="279" y="438"/>
                    <a:pt x="279" y="438"/>
                  </a:cubicBezTo>
                  <a:cubicBezTo>
                    <a:pt x="285" y="442"/>
                    <a:pt x="285" y="442"/>
                    <a:pt x="285" y="442"/>
                  </a:cubicBezTo>
                  <a:cubicBezTo>
                    <a:pt x="294" y="441"/>
                    <a:pt x="294" y="441"/>
                    <a:pt x="294" y="441"/>
                  </a:cubicBezTo>
                  <a:cubicBezTo>
                    <a:pt x="297" y="432"/>
                    <a:pt x="297" y="432"/>
                    <a:pt x="297" y="432"/>
                  </a:cubicBezTo>
                  <a:cubicBezTo>
                    <a:pt x="297" y="431"/>
                    <a:pt x="297" y="431"/>
                    <a:pt x="297" y="431"/>
                  </a:cubicBezTo>
                  <a:cubicBezTo>
                    <a:pt x="297" y="430"/>
                    <a:pt x="297" y="430"/>
                    <a:pt x="297" y="430"/>
                  </a:cubicBezTo>
                  <a:cubicBezTo>
                    <a:pt x="308" y="420"/>
                    <a:pt x="308" y="420"/>
                    <a:pt x="308" y="420"/>
                  </a:cubicBezTo>
                  <a:cubicBezTo>
                    <a:pt x="319" y="423"/>
                    <a:pt x="319" y="423"/>
                    <a:pt x="319" y="423"/>
                  </a:cubicBezTo>
                  <a:cubicBezTo>
                    <a:pt x="319" y="424"/>
                    <a:pt x="319" y="424"/>
                    <a:pt x="319" y="424"/>
                  </a:cubicBezTo>
                  <a:cubicBezTo>
                    <a:pt x="325" y="436"/>
                    <a:pt x="325" y="436"/>
                    <a:pt x="325" y="436"/>
                  </a:cubicBezTo>
                  <a:cubicBezTo>
                    <a:pt x="336" y="432"/>
                    <a:pt x="336" y="432"/>
                    <a:pt x="336" y="432"/>
                  </a:cubicBezTo>
                  <a:cubicBezTo>
                    <a:pt x="338" y="421"/>
                    <a:pt x="338" y="421"/>
                    <a:pt x="338" y="421"/>
                  </a:cubicBezTo>
                  <a:cubicBezTo>
                    <a:pt x="338" y="420"/>
                    <a:pt x="338" y="420"/>
                    <a:pt x="338" y="420"/>
                  </a:cubicBezTo>
                  <a:cubicBezTo>
                    <a:pt x="338" y="419"/>
                    <a:pt x="338" y="419"/>
                    <a:pt x="338" y="419"/>
                  </a:cubicBezTo>
                  <a:cubicBezTo>
                    <a:pt x="338" y="419"/>
                    <a:pt x="338" y="419"/>
                    <a:pt x="338" y="419"/>
                  </a:cubicBezTo>
                  <a:cubicBezTo>
                    <a:pt x="346" y="415"/>
                    <a:pt x="346" y="415"/>
                    <a:pt x="346" y="415"/>
                  </a:cubicBezTo>
                  <a:cubicBezTo>
                    <a:pt x="344" y="398"/>
                    <a:pt x="344" y="398"/>
                    <a:pt x="344" y="398"/>
                  </a:cubicBezTo>
                  <a:cubicBezTo>
                    <a:pt x="344" y="396"/>
                    <a:pt x="344" y="396"/>
                    <a:pt x="344" y="396"/>
                  </a:cubicBezTo>
                  <a:cubicBezTo>
                    <a:pt x="344" y="396"/>
                    <a:pt x="344" y="396"/>
                    <a:pt x="344" y="396"/>
                  </a:cubicBezTo>
                  <a:cubicBezTo>
                    <a:pt x="344" y="396"/>
                    <a:pt x="344" y="396"/>
                    <a:pt x="344" y="396"/>
                  </a:cubicBezTo>
                  <a:cubicBezTo>
                    <a:pt x="353" y="377"/>
                    <a:pt x="353" y="377"/>
                    <a:pt x="353" y="377"/>
                  </a:cubicBezTo>
                  <a:cubicBezTo>
                    <a:pt x="362" y="373"/>
                    <a:pt x="362" y="373"/>
                    <a:pt x="362" y="373"/>
                  </a:cubicBezTo>
                  <a:cubicBezTo>
                    <a:pt x="359" y="356"/>
                    <a:pt x="359" y="356"/>
                    <a:pt x="359" y="356"/>
                  </a:cubicBezTo>
                  <a:cubicBezTo>
                    <a:pt x="368" y="356"/>
                    <a:pt x="368" y="356"/>
                    <a:pt x="368" y="356"/>
                  </a:cubicBezTo>
                  <a:cubicBezTo>
                    <a:pt x="367" y="348"/>
                    <a:pt x="367" y="348"/>
                    <a:pt x="367" y="348"/>
                  </a:cubicBezTo>
                  <a:cubicBezTo>
                    <a:pt x="362" y="332"/>
                    <a:pt x="362" y="332"/>
                    <a:pt x="362" y="332"/>
                  </a:cubicBezTo>
                  <a:cubicBezTo>
                    <a:pt x="362" y="332"/>
                    <a:pt x="362" y="332"/>
                    <a:pt x="362" y="332"/>
                  </a:cubicBezTo>
                  <a:cubicBezTo>
                    <a:pt x="362" y="331"/>
                    <a:pt x="362" y="331"/>
                    <a:pt x="362" y="331"/>
                  </a:cubicBezTo>
                  <a:cubicBezTo>
                    <a:pt x="364" y="319"/>
                    <a:pt x="364" y="319"/>
                    <a:pt x="364" y="319"/>
                  </a:cubicBezTo>
                  <a:cubicBezTo>
                    <a:pt x="364" y="317"/>
                    <a:pt x="364" y="317"/>
                    <a:pt x="364" y="317"/>
                  </a:cubicBezTo>
                  <a:cubicBezTo>
                    <a:pt x="365" y="317"/>
                    <a:pt x="365" y="317"/>
                    <a:pt x="365" y="317"/>
                  </a:cubicBezTo>
                  <a:cubicBezTo>
                    <a:pt x="371" y="309"/>
                    <a:pt x="371" y="309"/>
                    <a:pt x="371" y="309"/>
                  </a:cubicBezTo>
                  <a:cubicBezTo>
                    <a:pt x="372" y="308"/>
                    <a:pt x="372" y="308"/>
                    <a:pt x="372" y="308"/>
                  </a:cubicBezTo>
                  <a:cubicBezTo>
                    <a:pt x="374" y="308"/>
                    <a:pt x="374" y="308"/>
                    <a:pt x="374" y="308"/>
                  </a:cubicBezTo>
                  <a:cubicBezTo>
                    <a:pt x="390" y="311"/>
                    <a:pt x="390" y="311"/>
                    <a:pt x="390" y="311"/>
                  </a:cubicBezTo>
                  <a:cubicBezTo>
                    <a:pt x="391" y="311"/>
                    <a:pt x="391" y="311"/>
                    <a:pt x="391" y="311"/>
                  </a:cubicBezTo>
                  <a:cubicBezTo>
                    <a:pt x="404" y="314"/>
                    <a:pt x="404" y="314"/>
                    <a:pt x="404" y="314"/>
                  </a:cubicBezTo>
                  <a:cubicBezTo>
                    <a:pt x="416" y="311"/>
                    <a:pt x="416" y="311"/>
                    <a:pt x="416" y="311"/>
                  </a:cubicBezTo>
                  <a:cubicBezTo>
                    <a:pt x="423" y="324"/>
                    <a:pt x="423" y="324"/>
                    <a:pt x="423" y="324"/>
                  </a:cubicBezTo>
                  <a:cubicBezTo>
                    <a:pt x="423" y="325"/>
                    <a:pt x="423" y="325"/>
                    <a:pt x="423" y="325"/>
                  </a:cubicBezTo>
                  <a:cubicBezTo>
                    <a:pt x="423" y="334"/>
                    <a:pt x="423" y="334"/>
                    <a:pt x="423" y="334"/>
                  </a:cubicBezTo>
                  <a:cubicBezTo>
                    <a:pt x="425" y="344"/>
                    <a:pt x="425" y="344"/>
                    <a:pt x="425" y="344"/>
                  </a:cubicBezTo>
                  <a:cubicBezTo>
                    <a:pt x="426" y="347"/>
                    <a:pt x="429" y="350"/>
                    <a:pt x="431" y="350"/>
                  </a:cubicBezTo>
                  <a:cubicBezTo>
                    <a:pt x="432" y="350"/>
                    <a:pt x="432" y="350"/>
                    <a:pt x="432" y="350"/>
                  </a:cubicBezTo>
                  <a:cubicBezTo>
                    <a:pt x="438" y="351"/>
                    <a:pt x="441" y="354"/>
                    <a:pt x="441" y="357"/>
                  </a:cubicBezTo>
                  <a:cubicBezTo>
                    <a:pt x="442" y="361"/>
                    <a:pt x="444" y="365"/>
                    <a:pt x="449" y="370"/>
                  </a:cubicBezTo>
                  <a:cubicBezTo>
                    <a:pt x="454" y="377"/>
                    <a:pt x="454" y="377"/>
                    <a:pt x="454" y="377"/>
                  </a:cubicBezTo>
                  <a:cubicBezTo>
                    <a:pt x="454" y="377"/>
                    <a:pt x="454" y="377"/>
                    <a:pt x="454" y="377"/>
                  </a:cubicBezTo>
                  <a:cubicBezTo>
                    <a:pt x="454" y="378"/>
                    <a:pt x="454" y="378"/>
                    <a:pt x="454" y="378"/>
                  </a:cubicBezTo>
                  <a:cubicBezTo>
                    <a:pt x="458" y="385"/>
                    <a:pt x="458" y="385"/>
                    <a:pt x="458" y="385"/>
                  </a:cubicBezTo>
                  <a:cubicBezTo>
                    <a:pt x="463" y="384"/>
                    <a:pt x="463" y="384"/>
                    <a:pt x="463" y="384"/>
                  </a:cubicBezTo>
                  <a:cubicBezTo>
                    <a:pt x="474" y="375"/>
                    <a:pt x="474" y="375"/>
                    <a:pt x="474" y="375"/>
                  </a:cubicBezTo>
                  <a:cubicBezTo>
                    <a:pt x="480" y="389"/>
                    <a:pt x="480" y="389"/>
                    <a:pt x="480" y="389"/>
                  </a:cubicBezTo>
                  <a:cubicBezTo>
                    <a:pt x="494" y="393"/>
                    <a:pt x="494" y="393"/>
                    <a:pt x="494" y="393"/>
                  </a:cubicBezTo>
                  <a:cubicBezTo>
                    <a:pt x="494" y="393"/>
                    <a:pt x="494" y="393"/>
                    <a:pt x="494" y="393"/>
                  </a:cubicBezTo>
                  <a:cubicBezTo>
                    <a:pt x="495" y="394"/>
                    <a:pt x="495" y="394"/>
                    <a:pt x="495" y="394"/>
                  </a:cubicBezTo>
                  <a:cubicBezTo>
                    <a:pt x="501" y="406"/>
                    <a:pt x="501" y="406"/>
                    <a:pt x="501" y="406"/>
                  </a:cubicBezTo>
                  <a:cubicBezTo>
                    <a:pt x="504" y="408"/>
                    <a:pt x="504" y="408"/>
                    <a:pt x="504" y="408"/>
                  </a:cubicBezTo>
                  <a:cubicBezTo>
                    <a:pt x="505" y="396"/>
                    <a:pt x="505" y="396"/>
                    <a:pt x="505" y="396"/>
                  </a:cubicBezTo>
                  <a:cubicBezTo>
                    <a:pt x="505" y="396"/>
                    <a:pt x="505" y="396"/>
                    <a:pt x="505" y="396"/>
                  </a:cubicBezTo>
                  <a:cubicBezTo>
                    <a:pt x="505" y="394"/>
                    <a:pt x="505" y="394"/>
                    <a:pt x="505" y="394"/>
                  </a:cubicBezTo>
                  <a:cubicBezTo>
                    <a:pt x="532" y="393"/>
                    <a:pt x="532" y="393"/>
                    <a:pt x="532" y="393"/>
                  </a:cubicBezTo>
                  <a:cubicBezTo>
                    <a:pt x="532" y="391"/>
                    <a:pt x="532" y="391"/>
                    <a:pt x="532" y="391"/>
                  </a:cubicBezTo>
                  <a:cubicBezTo>
                    <a:pt x="533" y="390"/>
                    <a:pt x="533" y="387"/>
                    <a:pt x="532" y="385"/>
                  </a:cubicBezTo>
                  <a:cubicBezTo>
                    <a:pt x="530" y="382"/>
                    <a:pt x="529" y="379"/>
                    <a:pt x="529" y="374"/>
                  </a:cubicBezTo>
                  <a:cubicBezTo>
                    <a:pt x="528" y="370"/>
                    <a:pt x="529" y="366"/>
                    <a:pt x="530" y="365"/>
                  </a:cubicBezTo>
                  <a:cubicBezTo>
                    <a:pt x="532" y="362"/>
                    <a:pt x="533" y="362"/>
                    <a:pt x="536" y="363"/>
                  </a:cubicBezTo>
                  <a:cubicBezTo>
                    <a:pt x="547" y="367"/>
                    <a:pt x="547" y="367"/>
                    <a:pt x="547" y="367"/>
                  </a:cubicBezTo>
                  <a:cubicBezTo>
                    <a:pt x="548" y="359"/>
                    <a:pt x="548" y="359"/>
                    <a:pt x="548" y="359"/>
                  </a:cubicBezTo>
                  <a:cubicBezTo>
                    <a:pt x="528" y="350"/>
                    <a:pt x="528" y="350"/>
                    <a:pt x="528" y="350"/>
                  </a:cubicBezTo>
                  <a:cubicBezTo>
                    <a:pt x="527" y="350"/>
                    <a:pt x="527" y="350"/>
                    <a:pt x="527" y="350"/>
                  </a:cubicBezTo>
                  <a:cubicBezTo>
                    <a:pt x="526" y="348"/>
                    <a:pt x="526" y="348"/>
                    <a:pt x="526" y="348"/>
                  </a:cubicBezTo>
                  <a:cubicBezTo>
                    <a:pt x="526" y="348"/>
                    <a:pt x="526" y="348"/>
                    <a:pt x="526" y="348"/>
                  </a:cubicBezTo>
                  <a:cubicBezTo>
                    <a:pt x="526" y="347"/>
                    <a:pt x="526" y="347"/>
                    <a:pt x="526" y="347"/>
                  </a:cubicBezTo>
                  <a:cubicBezTo>
                    <a:pt x="523" y="323"/>
                    <a:pt x="523" y="323"/>
                    <a:pt x="523" y="323"/>
                  </a:cubicBezTo>
                  <a:cubicBezTo>
                    <a:pt x="524" y="308"/>
                    <a:pt x="524" y="308"/>
                    <a:pt x="524" y="308"/>
                  </a:cubicBezTo>
                  <a:cubicBezTo>
                    <a:pt x="524" y="306"/>
                    <a:pt x="524" y="306"/>
                    <a:pt x="524" y="306"/>
                  </a:cubicBezTo>
                  <a:cubicBezTo>
                    <a:pt x="524" y="305"/>
                    <a:pt x="524" y="305"/>
                    <a:pt x="524" y="305"/>
                  </a:cubicBezTo>
                  <a:cubicBezTo>
                    <a:pt x="557" y="309"/>
                    <a:pt x="557" y="309"/>
                    <a:pt x="557" y="309"/>
                  </a:cubicBezTo>
                  <a:cubicBezTo>
                    <a:pt x="566" y="301"/>
                    <a:pt x="566" y="301"/>
                    <a:pt x="566" y="301"/>
                  </a:cubicBezTo>
                  <a:cubicBezTo>
                    <a:pt x="568" y="298"/>
                    <a:pt x="567" y="296"/>
                    <a:pt x="566" y="295"/>
                  </a:cubicBezTo>
                  <a:cubicBezTo>
                    <a:pt x="557" y="292"/>
                    <a:pt x="553" y="288"/>
                    <a:pt x="553" y="285"/>
                  </a:cubicBezTo>
                  <a:cubicBezTo>
                    <a:pt x="553" y="283"/>
                    <a:pt x="554" y="280"/>
                    <a:pt x="557" y="279"/>
                  </a:cubicBezTo>
                  <a:cubicBezTo>
                    <a:pt x="571" y="265"/>
                    <a:pt x="571" y="265"/>
                    <a:pt x="571" y="265"/>
                  </a:cubicBezTo>
                  <a:cubicBezTo>
                    <a:pt x="586" y="265"/>
                    <a:pt x="586" y="265"/>
                    <a:pt x="586" y="265"/>
                  </a:cubicBezTo>
                  <a:cubicBezTo>
                    <a:pt x="594" y="251"/>
                    <a:pt x="594" y="251"/>
                    <a:pt x="594" y="251"/>
                  </a:cubicBezTo>
                  <a:cubicBezTo>
                    <a:pt x="594" y="238"/>
                    <a:pt x="594" y="238"/>
                    <a:pt x="594" y="238"/>
                  </a:cubicBezTo>
                  <a:cubicBezTo>
                    <a:pt x="605" y="236"/>
                    <a:pt x="605" y="236"/>
                    <a:pt x="605" y="236"/>
                  </a:cubicBezTo>
                  <a:cubicBezTo>
                    <a:pt x="608" y="227"/>
                    <a:pt x="610" y="222"/>
                    <a:pt x="611" y="220"/>
                  </a:cubicBezTo>
                  <a:cubicBezTo>
                    <a:pt x="616" y="210"/>
                    <a:pt x="616" y="210"/>
                    <a:pt x="616" y="210"/>
                  </a:cubicBezTo>
                  <a:cubicBezTo>
                    <a:pt x="608" y="195"/>
                    <a:pt x="608" y="195"/>
                    <a:pt x="608" y="195"/>
                  </a:cubicBezTo>
                  <a:cubicBezTo>
                    <a:pt x="608" y="194"/>
                    <a:pt x="608" y="194"/>
                    <a:pt x="608" y="194"/>
                  </a:cubicBezTo>
                  <a:cubicBezTo>
                    <a:pt x="608" y="194"/>
                    <a:pt x="608" y="194"/>
                    <a:pt x="608" y="194"/>
                  </a:cubicBezTo>
                  <a:cubicBezTo>
                    <a:pt x="608" y="194"/>
                    <a:pt x="608" y="194"/>
                    <a:pt x="608" y="194"/>
                  </a:cubicBezTo>
                  <a:cubicBezTo>
                    <a:pt x="602" y="173"/>
                    <a:pt x="602" y="173"/>
                    <a:pt x="602" y="173"/>
                  </a:cubicBezTo>
                  <a:cubicBezTo>
                    <a:pt x="602" y="172"/>
                    <a:pt x="602" y="172"/>
                    <a:pt x="602" y="172"/>
                  </a:cubicBezTo>
                  <a:cubicBezTo>
                    <a:pt x="599" y="151"/>
                    <a:pt x="599" y="151"/>
                    <a:pt x="599" y="151"/>
                  </a:cubicBezTo>
                  <a:cubicBezTo>
                    <a:pt x="591" y="139"/>
                    <a:pt x="591" y="139"/>
                    <a:pt x="591" y="139"/>
                  </a:cubicBezTo>
                  <a:cubicBezTo>
                    <a:pt x="580" y="128"/>
                    <a:pt x="580" y="128"/>
                    <a:pt x="580" y="128"/>
                  </a:cubicBezTo>
                  <a:cubicBezTo>
                    <a:pt x="580" y="127"/>
                    <a:pt x="580" y="127"/>
                    <a:pt x="580" y="127"/>
                  </a:cubicBezTo>
                  <a:cubicBezTo>
                    <a:pt x="580" y="127"/>
                    <a:pt x="580" y="127"/>
                    <a:pt x="580" y="127"/>
                  </a:cubicBezTo>
                  <a:cubicBezTo>
                    <a:pt x="580" y="126"/>
                    <a:pt x="580" y="126"/>
                    <a:pt x="580" y="126"/>
                  </a:cubicBezTo>
                  <a:cubicBezTo>
                    <a:pt x="579" y="115"/>
                    <a:pt x="579" y="115"/>
                    <a:pt x="579" y="115"/>
                  </a:cubicBezTo>
                  <a:cubicBezTo>
                    <a:pt x="559" y="121"/>
                    <a:pt x="559" y="121"/>
                    <a:pt x="559" y="121"/>
                  </a:cubicBezTo>
                  <a:cubicBezTo>
                    <a:pt x="559" y="120"/>
                    <a:pt x="559" y="120"/>
                    <a:pt x="559" y="120"/>
                  </a:cubicBezTo>
                  <a:cubicBezTo>
                    <a:pt x="549" y="110"/>
                    <a:pt x="549" y="110"/>
                    <a:pt x="549" y="110"/>
                  </a:cubicBezTo>
                  <a:cubicBezTo>
                    <a:pt x="522" y="89"/>
                    <a:pt x="522" y="89"/>
                    <a:pt x="522" y="89"/>
                  </a:cubicBezTo>
                  <a:cubicBezTo>
                    <a:pt x="521" y="89"/>
                    <a:pt x="521" y="89"/>
                    <a:pt x="521" y="89"/>
                  </a:cubicBezTo>
                  <a:cubicBezTo>
                    <a:pt x="511" y="76"/>
                    <a:pt x="511" y="76"/>
                    <a:pt x="511" y="76"/>
                  </a:cubicBezTo>
                  <a:cubicBezTo>
                    <a:pt x="504" y="72"/>
                    <a:pt x="504" y="72"/>
                    <a:pt x="504" y="72"/>
                  </a:cubicBezTo>
                  <a:cubicBezTo>
                    <a:pt x="500" y="78"/>
                    <a:pt x="500" y="78"/>
                    <a:pt x="500" y="78"/>
                  </a:cubicBezTo>
                  <a:cubicBezTo>
                    <a:pt x="500" y="79"/>
                    <a:pt x="500" y="79"/>
                    <a:pt x="500" y="79"/>
                  </a:cubicBezTo>
                  <a:cubicBezTo>
                    <a:pt x="500" y="80"/>
                    <a:pt x="500" y="80"/>
                    <a:pt x="500" y="80"/>
                  </a:cubicBezTo>
                  <a:cubicBezTo>
                    <a:pt x="499" y="80"/>
                    <a:pt x="499" y="80"/>
                    <a:pt x="499" y="80"/>
                  </a:cubicBezTo>
                  <a:cubicBezTo>
                    <a:pt x="498" y="80"/>
                    <a:pt x="498" y="80"/>
                    <a:pt x="498" y="80"/>
                  </a:cubicBezTo>
                  <a:cubicBezTo>
                    <a:pt x="489" y="81"/>
                    <a:pt x="489" y="81"/>
                    <a:pt x="489" y="81"/>
                  </a:cubicBezTo>
                  <a:cubicBezTo>
                    <a:pt x="488" y="81"/>
                    <a:pt x="488" y="81"/>
                    <a:pt x="488" y="81"/>
                  </a:cubicBezTo>
                  <a:cubicBezTo>
                    <a:pt x="487" y="81"/>
                    <a:pt x="487" y="81"/>
                    <a:pt x="487" y="81"/>
                  </a:cubicBezTo>
                  <a:cubicBezTo>
                    <a:pt x="467" y="59"/>
                    <a:pt x="467" y="59"/>
                    <a:pt x="467" y="59"/>
                  </a:cubicBezTo>
                  <a:cubicBezTo>
                    <a:pt x="463" y="58"/>
                    <a:pt x="459" y="53"/>
                    <a:pt x="453" y="47"/>
                  </a:cubicBezTo>
                  <a:cubicBezTo>
                    <a:pt x="444" y="41"/>
                    <a:pt x="444" y="41"/>
                    <a:pt x="444" y="41"/>
                  </a:cubicBezTo>
                  <a:cubicBezTo>
                    <a:pt x="443" y="40"/>
                    <a:pt x="443" y="40"/>
                    <a:pt x="443" y="40"/>
                  </a:cubicBezTo>
                  <a:cubicBezTo>
                    <a:pt x="433" y="34"/>
                    <a:pt x="433" y="34"/>
                    <a:pt x="433" y="34"/>
                  </a:cubicBezTo>
                  <a:cubicBezTo>
                    <a:pt x="427" y="39"/>
                    <a:pt x="427" y="39"/>
                    <a:pt x="427" y="39"/>
                  </a:cubicBezTo>
                  <a:cubicBezTo>
                    <a:pt x="426" y="40"/>
                    <a:pt x="426" y="40"/>
                    <a:pt x="426" y="40"/>
                  </a:cubicBezTo>
                  <a:cubicBezTo>
                    <a:pt x="426" y="39"/>
                    <a:pt x="426" y="39"/>
                    <a:pt x="426" y="39"/>
                  </a:cubicBezTo>
                  <a:cubicBezTo>
                    <a:pt x="425" y="39"/>
                    <a:pt x="425" y="39"/>
                    <a:pt x="425" y="39"/>
                  </a:cubicBezTo>
                  <a:cubicBezTo>
                    <a:pt x="419" y="38"/>
                    <a:pt x="419" y="38"/>
                    <a:pt x="419" y="38"/>
                  </a:cubicBezTo>
                  <a:cubicBezTo>
                    <a:pt x="413" y="41"/>
                    <a:pt x="413" y="41"/>
                    <a:pt x="413" y="41"/>
                  </a:cubicBezTo>
                  <a:cubicBezTo>
                    <a:pt x="413" y="42"/>
                    <a:pt x="413" y="42"/>
                    <a:pt x="413" y="42"/>
                  </a:cubicBezTo>
                  <a:cubicBezTo>
                    <a:pt x="412" y="42"/>
                    <a:pt x="412" y="42"/>
                    <a:pt x="412" y="42"/>
                  </a:cubicBezTo>
                  <a:cubicBezTo>
                    <a:pt x="412" y="42"/>
                    <a:pt x="412" y="42"/>
                    <a:pt x="412" y="42"/>
                  </a:cubicBezTo>
                  <a:cubicBezTo>
                    <a:pt x="403" y="44"/>
                    <a:pt x="403" y="44"/>
                    <a:pt x="403" y="44"/>
                  </a:cubicBezTo>
                  <a:cubicBezTo>
                    <a:pt x="392" y="37"/>
                    <a:pt x="380" y="30"/>
                    <a:pt x="368" y="23"/>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dirty="0"/>
            </a:p>
          </p:txBody>
        </p:sp>
        <p:sp>
          <p:nvSpPr>
            <p:cNvPr id="17" name="Freeform 17"/>
            <p:cNvSpPr/>
            <p:nvPr/>
          </p:nvSpPr>
          <p:spPr bwMode="auto">
            <a:xfrm>
              <a:off x="2333816" y="3162872"/>
              <a:ext cx="923925" cy="811213"/>
            </a:xfrm>
            <a:custGeom>
              <a:avLst/>
              <a:gdLst>
                <a:gd name="T0" fmla="*/ 15 w 534"/>
                <a:gd name="T1" fmla="*/ 21 h 468"/>
                <a:gd name="T2" fmla="*/ 13 w 534"/>
                <a:gd name="T3" fmla="*/ 53 h 468"/>
                <a:gd name="T4" fmla="*/ 7 w 534"/>
                <a:gd name="T5" fmla="*/ 86 h 468"/>
                <a:gd name="T6" fmla="*/ 30 w 534"/>
                <a:gd name="T7" fmla="*/ 105 h 468"/>
                <a:gd name="T8" fmla="*/ 54 w 534"/>
                <a:gd name="T9" fmla="*/ 146 h 468"/>
                <a:gd name="T10" fmla="*/ 56 w 534"/>
                <a:gd name="T11" fmla="*/ 185 h 468"/>
                <a:gd name="T12" fmla="*/ 69 w 534"/>
                <a:gd name="T13" fmla="*/ 217 h 468"/>
                <a:gd name="T14" fmla="*/ 76 w 534"/>
                <a:gd name="T15" fmla="*/ 265 h 468"/>
                <a:gd name="T16" fmla="*/ 72 w 534"/>
                <a:gd name="T17" fmla="*/ 331 h 468"/>
                <a:gd name="T18" fmla="*/ 84 w 534"/>
                <a:gd name="T19" fmla="*/ 350 h 468"/>
                <a:gd name="T20" fmla="*/ 95 w 534"/>
                <a:gd name="T21" fmla="*/ 322 h 468"/>
                <a:gd name="T22" fmla="*/ 118 w 534"/>
                <a:gd name="T23" fmla="*/ 334 h 468"/>
                <a:gd name="T24" fmla="*/ 130 w 534"/>
                <a:gd name="T25" fmla="*/ 359 h 468"/>
                <a:gd name="T26" fmla="*/ 155 w 534"/>
                <a:gd name="T27" fmla="*/ 362 h 468"/>
                <a:gd name="T28" fmla="*/ 181 w 534"/>
                <a:gd name="T29" fmla="*/ 423 h 468"/>
                <a:gd name="T30" fmla="*/ 186 w 534"/>
                <a:gd name="T31" fmla="*/ 453 h 468"/>
                <a:gd name="T32" fmla="*/ 200 w 534"/>
                <a:gd name="T33" fmla="*/ 467 h 468"/>
                <a:gd name="T34" fmla="*/ 232 w 534"/>
                <a:gd name="T35" fmla="*/ 444 h 468"/>
                <a:gd name="T36" fmla="*/ 249 w 534"/>
                <a:gd name="T37" fmla="*/ 406 h 468"/>
                <a:gd name="T38" fmla="*/ 263 w 534"/>
                <a:gd name="T39" fmla="*/ 386 h 468"/>
                <a:gd name="T40" fmla="*/ 283 w 534"/>
                <a:gd name="T41" fmla="*/ 356 h 468"/>
                <a:gd name="T42" fmla="*/ 297 w 534"/>
                <a:gd name="T43" fmla="*/ 331 h 468"/>
                <a:gd name="T44" fmla="*/ 335 w 534"/>
                <a:gd name="T45" fmla="*/ 342 h 468"/>
                <a:gd name="T46" fmla="*/ 348 w 534"/>
                <a:gd name="T47" fmla="*/ 358 h 468"/>
                <a:gd name="T48" fmla="*/ 364 w 534"/>
                <a:gd name="T49" fmla="*/ 353 h 468"/>
                <a:gd name="T50" fmla="*/ 388 w 534"/>
                <a:gd name="T51" fmla="*/ 378 h 468"/>
                <a:gd name="T52" fmla="*/ 418 w 534"/>
                <a:gd name="T53" fmla="*/ 353 h 468"/>
                <a:gd name="T54" fmla="*/ 401 w 534"/>
                <a:gd name="T55" fmla="*/ 347 h 468"/>
                <a:gd name="T56" fmla="*/ 394 w 534"/>
                <a:gd name="T57" fmla="*/ 319 h 468"/>
                <a:gd name="T58" fmla="*/ 418 w 534"/>
                <a:gd name="T59" fmla="*/ 318 h 468"/>
                <a:gd name="T60" fmla="*/ 393 w 534"/>
                <a:gd name="T61" fmla="*/ 283 h 468"/>
                <a:gd name="T62" fmla="*/ 387 w 534"/>
                <a:gd name="T63" fmla="*/ 247 h 468"/>
                <a:gd name="T64" fmla="*/ 461 w 534"/>
                <a:gd name="T65" fmla="*/ 217 h 468"/>
                <a:gd name="T66" fmla="*/ 497 w 534"/>
                <a:gd name="T67" fmla="*/ 183 h 468"/>
                <a:gd name="T68" fmla="*/ 505 w 534"/>
                <a:gd name="T69" fmla="*/ 169 h 468"/>
                <a:gd name="T70" fmla="*/ 521 w 534"/>
                <a:gd name="T71" fmla="*/ 129 h 468"/>
                <a:gd name="T72" fmla="*/ 494 w 534"/>
                <a:gd name="T73" fmla="*/ 118 h 468"/>
                <a:gd name="T74" fmla="*/ 479 w 534"/>
                <a:gd name="T75" fmla="*/ 103 h 468"/>
                <a:gd name="T76" fmla="*/ 462 w 534"/>
                <a:gd name="T77" fmla="*/ 110 h 468"/>
                <a:gd name="T78" fmla="*/ 452 w 534"/>
                <a:gd name="T79" fmla="*/ 95 h 468"/>
                <a:gd name="T80" fmla="*/ 436 w 534"/>
                <a:gd name="T81" fmla="*/ 94 h 468"/>
                <a:gd name="T82" fmla="*/ 399 w 534"/>
                <a:gd name="T83" fmla="*/ 88 h 468"/>
                <a:gd name="T84" fmla="*/ 384 w 534"/>
                <a:gd name="T85" fmla="*/ 90 h 468"/>
                <a:gd name="T86" fmla="*/ 333 w 534"/>
                <a:gd name="T87" fmla="*/ 84 h 468"/>
                <a:gd name="T88" fmla="*/ 330 w 534"/>
                <a:gd name="T89" fmla="*/ 58 h 468"/>
                <a:gd name="T90" fmla="*/ 273 w 534"/>
                <a:gd name="T91" fmla="*/ 24 h 468"/>
                <a:gd name="T92" fmla="*/ 248 w 534"/>
                <a:gd name="T93" fmla="*/ 8 h 468"/>
                <a:gd name="T94" fmla="*/ 243 w 534"/>
                <a:gd name="T95" fmla="*/ 46 h 468"/>
                <a:gd name="T96" fmla="*/ 212 w 534"/>
                <a:gd name="T97" fmla="*/ 49 h 468"/>
                <a:gd name="T98" fmla="*/ 198 w 534"/>
                <a:gd name="T99" fmla="*/ 63 h 468"/>
                <a:gd name="T100" fmla="*/ 185 w 534"/>
                <a:gd name="T101" fmla="*/ 83 h 468"/>
                <a:gd name="T102" fmla="*/ 144 w 534"/>
                <a:gd name="T103" fmla="*/ 102 h 468"/>
                <a:gd name="T104" fmla="*/ 118 w 534"/>
                <a:gd name="T105" fmla="*/ 76 h 468"/>
                <a:gd name="T106" fmla="*/ 95 w 534"/>
                <a:gd name="T107" fmla="*/ 71 h 468"/>
                <a:gd name="T108" fmla="*/ 75 w 534"/>
                <a:gd name="T109" fmla="*/ 46 h 468"/>
                <a:gd name="T110" fmla="*/ 52 w 534"/>
                <a:gd name="T111"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34" h="468">
                  <a:moveTo>
                    <a:pt x="50" y="11"/>
                  </a:moveTo>
                  <a:cubicBezTo>
                    <a:pt x="36" y="7"/>
                    <a:pt x="36" y="7"/>
                    <a:pt x="36" y="7"/>
                  </a:cubicBezTo>
                  <a:cubicBezTo>
                    <a:pt x="21" y="5"/>
                    <a:pt x="21" y="5"/>
                    <a:pt x="21" y="5"/>
                  </a:cubicBezTo>
                  <a:cubicBezTo>
                    <a:pt x="16" y="10"/>
                    <a:pt x="16" y="10"/>
                    <a:pt x="16" y="10"/>
                  </a:cubicBezTo>
                  <a:cubicBezTo>
                    <a:pt x="15" y="21"/>
                    <a:pt x="15" y="21"/>
                    <a:pt x="15" y="21"/>
                  </a:cubicBezTo>
                  <a:cubicBezTo>
                    <a:pt x="16" y="21"/>
                    <a:pt x="16" y="21"/>
                    <a:pt x="16" y="21"/>
                  </a:cubicBezTo>
                  <a:cubicBezTo>
                    <a:pt x="20" y="37"/>
                    <a:pt x="20" y="37"/>
                    <a:pt x="20" y="37"/>
                  </a:cubicBezTo>
                  <a:cubicBezTo>
                    <a:pt x="21" y="49"/>
                    <a:pt x="21" y="49"/>
                    <a:pt x="21" y="49"/>
                  </a:cubicBezTo>
                  <a:cubicBezTo>
                    <a:pt x="21" y="53"/>
                    <a:pt x="21" y="53"/>
                    <a:pt x="21" y="53"/>
                  </a:cubicBezTo>
                  <a:cubicBezTo>
                    <a:pt x="13" y="53"/>
                    <a:pt x="13" y="53"/>
                    <a:pt x="13" y="53"/>
                  </a:cubicBezTo>
                  <a:cubicBezTo>
                    <a:pt x="16" y="67"/>
                    <a:pt x="16" y="67"/>
                    <a:pt x="16" y="67"/>
                  </a:cubicBezTo>
                  <a:cubicBezTo>
                    <a:pt x="5" y="72"/>
                    <a:pt x="5" y="72"/>
                    <a:pt x="5" y="72"/>
                  </a:cubicBezTo>
                  <a:cubicBezTo>
                    <a:pt x="0" y="81"/>
                    <a:pt x="0" y="81"/>
                    <a:pt x="0" y="81"/>
                  </a:cubicBezTo>
                  <a:cubicBezTo>
                    <a:pt x="6" y="86"/>
                    <a:pt x="6" y="86"/>
                    <a:pt x="6" y="86"/>
                  </a:cubicBezTo>
                  <a:cubicBezTo>
                    <a:pt x="7" y="86"/>
                    <a:pt x="7" y="86"/>
                    <a:pt x="7" y="86"/>
                  </a:cubicBezTo>
                  <a:cubicBezTo>
                    <a:pt x="7" y="86"/>
                    <a:pt x="7" y="86"/>
                    <a:pt x="7" y="86"/>
                  </a:cubicBezTo>
                  <a:cubicBezTo>
                    <a:pt x="28" y="103"/>
                    <a:pt x="28" y="103"/>
                    <a:pt x="28" y="103"/>
                  </a:cubicBezTo>
                  <a:cubicBezTo>
                    <a:pt x="29" y="104"/>
                    <a:pt x="29" y="104"/>
                    <a:pt x="29" y="104"/>
                  </a:cubicBezTo>
                  <a:cubicBezTo>
                    <a:pt x="30" y="104"/>
                    <a:pt x="30" y="104"/>
                    <a:pt x="30" y="104"/>
                  </a:cubicBezTo>
                  <a:cubicBezTo>
                    <a:pt x="30" y="105"/>
                    <a:pt x="30" y="105"/>
                    <a:pt x="30" y="105"/>
                  </a:cubicBezTo>
                  <a:cubicBezTo>
                    <a:pt x="30" y="105"/>
                    <a:pt x="30" y="105"/>
                    <a:pt x="30" y="105"/>
                  </a:cubicBezTo>
                  <a:cubicBezTo>
                    <a:pt x="33" y="120"/>
                    <a:pt x="33" y="120"/>
                    <a:pt x="33" y="120"/>
                  </a:cubicBezTo>
                  <a:cubicBezTo>
                    <a:pt x="42" y="134"/>
                    <a:pt x="42" y="134"/>
                    <a:pt x="42" y="134"/>
                  </a:cubicBezTo>
                  <a:cubicBezTo>
                    <a:pt x="45" y="138"/>
                    <a:pt x="48" y="142"/>
                    <a:pt x="53" y="146"/>
                  </a:cubicBezTo>
                  <a:cubicBezTo>
                    <a:pt x="54" y="146"/>
                    <a:pt x="54" y="146"/>
                    <a:pt x="54" y="146"/>
                  </a:cubicBezTo>
                  <a:cubicBezTo>
                    <a:pt x="55" y="147"/>
                    <a:pt x="55" y="147"/>
                    <a:pt x="55" y="147"/>
                  </a:cubicBezTo>
                  <a:cubicBezTo>
                    <a:pt x="55" y="148"/>
                    <a:pt x="55" y="148"/>
                    <a:pt x="55" y="148"/>
                  </a:cubicBezTo>
                  <a:cubicBezTo>
                    <a:pt x="54" y="149"/>
                    <a:pt x="54" y="149"/>
                    <a:pt x="54" y="149"/>
                  </a:cubicBezTo>
                  <a:cubicBezTo>
                    <a:pt x="54" y="162"/>
                    <a:pt x="54" y="162"/>
                    <a:pt x="54" y="162"/>
                  </a:cubicBezTo>
                  <a:cubicBezTo>
                    <a:pt x="56" y="166"/>
                    <a:pt x="56" y="174"/>
                    <a:pt x="56" y="185"/>
                  </a:cubicBezTo>
                  <a:cubicBezTo>
                    <a:pt x="62" y="193"/>
                    <a:pt x="64" y="199"/>
                    <a:pt x="64" y="202"/>
                  </a:cubicBezTo>
                  <a:cubicBezTo>
                    <a:pt x="64" y="205"/>
                    <a:pt x="66" y="210"/>
                    <a:pt x="69" y="216"/>
                  </a:cubicBezTo>
                  <a:cubicBezTo>
                    <a:pt x="69" y="216"/>
                    <a:pt x="69" y="216"/>
                    <a:pt x="69" y="216"/>
                  </a:cubicBezTo>
                  <a:cubicBezTo>
                    <a:pt x="69" y="217"/>
                    <a:pt x="69" y="217"/>
                    <a:pt x="69" y="217"/>
                  </a:cubicBezTo>
                  <a:cubicBezTo>
                    <a:pt x="69" y="217"/>
                    <a:pt x="69" y="217"/>
                    <a:pt x="69" y="217"/>
                  </a:cubicBezTo>
                  <a:cubicBezTo>
                    <a:pt x="70" y="225"/>
                    <a:pt x="70" y="233"/>
                    <a:pt x="68" y="239"/>
                  </a:cubicBezTo>
                  <a:cubicBezTo>
                    <a:pt x="66" y="243"/>
                    <a:pt x="69" y="251"/>
                    <a:pt x="75" y="262"/>
                  </a:cubicBezTo>
                  <a:cubicBezTo>
                    <a:pt x="76" y="262"/>
                    <a:pt x="76" y="262"/>
                    <a:pt x="76" y="262"/>
                  </a:cubicBezTo>
                  <a:cubicBezTo>
                    <a:pt x="76" y="264"/>
                    <a:pt x="76" y="264"/>
                    <a:pt x="76" y="264"/>
                  </a:cubicBezTo>
                  <a:cubicBezTo>
                    <a:pt x="76" y="265"/>
                    <a:pt x="76" y="265"/>
                    <a:pt x="76" y="265"/>
                  </a:cubicBezTo>
                  <a:cubicBezTo>
                    <a:pt x="66" y="286"/>
                    <a:pt x="66" y="286"/>
                    <a:pt x="66" y="286"/>
                  </a:cubicBezTo>
                  <a:cubicBezTo>
                    <a:pt x="68" y="291"/>
                    <a:pt x="69" y="295"/>
                    <a:pt x="69" y="297"/>
                  </a:cubicBezTo>
                  <a:cubicBezTo>
                    <a:pt x="66" y="317"/>
                    <a:pt x="66" y="317"/>
                    <a:pt x="66" y="317"/>
                  </a:cubicBezTo>
                  <a:cubicBezTo>
                    <a:pt x="65" y="324"/>
                    <a:pt x="65" y="327"/>
                    <a:pt x="68" y="329"/>
                  </a:cubicBezTo>
                  <a:cubicBezTo>
                    <a:pt x="72" y="331"/>
                    <a:pt x="72" y="331"/>
                    <a:pt x="72" y="331"/>
                  </a:cubicBezTo>
                  <a:cubicBezTo>
                    <a:pt x="77" y="333"/>
                    <a:pt x="79" y="336"/>
                    <a:pt x="79" y="339"/>
                  </a:cubicBezTo>
                  <a:cubicBezTo>
                    <a:pt x="78" y="350"/>
                    <a:pt x="78" y="350"/>
                    <a:pt x="78" y="350"/>
                  </a:cubicBezTo>
                  <a:cubicBezTo>
                    <a:pt x="81" y="351"/>
                    <a:pt x="81" y="351"/>
                    <a:pt x="81" y="351"/>
                  </a:cubicBezTo>
                  <a:cubicBezTo>
                    <a:pt x="82" y="352"/>
                    <a:pt x="82" y="352"/>
                    <a:pt x="82" y="352"/>
                  </a:cubicBezTo>
                  <a:cubicBezTo>
                    <a:pt x="84" y="350"/>
                    <a:pt x="84" y="350"/>
                    <a:pt x="84" y="350"/>
                  </a:cubicBezTo>
                  <a:cubicBezTo>
                    <a:pt x="86" y="348"/>
                    <a:pt x="87" y="346"/>
                    <a:pt x="88" y="342"/>
                  </a:cubicBezTo>
                  <a:cubicBezTo>
                    <a:pt x="89" y="341"/>
                    <a:pt x="89" y="341"/>
                    <a:pt x="89" y="341"/>
                  </a:cubicBezTo>
                  <a:cubicBezTo>
                    <a:pt x="90" y="339"/>
                    <a:pt x="90" y="339"/>
                    <a:pt x="90" y="339"/>
                  </a:cubicBezTo>
                  <a:cubicBezTo>
                    <a:pt x="92" y="338"/>
                    <a:pt x="93" y="336"/>
                    <a:pt x="95" y="334"/>
                  </a:cubicBezTo>
                  <a:cubicBezTo>
                    <a:pt x="96" y="330"/>
                    <a:pt x="96" y="327"/>
                    <a:pt x="95" y="322"/>
                  </a:cubicBezTo>
                  <a:cubicBezTo>
                    <a:pt x="93" y="319"/>
                    <a:pt x="93" y="319"/>
                    <a:pt x="93" y="319"/>
                  </a:cubicBezTo>
                  <a:cubicBezTo>
                    <a:pt x="96" y="319"/>
                    <a:pt x="96" y="319"/>
                    <a:pt x="96" y="319"/>
                  </a:cubicBezTo>
                  <a:cubicBezTo>
                    <a:pt x="106" y="316"/>
                    <a:pt x="112" y="317"/>
                    <a:pt x="113" y="321"/>
                  </a:cubicBezTo>
                  <a:cubicBezTo>
                    <a:pt x="118" y="333"/>
                    <a:pt x="118" y="333"/>
                    <a:pt x="118" y="333"/>
                  </a:cubicBezTo>
                  <a:cubicBezTo>
                    <a:pt x="118" y="334"/>
                    <a:pt x="118" y="334"/>
                    <a:pt x="118" y="334"/>
                  </a:cubicBezTo>
                  <a:cubicBezTo>
                    <a:pt x="118" y="335"/>
                    <a:pt x="118" y="335"/>
                    <a:pt x="118" y="335"/>
                  </a:cubicBezTo>
                  <a:cubicBezTo>
                    <a:pt x="121" y="355"/>
                    <a:pt x="121" y="355"/>
                    <a:pt x="121" y="355"/>
                  </a:cubicBezTo>
                  <a:cubicBezTo>
                    <a:pt x="129" y="359"/>
                    <a:pt x="129" y="359"/>
                    <a:pt x="129" y="359"/>
                  </a:cubicBezTo>
                  <a:cubicBezTo>
                    <a:pt x="129" y="359"/>
                    <a:pt x="129" y="359"/>
                    <a:pt x="129" y="359"/>
                  </a:cubicBezTo>
                  <a:cubicBezTo>
                    <a:pt x="130" y="359"/>
                    <a:pt x="130" y="359"/>
                    <a:pt x="130" y="359"/>
                  </a:cubicBezTo>
                  <a:cubicBezTo>
                    <a:pt x="135" y="363"/>
                    <a:pt x="135" y="363"/>
                    <a:pt x="135" y="363"/>
                  </a:cubicBezTo>
                  <a:cubicBezTo>
                    <a:pt x="140" y="358"/>
                    <a:pt x="140" y="358"/>
                    <a:pt x="140" y="358"/>
                  </a:cubicBezTo>
                  <a:cubicBezTo>
                    <a:pt x="145" y="353"/>
                    <a:pt x="145" y="353"/>
                    <a:pt x="145" y="353"/>
                  </a:cubicBezTo>
                  <a:cubicBezTo>
                    <a:pt x="147" y="353"/>
                    <a:pt x="147" y="353"/>
                    <a:pt x="147" y="353"/>
                  </a:cubicBezTo>
                  <a:cubicBezTo>
                    <a:pt x="151" y="355"/>
                    <a:pt x="154" y="358"/>
                    <a:pt x="155" y="362"/>
                  </a:cubicBezTo>
                  <a:cubicBezTo>
                    <a:pt x="157" y="378"/>
                    <a:pt x="157" y="378"/>
                    <a:pt x="157" y="378"/>
                  </a:cubicBezTo>
                  <a:cubicBezTo>
                    <a:pt x="158" y="380"/>
                    <a:pt x="158" y="380"/>
                    <a:pt x="158" y="380"/>
                  </a:cubicBezTo>
                  <a:cubicBezTo>
                    <a:pt x="174" y="415"/>
                    <a:pt x="174" y="415"/>
                    <a:pt x="174" y="415"/>
                  </a:cubicBezTo>
                  <a:cubicBezTo>
                    <a:pt x="181" y="422"/>
                    <a:pt x="181" y="422"/>
                    <a:pt x="181" y="422"/>
                  </a:cubicBezTo>
                  <a:cubicBezTo>
                    <a:pt x="181" y="423"/>
                    <a:pt x="181" y="423"/>
                    <a:pt x="181" y="423"/>
                  </a:cubicBezTo>
                  <a:cubicBezTo>
                    <a:pt x="181" y="423"/>
                    <a:pt x="181" y="423"/>
                    <a:pt x="181" y="423"/>
                  </a:cubicBezTo>
                  <a:cubicBezTo>
                    <a:pt x="184" y="438"/>
                    <a:pt x="184" y="438"/>
                    <a:pt x="184" y="438"/>
                  </a:cubicBezTo>
                  <a:cubicBezTo>
                    <a:pt x="184" y="438"/>
                    <a:pt x="184" y="438"/>
                    <a:pt x="184" y="438"/>
                  </a:cubicBezTo>
                  <a:cubicBezTo>
                    <a:pt x="186" y="452"/>
                    <a:pt x="186" y="452"/>
                    <a:pt x="186" y="452"/>
                  </a:cubicBezTo>
                  <a:cubicBezTo>
                    <a:pt x="186" y="453"/>
                    <a:pt x="186" y="453"/>
                    <a:pt x="186" y="453"/>
                  </a:cubicBezTo>
                  <a:cubicBezTo>
                    <a:pt x="191" y="447"/>
                    <a:pt x="194" y="444"/>
                    <a:pt x="197" y="445"/>
                  </a:cubicBezTo>
                  <a:cubicBezTo>
                    <a:pt x="199" y="446"/>
                    <a:pt x="200" y="447"/>
                    <a:pt x="200" y="449"/>
                  </a:cubicBezTo>
                  <a:cubicBezTo>
                    <a:pt x="200" y="453"/>
                    <a:pt x="200" y="453"/>
                    <a:pt x="200" y="453"/>
                  </a:cubicBezTo>
                  <a:cubicBezTo>
                    <a:pt x="200" y="464"/>
                    <a:pt x="200" y="464"/>
                    <a:pt x="200" y="464"/>
                  </a:cubicBezTo>
                  <a:cubicBezTo>
                    <a:pt x="200" y="467"/>
                    <a:pt x="200" y="467"/>
                    <a:pt x="200" y="467"/>
                  </a:cubicBezTo>
                  <a:cubicBezTo>
                    <a:pt x="203" y="468"/>
                    <a:pt x="205" y="467"/>
                    <a:pt x="206" y="465"/>
                  </a:cubicBezTo>
                  <a:cubicBezTo>
                    <a:pt x="212" y="457"/>
                    <a:pt x="212" y="457"/>
                    <a:pt x="212" y="457"/>
                  </a:cubicBezTo>
                  <a:cubicBezTo>
                    <a:pt x="218" y="450"/>
                    <a:pt x="218" y="450"/>
                    <a:pt x="218" y="450"/>
                  </a:cubicBezTo>
                  <a:cubicBezTo>
                    <a:pt x="223" y="447"/>
                    <a:pt x="227" y="444"/>
                    <a:pt x="232" y="444"/>
                  </a:cubicBezTo>
                  <a:cubicBezTo>
                    <a:pt x="232" y="444"/>
                    <a:pt x="232" y="444"/>
                    <a:pt x="232" y="444"/>
                  </a:cubicBezTo>
                  <a:cubicBezTo>
                    <a:pt x="245" y="447"/>
                    <a:pt x="245" y="447"/>
                    <a:pt x="245" y="447"/>
                  </a:cubicBezTo>
                  <a:cubicBezTo>
                    <a:pt x="249" y="446"/>
                    <a:pt x="249" y="446"/>
                    <a:pt x="249" y="446"/>
                  </a:cubicBezTo>
                  <a:cubicBezTo>
                    <a:pt x="255" y="437"/>
                    <a:pt x="255" y="437"/>
                    <a:pt x="255" y="437"/>
                  </a:cubicBezTo>
                  <a:cubicBezTo>
                    <a:pt x="254" y="424"/>
                    <a:pt x="254" y="424"/>
                    <a:pt x="254" y="424"/>
                  </a:cubicBezTo>
                  <a:cubicBezTo>
                    <a:pt x="250" y="417"/>
                    <a:pt x="248" y="410"/>
                    <a:pt x="249" y="406"/>
                  </a:cubicBezTo>
                  <a:cubicBezTo>
                    <a:pt x="251" y="395"/>
                    <a:pt x="251" y="395"/>
                    <a:pt x="251" y="395"/>
                  </a:cubicBezTo>
                  <a:cubicBezTo>
                    <a:pt x="251" y="394"/>
                    <a:pt x="251" y="394"/>
                    <a:pt x="251" y="394"/>
                  </a:cubicBezTo>
                  <a:cubicBezTo>
                    <a:pt x="252" y="393"/>
                    <a:pt x="252" y="393"/>
                    <a:pt x="252" y="393"/>
                  </a:cubicBezTo>
                  <a:cubicBezTo>
                    <a:pt x="252" y="393"/>
                    <a:pt x="252" y="393"/>
                    <a:pt x="252" y="393"/>
                  </a:cubicBezTo>
                  <a:cubicBezTo>
                    <a:pt x="263" y="386"/>
                    <a:pt x="263" y="386"/>
                    <a:pt x="263" y="386"/>
                  </a:cubicBezTo>
                  <a:cubicBezTo>
                    <a:pt x="264" y="386"/>
                    <a:pt x="264" y="386"/>
                    <a:pt x="264" y="386"/>
                  </a:cubicBezTo>
                  <a:cubicBezTo>
                    <a:pt x="264" y="386"/>
                    <a:pt x="264" y="386"/>
                    <a:pt x="264" y="386"/>
                  </a:cubicBezTo>
                  <a:cubicBezTo>
                    <a:pt x="272" y="381"/>
                    <a:pt x="272" y="381"/>
                    <a:pt x="272" y="381"/>
                  </a:cubicBezTo>
                  <a:cubicBezTo>
                    <a:pt x="282" y="367"/>
                    <a:pt x="282" y="367"/>
                    <a:pt x="282" y="367"/>
                  </a:cubicBezTo>
                  <a:cubicBezTo>
                    <a:pt x="283" y="356"/>
                    <a:pt x="283" y="356"/>
                    <a:pt x="283" y="356"/>
                  </a:cubicBezTo>
                  <a:cubicBezTo>
                    <a:pt x="272" y="331"/>
                    <a:pt x="272" y="331"/>
                    <a:pt x="272" y="331"/>
                  </a:cubicBezTo>
                  <a:cubicBezTo>
                    <a:pt x="297" y="342"/>
                    <a:pt x="297" y="342"/>
                    <a:pt x="297" y="342"/>
                  </a:cubicBezTo>
                  <a:cubicBezTo>
                    <a:pt x="297" y="332"/>
                    <a:pt x="297" y="332"/>
                    <a:pt x="297" y="332"/>
                  </a:cubicBezTo>
                  <a:cubicBezTo>
                    <a:pt x="297" y="332"/>
                    <a:pt x="297" y="332"/>
                    <a:pt x="297" y="332"/>
                  </a:cubicBezTo>
                  <a:cubicBezTo>
                    <a:pt x="297" y="331"/>
                    <a:pt x="297" y="331"/>
                    <a:pt x="297" y="331"/>
                  </a:cubicBezTo>
                  <a:cubicBezTo>
                    <a:pt x="306" y="323"/>
                    <a:pt x="306" y="323"/>
                    <a:pt x="306" y="323"/>
                  </a:cubicBezTo>
                  <a:cubicBezTo>
                    <a:pt x="323" y="318"/>
                    <a:pt x="323" y="318"/>
                    <a:pt x="323" y="318"/>
                  </a:cubicBezTo>
                  <a:cubicBezTo>
                    <a:pt x="325" y="318"/>
                    <a:pt x="325" y="318"/>
                    <a:pt x="325" y="318"/>
                  </a:cubicBezTo>
                  <a:cubicBezTo>
                    <a:pt x="335" y="341"/>
                    <a:pt x="335" y="341"/>
                    <a:pt x="335" y="341"/>
                  </a:cubicBezTo>
                  <a:cubicBezTo>
                    <a:pt x="335" y="342"/>
                    <a:pt x="335" y="342"/>
                    <a:pt x="335" y="342"/>
                  </a:cubicBezTo>
                  <a:cubicBezTo>
                    <a:pt x="334" y="350"/>
                    <a:pt x="334" y="350"/>
                    <a:pt x="334" y="350"/>
                  </a:cubicBezTo>
                  <a:cubicBezTo>
                    <a:pt x="335" y="358"/>
                    <a:pt x="335" y="358"/>
                    <a:pt x="335" y="358"/>
                  </a:cubicBezTo>
                  <a:cubicBezTo>
                    <a:pt x="336" y="362"/>
                    <a:pt x="339" y="364"/>
                    <a:pt x="340" y="364"/>
                  </a:cubicBezTo>
                  <a:cubicBezTo>
                    <a:pt x="343" y="364"/>
                    <a:pt x="345" y="362"/>
                    <a:pt x="348" y="359"/>
                  </a:cubicBezTo>
                  <a:cubicBezTo>
                    <a:pt x="348" y="358"/>
                    <a:pt x="348" y="358"/>
                    <a:pt x="348" y="358"/>
                  </a:cubicBezTo>
                  <a:cubicBezTo>
                    <a:pt x="348" y="358"/>
                    <a:pt x="348" y="358"/>
                    <a:pt x="348" y="358"/>
                  </a:cubicBezTo>
                  <a:cubicBezTo>
                    <a:pt x="349" y="358"/>
                    <a:pt x="349" y="358"/>
                    <a:pt x="349" y="358"/>
                  </a:cubicBezTo>
                  <a:cubicBezTo>
                    <a:pt x="364" y="353"/>
                    <a:pt x="364" y="353"/>
                    <a:pt x="364" y="353"/>
                  </a:cubicBezTo>
                  <a:cubicBezTo>
                    <a:pt x="364" y="353"/>
                    <a:pt x="364" y="353"/>
                    <a:pt x="364" y="353"/>
                  </a:cubicBezTo>
                  <a:cubicBezTo>
                    <a:pt x="364" y="353"/>
                    <a:pt x="364" y="353"/>
                    <a:pt x="364" y="353"/>
                  </a:cubicBezTo>
                  <a:cubicBezTo>
                    <a:pt x="372" y="353"/>
                    <a:pt x="376" y="355"/>
                    <a:pt x="378" y="358"/>
                  </a:cubicBezTo>
                  <a:cubicBezTo>
                    <a:pt x="379" y="375"/>
                    <a:pt x="379" y="375"/>
                    <a:pt x="379" y="375"/>
                  </a:cubicBezTo>
                  <a:cubicBezTo>
                    <a:pt x="379" y="375"/>
                    <a:pt x="379" y="375"/>
                    <a:pt x="379" y="375"/>
                  </a:cubicBezTo>
                  <a:cubicBezTo>
                    <a:pt x="382" y="376"/>
                    <a:pt x="382" y="376"/>
                    <a:pt x="382" y="376"/>
                  </a:cubicBezTo>
                  <a:cubicBezTo>
                    <a:pt x="388" y="378"/>
                    <a:pt x="388" y="378"/>
                    <a:pt x="388" y="378"/>
                  </a:cubicBezTo>
                  <a:cubicBezTo>
                    <a:pt x="397" y="377"/>
                    <a:pt x="397" y="377"/>
                    <a:pt x="397" y="377"/>
                  </a:cubicBezTo>
                  <a:cubicBezTo>
                    <a:pt x="412" y="373"/>
                    <a:pt x="412" y="373"/>
                    <a:pt x="412" y="373"/>
                  </a:cubicBezTo>
                  <a:cubicBezTo>
                    <a:pt x="421" y="365"/>
                    <a:pt x="421" y="365"/>
                    <a:pt x="421" y="365"/>
                  </a:cubicBezTo>
                  <a:cubicBezTo>
                    <a:pt x="422" y="358"/>
                    <a:pt x="422" y="358"/>
                    <a:pt x="422" y="358"/>
                  </a:cubicBezTo>
                  <a:cubicBezTo>
                    <a:pt x="418" y="353"/>
                    <a:pt x="418" y="353"/>
                    <a:pt x="418" y="353"/>
                  </a:cubicBezTo>
                  <a:cubicBezTo>
                    <a:pt x="402" y="348"/>
                    <a:pt x="402" y="348"/>
                    <a:pt x="402" y="348"/>
                  </a:cubicBezTo>
                  <a:cubicBezTo>
                    <a:pt x="402" y="348"/>
                    <a:pt x="402" y="348"/>
                    <a:pt x="402" y="348"/>
                  </a:cubicBezTo>
                  <a:cubicBezTo>
                    <a:pt x="401" y="347"/>
                    <a:pt x="401" y="347"/>
                    <a:pt x="401" y="347"/>
                  </a:cubicBezTo>
                  <a:cubicBezTo>
                    <a:pt x="401" y="347"/>
                    <a:pt x="401" y="347"/>
                    <a:pt x="401" y="347"/>
                  </a:cubicBezTo>
                  <a:cubicBezTo>
                    <a:pt x="401" y="347"/>
                    <a:pt x="401" y="347"/>
                    <a:pt x="401" y="347"/>
                  </a:cubicBezTo>
                  <a:cubicBezTo>
                    <a:pt x="382" y="329"/>
                    <a:pt x="382" y="329"/>
                    <a:pt x="382" y="329"/>
                  </a:cubicBezTo>
                  <a:cubicBezTo>
                    <a:pt x="384" y="327"/>
                    <a:pt x="384" y="327"/>
                    <a:pt x="384" y="327"/>
                  </a:cubicBezTo>
                  <a:cubicBezTo>
                    <a:pt x="393" y="319"/>
                    <a:pt x="393" y="319"/>
                    <a:pt x="393" y="319"/>
                  </a:cubicBezTo>
                  <a:cubicBezTo>
                    <a:pt x="394" y="319"/>
                    <a:pt x="394" y="319"/>
                    <a:pt x="394" y="319"/>
                  </a:cubicBezTo>
                  <a:cubicBezTo>
                    <a:pt x="394" y="319"/>
                    <a:pt x="394" y="319"/>
                    <a:pt x="394" y="319"/>
                  </a:cubicBezTo>
                  <a:cubicBezTo>
                    <a:pt x="403" y="315"/>
                    <a:pt x="403" y="315"/>
                    <a:pt x="403" y="315"/>
                  </a:cubicBezTo>
                  <a:cubicBezTo>
                    <a:pt x="403" y="315"/>
                    <a:pt x="403" y="315"/>
                    <a:pt x="403" y="315"/>
                  </a:cubicBezTo>
                  <a:cubicBezTo>
                    <a:pt x="405" y="315"/>
                    <a:pt x="405" y="315"/>
                    <a:pt x="405" y="315"/>
                  </a:cubicBezTo>
                  <a:cubicBezTo>
                    <a:pt x="417" y="318"/>
                    <a:pt x="417" y="318"/>
                    <a:pt x="417" y="318"/>
                  </a:cubicBezTo>
                  <a:cubicBezTo>
                    <a:pt x="418" y="318"/>
                    <a:pt x="418" y="318"/>
                    <a:pt x="418" y="318"/>
                  </a:cubicBezTo>
                  <a:cubicBezTo>
                    <a:pt x="418" y="318"/>
                    <a:pt x="418" y="318"/>
                    <a:pt x="418" y="318"/>
                  </a:cubicBezTo>
                  <a:cubicBezTo>
                    <a:pt x="418" y="313"/>
                    <a:pt x="418" y="313"/>
                    <a:pt x="418" y="313"/>
                  </a:cubicBezTo>
                  <a:cubicBezTo>
                    <a:pt x="413" y="304"/>
                    <a:pt x="413" y="304"/>
                    <a:pt x="413" y="304"/>
                  </a:cubicBezTo>
                  <a:cubicBezTo>
                    <a:pt x="404" y="300"/>
                    <a:pt x="404" y="300"/>
                    <a:pt x="404" y="300"/>
                  </a:cubicBezTo>
                  <a:cubicBezTo>
                    <a:pt x="393" y="283"/>
                    <a:pt x="393" y="283"/>
                    <a:pt x="393" y="283"/>
                  </a:cubicBezTo>
                  <a:cubicBezTo>
                    <a:pt x="393" y="283"/>
                    <a:pt x="393" y="283"/>
                    <a:pt x="393" y="283"/>
                  </a:cubicBezTo>
                  <a:cubicBezTo>
                    <a:pt x="392" y="282"/>
                    <a:pt x="392" y="282"/>
                    <a:pt x="392" y="282"/>
                  </a:cubicBezTo>
                  <a:cubicBezTo>
                    <a:pt x="392" y="282"/>
                    <a:pt x="392" y="282"/>
                    <a:pt x="392" y="282"/>
                  </a:cubicBezTo>
                  <a:cubicBezTo>
                    <a:pt x="387" y="262"/>
                    <a:pt x="387" y="262"/>
                    <a:pt x="387" y="262"/>
                  </a:cubicBezTo>
                  <a:cubicBezTo>
                    <a:pt x="387" y="247"/>
                    <a:pt x="387" y="247"/>
                    <a:pt x="387" y="247"/>
                  </a:cubicBezTo>
                  <a:cubicBezTo>
                    <a:pt x="396" y="237"/>
                    <a:pt x="396" y="237"/>
                    <a:pt x="396" y="237"/>
                  </a:cubicBezTo>
                  <a:cubicBezTo>
                    <a:pt x="411" y="237"/>
                    <a:pt x="411" y="237"/>
                    <a:pt x="411" y="237"/>
                  </a:cubicBezTo>
                  <a:cubicBezTo>
                    <a:pt x="445" y="241"/>
                    <a:pt x="445" y="241"/>
                    <a:pt x="445" y="241"/>
                  </a:cubicBezTo>
                  <a:cubicBezTo>
                    <a:pt x="461" y="218"/>
                    <a:pt x="461" y="218"/>
                    <a:pt x="461" y="218"/>
                  </a:cubicBezTo>
                  <a:cubicBezTo>
                    <a:pt x="461" y="217"/>
                    <a:pt x="461" y="217"/>
                    <a:pt x="461" y="217"/>
                  </a:cubicBezTo>
                  <a:cubicBezTo>
                    <a:pt x="462" y="217"/>
                    <a:pt x="462" y="217"/>
                    <a:pt x="462" y="217"/>
                  </a:cubicBezTo>
                  <a:cubicBezTo>
                    <a:pt x="475" y="210"/>
                    <a:pt x="475" y="210"/>
                    <a:pt x="475" y="210"/>
                  </a:cubicBezTo>
                  <a:cubicBezTo>
                    <a:pt x="481" y="197"/>
                    <a:pt x="481" y="197"/>
                    <a:pt x="481" y="197"/>
                  </a:cubicBezTo>
                  <a:cubicBezTo>
                    <a:pt x="482" y="196"/>
                    <a:pt x="482" y="196"/>
                    <a:pt x="482" y="196"/>
                  </a:cubicBezTo>
                  <a:cubicBezTo>
                    <a:pt x="497" y="183"/>
                    <a:pt x="497" y="183"/>
                    <a:pt x="497" y="183"/>
                  </a:cubicBezTo>
                  <a:cubicBezTo>
                    <a:pt x="504" y="170"/>
                    <a:pt x="504" y="170"/>
                    <a:pt x="504" y="170"/>
                  </a:cubicBezTo>
                  <a:cubicBezTo>
                    <a:pt x="504" y="169"/>
                    <a:pt x="504" y="169"/>
                    <a:pt x="504" y="169"/>
                  </a:cubicBezTo>
                  <a:cubicBezTo>
                    <a:pt x="505" y="169"/>
                    <a:pt x="505" y="169"/>
                    <a:pt x="505" y="169"/>
                  </a:cubicBezTo>
                  <a:cubicBezTo>
                    <a:pt x="505" y="169"/>
                    <a:pt x="505" y="169"/>
                    <a:pt x="505" y="169"/>
                  </a:cubicBezTo>
                  <a:cubicBezTo>
                    <a:pt x="505" y="169"/>
                    <a:pt x="505" y="169"/>
                    <a:pt x="505" y="169"/>
                  </a:cubicBezTo>
                  <a:cubicBezTo>
                    <a:pt x="511" y="163"/>
                    <a:pt x="511" y="163"/>
                    <a:pt x="511" y="163"/>
                  </a:cubicBezTo>
                  <a:cubicBezTo>
                    <a:pt x="518" y="151"/>
                    <a:pt x="518" y="151"/>
                    <a:pt x="518" y="151"/>
                  </a:cubicBezTo>
                  <a:cubicBezTo>
                    <a:pt x="521" y="132"/>
                    <a:pt x="521" y="132"/>
                    <a:pt x="521" y="132"/>
                  </a:cubicBezTo>
                  <a:cubicBezTo>
                    <a:pt x="521" y="130"/>
                    <a:pt x="521" y="130"/>
                    <a:pt x="521" y="130"/>
                  </a:cubicBezTo>
                  <a:cubicBezTo>
                    <a:pt x="521" y="129"/>
                    <a:pt x="521" y="129"/>
                    <a:pt x="521" y="129"/>
                  </a:cubicBezTo>
                  <a:cubicBezTo>
                    <a:pt x="531" y="123"/>
                    <a:pt x="531" y="123"/>
                    <a:pt x="531" y="123"/>
                  </a:cubicBezTo>
                  <a:cubicBezTo>
                    <a:pt x="534" y="120"/>
                    <a:pt x="534" y="120"/>
                    <a:pt x="534" y="120"/>
                  </a:cubicBezTo>
                  <a:cubicBezTo>
                    <a:pt x="519" y="118"/>
                    <a:pt x="519" y="118"/>
                    <a:pt x="519" y="118"/>
                  </a:cubicBezTo>
                  <a:cubicBezTo>
                    <a:pt x="495" y="119"/>
                    <a:pt x="495" y="119"/>
                    <a:pt x="495" y="119"/>
                  </a:cubicBezTo>
                  <a:cubicBezTo>
                    <a:pt x="494" y="118"/>
                    <a:pt x="494" y="118"/>
                    <a:pt x="494" y="118"/>
                  </a:cubicBezTo>
                  <a:cubicBezTo>
                    <a:pt x="485" y="111"/>
                    <a:pt x="485" y="111"/>
                    <a:pt x="485" y="111"/>
                  </a:cubicBezTo>
                  <a:cubicBezTo>
                    <a:pt x="484" y="111"/>
                    <a:pt x="484" y="111"/>
                    <a:pt x="484" y="111"/>
                  </a:cubicBezTo>
                  <a:cubicBezTo>
                    <a:pt x="484" y="111"/>
                    <a:pt x="484" y="111"/>
                    <a:pt x="484" y="111"/>
                  </a:cubicBezTo>
                  <a:cubicBezTo>
                    <a:pt x="484" y="111"/>
                    <a:pt x="484" y="111"/>
                    <a:pt x="484" y="111"/>
                  </a:cubicBezTo>
                  <a:cubicBezTo>
                    <a:pt x="479" y="103"/>
                    <a:pt x="479" y="103"/>
                    <a:pt x="479" y="103"/>
                  </a:cubicBezTo>
                  <a:cubicBezTo>
                    <a:pt x="478" y="104"/>
                    <a:pt x="478" y="104"/>
                    <a:pt x="478" y="104"/>
                  </a:cubicBezTo>
                  <a:cubicBezTo>
                    <a:pt x="477" y="105"/>
                    <a:pt x="477" y="105"/>
                    <a:pt x="477" y="105"/>
                  </a:cubicBezTo>
                  <a:cubicBezTo>
                    <a:pt x="476" y="107"/>
                    <a:pt x="473" y="108"/>
                    <a:pt x="469" y="108"/>
                  </a:cubicBezTo>
                  <a:cubicBezTo>
                    <a:pt x="466" y="109"/>
                    <a:pt x="466" y="109"/>
                    <a:pt x="466" y="109"/>
                  </a:cubicBezTo>
                  <a:cubicBezTo>
                    <a:pt x="464" y="110"/>
                    <a:pt x="464" y="111"/>
                    <a:pt x="462" y="110"/>
                  </a:cubicBezTo>
                  <a:cubicBezTo>
                    <a:pt x="461" y="110"/>
                    <a:pt x="460" y="108"/>
                    <a:pt x="459" y="105"/>
                  </a:cubicBezTo>
                  <a:cubicBezTo>
                    <a:pt x="458" y="102"/>
                    <a:pt x="457" y="99"/>
                    <a:pt x="453" y="96"/>
                  </a:cubicBezTo>
                  <a:cubicBezTo>
                    <a:pt x="453" y="95"/>
                    <a:pt x="453" y="95"/>
                    <a:pt x="453" y="95"/>
                  </a:cubicBezTo>
                  <a:cubicBezTo>
                    <a:pt x="453" y="95"/>
                    <a:pt x="453" y="95"/>
                    <a:pt x="453" y="95"/>
                  </a:cubicBezTo>
                  <a:cubicBezTo>
                    <a:pt x="452" y="95"/>
                    <a:pt x="452" y="95"/>
                    <a:pt x="452" y="95"/>
                  </a:cubicBezTo>
                  <a:cubicBezTo>
                    <a:pt x="449" y="87"/>
                    <a:pt x="449" y="87"/>
                    <a:pt x="449" y="87"/>
                  </a:cubicBezTo>
                  <a:cubicBezTo>
                    <a:pt x="447" y="87"/>
                    <a:pt x="447" y="87"/>
                    <a:pt x="447" y="87"/>
                  </a:cubicBezTo>
                  <a:cubicBezTo>
                    <a:pt x="438" y="93"/>
                    <a:pt x="438" y="93"/>
                    <a:pt x="438" y="93"/>
                  </a:cubicBezTo>
                  <a:cubicBezTo>
                    <a:pt x="437" y="94"/>
                    <a:pt x="437" y="94"/>
                    <a:pt x="437" y="94"/>
                  </a:cubicBezTo>
                  <a:cubicBezTo>
                    <a:pt x="436" y="94"/>
                    <a:pt x="436" y="94"/>
                    <a:pt x="436" y="94"/>
                  </a:cubicBezTo>
                  <a:cubicBezTo>
                    <a:pt x="415" y="98"/>
                    <a:pt x="415" y="98"/>
                    <a:pt x="415" y="98"/>
                  </a:cubicBezTo>
                  <a:cubicBezTo>
                    <a:pt x="414" y="98"/>
                    <a:pt x="414" y="98"/>
                    <a:pt x="414" y="98"/>
                  </a:cubicBezTo>
                  <a:cubicBezTo>
                    <a:pt x="413" y="97"/>
                    <a:pt x="413" y="97"/>
                    <a:pt x="413" y="97"/>
                  </a:cubicBezTo>
                  <a:cubicBezTo>
                    <a:pt x="399" y="88"/>
                    <a:pt x="399" y="88"/>
                    <a:pt x="399" y="88"/>
                  </a:cubicBezTo>
                  <a:cubicBezTo>
                    <a:pt x="399" y="88"/>
                    <a:pt x="399" y="88"/>
                    <a:pt x="399" y="88"/>
                  </a:cubicBezTo>
                  <a:cubicBezTo>
                    <a:pt x="398" y="87"/>
                    <a:pt x="398" y="87"/>
                    <a:pt x="398" y="87"/>
                  </a:cubicBezTo>
                  <a:cubicBezTo>
                    <a:pt x="398" y="86"/>
                    <a:pt x="398" y="86"/>
                    <a:pt x="398" y="86"/>
                  </a:cubicBezTo>
                  <a:cubicBezTo>
                    <a:pt x="398" y="86"/>
                    <a:pt x="398" y="86"/>
                    <a:pt x="398" y="86"/>
                  </a:cubicBezTo>
                  <a:cubicBezTo>
                    <a:pt x="394" y="79"/>
                    <a:pt x="394" y="79"/>
                    <a:pt x="394" y="79"/>
                  </a:cubicBezTo>
                  <a:cubicBezTo>
                    <a:pt x="384" y="90"/>
                    <a:pt x="384" y="90"/>
                    <a:pt x="384" y="90"/>
                  </a:cubicBezTo>
                  <a:cubicBezTo>
                    <a:pt x="376" y="98"/>
                    <a:pt x="371" y="101"/>
                    <a:pt x="367" y="98"/>
                  </a:cubicBezTo>
                  <a:cubicBezTo>
                    <a:pt x="353" y="91"/>
                    <a:pt x="353" y="91"/>
                    <a:pt x="353" y="91"/>
                  </a:cubicBezTo>
                  <a:cubicBezTo>
                    <a:pt x="344" y="90"/>
                    <a:pt x="344" y="90"/>
                    <a:pt x="344" y="90"/>
                  </a:cubicBezTo>
                  <a:cubicBezTo>
                    <a:pt x="342" y="91"/>
                    <a:pt x="342" y="91"/>
                    <a:pt x="342" y="91"/>
                  </a:cubicBezTo>
                  <a:cubicBezTo>
                    <a:pt x="333" y="84"/>
                    <a:pt x="333" y="84"/>
                    <a:pt x="333" y="84"/>
                  </a:cubicBezTo>
                  <a:cubicBezTo>
                    <a:pt x="333" y="83"/>
                    <a:pt x="333" y="83"/>
                    <a:pt x="333" y="83"/>
                  </a:cubicBezTo>
                  <a:cubicBezTo>
                    <a:pt x="331" y="83"/>
                    <a:pt x="331" y="83"/>
                    <a:pt x="331" y="83"/>
                  </a:cubicBezTo>
                  <a:cubicBezTo>
                    <a:pt x="335" y="66"/>
                    <a:pt x="335" y="66"/>
                    <a:pt x="335" y="66"/>
                  </a:cubicBezTo>
                  <a:cubicBezTo>
                    <a:pt x="335" y="61"/>
                    <a:pt x="335" y="61"/>
                    <a:pt x="335" y="61"/>
                  </a:cubicBezTo>
                  <a:cubicBezTo>
                    <a:pt x="330" y="58"/>
                    <a:pt x="330" y="58"/>
                    <a:pt x="330" y="58"/>
                  </a:cubicBezTo>
                  <a:cubicBezTo>
                    <a:pt x="329" y="58"/>
                    <a:pt x="329" y="58"/>
                    <a:pt x="329" y="58"/>
                  </a:cubicBezTo>
                  <a:cubicBezTo>
                    <a:pt x="316" y="44"/>
                    <a:pt x="316" y="44"/>
                    <a:pt x="316" y="44"/>
                  </a:cubicBezTo>
                  <a:cubicBezTo>
                    <a:pt x="317" y="34"/>
                    <a:pt x="317" y="34"/>
                    <a:pt x="317" y="34"/>
                  </a:cubicBezTo>
                  <a:cubicBezTo>
                    <a:pt x="285" y="31"/>
                    <a:pt x="285" y="31"/>
                    <a:pt x="285" y="31"/>
                  </a:cubicBezTo>
                  <a:cubicBezTo>
                    <a:pt x="273" y="24"/>
                    <a:pt x="273" y="24"/>
                    <a:pt x="273" y="24"/>
                  </a:cubicBezTo>
                  <a:cubicBezTo>
                    <a:pt x="270" y="23"/>
                    <a:pt x="268" y="19"/>
                    <a:pt x="266" y="13"/>
                  </a:cubicBezTo>
                  <a:cubicBezTo>
                    <a:pt x="264" y="9"/>
                    <a:pt x="264" y="9"/>
                    <a:pt x="264" y="9"/>
                  </a:cubicBezTo>
                  <a:cubicBezTo>
                    <a:pt x="262" y="0"/>
                    <a:pt x="262" y="0"/>
                    <a:pt x="262" y="0"/>
                  </a:cubicBezTo>
                  <a:cubicBezTo>
                    <a:pt x="257" y="0"/>
                    <a:pt x="257" y="0"/>
                    <a:pt x="257" y="0"/>
                  </a:cubicBezTo>
                  <a:cubicBezTo>
                    <a:pt x="248" y="8"/>
                    <a:pt x="248" y="8"/>
                    <a:pt x="248" y="8"/>
                  </a:cubicBezTo>
                  <a:cubicBezTo>
                    <a:pt x="236" y="22"/>
                    <a:pt x="236" y="22"/>
                    <a:pt x="236" y="22"/>
                  </a:cubicBezTo>
                  <a:cubicBezTo>
                    <a:pt x="239" y="32"/>
                    <a:pt x="239" y="32"/>
                    <a:pt x="239" y="32"/>
                  </a:cubicBezTo>
                  <a:cubicBezTo>
                    <a:pt x="242" y="46"/>
                    <a:pt x="242" y="46"/>
                    <a:pt x="242" y="46"/>
                  </a:cubicBezTo>
                  <a:cubicBezTo>
                    <a:pt x="242" y="46"/>
                    <a:pt x="242" y="46"/>
                    <a:pt x="242" y="46"/>
                  </a:cubicBezTo>
                  <a:cubicBezTo>
                    <a:pt x="243" y="46"/>
                    <a:pt x="243" y="46"/>
                    <a:pt x="243" y="46"/>
                  </a:cubicBezTo>
                  <a:cubicBezTo>
                    <a:pt x="242" y="47"/>
                    <a:pt x="242" y="47"/>
                    <a:pt x="242" y="47"/>
                  </a:cubicBezTo>
                  <a:cubicBezTo>
                    <a:pt x="242" y="47"/>
                    <a:pt x="242" y="47"/>
                    <a:pt x="242" y="47"/>
                  </a:cubicBezTo>
                  <a:cubicBezTo>
                    <a:pt x="241" y="51"/>
                    <a:pt x="237" y="53"/>
                    <a:pt x="232" y="53"/>
                  </a:cubicBezTo>
                  <a:cubicBezTo>
                    <a:pt x="220" y="53"/>
                    <a:pt x="220" y="53"/>
                    <a:pt x="220" y="53"/>
                  </a:cubicBezTo>
                  <a:cubicBezTo>
                    <a:pt x="212" y="49"/>
                    <a:pt x="212" y="49"/>
                    <a:pt x="212" y="49"/>
                  </a:cubicBezTo>
                  <a:cubicBezTo>
                    <a:pt x="203" y="53"/>
                    <a:pt x="203" y="53"/>
                    <a:pt x="203" y="53"/>
                  </a:cubicBezTo>
                  <a:cubicBezTo>
                    <a:pt x="201" y="54"/>
                    <a:pt x="201" y="54"/>
                    <a:pt x="201" y="54"/>
                  </a:cubicBezTo>
                  <a:cubicBezTo>
                    <a:pt x="200" y="53"/>
                    <a:pt x="200" y="53"/>
                    <a:pt x="200" y="53"/>
                  </a:cubicBezTo>
                  <a:cubicBezTo>
                    <a:pt x="199" y="61"/>
                    <a:pt x="199" y="61"/>
                    <a:pt x="199" y="61"/>
                  </a:cubicBezTo>
                  <a:cubicBezTo>
                    <a:pt x="198" y="63"/>
                    <a:pt x="198" y="63"/>
                    <a:pt x="198" y="63"/>
                  </a:cubicBezTo>
                  <a:cubicBezTo>
                    <a:pt x="198" y="64"/>
                    <a:pt x="198" y="64"/>
                    <a:pt x="198" y="64"/>
                  </a:cubicBezTo>
                  <a:cubicBezTo>
                    <a:pt x="197" y="64"/>
                    <a:pt x="197" y="64"/>
                    <a:pt x="197" y="64"/>
                  </a:cubicBezTo>
                  <a:cubicBezTo>
                    <a:pt x="181" y="60"/>
                    <a:pt x="181" y="60"/>
                    <a:pt x="181" y="60"/>
                  </a:cubicBezTo>
                  <a:cubicBezTo>
                    <a:pt x="181" y="64"/>
                    <a:pt x="182" y="68"/>
                    <a:pt x="184" y="72"/>
                  </a:cubicBezTo>
                  <a:cubicBezTo>
                    <a:pt x="186" y="77"/>
                    <a:pt x="187" y="80"/>
                    <a:pt x="185" y="83"/>
                  </a:cubicBezTo>
                  <a:cubicBezTo>
                    <a:pt x="183" y="88"/>
                    <a:pt x="183" y="88"/>
                    <a:pt x="183" y="88"/>
                  </a:cubicBezTo>
                  <a:cubicBezTo>
                    <a:pt x="181" y="90"/>
                    <a:pt x="176" y="91"/>
                    <a:pt x="168" y="90"/>
                  </a:cubicBezTo>
                  <a:cubicBezTo>
                    <a:pt x="158" y="90"/>
                    <a:pt x="158" y="90"/>
                    <a:pt x="158" y="90"/>
                  </a:cubicBezTo>
                  <a:cubicBezTo>
                    <a:pt x="157" y="107"/>
                    <a:pt x="157" y="107"/>
                    <a:pt x="157" y="107"/>
                  </a:cubicBezTo>
                  <a:cubicBezTo>
                    <a:pt x="144" y="102"/>
                    <a:pt x="144" y="102"/>
                    <a:pt x="144" y="102"/>
                  </a:cubicBezTo>
                  <a:cubicBezTo>
                    <a:pt x="143" y="102"/>
                    <a:pt x="143" y="102"/>
                    <a:pt x="143" y="102"/>
                  </a:cubicBezTo>
                  <a:cubicBezTo>
                    <a:pt x="143" y="101"/>
                    <a:pt x="143" y="101"/>
                    <a:pt x="143" y="101"/>
                  </a:cubicBezTo>
                  <a:cubicBezTo>
                    <a:pt x="136" y="89"/>
                    <a:pt x="136" y="89"/>
                    <a:pt x="136" y="89"/>
                  </a:cubicBezTo>
                  <a:cubicBezTo>
                    <a:pt x="121" y="84"/>
                    <a:pt x="121" y="84"/>
                    <a:pt x="121" y="84"/>
                  </a:cubicBezTo>
                  <a:cubicBezTo>
                    <a:pt x="118" y="76"/>
                    <a:pt x="118" y="76"/>
                    <a:pt x="118" y="76"/>
                  </a:cubicBezTo>
                  <a:cubicBezTo>
                    <a:pt x="112" y="80"/>
                    <a:pt x="112" y="80"/>
                    <a:pt x="112" y="80"/>
                  </a:cubicBezTo>
                  <a:cubicBezTo>
                    <a:pt x="112" y="80"/>
                    <a:pt x="112" y="80"/>
                    <a:pt x="112" y="80"/>
                  </a:cubicBezTo>
                  <a:cubicBezTo>
                    <a:pt x="103" y="82"/>
                    <a:pt x="103" y="82"/>
                    <a:pt x="103" y="82"/>
                  </a:cubicBezTo>
                  <a:cubicBezTo>
                    <a:pt x="100" y="82"/>
                    <a:pt x="100" y="82"/>
                    <a:pt x="100" y="82"/>
                  </a:cubicBezTo>
                  <a:cubicBezTo>
                    <a:pt x="95" y="71"/>
                    <a:pt x="95" y="71"/>
                    <a:pt x="95" y="71"/>
                  </a:cubicBezTo>
                  <a:cubicBezTo>
                    <a:pt x="90" y="64"/>
                    <a:pt x="90" y="64"/>
                    <a:pt x="90" y="64"/>
                  </a:cubicBezTo>
                  <a:cubicBezTo>
                    <a:pt x="90" y="64"/>
                    <a:pt x="90" y="64"/>
                    <a:pt x="90" y="64"/>
                  </a:cubicBezTo>
                  <a:cubicBezTo>
                    <a:pt x="85" y="58"/>
                    <a:pt x="82" y="52"/>
                    <a:pt x="81" y="49"/>
                  </a:cubicBezTo>
                  <a:cubicBezTo>
                    <a:pt x="81" y="49"/>
                    <a:pt x="80" y="47"/>
                    <a:pt x="77" y="47"/>
                  </a:cubicBezTo>
                  <a:cubicBezTo>
                    <a:pt x="75" y="46"/>
                    <a:pt x="75" y="46"/>
                    <a:pt x="75" y="46"/>
                  </a:cubicBezTo>
                  <a:cubicBezTo>
                    <a:pt x="70" y="44"/>
                    <a:pt x="67" y="41"/>
                    <a:pt x="65" y="35"/>
                  </a:cubicBezTo>
                  <a:cubicBezTo>
                    <a:pt x="63" y="25"/>
                    <a:pt x="63" y="25"/>
                    <a:pt x="63" y="25"/>
                  </a:cubicBezTo>
                  <a:cubicBezTo>
                    <a:pt x="63" y="17"/>
                    <a:pt x="63" y="17"/>
                    <a:pt x="63" y="17"/>
                  </a:cubicBezTo>
                  <a:cubicBezTo>
                    <a:pt x="59" y="9"/>
                    <a:pt x="59" y="9"/>
                    <a:pt x="59" y="9"/>
                  </a:cubicBezTo>
                  <a:cubicBezTo>
                    <a:pt x="52" y="11"/>
                    <a:pt x="52" y="11"/>
                    <a:pt x="52" y="11"/>
                  </a:cubicBezTo>
                  <a:cubicBezTo>
                    <a:pt x="51" y="11"/>
                    <a:pt x="51" y="11"/>
                    <a:pt x="51" y="11"/>
                  </a:cubicBezTo>
                  <a:cubicBezTo>
                    <a:pt x="50" y="11"/>
                    <a:pt x="50" y="11"/>
                    <a:pt x="50" y="11"/>
                  </a:cubicBez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18" name="Freeform 18"/>
            <p:cNvSpPr/>
            <p:nvPr/>
          </p:nvSpPr>
          <p:spPr bwMode="auto">
            <a:xfrm>
              <a:off x="800291" y="2835847"/>
              <a:ext cx="1652587" cy="1003300"/>
            </a:xfrm>
            <a:custGeom>
              <a:avLst/>
              <a:gdLst>
                <a:gd name="T0" fmla="*/ 101 w 955"/>
                <a:gd name="T1" fmla="*/ 26 h 579"/>
                <a:gd name="T2" fmla="*/ 51 w 955"/>
                <a:gd name="T3" fmla="*/ 43 h 579"/>
                <a:gd name="T4" fmla="*/ 32 w 955"/>
                <a:gd name="T5" fmla="*/ 80 h 579"/>
                <a:gd name="T6" fmla="*/ 15 w 955"/>
                <a:gd name="T7" fmla="*/ 158 h 579"/>
                <a:gd name="T8" fmla="*/ 13 w 955"/>
                <a:gd name="T9" fmla="*/ 180 h 579"/>
                <a:gd name="T10" fmla="*/ 46 w 955"/>
                <a:gd name="T11" fmla="*/ 250 h 579"/>
                <a:gd name="T12" fmla="*/ 98 w 955"/>
                <a:gd name="T13" fmla="*/ 309 h 579"/>
                <a:gd name="T14" fmla="*/ 140 w 955"/>
                <a:gd name="T15" fmla="*/ 296 h 579"/>
                <a:gd name="T16" fmla="*/ 179 w 955"/>
                <a:gd name="T17" fmla="*/ 348 h 579"/>
                <a:gd name="T18" fmla="*/ 221 w 955"/>
                <a:gd name="T19" fmla="*/ 378 h 579"/>
                <a:gd name="T20" fmla="*/ 238 w 955"/>
                <a:gd name="T21" fmla="*/ 410 h 579"/>
                <a:gd name="T22" fmla="*/ 287 w 955"/>
                <a:gd name="T23" fmla="*/ 443 h 579"/>
                <a:gd name="T24" fmla="*/ 309 w 955"/>
                <a:gd name="T25" fmla="*/ 457 h 579"/>
                <a:gd name="T26" fmla="*/ 358 w 955"/>
                <a:gd name="T27" fmla="*/ 476 h 579"/>
                <a:gd name="T28" fmla="*/ 454 w 955"/>
                <a:gd name="T29" fmla="*/ 491 h 579"/>
                <a:gd name="T30" fmla="*/ 451 w 955"/>
                <a:gd name="T31" fmla="*/ 530 h 579"/>
                <a:gd name="T32" fmla="*/ 587 w 955"/>
                <a:gd name="T33" fmla="*/ 514 h 579"/>
                <a:gd name="T34" fmla="*/ 602 w 955"/>
                <a:gd name="T35" fmla="*/ 559 h 579"/>
                <a:gd name="T36" fmla="*/ 727 w 955"/>
                <a:gd name="T37" fmla="*/ 541 h 579"/>
                <a:gd name="T38" fmla="*/ 779 w 955"/>
                <a:gd name="T39" fmla="*/ 514 h 579"/>
                <a:gd name="T40" fmla="*/ 864 w 955"/>
                <a:gd name="T41" fmla="*/ 545 h 579"/>
                <a:gd name="T42" fmla="*/ 865 w 955"/>
                <a:gd name="T43" fmla="*/ 542 h 579"/>
                <a:gd name="T44" fmla="*/ 905 w 955"/>
                <a:gd name="T45" fmla="*/ 528 h 579"/>
                <a:gd name="T46" fmla="*/ 922 w 955"/>
                <a:gd name="T47" fmla="*/ 503 h 579"/>
                <a:gd name="T48" fmla="*/ 947 w 955"/>
                <a:gd name="T49" fmla="*/ 425 h 579"/>
                <a:gd name="T50" fmla="*/ 936 w 955"/>
                <a:gd name="T51" fmla="*/ 375 h 579"/>
                <a:gd name="T52" fmla="*/ 913 w 955"/>
                <a:gd name="T53" fmla="*/ 314 h 579"/>
                <a:gd name="T54" fmla="*/ 901 w 955"/>
                <a:gd name="T55" fmla="*/ 290 h 579"/>
                <a:gd name="T56" fmla="*/ 885 w 955"/>
                <a:gd name="T57" fmla="*/ 298 h 579"/>
                <a:gd name="T58" fmla="*/ 846 w 955"/>
                <a:gd name="T59" fmla="*/ 307 h 579"/>
                <a:gd name="T60" fmla="*/ 808 w 955"/>
                <a:gd name="T61" fmla="*/ 323 h 579"/>
                <a:gd name="T62" fmla="*/ 779 w 955"/>
                <a:gd name="T63" fmla="*/ 288 h 579"/>
                <a:gd name="T64" fmla="*/ 752 w 955"/>
                <a:gd name="T65" fmla="*/ 261 h 579"/>
                <a:gd name="T66" fmla="*/ 672 w 955"/>
                <a:gd name="T67" fmla="*/ 252 h 579"/>
                <a:gd name="T68" fmla="*/ 612 w 955"/>
                <a:gd name="T69" fmla="*/ 226 h 579"/>
                <a:gd name="T70" fmla="*/ 591 w 955"/>
                <a:gd name="T71" fmla="*/ 202 h 579"/>
                <a:gd name="T72" fmla="*/ 559 w 955"/>
                <a:gd name="T73" fmla="*/ 205 h 579"/>
                <a:gd name="T74" fmla="*/ 527 w 955"/>
                <a:gd name="T75" fmla="*/ 148 h 579"/>
                <a:gd name="T76" fmla="*/ 541 w 955"/>
                <a:gd name="T77" fmla="*/ 111 h 579"/>
                <a:gd name="T78" fmla="*/ 542 w 955"/>
                <a:gd name="T79" fmla="*/ 59 h 579"/>
                <a:gd name="T80" fmla="*/ 542 w 955"/>
                <a:gd name="T81" fmla="*/ 32 h 579"/>
                <a:gd name="T82" fmla="*/ 538 w 955"/>
                <a:gd name="T83" fmla="*/ 30 h 579"/>
                <a:gd name="T84" fmla="*/ 526 w 955"/>
                <a:gd name="T85" fmla="*/ 22 h 579"/>
                <a:gd name="T86" fmla="*/ 463 w 955"/>
                <a:gd name="T87" fmla="*/ 3 h 579"/>
                <a:gd name="T88" fmla="*/ 394 w 955"/>
                <a:gd name="T89" fmla="*/ 17 h 579"/>
                <a:gd name="T90" fmla="*/ 335 w 955"/>
                <a:gd name="T91" fmla="*/ 27 h 579"/>
                <a:gd name="T92" fmla="*/ 312 w 955"/>
                <a:gd name="T93" fmla="*/ 30 h 579"/>
                <a:gd name="T94" fmla="*/ 260 w 955"/>
                <a:gd name="T95" fmla="*/ 27 h 579"/>
                <a:gd name="T96" fmla="*/ 231 w 955"/>
                <a:gd name="T97" fmla="*/ 0 h 579"/>
                <a:gd name="T98" fmla="*/ 204 w 955"/>
                <a:gd name="T99" fmla="*/ 14 h 579"/>
                <a:gd name="T100" fmla="*/ 140 w 955"/>
                <a:gd name="T101" fmla="*/ 8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55" h="579">
                  <a:moveTo>
                    <a:pt x="117" y="2"/>
                  </a:moveTo>
                  <a:cubicBezTo>
                    <a:pt x="117" y="2"/>
                    <a:pt x="117" y="2"/>
                    <a:pt x="117" y="2"/>
                  </a:cubicBezTo>
                  <a:cubicBezTo>
                    <a:pt x="115" y="8"/>
                    <a:pt x="111" y="11"/>
                    <a:pt x="106" y="16"/>
                  </a:cubicBezTo>
                  <a:cubicBezTo>
                    <a:pt x="102" y="17"/>
                    <a:pt x="101" y="20"/>
                    <a:pt x="101" y="24"/>
                  </a:cubicBezTo>
                  <a:cubicBezTo>
                    <a:pt x="101" y="26"/>
                    <a:pt x="101" y="26"/>
                    <a:pt x="101" y="26"/>
                  </a:cubicBezTo>
                  <a:cubicBezTo>
                    <a:pt x="101" y="29"/>
                    <a:pt x="99" y="34"/>
                    <a:pt x="94" y="41"/>
                  </a:cubicBezTo>
                  <a:cubicBezTo>
                    <a:pt x="94" y="44"/>
                    <a:pt x="94" y="44"/>
                    <a:pt x="94" y="44"/>
                  </a:cubicBezTo>
                  <a:cubicBezTo>
                    <a:pt x="93" y="46"/>
                    <a:pt x="90" y="47"/>
                    <a:pt x="86" y="47"/>
                  </a:cubicBezTo>
                  <a:cubicBezTo>
                    <a:pt x="51" y="43"/>
                    <a:pt x="51" y="43"/>
                    <a:pt x="51" y="43"/>
                  </a:cubicBezTo>
                  <a:cubicBezTo>
                    <a:pt x="51" y="43"/>
                    <a:pt x="51" y="43"/>
                    <a:pt x="51" y="43"/>
                  </a:cubicBezTo>
                  <a:cubicBezTo>
                    <a:pt x="49" y="51"/>
                    <a:pt x="49" y="51"/>
                    <a:pt x="49" y="51"/>
                  </a:cubicBezTo>
                  <a:cubicBezTo>
                    <a:pt x="49" y="52"/>
                    <a:pt x="49" y="52"/>
                    <a:pt x="49" y="52"/>
                  </a:cubicBezTo>
                  <a:cubicBezTo>
                    <a:pt x="48" y="53"/>
                    <a:pt x="48" y="53"/>
                    <a:pt x="48" y="53"/>
                  </a:cubicBezTo>
                  <a:cubicBezTo>
                    <a:pt x="48" y="53"/>
                    <a:pt x="48" y="53"/>
                    <a:pt x="48" y="53"/>
                  </a:cubicBezTo>
                  <a:cubicBezTo>
                    <a:pt x="39" y="65"/>
                    <a:pt x="33" y="74"/>
                    <a:pt x="32" y="80"/>
                  </a:cubicBezTo>
                  <a:cubicBezTo>
                    <a:pt x="32" y="83"/>
                    <a:pt x="36" y="94"/>
                    <a:pt x="43" y="113"/>
                  </a:cubicBezTo>
                  <a:cubicBezTo>
                    <a:pt x="49" y="126"/>
                    <a:pt x="49" y="126"/>
                    <a:pt x="49" y="126"/>
                  </a:cubicBezTo>
                  <a:cubicBezTo>
                    <a:pt x="51" y="132"/>
                    <a:pt x="49" y="139"/>
                    <a:pt x="44" y="147"/>
                  </a:cubicBezTo>
                  <a:cubicBezTo>
                    <a:pt x="33" y="158"/>
                    <a:pt x="33" y="158"/>
                    <a:pt x="33" y="158"/>
                  </a:cubicBezTo>
                  <a:cubicBezTo>
                    <a:pt x="15" y="158"/>
                    <a:pt x="15" y="158"/>
                    <a:pt x="15" y="158"/>
                  </a:cubicBezTo>
                  <a:cubicBezTo>
                    <a:pt x="11" y="138"/>
                    <a:pt x="11" y="138"/>
                    <a:pt x="11" y="138"/>
                  </a:cubicBezTo>
                  <a:cubicBezTo>
                    <a:pt x="6" y="163"/>
                    <a:pt x="6" y="163"/>
                    <a:pt x="6" y="163"/>
                  </a:cubicBezTo>
                  <a:cubicBezTo>
                    <a:pt x="14" y="175"/>
                    <a:pt x="14" y="175"/>
                    <a:pt x="14" y="175"/>
                  </a:cubicBezTo>
                  <a:cubicBezTo>
                    <a:pt x="15" y="177"/>
                    <a:pt x="15" y="178"/>
                    <a:pt x="14" y="179"/>
                  </a:cubicBezTo>
                  <a:cubicBezTo>
                    <a:pt x="13" y="180"/>
                    <a:pt x="13" y="180"/>
                    <a:pt x="13" y="180"/>
                  </a:cubicBezTo>
                  <a:cubicBezTo>
                    <a:pt x="11" y="182"/>
                    <a:pt x="7" y="188"/>
                    <a:pt x="3" y="198"/>
                  </a:cubicBezTo>
                  <a:cubicBezTo>
                    <a:pt x="0" y="207"/>
                    <a:pt x="2" y="216"/>
                    <a:pt x="9" y="226"/>
                  </a:cubicBezTo>
                  <a:cubicBezTo>
                    <a:pt x="23" y="226"/>
                    <a:pt x="23" y="226"/>
                    <a:pt x="23" y="226"/>
                  </a:cubicBezTo>
                  <a:cubicBezTo>
                    <a:pt x="28" y="227"/>
                    <a:pt x="36" y="235"/>
                    <a:pt x="46" y="249"/>
                  </a:cubicBezTo>
                  <a:cubicBezTo>
                    <a:pt x="46" y="250"/>
                    <a:pt x="46" y="250"/>
                    <a:pt x="46" y="250"/>
                  </a:cubicBezTo>
                  <a:cubicBezTo>
                    <a:pt x="46" y="250"/>
                    <a:pt x="46" y="250"/>
                    <a:pt x="46" y="250"/>
                  </a:cubicBezTo>
                  <a:cubicBezTo>
                    <a:pt x="46" y="255"/>
                    <a:pt x="48" y="258"/>
                    <a:pt x="51" y="260"/>
                  </a:cubicBezTo>
                  <a:cubicBezTo>
                    <a:pt x="83" y="290"/>
                    <a:pt x="83" y="290"/>
                    <a:pt x="83" y="290"/>
                  </a:cubicBezTo>
                  <a:cubicBezTo>
                    <a:pt x="83" y="290"/>
                    <a:pt x="83" y="290"/>
                    <a:pt x="83" y="290"/>
                  </a:cubicBezTo>
                  <a:cubicBezTo>
                    <a:pt x="98" y="309"/>
                    <a:pt x="98" y="309"/>
                    <a:pt x="98" y="309"/>
                  </a:cubicBezTo>
                  <a:cubicBezTo>
                    <a:pt x="107" y="309"/>
                    <a:pt x="107" y="309"/>
                    <a:pt x="107" y="309"/>
                  </a:cubicBezTo>
                  <a:cubicBezTo>
                    <a:pt x="116" y="292"/>
                    <a:pt x="116" y="292"/>
                    <a:pt x="116" y="292"/>
                  </a:cubicBezTo>
                  <a:cubicBezTo>
                    <a:pt x="117" y="291"/>
                    <a:pt x="117" y="291"/>
                    <a:pt x="117" y="291"/>
                  </a:cubicBezTo>
                  <a:cubicBezTo>
                    <a:pt x="117" y="290"/>
                    <a:pt x="117" y="290"/>
                    <a:pt x="117" y="290"/>
                  </a:cubicBezTo>
                  <a:cubicBezTo>
                    <a:pt x="140" y="296"/>
                    <a:pt x="140" y="296"/>
                    <a:pt x="140" y="296"/>
                  </a:cubicBezTo>
                  <a:cubicBezTo>
                    <a:pt x="140" y="297"/>
                    <a:pt x="140" y="297"/>
                    <a:pt x="140" y="297"/>
                  </a:cubicBezTo>
                  <a:cubicBezTo>
                    <a:pt x="140" y="298"/>
                    <a:pt x="140" y="298"/>
                    <a:pt x="140" y="298"/>
                  </a:cubicBezTo>
                  <a:cubicBezTo>
                    <a:pt x="143" y="313"/>
                    <a:pt x="143" y="313"/>
                    <a:pt x="143" y="313"/>
                  </a:cubicBezTo>
                  <a:cubicBezTo>
                    <a:pt x="170" y="344"/>
                    <a:pt x="170" y="344"/>
                    <a:pt x="170" y="344"/>
                  </a:cubicBezTo>
                  <a:cubicBezTo>
                    <a:pt x="179" y="348"/>
                    <a:pt x="179" y="348"/>
                    <a:pt x="179" y="348"/>
                  </a:cubicBezTo>
                  <a:cubicBezTo>
                    <a:pt x="179" y="348"/>
                    <a:pt x="179" y="348"/>
                    <a:pt x="179" y="348"/>
                  </a:cubicBezTo>
                  <a:cubicBezTo>
                    <a:pt x="184" y="351"/>
                    <a:pt x="184" y="351"/>
                    <a:pt x="184" y="351"/>
                  </a:cubicBezTo>
                  <a:cubicBezTo>
                    <a:pt x="184" y="351"/>
                    <a:pt x="184" y="351"/>
                    <a:pt x="184" y="351"/>
                  </a:cubicBezTo>
                  <a:cubicBezTo>
                    <a:pt x="204" y="381"/>
                    <a:pt x="204" y="381"/>
                    <a:pt x="204" y="381"/>
                  </a:cubicBezTo>
                  <a:cubicBezTo>
                    <a:pt x="221" y="378"/>
                    <a:pt x="221" y="378"/>
                    <a:pt x="221" y="378"/>
                  </a:cubicBezTo>
                  <a:cubicBezTo>
                    <a:pt x="222" y="378"/>
                    <a:pt x="222" y="378"/>
                    <a:pt x="222" y="378"/>
                  </a:cubicBezTo>
                  <a:cubicBezTo>
                    <a:pt x="222" y="378"/>
                    <a:pt x="222" y="378"/>
                    <a:pt x="222" y="378"/>
                  </a:cubicBezTo>
                  <a:cubicBezTo>
                    <a:pt x="224" y="380"/>
                    <a:pt x="224" y="380"/>
                    <a:pt x="224" y="380"/>
                  </a:cubicBezTo>
                  <a:cubicBezTo>
                    <a:pt x="224" y="381"/>
                    <a:pt x="224" y="381"/>
                    <a:pt x="224" y="381"/>
                  </a:cubicBezTo>
                  <a:cubicBezTo>
                    <a:pt x="238" y="410"/>
                    <a:pt x="238" y="410"/>
                    <a:pt x="238" y="410"/>
                  </a:cubicBezTo>
                  <a:cubicBezTo>
                    <a:pt x="255" y="420"/>
                    <a:pt x="255" y="420"/>
                    <a:pt x="255" y="420"/>
                  </a:cubicBezTo>
                  <a:cubicBezTo>
                    <a:pt x="269" y="424"/>
                    <a:pt x="269" y="424"/>
                    <a:pt x="269" y="424"/>
                  </a:cubicBezTo>
                  <a:cubicBezTo>
                    <a:pt x="276" y="443"/>
                    <a:pt x="276" y="443"/>
                    <a:pt x="276" y="443"/>
                  </a:cubicBezTo>
                  <a:cubicBezTo>
                    <a:pt x="286" y="443"/>
                    <a:pt x="286" y="443"/>
                    <a:pt x="286" y="443"/>
                  </a:cubicBezTo>
                  <a:cubicBezTo>
                    <a:pt x="287" y="443"/>
                    <a:pt x="287" y="443"/>
                    <a:pt x="287" y="443"/>
                  </a:cubicBezTo>
                  <a:cubicBezTo>
                    <a:pt x="287" y="443"/>
                    <a:pt x="287" y="443"/>
                    <a:pt x="287" y="443"/>
                  </a:cubicBezTo>
                  <a:cubicBezTo>
                    <a:pt x="309" y="456"/>
                    <a:pt x="309" y="456"/>
                    <a:pt x="309" y="456"/>
                  </a:cubicBezTo>
                  <a:cubicBezTo>
                    <a:pt x="309" y="456"/>
                    <a:pt x="309" y="456"/>
                    <a:pt x="309" y="456"/>
                  </a:cubicBezTo>
                  <a:cubicBezTo>
                    <a:pt x="309" y="456"/>
                    <a:pt x="309" y="456"/>
                    <a:pt x="309" y="456"/>
                  </a:cubicBezTo>
                  <a:cubicBezTo>
                    <a:pt x="309" y="457"/>
                    <a:pt x="309" y="457"/>
                    <a:pt x="309" y="457"/>
                  </a:cubicBezTo>
                  <a:cubicBezTo>
                    <a:pt x="325" y="476"/>
                    <a:pt x="325" y="476"/>
                    <a:pt x="325" y="476"/>
                  </a:cubicBezTo>
                  <a:cubicBezTo>
                    <a:pt x="348" y="472"/>
                    <a:pt x="348" y="472"/>
                    <a:pt x="348" y="472"/>
                  </a:cubicBezTo>
                  <a:cubicBezTo>
                    <a:pt x="349" y="472"/>
                    <a:pt x="349" y="472"/>
                    <a:pt x="349" y="472"/>
                  </a:cubicBezTo>
                  <a:cubicBezTo>
                    <a:pt x="358" y="476"/>
                    <a:pt x="358" y="476"/>
                    <a:pt x="358" y="476"/>
                  </a:cubicBezTo>
                  <a:cubicBezTo>
                    <a:pt x="358" y="476"/>
                    <a:pt x="358" y="476"/>
                    <a:pt x="358" y="476"/>
                  </a:cubicBezTo>
                  <a:cubicBezTo>
                    <a:pt x="373" y="488"/>
                    <a:pt x="373" y="488"/>
                    <a:pt x="373" y="488"/>
                  </a:cubicBezTo>
                  <a:cubicBezTo>
                    <a:pt x="399" y="490"/>
                    <a:pt x="399" y="490"/>
                    <a:pt x="399" y="490"/>
                  </a:cubicBezTo>
                  <a:cubicBezTo>
                    <a:pt x="415" y="488"/>
                    <a:pt x="415" y="488"/>
                    <a:pt x="415" y="488"/>
                  </a:cubicBezTo>
                  <a:cubicBezTo>
                    <a:pt x="415" y="488"/>
                    <a:pt x="415" y="488"/>
                    <a:pt x="415" y="488"/>
                  </a:cubicBezTo>
                  <a:cubicBezTo>
                    <a:pt x="436" y="484"/>
                    <a:pt x="450" y="486"/>
                    <a:pt x="454" y="491"/>
                  </a:cubicBezTo>
                  <a:cubicBezTo>
                    <a:pt x="457" y="496"/>
                    <a:pt x="456" y="501"/>
                    <a:pt x="448" y="507"/>
                  </a:cubicBezTo>
                  <a:cubicBezTo>
                    <a:pt x="442" y="513"/>
                    <a:pt x="442" y="513"/>
                    <a:pt x="442" y="513"/>
                  </a:cubicBezTo>
                  <a:cubicBezTo>
                    <a:pt x="440" y="516"/>
                    <a:pt x="443" y="521"/>
                    <a:pt x="451" y="528"/>
                  </a:cubicBezTo>
                  <a:cubicBezTo>
                    <a:pt x="451" y="530"/>
                    <a:pt x="451" y="530"/>
                    <a:pt x="451" y="530"/>
                  </a:cubicBezTo>
                  <a:cubicBezTo>
                    <a:pt x="451" y="530"/>
                    <a:pt x="451" y="530"/>
                    <a:pt x="451" y="530"/>
                  </a:cubicBezTo>
                  <a:cubicBezTo>
                    <a:pt x="456" y="533"/>
                    <a:pt x="456" y="533"/>
                    <a:pt x="456" y="533"/>
                  </a:cubicBezTo>
                  <a:cubicBezTo>
                    <a:pt x="457" y="531"/>
                    <a:pt x="457" y="531"/>
                    <a:pt x="457" y="531"/>
                  </a:cubicBezTo>
                  <a:cubicBezTo>
                    <a:pt x="473" y="503"/>
                    <a:pt x="485" y="487"/>
                    <a:pt x="493" y="484"/>
                  </a:cubicBezTo>
                  <a:cubicBezTo>
                    <a:pt x="502" y="481"/>
                    <a:pt x="521" y="489"/>
                    <a:pt x="551" y="507"/>
                  </a:cubicBezTo>
                  <a:cubicBezTo>
                    <a:pt x="587" y="514"/>
                    <a:pt x="587" y="514"/>
                    <a:pt x="587" y="514"/>
                  </a:cubicBezTo>
                  <a:cubicBezTo>
                    <a:pt x="587" y="515"/>
                    <a:pt x="587" y="515"/>
                    <a:pt x="587" y="515"/>
                  </a:cubicBezTo>
                  <a:cubicBezTo>
                    <a:pt x="587" y="516"/>
                    <a:pt x="587" y="516"/>
                    <a:pt x="587" y="516"/>
                  </a:cubicBezTo>
                  <a:cubicBezTo>
                    <a:pt x="585" y="533"/>
                    <a:pt x="585" y="533"/>
                    <a:pt x="585" y="533"/>
                  </a:cubicBezTo>
                  <a:cubicBezTo>
                    <a:pt x="603" y="536"/>
                    <a:pt x="603" y="536"/>
                    <a:pt x="603" y="536"/>
                  </a:cubicBezTo>
                  <a:cubicBezTo>
                    <a:pt x="602" y="559"/>
                    <a:pt x="602" y="559"/>
                    <a:pt x="602" y="559"/>
                  </a:cubicBezTo>
                  <a:cubicBezTo>
                    <a:pt x="608" y="569"/>
                    <a:pt x="612" y="575"/>
                    <a:pt x="615" y="577"/>
                  </a:cubicBezTo>
                  <a:cubicBezTo>
                    <a:pt x="618" y="579"/>
                    <a:pt x="636" y="579"/>
                    <a:pt x="669" y="577"/>
                  </a:cubicBezTo>
                  <a:cubicBezTo>
                    <a:pt x="687" y="567"/>
                    <a:pt x="687" y="567"/>
                    <a:pt x="687" y="567"/>
                  </a:cubicBezTo>
                  <a:cubicBezTo>
                    <a:pt x="706" y="542"/>
                    <a:pt x="706" y="542"/>
                    <a:pt x="706" y="542"/>
                  </a:cubicBezTo>
                  <a:cubicBezTo>
                    <a:pt x="727" y="541"/>
                    <a:pt x="727" y="541"/>
                    <a:pt x="727" y="541"/>
                  </a:cubicBezTo>
                  <a:cubicBezTo>
                    <a:pt x="737" y="538"/>
                    <a:pt x="737" y="538"/>
                    <a:pt x="737" y="538"/>
                  </a:cubicBezTo>
                  <a:cubicBezTo>
                    <a:pt x="777" y="515"/>
                    <a:pt x="777" y="515"/>
                    <a:pt x="777" y="515"/>
                  </a:cubicBezTo>
                  <a:cubicBezTo>
                    <a:pt x="778" y="515"/>
                    <a:pt x="778" y="515"/>
                    <a:pt x="778" y="515"/>
                  </a:cubicBezTo>
                  <a:cubicBezTo>
                    <a:pt x="779" y="514"/>
                    <a:pt x="779" y="514"/>
                    <a:pt x="779" y="514"/>
                  </a:cubicBezTo>
                  <a:cubicBezTo>
                    <a:pt x="779" y="514"/>
                    <a:pt x="779" y="514"/>
                    <a:pt x="779" y="514"/>
                  </a:cubicBezTo>
                  <a:cubicBezTo>
                    <a:pt x="802" y="512"/>
                    <a:pt x="815" y="511"/>
                    <a:pt x="819" y="514"/>
                  </a:cubicBezTo>
                  <a:cubicBezTo>
                    <a:pt x="845" y="536"/>
                    <a:pt x="845" y="536"/>
                    <a:pt x="845" y="536"/>
                  </a:cubicBezTo>
                  <a:cubicBezTo>
                    <a:pt x="853" y="539"/>
                    <a:pt x="853" y="539"/>
                    <a:pt x="853" y="539"/>
                  </a:cubicBezTo>
                  <a:cubicBezTo>
                    <a:pt x="854" y="541"/>
                    <a:pt x="854" y="541"/>
                    <a:pt x="854" y="541"/>
                  </a:cubicBezTo>
                  <a:cubicBezTo>
                    <a:pt x="864" y="545"/>
                    <a:pt x="864" y="545"/>
                    <a:pt x="864" y="545"/>
                  </a:cubicBezTo>
                  <a:cubicBezTo>
                    <a:pt x="865" y="545"/>
                    <a:pt x="865" y="545"/>
                    <a:pt x="865" y="545"/>
                  </a:cubicBezTo>
                  <a:cubicBezTo>
                    <a:pt x="865" y="544"/>
                    <a:pt x="865" y="544"/>
                    <a:pt x="865" y="544"/>
                  </a:cubicBezTo>
                  <a:cubicBezTo>
                    <a:pt x="865" y="543"/>
                    <a:pt x="865" y="543"/>
                    <a:pt x="865" y="543"/>
                  </a:cubicBezTo>
                  <a:cubicBezTo>
                    <a:pt x="865" y="542"/>
                    <a:pt x="865" y="542"/>
                    <a:pt x="865" y="542"/>
                  </a:cubicBezTo>
                  <a:cubicBezTo>
                    <a:pt x="865" y="542"/>
                    <a:pt x="865" y="542"/>
                    <a:pt x="865" y="542"/>
                  </a:cubicBezTo>
                  <a:cubicBezTo>
                    <a:pt x="869" y="524"/>
                    <a:pt x="869" y="524"/>
                    <a:pt x="869" y="524"/>
                  </a:cubicBezTo>
                  <a:cubicBezTo>
                    <a:pt x="867" y="518"/>
                    <a:pt x="867" y="514"/>
                    <a:pt x="869" y="510"/>
                  </a:cubicBezTo>
                  <a:cubicBezTo>
                    <a:pt x="870" y="507"/>
                    <a:pt x="873" y="505"/>
                    <a:pt x="878" y="504"/>
                  </a:cubicBezTo>
                  <a:cubicBezTo>
                    <a:pt x="887" y="502"/>
                    <a:pt x="896" y="510"/>
                    <a:pt x="904" y="527"/>
                  </a:cubicBezTo>
                  <a:cubicBezTo>
                    <a:pt x="905" y="528"/>
                    <a:pt x="905" y="528"/>
                    <a:pt x="905" y="528"/>
                  </a:cubicBezTo>
                  <a:cubicBezTo>
                    <a:pt x="906" y="528"/>
                    <a:pt x="906" y="528"/>
                    <a:pt x="906" y="528"/>
                  </a:cubicBezTo>
                  <a:cubicBezTo>
                    <a:pt x="921" y="521"/>
                    <a:pt x="921" y="521"/>
                    <a:pt x="921" y="521"/>
                  </a:cubicBezTo>
                  <a:cubicBezTo>
                    <a:pt x="924" y="521"/>
                    <a:pt x="925" y="518"/>
                    <a:pt x="925" y="514"/>
                  </a:cubicBezTo>
                  <a:cubicBezTo>
                    <a:pt x="922" y="504"/>
                    <a:pt x="922" y="504"/>
                    <a:pt x="922" y="504"/>
                  </a:cubicBezTo>
                  <a:cubicBezTo>
                    <a:pt x="922" y="503"/>
                    <a:pt x="922" y="503"/>
                    <a:pt x="922" y="503"/>
                  </a:cubicBezTo>
                  <a:cubicBezTo>
                    <a:pt x="921" y="498"/>
                    <a:pt x="922" y="494"/>
                    <a:pt x="927" y="492"/>
                  </a:cubicBezTo>
                  <a:cubicBezTo>
                    <a:pt x="933" y="488"/>
                    <a:pt x="933" y="488"/>
                    <a:pt x="933" y="488"/>
                  </a:cubicBezTo>
                  <a:cubicBezTo>
                    <a:pt x="946" y="473"/>
                    <a:pt x="946" y="473"/>
                    <a:pt x="946" y="473"/>
                  </a:cubicBezTo>
                  <a:cubicBezTo>
                    <a:pt x="955" y="453"/>
                    <a:pt x="955" y="453"/>
                    <a:pt x="955" y="453"/>
                  </a:cubicBezTo>
                  <a:cubicBezTo>
                    <a:pt x="947" y="440"/>
                    <a:pt x="945" y="431"/>
                    <a:pt x="947" y="425"/>
                  </a:cubicBezTo>
                  <a:cubicBezTo>
                    <a:pt x="949" y="408"/>
                    <a:pt x="949" y="408"/>
                    <a:pt x="949" y="408"/>
                  </a:cubicBezTo>
                  <a:cubicBezTo>
                    <a:pt x="945" y="401"/>
                    <a:pt x="944" y="396"/>
                    <a:pt x="944" y="392"/>
                  </a:cubicBezTo>
                  <a:cubicBezTo>
                    <a:pt x="944" y="390"/>
                    <a:pt x="941" y="385"/>
                    <a:pt x="936" y="377"/>
                  </a:cubicBezTo>
                  <a:cubicBezTo>
                    <a:pt x="936" y="377"/>
                    <a:pt x="936" y="377"/>
                    <a:pt x="936" y="377"/>
                  </a:cubicBezTo>
                  <a:cubicBezTo>
                    <a:pt x="936" y="375"/>
                    <a:pt x="936" y="375"/>
                    <a:pt x="936" y="375"/>
                  </a:cubicBezTo>
                  <a:cubicBezTo>
                    <a:pt x="934" y="354"/>
                    <a:pt x="934" y="354"/>
                    <a:pt x="934" y="354"/>
                  </a:cubicBezTo>
                  <a:cubicBezTo>
                    <a:pt x="933" y="350"/>
                    <a:pt x="933" y="345"/>
                    <a:pt x="934" y="339"/>
                  </a:cubicBezTo>
                  <a:cubicBezTo>
                    <a:pt x="928" y="335"/>
                    <a:pt x="925" y="331"/>
                    <a:pt x="922" y="326"/>
                  </a:cubicBezTo>
                  <a:cubicBezTo>
                    <a:pt x="913" y="314"/>
                    <a:pt x="913" y="314"/>
                    <a:pt x="913" y="314"/>
                  </a:cubicBezTo>
                  <a:cubicBezTo>
                    <a:pt x="913" y="314"/>
                    <a:pt x="913" y="314"/>
                    <a:pt x="913" y="314"/>
                  </a:cubicBezTo>
                  <a:cubicBezTo>
                    <a:pt x="913" y="312"/>
                    <a:pt x="913" y="312"/>
                    <a:pt x="913" y="312"/>
                  </a:cubicBezTo>
                  <a:cubicBezTo>
                    <a:pt x="913" y="312"/>
                    <a:pt x="913" y="312"/>
                    <a:pt x="913" y="312"/>
                  </a:cubicBezTo>
                  <a:cubicBezTo>
                    <a:pt x="910" y="297"/>
                    <a:pt x="910" y="297"/>
                    <a:pt x="910" y="297"/>
                  </a:cubicBezTo>
                  <a:cubicBezTo>
                    <a:pt x="901" y="289"/>
                    <a:pt x="901" y="289"/>
                    <a:pt x="901" y="289"/>
                  </a:cubicBezTo>
                  <a:cubicBezTo>
                    <a:pt x="901" y="290"/>
                    <a:pt x="901" y="290"/>
                    <a:pt x="901" y="290"/>
                  </a:cubicBezTo>
                  <a:cubicBezTo>
                    <a:pt x="883" y="276"/>
                    <a:pt x="883" y="276"/>
                    <a:pt x="883" y="276"/>
                  </a:cubicBezTo>
                  <a:cubicBezTo>
                    <a:pt x="883" y="277"/>
                    <a:pt x="883" y="277"/>
                    <a:pt x="883" y="277"/>
                  </a:cubicBezTo>
                  <a:cubicBezTo>
                    <a:pt x="885" y="296"/>
                    <a:pt x="885" y="296"/>
                    <a:pt x="885" y="296"/>
                  </a:cubicBezTo>
                  <a:cubicBezTo>
                    <a:pt x="885" y="297"/>
                    <a:pt x="885" y="297"/>
                    <a:pt x="885" y="297"/>
                  </a:cubicBezTo>
                  <a:cubicBezTo>
                    <a:pt x="885" y="298"/>
                    <a:pt x="885" y="298"/>
                    <a:pt x="885" y="298"/>
                  </a:cubicBezTo>
                  <a:cubicBezTo>
                    <a:pt x="876" y="303"/>
                    <a:pt x="876" y="303"/>
                    <a:pt x="876" y="303"/>
                  </a:cubicBezTo>
                  <a:cubicBezTo>
                    <a:pt x="875" y="314"/>
                    <a:pt x="875" y="314"/>
                    <a:pt x="875" y="314"/>
                  </a:cubicBezTo>
                  <a:cubicBezTo>
                    <a:pt x="875" y="316"/>
                    <a:pt x="875" y="316"/>
                    <a:pt x="875" y="316"/>
                  </a:cubicBezTo>
                  <a:cubicBezTo>
                    <a:pt x="854" y="324"/>
                    <a:pt x="854" y="324"/>
                    <a:pt x="854" y="324"/>
                  </a:cubicBezTo>
                  <a:cubicBezTo>
                    <a:pt x="846" y="307"/>
                    <a:pt x="846" y="307"/>
                    <a:pt x="846" y="307"/>
                  </a:cubicBezTo>
                  <a:cubicBezTo>
                    <a:pt x="842" y="306"/>
                    <a:pt x="842" y="306"/>
                    <a:pt x="842" y="306"/>
                  </a:cubicBezTo>
                  <a:cubicBezTo>
                    <a:pt x="836" y="313"/>
                    <a:pt x="836" y="313"/>
                    <a:pt x="836" y="313"/>
                  </a:cubicBezTo>
                  <a:cubicBezTo>
                    <a:pt x="831" y="325"/>
                    <a:pt x="831" y="325"/>
                    <a:pt x="831" y="325"/>
                  </a:cubicBezTo>
                  <a:cubicBezTo>
                    <a:pt x="816" y="329"/>
                    <a:pt x="816" y="329"/>
                    <a:pt x="816" y="329"/>
                  </a:cubicBezTo>
                  <a:cubicBezTo>
                    <a:pt x="808" y="323"/>
                    <a:pt x="808" y="323"/>
                    <a:pt x="808" y="323"/>
                  </a:cubicBezTo>
                  <a:cubicBezTo>
                    <a:pt x="795" y="320"/>
                    <a:pt x="795" y="320"/>
                    <a:pt x="795" y="320"/>
                  </a:cubicBezTo>
                  <a:cubicBezTo>
                    <a:pt x="792" y="303"/>
                    <a:pt x="792" y="303"/>
                    <a:pt x="792" y="303"/>
                  </a:cubicBezTo>
                  <a:cubicBezTo>
                    <a:pt x="787" y="292"/>
                    <a:pt x="787" y="292"/>
                    <a:pt x="787" y="292"/>
                  </a:cubicBezTo>
                  <a:cubicBezTo>
                    <a:pt x="780" y="289"/>
                    <a:pt x="780" y="289"/>
                    <a:pt x="780" y="289"/>
                  </a:cubicBezTo>
                  <a:cubicBezTo>
                    <a:pt x="779" y="288"/>
                    <a:pt x="779" y="288"/>
                    <a:pt x="779" y="288"/>
                  </a:cubicBezTo>
                  <a:cubicBezTo>
                    <a:pt x="774" y="281"/>
                    <a:pt x="774" y="281"/>
                    <a:pt x="774" y="281"/>
                  </a:cubicBezTo>
                  <a:cubicBezTo>
                    <a:pt x="774" y="281"/>
                    <a:pt x="774" y="281"/>
                    <a:pt x="774" y="281"/>
                  </a:cubicBezTo>
                  <a:cubicBezTo>
                    <a:pt x="768" y="272"/>
                    <a:pt x="768" y="272"/>
                    <a:pt x="768" y="272"/>
                  </a:cubicBezTo>
                  <a:cubicBezTo>
                    <a:pt x="760" y="261"/>
                    <a:pt x="760" y="261"/>
                    <a:pt x="760" y="261"/>
                  </a:cubicBezTo>
                  <a:cubicBezTo>
                    <a:pt x="752" y="261"/>
                    <a:pt x="752" y="261"/>
                    <a:pt x="752" y="261"/>
                  </a:cubicBezTo>
                  <a:cubicBezTo>
                    <a:pt x="740" y="265"/>
                    <a:pt x="740" y="265"/>
                    <a:pt x="740" y="265"/>
                  </a:cubicBezTo>
                  <a:cubicBezTo>
                    <a:pt x="740" y="266"/>
                    <a:pt x="740" y="266"/>
                    <a:pt x="740" y="266"/>
                  </a:cubicBezTo>
                  <a:cubicBezTo>
                    <a:pt x="709" y="264"/>
                    <a:pt x="709" y="264"/>
                    <a:pt x="709" y="264"/>
                  </a:cubicBezTo>
                  <a:cubicBezTo>
                    <a:pt x="685" y="259"/>
                    <a:pt x="685" y="259"/>
                    <a:pt x="685" y="259"/>
                  </a:cubicBezTo>
                  <a:cubicBezTo>
                    <a:pt x="683" y="258"/>
                    <a:pt x="679" y="256"/>
                    <a:pt x="672" y="252"/>
                  </a:cubicBezTo>
                  <a:cubicBezTo>
                    <a:pt x="654" y="246"/>
                    <a:pt x="654" y="246"/>
                    <a:pt x="654" y="246"/>
                  </a:cubicBezTo>
                  <a:cubicBezTo>
                    <a:pt x="640" y="242"/>
                    <a:pt x="632" y="239"/>
                    <a:pt x="630" y="235"/>
                  </a:cubicBezTo>
                  <a:cubicBezTo>
                    <a:pt x="627" y="233"/>
                    <a:pt x="627" y="233"/>
                    <a:pt x="627" y="233"/>
                  </a:cubicBezTo>
                  <a:cubicBezTo>
                    <a:pt x="623" y="232"/>
                    <a:pt x="623" y="232"/>
                    <a:pt x="623" y="232"/>
                  </a:cubicBezTo>
                  <a:cubicBezTo>
                    <a:pt x="612" y="226"/>
                    <a:pt x="612" y="226"/>
                    <a:pt x="612" y="226"/>
                  </a:cubicBezTo>
                  <a:cubicBezTo>
                    <a:pt x="611" y="226"/>
                    <a:pt x="611" y="226"/>
                    <a:pt x="611" y="226"/>
                  </a:cubicBezTo>
                  <a:cubicBezTo>
                    <a:pt x="609" y="223"/>
                    <a:pt x="607" y="221"/>
                    <a:pt x="606" y="219"/>
                  </a:cubicBezTo>
                  <a:cubicBezTo>
                    <a:pt x="604" y="213"/>
                    <a:pt x="604" y="213"/>
                    <a:pt x="604" y="213"/>
                  </a:cubicBezTo>
                  <a:cubicBezTo>
                    <a:pt x="599" y="206"/>
                    <a:pt x="599" y="206"/>
                    <a:pt x="599" y="206"/>
                  </a:cubicBezTo>
                  <a:cubicBezTo>
                    <a:pt x="591" y="202"/>
                    <a:pt x="591" y="202"/>
                    <a:pt x="591" y="202"/>
                  </a:cubicBezTo>
                  <a:cubicBezTo>
                    <a:pt x="588" y="204"/>
                    <a:pt x="588" y="204"/>
                    <a:pt x="588" y="204"/>
                  </a:cubicBezTo>
                  <a:cubicBezTo>
                    <a:pt x="585" y="207"/>
                    <a:pt x="585" y="207"/>
                    <a:pt x="585" y="207"/>
                  </a:cubicBezTo>
                  <a:cubicBezTo>
                    <a:pt x="583" y="208"/>
                    <a:pt x="583" y="208"/>
                    <a:pt x="583" y="208"/>
                  </a:cubicBezTo>
                  <a:cubicBezTo>
                    <a:pt x="580" y="210"/>
                    <a:pt x="577" y="212"/>
                    <a:pt x="575" y="212"/>
                  </a:cubicBezTo>
                  <a:cubicBezTo>
                    <a:pt x="570" y="213"/>
                    <a:pt x="565" y="211"/>
                    <a:pt x="559" y="205"/>
                  </a:cubicBezTo>
                  <a:cubicBezTo>
                    <a:pt x="548" y="193"/>
                    <a:pt x="548" y="193"/>
                    <a:pt x="548" y="193"/>
                  </a:cubicBezTo>
                  <a:cubicBezTo>
                    <a:pt x="544" y="187"/>
                    <a:pt x="541" y="183"/>
                    <a:pt x="539" y="180"/>
                  </a:cubicBezTo>
                  <a:cubicBezTo>
                    <a:pt x="536" y="175"/>
                    <a:pt x="536" y="175"/>
                    <a:pt x="536" y="175"/>
                  </a:cubicBezTo>
                  <a:cubicBezTo>
                    <a:pt x="532" y="171"/>
                    <a:pt x="529" y="167"/>
                    <a:pt x="527" y="163"/>
                  </a:cubicBezTo>
                  <a:cubicBezTo>
                    <a:pt x="525" y="158"/>
                    <a:pt x="525" y="153"/>
                    <a:pt x="527" y="148"/>
                  </a:cubicBezTo>
                  <a:cubicBezTo>
                    <a:pt x="527" y="147"/>
                    <a:pt x="527" y="147"/>
                    <a:pt x="527" y="147"/>
                  </a:cubicBezTo>
                  <a:cubicBezTo>
                    <a:pt x="527" y="147"/>
                    <a:pt x="527" y="147"/>
                    <a:pt x="527" y="147"/>
                  </a:cubicBezTo>
                  <a:cubicBezTo>
                    <a:pt x="534" y="134"/>
                    <a:pt x="534" y="134"/>
                    <a:pt x="534" y="134"/>
                  </a:cubicBezTo>
                  <a:cubicBezTo>
                    <a:pt x="539" y="120"/>
                    <a:pt x="539" y="120"/>
                    <a:pt x="539" y="120"/>
                  </a:cubicBezTo>
                  <a:cubicBezTo>
                    <a:pt x="541" y="111"/>
                    <a:pt x="541" y="111"/>
                    <a:pt x="541" y="111"/>
                  </a:cubicBezTo>
                  <a:cubicBezTo>
                    <a:pt x="538" y="97"/>
                    <a:pt x="538" y="97"/>
                    <a:pt x="538" y="97"/>
                  </a:cubicBezTo>
                  <a:cubicBezTo>
                    <a:pt x="528" y="89"/>
                    <a:pt x="528" y="89"/>
                    <a:pt x="528" y="89"/>
                  </a:cubicBezTo>
                  <a:cubicBezTo>
                    <a:pt x="530" y="77"/>
                    <a:pt x="530" y="77"/>
                    <a:pt x="530" y="77"/>
                  </a:cubicBezTo>
                  <a:cubicBezTo>
                    <a:pt x="530" y="69"/>
                    <a:pt x="533" y="65"/>
                    <a:pt x="539" y="63"/>
                  </a:cubicBezTo>
                  <a:cubicBezTo>
                    <a:pt x="541" y="63"/>
                    <a:pt x="542" y="62"/>
                    <a:pt x="542" y="59"/>
                  </a:cubicBezTo>
                  <a:cubicBezTo>
                    <a:pt x="542" y="59"/>
                    <a:pt x="542" y="59"/>
                    <a:pt x="542" y="59"/>
                  </a:cubicBezTo>
                  <a:cubicBezTo>
                    <a:pt x="542" y="46"/>
                    <a:pt x="542" y="46"/>
                    <a:pt x="542" y="46"/>
                  </a:cubicBezTo>
                  <a:cubicBezTo>
                    <a:pt x="542" y="46"/>
                    <a:pt x="542" y="46"/>
                    <a:pt x="542" y="46"/>
                  </a:cubicBezTo>
                  <a:cubicBezTo>
                    <a:pt x="542" y="46"/>
                    <a:pt x="542" y="46"/>
                    <a:pt x="542" y="46"/>
                  </a:cubicBezTo>
                  <a:cubicBezTo>
                    <a:pt x="542" y="32"/>
                    <a:pt x="542" y="32"/>
                    <a:pt x="542" y="32"/>
                  </a:cubicBezTo>
                  <a:cubicBezTo>
                    <a:pt x="541" y="32"/>
                    <a:pt x="541" y="32"/>
                    <a:pt x="541" y="32"/>
                  </a:cubicBezTo>
                  <a:cubicBezTo>
                    <a:pt x="541" y="31"/>
                    <a:pt x="541" y="31"/>
                    <a:pt x="541" y="31"/>
                  </a:cubicBezTo>
                  <a:cubicBezTo>
                    <a:pt x="541" y="31"/>
                    <a:pt x="541" y="31"/>
                    <a:pt x="541" y="31"/>
                  </a:cubicBezTo>
                  <a:cubicBezTo>
                    <a:pt x="541" y="31"/>
                    <a:pt x="541" y="31"/>
                    <a:pt x="541" y="31"/>
                  </a:cubicBezTo>
                  <a:cubicBezTo>
                    <a:pt x="538" y="30"/>
                    <a:pt x="538" y="30"/>
                    <a:pt x="538" y="30"/>
                  </a:cubicBezTo>
                  <a:cubicBezTo>
                    <a:pt x="538" y="29"/>
                    <a:pt x="538" y="29"/>
                    <a:pt x="538" y="29"/>
                  </a:cubicBezTo>
                  <a:cubicBezTo>
                    <a:pt x="538" y="29"/>
                    <a:pt x="538" y="29"/>
                    <a:pt x="538" y="29"/>
                  </a:cubicBezTo>
                  <a:cubicBezTo>
                    <a:pt x="527" y="22"/>
                    <a:pt x="527" y="22"/>
                    <a:pt x="527" y="22"/>
                  </a:cubicBezTo>
                  <a:cubicBezTo>
                    <a:pt x="527" y="22"/>
                    <a:pt x="527" y="22"/>
                    <a:pt x="527" y="22"/>
                  </a:cubicBezTo>
                  <a:cubicBezTo>
                    <a:pt x="526" y="22"/>
                    <a:pt x="526" y="22"/>
                    <a:pt x="526" y="22"/>
                  </a:cubicBezTo>
                  <a:cubicBezTo>
                    <a:pt x="517" y="15"/>
                    <a:pt x="517" y="15"/>
                    <a:pt x="517" y="15"/>
                  </a:cubicBezTo>
                  <a:cubicBezTo>
                    <a:pt x="489" y="9"/>
                    <a:pt x="489" y="9"/>
                    <a:pt x="489" y="9"/>
                  </a:cubicBezTo>
                  <a:cubicBezTo>
                    <a:pt x="489" y="9"/>
                    <a:pt x="489" y="9"/>
                    <a:pt x="489" y="9"/>
                  </a:cubicBezTo>
                  <a:cubicBezTo>
                    <a:pt x="480" y="3"/>
                    <a:pt x="480" y="3"/>
                    <a:pt x="480" y="3"/>
                  </a:cubicBezTo>
                  <a:cubicBezTo>
                    <a:pt x="463" y="3"/>
                    <a:pt x="463" y="3"/>
                    <a:pt x="463" y="3"/>
                  </a:cubicBezTo>
                  <a:cubicBezTo>
                    <a:pt x="460" y="3"/>
                    <a:pt x="457" y="5"/>
                    <a:pt x="453" y="7"/>
                  </a:cubicBezTo>
                  <a:cubicBezTo>
                    <a:pt x="453" y="7"/>
                    <a:pt x="453" y="7"/>
                    <a:pt x="453" y="7"/>
                  </a:cubicBezTo>
                  <a:cubicBezTo>
                    <a:pt x="439" y="12"/>
                    <a:pt x="439" y="12"/>
                    <a:pt x="439" y="12"/>
                  </a:cubicBezTo>
                  <a:cubicBezTo>
                    <a:pt x="406" y="12"/>
                    <a:pt x="406" y="12"/>
                    <a:pt x="406" y="12"/>
                  </a:cubicBezTo>
                  <a:cubicBezTo>
                    <a:pt x="401" y="13"/>
                    <a:pt x="397" y="14"/>
                    <a:pt x="394" y="17"/>
                  </a:cubicBezTo>
                  <a:cubicBezTo>
                    <a:pt x="391" y="20"/>
                    <a:pt x="384" y="22"/>
                    <a:pt x="375" y="25"/>
                  </a:cubicBezTo>
                  <a:cubicBezTo>
                    <a:pt x="359" y="29"/>
                    <a:pt x="359" y="29"/>
                    <a:pt x="359" y="29"/>
                  </a:cubicBezTo>
                  <a:cubicBezTo>
                    <a:pt x="359" y="29"/>
                    <a:pt x="359" y="29"/>
                    <a:pt x="359" y="29"/>
                  </a:cubicBezTo>
                  <a:cubicBezTo>
                    <a:pt x="358" y="29"/>
                    <a:pt x="358" y="29"/>
                    <a:pt x="358" y="29"/>
                  </a:cubicBezTo>
                  <a:cubicBezTo>
                    <a:pt x="335" y="27"/>
                    <a:pt x="335" y="27"/>
                    <a:pt x="335" y="27"/>
                  </a:cubicBezTo>
                  <a:cubicBezTo>
                    <a:pt x="334" y="26"/>
                    <a:pt x="334" y="26"/>
                    <a:pt x="334" y="26"/>
                  </a:cubicBezTo>
                  <a:cubicBezTo>
                    <a:pt x="334" y="27"/>
                    <a:pt x="334" y="27"/>
                    <a:pt x="334" y="27"/>
                  </a:cubicBezTo>
                  <a:cubicBezTo>
                    <a:pt x="334" y="26"/>
                    <a:pt x="334" y="26"/>
                    <a:pt x="334" y="26"/>
                  </a:cubicBezTo>
                  <a:cubicBezTo>
                    <a:pt x="326" y="26"/>
                    <a:pt x="326" y="26"/>
                    <a:pt x="326" y="26"/>
                  </a:cubicBezTo>
                  <a:cubicBezTo>
                    <a:pt x="312" y="30"/>
                    <a:pt x="312" y="30"/>
                    <a:pt x="312" y="30"/>
                  </a:cubicBezTo>
                  <a:cubicBezTo>
                    <a:pt x="286" y="32"/>
                    <a:pt x="286" y="32"/>
                    <a:pt x="286" y="32"/>
                  </a:cubicBezTo>
                  <a:cubicBezTo>
                    <a:pt x="285" y="32"/>
                    <a:pt x="285" y="32"/>
                    <a:pt x="285" y="32"/>
                  </a:cubicBezTo>
                  <a:cubicBezTo>
                    <a:pt x="284" y="32"/>
                    <a:pt x="284" y="32"/>
                    <a:pt x="284" y="32"/>
                  </a:cubicBezTo>
                  <a:cubicBezTo>
                    <a:pt x="271" y="27"/>
                    <a:pt x="271" y="27"/>
                    <a:pt x="271" y="27"/>
                  </a:cubicBezTo>
                  <a:cubicBezTo>
                    <a:pt x="260" y="27"/>
                    <a:pt x="260" y="27"/>
                    <a:pt x="260" y="27"/>
                  </a:cubicBezTo>
                  <a:cubicBezTo>
                    <a:pt x="255" y="26"/>
                    <a:pt x="250" y="22"/>
                    <a:pt x="244" y="15"/>
                  </a:cubicBezTo>
                  <a:cubicBezTo>
                    <a:pt x="243" y="14"/>
                    <a:pt x="243" y="14"/>
                    <a:pt x="243" y="14"/>
                  </a:cubicBezTo>
                  <a:cubicBezTo>
                    <a:pt x="242" y="8"/>
                    <a:pt x="240" y="6"/>
                    <a:pt x="239" y="5"/>
                  </a:cubicBezTo>
                  <a:cubicBezTo>
                    <a:pt x="236" y="3"/>
                    <a:pt x="236" y="3"/>
                    <a:pt x="236" y="3"/>
                  </a:cubicBezTo>
                  <a:cubicBezTo>
                    <a:pt x="231" y="0"/>
                    <a:pt x="231" y="0"/>
                    <a:pt x="231" y="0"/>
                  </a:cubicBezTo>
                  <a:cubicBezTo>
                    <a:pt x="226" y="5"/>
                    <a:pt x="226" y="5"/>
                    <a:pt x="226" y="5"/>
                  </a:cubicBezTo>
                  <a:cubicBezTo>
                    <a:pt x="226" y="6"/>
                    <a:pt x="226" y="6"/>
                    <a:pt x="226" y="6"/>
                  </a:cubicBezTo>
                  <a:cubicBezTo>
                    <a:pt x="206" y="14"/>
                    <a:pt x="206" y="14"/>
                    <a:pt x="206" y="14"/>
                  </a:cubicBezTo>
                  <a:cubicBezTo>
                    <a:pt x="205" y="14"/>
                    <a:pt x="205" y="14"/>
                    <a:pt x="205" y="14"/>
                  </a:cubicBezTo>
                  <a:cubicBezTo>
                    <a:pt x="204" y="14"/>
                    <a:pt x="204" y="14"/>
                    <a:pt x="204" y="14"/>
                  </a:cubicBezTo>
                  <a:cubicBezTo>
                    <a:pt x="181" y="16"/>
                    <a:pt x="181" y="16"/>
                    <a:pt x="181" y="16"/>
                  </a:cubicBezTo>
                  <a:cubicBezTo>
                    <a:pt x="177" y="16"/>
                    <a:pt x="170" y="14"/>
                    <a:pt x="161" y="12"/>
                  </a:cubicBezTo>
                  <a:cubicBezTo>
                    <a:pt x="141" y="8"/>
                    <a:pt x="141" y="8"/>
                    <a:pt x="141" y="8"/>
                  </a:cubicBezTo>
                  <a:cubicBezTo>
                    <a:pt x="140" y="8"/>
                    <a:pt x="140" y="8"/>
                    <a:pt x="140" y="8"/>
                  </a:cubicBezTo>
                  <a:cubicBezTo>
                    <a:pt x="140" y="8"/>
                    <a:pt x="140" y="8"/>
                    <a:pt x="140" y="8"/>
                  </a:cubicBezTo>
                  <a:cubicBezTo>
                    <a:pt x="128" y="2"/>
                    <a:pt x="128" y="2"/>
                    <a:pt x="128" y="2"/>
                  </a:cubicBezTo>
                  <a:lnTo>
                    <a:pt x="117" y="2"/>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19" name="Freeform 19"/>
            <p:cNvSpPr/>
            <p:nvPr/>
          </p:nvSpPr>
          <p:spPr bwMode="auto">
            <a:xfrm>
              <a:off x="2305241" y="3670872"/>
              <a:ext cx="746125" cy="777875"/>
            </a:xfrm>
            <a:custGeom>
              <a:avLst/>
              <a:gdLst>
                <a:gd name="T0" fmla="*/ 14 w 431"/>
                <a:gd name="T1" fmla="*/ 276 h 449"/>
                <a:gd name="T2" fmla="*/ 61 w 431"/>
                <a:gd name="T3" fmla="*/ 274 h 449"/>
                <a:gd name="T4" fmla="*/ 64 w 431"/>
                <a:gd name="T5" fmla="*/ 295 h 449"/>
                <a:gd name="T6" fmla="*/ 102 w 431"/>
                <a:gd name="T7" fmla="*/ 335 h 449"/>
                <a:gd name="T8" fmla="*/ 109 w 431"/>
                <a:gd name="T9" fmla="*/ 394 h 449"/>
                <a:gd name="T10" fmla="*/ 167 w 431"/>
                <a:gd name="T11" fmla="*/ 410 h 449"/>
                <a:gd name="T12" fmla="*/ 179 w 431"/>
                <a:gd name="T13" fmla="*/ 428 h 449"/>
                <a:gd name="T14" fmla="*/ 205 w 431"/>
                <a:gd name="T15" fmla="*/ 449 h 449"/>
                <a:gd name="T16" fmla="*/ 206 w 431"/>
                <a:gd name="T17" fmla="*/ 431 h 449"/>
                <a:gd name="T18" fmla="*/ 204 w 431"/>
                <a:gd name="T19" fmla="*/ 370 h 449"/>
                <a:gd name="T20" fmla="*/ 245 w 431"/>
                <a:gd name="T21" fmla="*/ 357 h 449"/>
                <a:gd name="T22" fmla="*/ 288 w 431"/>
                <a:gd name="T23" fmla="*/ 357 h 449"/>
                <a:gd name="T24" fmla="*/ 333 w 431"/>
                <a:gd name="T25" fmla="*/ 353 h 449"/>
                <a:gd name="T26" fmla="*/ 388 w 431"/>
                <a:gd name="T27" fmla="*/ 320 h 449"/>
                <a:gd name="T28" fmla="*/ 402 w 431"/>
                <a:gd name="T29" fmla="*/ 324 h 449"/>
                <a:gd name="T30" fmla="*/ 409 w 431"/>
                <a:gd name="T31" fmla="*/ 327 h 449"/>
                <a:gd name="T32" fmla="*/ 431 w 431"/>
                <a:gd name="T33" fmla="*/ 311 h 449"/>
                <a:gd name="T34" fmla="*/ 415 w 431"/>
                <a:gd name="T35" fmla="*/ 295 h 449"/>
                <a:gd name="T36" fmla="*/ 381 w 431"/>
                <a:gd name="T37" fmla="*/ 273 h 449"/>
                <a:gd name="T38" fmla="*/ 358 w 431"/>
                <a:gd name="T39" fmla="*/ 275 h 449"/>
                <a:gd name="T40" fmla="*/ 349 w 431"/>
                <a:gd name="T41" fmla="*/ 258 h 449"/>
                <a:gd name="T42" fmla="*/ 355 w 431"/>
                <a:gd name="T43" fmla="*/ 235 h 449"/>
                <a:gd name="T44" fmla="*/ 343 w 431"/>
                <a:gd name="T45" fmla="*/ 207 h 449"/>
                <a:gd name="T46" fmla="*/ 352 w 431"/>
                <a:gd name="T47" fmla="*/ 160 h 449"/>
                <a:gd name="T48" fmla="*/ 327 w 431"/>
                <a:gd name="T49" fmla="*/ 154 h 449"/>
                <a:gd name="T50" fmla="*/ 304 w 431"/>
                <a:gd name="T51" fmla="*/ 127 h 449"/>
                <a:gd name="T52" fmla="*/ 301 w 431"/>
                <a:gd name="T53" fmla="*/ 113 h 449"/>
                <a:gd name="T54" fmla="*/ 312 w 431"/>
                <a:gd name="T55" fmla="*/ 99 h 449"/>
                <a:gd name="T56" fmla="*/ 357 w 431"/>
                <a:gd name="T57" fmla="*/ 95 h 449"/>
                <a:gd name="T58" fmla="*/ 368 w 431"/>
                <a:gd name="T59" fmla="*/ 99 h 449"/>
                <a:gd name="T60" fmla="*/ 388 w 431"/>
                <a:gd name="T61" fmla="*/ 81 h 449"/>
                <a:gd name="T62" fmla="*/ 356 w 431"/>
                <a:gd name="T63" fmla="*/ 78 h 449"/>
                <a:gd name="T64" fmla="*/ 344 w 431"/>
                <a:gd name="T65" fmla="*/ 67 h 449"/>
                <a:gd name="T66" fmla="*/ 337 w 431"/>
                <a:gd name="T67" fmla="*/ 33 h 449"/>
                <a:gd name="T68" fmla="*/ 301 w 431"/>
                <a:gd name="T69" fmla="*/ 51 h 449"/>
                <a:gd name="T70" fmla="*/ 304 w 431"/>
                <a:gd name="T71" fmla="*/ 76 h 449"/>
                <a:gd name="T72" fmla="*/ 292 w 431"/>
                <a:gd name="T73" fmla="*/ 93 h 449"/>
                <a:gd name="T74" fmla="*/ 277 w 431"/>
                <a:gd name="T75" fmla="*/ 129 h 449"/>
                <a:gd name="T76" fmla="*/ 278 w 431"/>
                <a:gd name="T77" fmla="*/ 148 h 449"/>
                <a:gd name="T78" fmla="*/ 269 w 431"/>
                <a:gd name="T79" fmla="*/ 158 h 449"/>
                <a:gd name="T80" fmla="*/ 262 w 431"/>
                <a:gd name="T81" fmla="*/ 162 h 449"/>
                <a:gd name="T82" fmla="*/ 233 w 431"/>
                <a:gd name="T83" fmla="*/ 169 h 449"/>
                <a:gd name="T84" fmla="*/ 210 w 431"/>
                <a:gd name="T85" fmla="*/ 166 h 449"/>
                <a:gd name="T86" fmla="*/ 195 w 431"/>
                <a:gd name="T87" fmla="*/ 161 h 449"/>
                <a:gd name="T88" fmla="*/ 185 w 431"/>
                <a:gd name="T89" fmla="*/ 127 h 449"/>
                <a:gd name="T90" fmla="*/ 171 w 431"/>
                <a:gd name="T91" fmla="*/ 96 h 449"/>
                <a:gd name="T92" fmla="*/ 166 w 431"/>
                <a:gd name="T93" fmla="*/ 86 h 449"/>
                <a:gd name="T94" fmla="*/ 151 w 431"/>
                <a:gd name="T95" fmla="*/ 78 h 449"/>
                <a:gd name="T96" fmla="*/ 131 w 431"/>
                <a:gd name="T97" fmla="*/ 66 h 449"/>
                <a:gd name="T98" fmla="*/ 129 w 431"/>
                <a:gd name="T99" fmla="*/ 53 h 449"/>
                <a:gd name="T100" fmla="*/ 117 w 431"/>
                <a:gd name="T101" fmla="*/ 43 h 449"/>
                <a:gd name="T102" fmla="*/ 92 w 431"/>
                <a:gd name="T103" fmla="*/ 63 h 449"/>
                <a:gd name="T104" fmla="*/ 75 w 431"/>
                <a:gd name="T105" fmla="*/ 31 h 449"/>
                <a:gd name="T106" fmla="*/ 60 w 431"/>
                <a:gd name="T107" fmla="*/ 15 h 449"/>
                <a:gd name="T108" fmla="*/ 43 w 431"/>
                <a:gd name="T109" fmla="*/ 49 h 449"/>
                <a:gd name="T110" fmla="*/ 42 w 431"/>
                <a:gd name="T111" fmla="*/ 81 h 449"/>
                <a:gd name="T112" fmla="*/ 69 w 431"/>
                <a:gd name="T113" fmla="*/ 105 h 449"/>
                <a:gd name="T114" fmla="*/ 47 w 431"/>
                <a:gd name="T115" fmla="*/ 193 h 449"/>
                <a:gd name="T116" fmla="*/ 2 w 431"/>
                <a:gd name="T117" fmla="*/ 263 h 449"/>
                <a:gd name="T118" fmla="*/ 3 w 431"/>
                <a:gd name="T119" fmla="*/ 27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1" h="449">
                  <a:moveTo>
                    <a:pt x="3" y="275"/>
                  </a:moveTo>
                  <a:cubicBezTo>
                    <a:pt x="0" y="283"/>
                    <a:pt x="0" y="283"/>
                    <a:pt x="0" y="283"/>
                  </a:cubicBezTo>
                  <a:cubicBezTo>
                    <a:pt x="4" y="283"/>
                    <a:pt x="9" y="281"/>
                    <a:pt x="14" y="277"/>
                  </a:cubicBezTo>
                  <a:cubicBezTo>
                    <a:pt x="14" y="276"/>
                    <a:pt x="14" y="276"/>
                    <a:pt x="14" y="276"/>
                  </a:cubicBezTo>
                  <a:cubicBezTo>
                    <a:pt x="15" y="276"/>
                    <a:pt x="15" y="276"/>
                    <a:pt x="15" y="276"/>
                  </a:cubicBezTo>
                  <a:cubicBezTo>
                    <a:pt x="40" y="273"/>
                    <a:pt x="40" y="273"/>
                    <a:pt x="40" y="273"/>
                  </a:cubicBezTo>
                  <a:cubicBezTo>
                    <a:pt x="55" y="266"/>
                    <a:pt x="55" y="266"/>
                    <a:pt x="55" y="266"/>
                  </a:cubicBezTo>
                  <a:cubicBezTo>
                    <a:pt x="61" y="274"/>
                    <a:pt x="61" y="274"/>
                    <a:pt x="61" y="274"/>
                  </a:cubicBezTo>
                  <a:cubicBezTo>
                    <a:pt x="63" y="275"/>
                    <a:pt x="63" y="275"/>
                    <a:pt x="63" y="275"/>
                  </a:cubicBezTo>
                  <a:cubicBezTo>
                    <a:pt x="55" y="286"/>
                    <a:pt x="55" y="286"/>
                    <a:pt x="55" y="286"/>
                  </a:cubicBezTo>
                  <a:cubicBezTo>
                    <a:pt x="64" y="295"/>
                    <a:pt x="64" y="295"/>
                    <a:pt x="64" y="295"/>
                  </a:cubicBezTo>
                  <a:cubicBezTo>
                    <a:pt x="64" y="295"/>
                    <a:pt x="64" y="295"/>
                    <a:pt x="64" y="295"/>
                  </a:cubicBezTo>
                  <a:cubicBezTo>
                    <a:pt x="64" y="297"/>
                    <a:pt x="64" y="297"/>
                    <a:pt x="64" y="297"/>
                  </a:cubicBezTo>
                  <a:cubicBezTo>
                    <a:pt x="58" y="323"/>
                    <a:pt x="58" y="323"/>
                    <a:pt x="58" y="323"/>
                  </a:cubicBezTo>
                  <a:cubicBezTo>
                    <a:pt x="74" y="334"/>
                    <a:pt x="74" y="334"/>
                    <a:pt x="74" y="334"/>
                  </a:cubicBezTo>
                  <a:cubicBezTo>
                    <a:pt x="102" y="335"/>
                    <a:pt x="102" y="335"/>
                    <a:pt x="102" y="335"/>
                  </a:cubicBezTo>
                  <a:cubicBezTo>
                    <a:pt x="98" y="341"/>
                    <a:pt x="98" y="341"/>
                    <a:pt x="98" y="341"/>
                  </a:cubicBezTo>
                  <a:cubicBezTo>
                    <a:pt x="80" y="363"/>
                    <a:pt x="71" y="377"/>
                    <a:pt x="72" y="381"/>
                  </a:cubicBezTo>
                  <a:cubicBezTo>
                    <a:pt x="83" y="383"/>
                    <a:pt x="83" y="383"/>
                    <a:pt x="83" y="383"/>
                  </a:cubicBezTo>
                  <a:cubicBezTo>
                    <a:pt x="97" y="385"/>
                    <a:pt x="106" y="389"/>
                    <a:pt x="109" y="394"/>
                  </a:cubicBezTo>
                  <a:cubicBezTo>
                    <a:pt x="112" y="402"/>
                    <a:pt x="116" y="409"/>
                    <a:pt x="119" y="417"/>
                  </a:cubicBezTo>
                  <a:cubicBezTo>
                    <a:pt x="136" y="426"/>
                    <a:pt x="136" y="426"/>
                    <a:pt x="136" y="426"/>
                  </a:cubicBezTo>
                  <a:cubicBezTo>
                    <a:pt x="146" y="428"/>
                    <a:pt x="146" y="428"/>
                    <a:pt x="146" y="428"/>
                  </a:cubicBezTo>
                  <a:cubicBezTo>
                    <a:pt x="167" y="410"/>
                    <a:pt x="167" y="410"/>
                    <a:pt x="167" y="410"/>
                  </a:cubicBezTo>
                  <a:cubicBezTo>
                    <a:pt x="178" y="426"/>
                    <a:pt x="178" y="426"/>
                    <a:pt x="178" y="426"/>
                  </a:cubicBezTo>
                  <a:cubicBezTo>
                    <a:pt x="178" y="427"/>
                    <a:pt x="178" y="427"/>
                    <a:pt x="178" y="427"/>
                  </a:cubicBezTo>
                  <a:cubicBezTo>
                    <a:pt x="178" y="427"/>
                    <a:pt x="178" y="427"/>
                    <a:pt x="178" y="427"/>
                  </a:cubicBezTo>
                  <a:cubicBezTo>
                    <a:pt x="179" y="428"/>
                    <a:pt x="179" y="428"/>
                    <a:pt x="179" y="428"/>
                  </a:cubicBezTo>
                  <a:cubicBezTo>
                    <a:pt x="182" y="443"/>
                    <a:pt x="182" y="443"/>
                    <a:pt x="182" y="443"/>
                  </a:cubicBezTo>
                  <a:cubicBezTo>
                    <a:pt x="191" y="445"/>
                    <a:pt x="191" y="445"/>
                    <a:pt x="191" y="445"/>
                  </a:cubicBezTo>
                  <a:cubicBezTo>
                    <a:pt x="191" y="445"/>
                    <a:pt x="191" y="445"/>
                    <a:pt x="191" y="445"/>
                  </a:cubicBezTo>
                  <a:cubicBezTo>
                    <a:pt x="205" y="449"/>
                    <a:pt x="205" y="449"/>
                    <a:pt x="205" y="449"/>
                  </a:cubicBezTo>
                  <a:cubicBezTo>
                    <a:pt x="209" y="448"/>
                    <a:pt x="209" y="448"/>
                    <a:pt x="209" y="448"/>
                  </a:cubicBezTo>
                  <a:cubicBezTo>
                    <a:pt x="209" y="448"/>
                    <a:pt x="209" y="448"/>
                    <a:pt x="209" y="448"/>
                  </a:cubicBezTo>
                  <a:cubicBezTo>
                    <a:pt x="207" y="432"/>
                    <a:pt x="207" y="432"/>
                    <a:pt x="207" y="432"/>
                  </a:cubicBezTo>
                  <a:cubicBezTo>
                    <a:pt x="206" y="431"/>
                    <a:pt x="206" y="431"/>
                    <a:pt x="206" y="431"/>
                  </a:cubicBezTo>
                  <a:cubicBezTo>
                    <a:pt x="198" y="395"/>
                    <a:pt x="198" y="395"/>
                    <a:pt x="198" y="395"/>
                  </a:cubicBezTo>
                  <a:cubicBezTo>
                    <a:pt x="198" y="394"/>
                    <a:pt x="198" y="394"/>
                    <a:pt x="198" y="394"/>
                  </a:cubicBezTo>
                  <a:cubicBezTo>
                    <a:pt x="203" y="369"/>
                    <a:pt x="203" y="369"/>
                    <a:pt x="203" y="369"/>
                  </a:cubicBezTo>
                  <a:cubicBezTo>
                    <a:pt x="204" y="370"/>
                    <a:pt x="204" y="370"/>
                    <a:pt x="204" y="370"/>
                  </a:cubicBezTo>
                  <a:cubicBezTo>
                    <a:pt x="206" y="370"/>
                    <a:pt x="206" y="370"/>
                    <a:pt x="206" y="370"/>
                  </a:cubicBezTo>
                  <a:cubicBezTo>
                    <a:pt x="222" y="371"/>
                    <a:pt x="222" y="371"/>
                    <a:pt x="222" y="371"/>
                  </a:cubicBezTo>
                  <a:cubicBezTo>
                    <a:pt x="243" y="356"/>
                    <a:pt x="243" y="356"/>
                    <a:pt x="243" y="356"/>
                  </a:cubicBezTo>
                  <a:cubicBezTo>
                    <a:pt x="245" y="357"/>
                    <a:pt x="245" y="357"/>
                    <a:pt x="245" y="357"/>
                  </a:cubicBezTo>
                  <a:cubicBezTo>
                    <a:pt x="256" y="366"/>
                    <a:pt x="263" y="372"/>
                    <a:pt x="267" y="377"/>
                  </a:cubicBezTo>
                  <a:cubicBezTo>
                    <a:pt x="270" y="376"/>
                    <a:pt x="277" y="369"/>
                    <a:pt x="286" y="359"/>
                  </a:cubicBezTo>
                  <a:cubicBezTo>
                    <a:pt x="287" y="358"/>
                    <a:pt x="287" y="358"/>
                    <a:pt x="287" y="358"/>
                  </a:cubicBezTo>
                  <a:cubicBezTo>
                    <a:pt x="288" y="357"/>
                    <a:pt x="288" y="357"/>
                    <a:pt x="288" y="357"/>
                  </a:cubicBezTo>
                  <a:cubicBezTo>
                    <a:pt x="318" y="365"/>
                    <a:pt x="318" y="365"/>
                    <a:pt x="318" y="365"/>
                  </a:cubicBezTo>
                  <a:cubicBezTo>
                    <a:pt x="332" y="354"/>
                    <a:pt x="332" y="354"/>
                    <a:pt x="332" y="354"/>
                  </a:cubicBezTo>
                  <a:cubicBezTo>
                    <a:pt x="332" y="354"/>
                    <a:pt x="332" y="354"/>
                    <a:pt x="332" y="354"/>
                  </a:cubicBezTo>
                  <a:cubicBezTo>
                    <a:pt x="333" y="353"/>
                    <a:pt x="333" y="353"/>
                    <a:pt x="333" y="353"/>
                  </a:cubicBezTo>
                  <a:cubicBezTo>
                    <a:pt x="333" y="353"/>
                    <a:pt x="333" y="353"/>
                    <a:pt x="333" y="353"/>
                  </a:cubicBezTo>
                  <a:cubicBezTo>
                    <a:pt x="334" y="354"/>
                    <a:pt x="334" y="354"/>
                    <a:pt x="334" y="354"/>
                  </a:cubicBezTo>
                  <a:cubicBezTo>
                    <a:pt x="347" y="356"/>
                    <a:pt x="347" y="356"/>
                    <a:pt x="347" y="356"/>
                  </a:cubicBezTo>
                  <a:cubicBezTo>
                    <a:pt x="388" y="320"/>
                    <a:pt x="388" y="320"/>
                    <a:pt x="388" y="320"/>
                  </a:cubicBezTo>
                  <a:cubicBezTo>
                    <a:pt x="401" y="323"/>
                    <a:pt x="401" y="323"/>
                    <a:pt x="401" y="323"/>
                  </a:cubicBezTo>
                  <a:cubicBezTo>
                    <a:pt x="401" y="323"/>
                    <a:pt x="401" y="323"/>
                    <a:pt x="401" y="323"/>
                  </a:cubicBezTo>
                  <a:cubicBezTo>
                    <a:pt x="401" y="324"/>
                    <a:pt x="401" y="324"/>
                    <a:pt x="401" y="324"/>
                  </a:cubicBezTo>
                  <a:cubicBezTo>
                    <a:pt x="402" y="324"/>
                    <a:pt x="402" y="324"/>
                    <a:pt x="402" y="324"/>
                  </a:cubicBezTo>
                  <a:cubicBezTo>
                    <a:pt x="403" y="325"/>
                    <a:pt x="403" y="325"/>
                    <a:pt x="403" y="325"/>
                  </a:cubicBezTo>
                  <a:cubicBezTo>
                    <a:pt x="406" y="331"/>
                    <a:pt x="406" y="331"/>
                    <a:pt x="406" y="331"/>
                  </a:cubicBezTo>
                  <a:cubicBezTo>
                    <a:pt x="409" y="327"/>
                    <a:pt x="409" y="327"/>
                    <a:pt x="409" y="327"/>
                  </a:cubicBezTo>
                  <a:cubicBezTo>
                    <a:pt x="409" y="327"/>
                    <a:pt x="409" y="327"/>
                    <a:pt x="409" y="327"/>
                  </a:cubicBezTo>
                  <a:cubicBezTo>
                    <a:pt x="409" y="326"/>
                    <a:pt x="409" y="326"/>
                    <a:pt x="409" y="326"/>
                  </a:cubicBezTo>
                  <a:cubicBezTo>
                    <a:pt x="410" y="326"/>
                    <a:pt x="410" y="326"/>
                    <a:pt x="410" y="326"/>
                  </a:cubicBezTo>
                  <a:cubicBezTo>
                    <a:pt x="422" y="320"/>
                    <a:pt x="422" y="320"/>
                    <a:pt x="422" y="320"/>
                  </a:cubicBezTo>
                  <a:cubicBezTo>
                    <a:pt x="431" y="311"/>
                    <a:pt x="431" y="311"/>
                    <a:pt x="431" y="311"/>
                  </a:cubicBezTo>
                  <a:cubicBezTo>
                    <a:pt x="429" y="292"/>
                    <a:pt x="429" y="292"/>
                    <a:pt x="429" y="292"/>
                  </a:cubicBezTo>
                  <a:cubicBezTo>
                    <a:pt x="427" y="290"/>
                    <a:pt x="427" y="290"/>
                    <a:pt x="427" y="290"/>
                  </a:cubicBezTo>
                  <a:cubicBezTo>
                    <a:pt x="415" y="295"/>
                    <a:pt x="415" y="295"/>
                    <a:pt x="415" y="295"/>
                  </a:cubicBezTo>
                  <a:cubicBezTo>
                    <a:pt x="415" y="295"/>
                    <a:pt x="415" y="295"/>
                    <a:pt x="415" y="295"/>
                  </a:cubicBezTo>
                  <a:cubicBezTo>
                    <a:pt x="412" y="296"/>
                    <a:pt x="409" y="297"/>
                    <a:pt x="404" y="297"/>
                  </a:cubicBezTo>
                  <a:cubicBezTo>
                    <a:pt x="391" y="297"/>
                    <a:pt x="391" y="297"/>
                    <a:pt x="391" y="297"/>
                  </a:cubicBezTo>
                  <a:cubicBezTo>
                    <a:pt x="387" y="297"/>
                    <a:pt x="384" y="295"/>
                    <a:pt x="383" y="293"/>
                  </a:cubicBezTo>
                  <a:cubicBezTo>
                    <a:pt x="381" y="273"/>
                    <a:pt x="381" y="273"/>
                    <a:pt x="381" y="273"/>
                  </a:cubicBezTo>
                  <a:cubicBezTo>
                    <a:pt x="377" y="271"/>
                    <a:pt x="375" y="270"/>
                    <a:pt x="373" y="270"/>
                  </a:cubicBezTo>
                  <a:cubicBezTo>
                    <a:pt x="370" y="271"/>
                    <a:pt x="370" y="271"/>
                    <a:pt x="370" y="271"/>
                  </a:cubicBezTo>
                  <a:cubicBezTo>
                    <a:pt x="366" y="273"/>
                    <a:pt x="366" y="273"/>
                    <a:pt x="366" y="273"/>
                  </a:cubicBezTo>
                  <a:cubicBezTo>
                    <a:pt x="358" y="275"/>
                    <a:pt x="358" y="275"/>
                    <a:pt x="358" y="275"/>
                  </a:cubicBezTo>
                  <a:cubicBezTo>
                    <a:pt x="355" y="275"/>
                    <a:pt x="355" y="275"/>
                    <a:pt x="355" y="275"/>
                  </a:cubicBezTo>
                  <a:cubicBezTo>
                    <a:pt x="355" y="274"/>
                    <a:pt x="355" y="274"/>
                    <a:pt x="355" y="274"/>
                  </a:cubicBezTo>
                  <a:cubicBezTo>
                    <a:pt x="350" y="266"/>
                    <a:pt x="350" y="266"/>
                    <a:pt x="350" y="266"/>
                  </a:cubicBezTo>
                  <a:cubicBezTo>
                    <a:pt x="349" y="258"/>
                    <a:pt x="349" y="258"/>
                    <a:pt x="349" y="258"/>
                  </a:cubicBezTo>
                  <a:cubicBezTo>
                    <a:pt x="349" y="258"/>
                    <a:pt x="349" y="258"/>
                    <a:pt x="349" y="258"/>
                  </a:cubicBezTo>
                  <a:cubicBezTo>
                    <a:pt x="354" y="235"/>
                    <a:pt x="354" y="235"/>
                    <a:pt x="354" y="235"/>
                  </a:cubicBezTo>
                  <a:cubicBezTo>
                    <a:pt x="354" y="235"/>
                    <a:pt x="354" y="235"/>
                    <a:pt x="354" y="235"/>
                  </a:cubicBezTo>
                  <a:cubicBezTo>
                    <a:pt x="355" y="235"/>
                    <a:pt x="355" y="235"/>
                    <a:pt x="355" y="235"/>
                  </a:cubicBezTo>
                  <a:cubicBezTo>
                    <a:pt x="355" y="234"/>
                    <a:pt x="355" y="234"/>
                    <a:pt x="355" y="234"/>
                  </a:cubicBezTo>
                  <a:cubicBezTo>
                    <a:pt x="360" y="222"/>
                    <a:pt x="360" y="222"/>
                    <a:pt x="360" y="222"/>
                  </a:cubicBezTo>
                  <a:cubicBezTo>
                    <a:pt x="343" y="207"/>
                    <a:pt x="343" y="207"/>
                    <a:pt x="343" y="207"/>
                  </a:cubicBezTo>
                  <a:cubicBezTo>
                    <a:pt x="343" y="207"/>
                    <a:pt x="343" y="207"/>
                    <a:pt x="343" y="207"/>
                  </a:cubicBezTo>
                  <a:cubicBezTo>
                    <a:pt x="342" y="206"/>
                    <a:pt x="342" y="206"/>
                    <a:pt x="342" y="206"/>
                  </a:cubicBezTo>
                  <a:cubicBezTo>
                    <a:pt x="342" y="188"/>
                    <a:pt x="342" y="188"/>
                    <a:pt x="342" y="188"/>
                  </a:cubicBezTo>
                  <a:cubicBezTo>
                    <a:pt x="343" y="188"/>
                    <a:pt x="343" y="188"/>
                    <a:pt x="343" y="188"/>
                  </a:cubicBezTo>
                  <a:cubicBezTo>
                    <a:pt x="352" y="160"/>
                    <a:pt x="352" y="160"/>
                    <a:pt x="352" y="160"/>
                  </a:cubicBezTo>
                  <a:cubicBezTo>
                    <a:pt x="346" y="145"/>
                    <a:pt x="346" y="145"/>
                    <a:pt x="346" y="145"/>
                  </a:cubicBezTo>
                  <a:cubicBezTo>
                    <a:pt x="341" y="144"/>
                    <a:pt x="341" y="144"/>
                    <a:pt x="341" y="144"/>
                  </a:cubicBezTo>
                  <a:cubicBezTo>
                    <a:pt x="334" y="144"/>
                    <a:pt x="334" y="144"/>
                    <a:pt x="334" y="144"/>
                  </a:cubicBezTo>
                  <a:cubicBezTo>
                    <a:pt x="327" y="154"/>
                    <a:pt x="327" y="154"/>
                    <a:pt x="327" y="154"/>
                  </a:cubicBezTo>
                  <a:cubicBezTo>
                    <a:pt x="319" y="148"/>
                    <a:pt x="319" y="148"/>
                    <a:pt x="319" y="148"/>
                  </a:cubicBezTo>
                  <a:cubicBezTo>
                    <a:pt x="310" y="144"/>
                    <a:pt x="310" y="144"/>
                    <a:pt x="310" y="144"/>
                  </a:cubicBezTo>
                  <a:cubicBezTo>
                    <a:pt x="304" y="127"/>
                    <a:pt x="304" y="127"/>
                    <a:pt x="304" y="127"/>
                  </a:cubicBezTo>
                  <a:cubicBezTo>
                    <a:pt x="304" y="127"/>
                    <a:pt x="304" y="127"/>
                    <a:pt x="304" y="127"/>
                  </a:cubicBezTo>
                  <a:cubicBezTo>
                    <a:pt x="304" y="127"/>
                    <a:pt x="304" y="127"/>
                    <a:pt x="304" y="127"/>
                  </a:cubicBezTo>
                  <a:cubicBezTo>
                    <a:pt x="301" y="114"/>
                    <a:pt x="301" y="114"/>
                    <a:pt x="301" y="114"/>
                  </a:cubicBezTo>
                  <a:cubicBezTo>
                    <a:pt x="301" y="113"/>
                    <a:pt x="301" y="113"/>
                    <a:pt x="301" y="113"/>
                  </a:cubicBezTo>
                  <a:cubicBezTo>
                    <a:pt x="301" y="113"/>
                    <a:pt x="301" y="113"/>
                    <a:pt x="301" y="113"/>
                  </a:cubicBezTo>
                  <a:cubicBezTo>
                    <a:pt x="302" y="111"/>
                    <a:pt x="302" y="111"/>
                    <a:pt x="302" y="111"/>
                  </a:cubicBezTo>
                  <a:cubicBezTo>
                    <a:pt x="310" y="100"/>
                    <a:pt x="310" y="100"/>
                    <a:pt x="310" y="100"/>
                  </a:cubicBezTo>
                  <a:cubicBezTo>
                    <a:pt x="312" y="99"/>
                    <a:pt x="312" y="99"/>
                    <a:pt x="312" y="99"/>
                  </a:cubicBezTo>
                  <a:cubicBezTo>
                    <a:pt x="312" y="99"/>
                    <a:pt x="312" y="99"/>
                    <a:pt x="312" y="99"/>
                  </a:cubicBezTo>
                  <a:cubicBezTo>
                    <a:pt x="313" y="99"/>
                    <a:pt x="313" y="99"/>
                    <a:pt x="313" y="99"/>
                  </a:cubicBezTo>
                  <a:cubicBezTo>
                    <a:pt x="319" y="98"/>
                    <a:pt x="319" y="98"/>
                    <a:pt x="319" y="98"/>
                  </a:cubicBezTo>
                  <a:cubicBezTo>
                    <a:pt x="326" y="96"/>
                    <a:pt x="326" y="96"/>
                    <a:pt x="326" y="96"/>
                  </a:cubicBezTo>
                  <a:cubicBezTo>
                    <a:pt x="357" y="95"/>
                    <a:pt x="357" y="95"/>
                    <a:pt x="357" y="95"/>
                  </a:cubicBezTo>
                  <a:cubicBezTo>
                    <a:pt x="358" y="95"/>
                    <a:pt x="358" y="95"/>
                    <a:pt x="358" y="95"/>
                  </a:cubicBezTo>
                  <a:cubicBezTo>
                    <a:pt x="362" y="97"/>
                    <a:pt x="362" y="97"/>
                    <a:pt x="362" y="97"/>
                  </a:cubicBezTo>
                  <a:cubicBezTo>
                    <a:pt x="363" y="97"/>
                    <a:pt x="363" y="97"/>
                    <a:pt x="363" y="97"/>
                  </a:cubicBezTo>
                  <a:cubicBezTo>
                    <a:pt x="368" y="99"/>
                    <a:pt x="368" y="99"/>
                    <a:pt x="368" y="99"/>
                  </a:cubicBezTo>
                  <a:cubicBezTo>
                    <a:pt x="377" y="96"/>
                    <a:pt x="377" y="96"/>
                    <a:pt x="377" y="96"/>
                  </a:cubicBezTo>
                  <a:cubicBezTo>
                    <a:pt x="384" y="90"/>
                    <a:pt x="384" y="90"/>
                    <a:pt x="384" y="90"/>
                  </a:cubicBezTo>
                  <a:cubicBezTo>
                    <a:pt x="387" y="84"/>
                    <a:pt x="387" y="84"/>
                    <a:pt x="387" y="84"/>
                  </a:cubicBezTo>
                  <a:cubicBezTo>
                    <a:pt x="388" y="81"/>
                    <a:pt x="388" y="81"/>
                    <a:pt x="388" y="81"/>
                  </a:cubicBezTo>
                  <a:cubicBezTo>
                    <a:pt x="387" y="68"/>
                    <a:pt x="387" y="68"/>
                    <a:pt x="387" y="68"/>
                  </a:cubicBezTo>
                  <a:cubicBezTo>
                    <a:pt x="381" y="66"/>
                    <a:pt x="381" y="66"/>
                    <a:pt x="381" y="66"/>
                  </a:cubicBezTo>
                  <a:cubicBezTo>
                    <a:pt x="368" y="71"/>
                    <a:pt x="368" y="71"/>
                    <a:pt x="368" y="71"/>
                  </a:cubicBezTo>
                  <a:cubicBezTo>
                    <a:pt x="364" y="75"/>
                    <a:pt x="360" y="78"/>
                    <a:pt x="356" y="78"/>
                  </a:cubicBezTo>
                  <a:cubicBezTo>
                    <a:pt x="352" y="78"/>
                    <a:pt x="348" y="74"/>
                    <a:pt x="344" y="68"/>
                  </a:cubicBezTo>
                  <a:cubicBezTo>
                    <a:pt x="344" y="68"/>
                    <a:pt x="344" y="68"/>
                    <a:pt x="344" y="68"/>
                  </a:cubicBezTo>
                  <a:cubicBezTo>
                    <a:pt x="344" y="68"/>
                    <a:pt x="344" y="68"/>
                    <a:pt x="344" y="68"/>
                  </a:cubicBezTo>
                  <a:cubicBezTo>
                    <a:pt x="344" y="67"/>
                    <a:pt x="344" y="67"/>
                    <a:pt x="344" y="67"/>
                  </a:cubicBezTo>
                  <a:cubicBezTo>
                    <a:pt x="343" y="59"/>
                    <a:pt x="343" y="59"/>
                    <a:pt x="343" y="59"/>
                  </a:cubicBezTo>
                  <a:cubicBezTo>
                    <a:pt x="343" y="57"/>
                    <a:pt x="343" y="57"/>
                    <a:pt x="343" y="57"/>
                  </a:cubicBezTo>
                  <a:cubicBezTo>
                    <a:pt x="344" y="49"/>
                    <a:pt x="344" y="49"/>
                    <a:pt x="344" y="49"/>
                  </a:cubicBezTo>
                  <a:cubicBezTo>
                    <a:pt x="337" y="33"/>
                    <a:pt x="337" y="33"/>
                    <a:pt x="337" y="33"/>
                  </a:cubicBezTo>
                  <a:cubicBezTo>
                    <a:pt x="324" y="37"/>
                    <a:pt x="324" y="37"/>
                    <a:pt x="324" y="37"/>
                  </a:cubicBezTo>
                  <a:cubicBezTo>
                    <a:pt x="319" y="42"/>
                    <a:pt x="319" y="42"/>
                    <a:pt x="319" y="42"/>
                  </a:cubicBezTo>
                  <a:cubicBezTo>
                    <a:pt x="321" y="60"/>
                    <a:pt x="321" y="60"/>
                    <a:pt x="321" y="60"/>
                  </a:cubicBezTo>
                  <a:cubicBezTo>
                    <a:pt x="301" y="51"/>
                    <a:pt x="301" y="51"/>
                    <a:pt x="301" y="51"/>
                  </a:cubicBezTo>
                  <a:cubicBezTo>
                    <a:pt x="305" y="62"/>
                    <a:pt x="305" y="62"/>
                    <a:pt x="305" y="62"/>
                  </a:cubicBezTo>
                  <a:cubicBezTo>
                    <a:pt x="306" y="62"/>
                    <a:pt x="306" y="62"/>
                    <a:pt x="306" y="62"/>
                  </a:cubicBezTo>
                  <a:cubicBezTo>
                    <a:pt x="306" y="63"/>
                    <a:pt x="306" y="63"/>
                    <a:pt x="306" y="63"/>
                  </a:cubicBezTo>
                  <a:cubicBezTo>
                    <a:pt x="304" y="76"/>
                    <a:pt x="304" y="76"/>
                    <a:pt x="304" y="76"/>
                  </a:cubicBezTo>
                  <a:cubicBezTo>
                    <a:pt x="304" y="77"/>
                    <a:pt x="304" y="77"/>
                    <a:pt x="304" y="77"/>
                  </a:cubicBezTo>
                  <a:cubicBezTo>
                    <a:pt x="304" y="77"/>
                    <a:pt x="304" y="77"/>
                    <a:pt x="304" y="77"/>
                  </a:cubicBezTo>
                  <a:cubicBezTo>
                    <a:pt x="292" y="93"/>
                    <a:pt x="292" y="93"/>
                    <a:pt x="292" y="93"/>
                  </a:cubicBezTo>
                  <a:cubicBezTo>
                    <a:pt x="292" y="93"/>
                    <a:pt x="292" y="93"/>
                    <a:pt x="292" y="93"/>
                  </a:cubicBezTo>
                  <a:cubicBezTo>
                    <a:pt x="273" y="105"/>
                    <a:pt x="273" y="105"/>
                    <a:pt x="273" y="105"/>
                  </a:cubicBezTo>
                  <a:cubicBezTo>
                    <a:pt x="271" y="116"/>
                    <a:pt x="271" y="116"/>
                    <a:pt x="271" y="116"/>
                  </a:cubicBezTo>
                  <a:cubicBezTo>
                    <a:pt x="271" y="117"/>
                    <a:pt x="273" y="122"/>
                    <a:pt x="276" y="128"/>
                  </a:cubicBezTo>
                  <a:cubicBezTo>
                    <a:pt x="277" y="129"/>
                    <a:pt x="277" y="129"/>
                    <a:pt x="277" y="129"/>
                  </a:cubicBezTo>
                  <a:cubicBezTo>
                    <a:pt x="277" y="130"/>
                    <a:pt x="277" y="130"/>
                    <a:pt x="277" y="130"/>
                  </a:cubicBezTo>
                  <a:cubicBezTo>
                    <a:pt x="278" y="145"/>
                    <a:pt x="278" y="145"/>
                    <a:pt x="278" y="145"/>
                  </a:cubicBezTo>
                  <a:cubicBezTo>
                    <a:pt x="278" y="147"/>
                    <a:pt x="278" y="147"/>
                    <a:pt x="278" y="147"/>
                  </a:cubicBezTo>
                  <a:cubicBezTo>
                    <a:pt x="278" y="148"/>
                    <a:pt x="278" y="148"/>
                    <a:pt x="278" y="148"/>
                  </a:cubicBezTo>
                  <a:cubicBezTo>
                    <a:pt x="270" y="158"/>
                    <a:pt x="270" y="158"/>
                    <a:pt x="270" y="158"/>
                  </a:cubicBezTo>
                  <a:cubicBezTo>
                    <a:pt x="270" y="158"/>
                    <a:pt x="270" y="158"/>
                    <a:pt x="270" y="158"/>
                  </a:cubicBezTo>
                  <a:cubicBezTo>
                    <a:pt x="270" y="158"/>
                    <a:pt x="270" y="158"/>
                    <a:pt x="270" y="158"/>
                  </a:cubicBezTo>
                  <a:cubicBezTo>
                    <a:pt x="269" y="158"/>
                    <a:pt x="269" y="158"/>
                    <a:pt x="269" y="158"/>
                  </a:cubicBezTo>
                  <a:cubicBezTo>
                    <a:pt x="264" y="162"/>
                    <a:pt x="264" y="162"/>
                    <a:pt x="264" y="162"/>
                  </a:cubicBezTo>
                  <a:cubicBezTo>
                    <a:pt x="263" y="162"/>
                    <a:pt x="263" y="162"/>
                    <a:pt x="263" y="162"/>
                  </a:cubicBezTo>
                  <a:cubicBezTo>
                    <a:pt x="262" y="162"/>
                    <a:pt x="262" y="162"/>
                    <a:pt x="262" y="162"/>
                  </a:cubicBezTo>
                  <a:cubicBezTo>
                    <a:pt x="262" y="162"/>
                    <a:pt x="262" y="162"/>
                    <a:pt x="262" y="162"/>
                  </a:cubicBezTo>
                  <a:cubicBezTo>
                    <a:pt x="261" y="162"/>
                    <a:pt x="261" y="162"/>
                    <a:pt x="261" y="162"/>
                  </a:cubicBezTo>
                  <a:cubicBezTo>
                    <a:pt x="247" y="159"/>
                    <a:pt x="247" y="159"/>
                    <a:pt x="247" y="159"/>
                  </a:cubicBezTo>
                  <a:cubicBezTo>
                    <a:pt x="245" y="159"/>
                    <a:pt x="242" y="160"/>
                    <a:pt x="239" y="162"/>
                  </a:cubicBezTo>
                  <a:cubicBezTo>
                    <a:pt x="233" y="169"/>
                    <a:pt x="233" y="169"/>
                    <a:pt x="233" y="169"/>
                  </a:cubicBezTo>
                  <a:cubicBezTo>
                    <a:pt x="228" y="175"/>
                    <a:pt x="228" y="175"/>
                    <a:pt x="228" y="175"/>
                  </a:cubicBezTo>
                  <a:cubicBezTo>
                    <a:pt x="225" y="181"/>
                    <a:pt x="221" y="182"/>
                    <a:pt x="214" y="181"/>
                  </a:cubicBezTo>
                  <a:cubicBezTo>
                    <a:pt x="210" y="180"/>
                    <a:pt x="208" y="176"/>
                    <a:pt x="210" y="170"/>
                  </a:cubicBezTo>
                  <a:cubicBezTo>
                    <a:pt x="210" y="166"/>
                    <a:pt x="210" y="166"/>
                    <a:pt x="210" y="166"/>
                  </a:cubicBezTo>
                  <a:cubicBezTo>
                    <a:pt x="209" y="162"/>
                    <a:pt x="209" y="162"/>
                    <a:pt x="209" y="162"/>
                  </a:cubicBezTo>
                  <a:cubicBezTo>
                    <a:pt x="207" y="165"/>
                    <a:pt x="207" y="165"/>
                    <a:pt x="207" y="165"/>
                  </a:cubicBezTo>
                  <a:cubicBezTo>
                    <a:pt x="205" y="167"/>
                    <a:pt x="203" y="168"/>
                    <a:pt x="200" y="168"/>
                  </a:cubicBezTo>
                  <a:cubicBezTo>
                    <a:pt x="198" y="167"/>
                    <a:pt x="196" y="165"/>
                    <a:pt x="195" y="161"/>
                  </a:cubicBezTo>
                  <a:cubicBezTo>
                    <a:pt x="195" y="160"/>
                    <a:pt x="195" y="160"/>
                    <a:pt x="195" y="160"/>
                  </a:cubicBezTo>
                  <a:cubicBezTo>
                    <a:pt x="194" y="146"/>
                    <a:pt x="194" y="146"/>
                    <a:pt x="194" y="146"/>
                  </a:cubicBezTo>
                  <a:cubicBezTo>
                    <a:pt x="191" y="133"/>
                    <a:pt x="191" y="133"/>
                    <a:pt x="191" y="133"/>
                  </a:cubicBezTo>
                  <a:cubicBezTo>
                    <a:pt x="185" y="127"/>
                    <a:pt x="185" y="127"/>
                    <a:pt x="185" y="127"/>
                  </a:cubicBezTo>
                  <a:cubicBezTo>
                    <a:pt x="185" y="127"/>
                    <a:pt x="185" y="127"/>
                    <a:pt x="185" y="127"/>
                  </a:cubicBezTo>
                  <a:cubicBezTo>
                    <a:pt x="184" y="126"/>
                    <a:pt x="184" y="126"/>
                    <a:pt x="184" y="126"/>
                  </a:cubicBezTo>
                  <a:cubicBezTo>
                    <a:pt x="171" y="97"/>
                    <a:pt x="171" y="97"/>
                    <a:pt x="171" y="97"/>
                  </a:cubicBezTo>
                  <a:cubicBezTo>
                    <a:pt x="171" y="96"/>
                    <a:pt x="171" y="96"/>
                    <a:pt x="171" y="96"/>
                  </a:cubicBezTo>
                  <a:cubicBezTo>
                    <a:pt x="167" y="88"/>
                    <a:pt x="167" y="88"/>
                    <a:pt x="167" y="88"/>
                  </a:cubicBezTo>
                  <a:cubicBezTo>
                    <a:pt x="167" y="87"/>
                    <a:pt x="167" y="87"/>
                    <a:pt x="167" y="87"/>
                  </a:cubicBezTo>
                  <a:cubicBezTo>
                    <a:pt x="166" y="87"/>
                    <a:pt x="166" y="87"/>
                    <a:pt x="166" y="87"/>
                  </a:cubicBezTo>
                  <a:cubicBezTo>
                    <a:pt x="166" y="86"/>
                    <a:pt x="166" y="86"/>
                    <a:pt x="166" y="86"/>
                  </a:cubicBezTo>
                  <a:cubicBezTo>
                    <a:pt x="164" y="71"/>
                    <a:pt x="164" y="71"/>
                    <a:pt x="164" y="71"/>
                  </a:cubicBezTo>
                  <a:cubicBezTo>
                    <a:pt x="162" y="68"/>
                    <a:pt x="162" y="68"/>
                    <a:pt x="162" y="68"/>
                  </a:cubicBezTo>
                  <a:cubicBezTo>
                    <a:pt x="160" y="70"/>
                    <a:pt x="160" y="70"/>
                    <a:pt x="160" y="70"/>
                  </a:cubicBezTo>
                  <a:cubicBezTo>
                    <a:pt x="156" y="75"/>
                    <a:pt x="153" y="78"/>
                    <a:pt x="151" y="78"/>
                  </a:cubicBezTo>
                  <a:cubicBezTo>
                    <a:pt x="149" y="78"/>
                    <a:pt x="146" y="76"/>
                    <a:pt x="142" y="72"/>
                  </a:cubicBezTo>
                  <a:cubicBezTo>
                    <a:pt x="132" y="68"/>
                    <a:pt x="132" y="68"/>
                    <a:pt x="132" y="68"/>
                  </a:cubicBezTo>
                  <a:cubicBezTo>
                    <a:pt x="131" y="67"/>
                    <a:pt x="131" y="67"/>
                    <a:pt x="131" y="67"/>
                  </a:cubicBezTo>
                  <a:cubicBezTo>
                    <a:pt x="131" y="66"/>
                    <a:pt x="131" y="66"/>
                    <a:pt x="131" y="66"/>
                  </a:cubicBezTo>
                  <a:cubicBezTo>
                    <a:pt x="131" y="66"/>
                    <a:pt x="131" y="66"/>
                    <a:pt x="131" y="66"/>
                  </a:cubicBezTo>
                  <a:cubicBezTo>
                    <a:pt x="130" y="65"/>
                    <a:pt x="130" y="65"/>
                    <a:pt x="130" y="65"/>
                  </a:cubicBezTo>
                  <a:cubicBezTo>
                    <a:pt x="129" y="53"/>
                    <a:pt x="129" y="53"/>
                    <a:pt x="129" y="53"/>
                  </a:cubicBezTo>
                  <a:cubicBezTo>
                    <a:pt x="129" y="53"/>
                    <a:pt x="129" y="53"/>
                    <a:pt x="129" y="53"/>
                  </a:cubicBezTo>
                  <a:cubicBezTo>
                    <a:pt x="128" y="43"/>
                    <a:pt x="128" y="43"/>
                    <a:pt x="128" y="43"/>
                  </a:cubicBezTo>
                  <a:cubicBezTo>
                    <a:pt x="123" y="31"/>
                    <a:pt x="123" y="31"/>
                    <a:pt x="123" y="31"/>
                  </a:cubicBezTo>
                  <a:cubicBezTo>
                    <a:pt x="118" y="31"/>
                    <a:pt x="118" y="31"/>
                    <a:pt x="118" y="31"/>
                  </a:cubicBezTo>
                  <a:cubicBezTo>
                    <a:pt x="119" y="36"/>
                    <a:pt x="118" y="40"/>
                    <a:pt x="117" y="43"/>
                  </a:cubicBezTo>
                  <a:cubicBezTo>
                    <a:pt x="115" y="47"/>
                    <a:pt x="113" y="49"/>
                    <a:pt x="109" y="53"/>
                  </a:cubicBezTo>
                  <a:cubicBezTo>
                    <a:pt x="108" y="57"/>
                    <a:pt x="106" y="60"/>
                    <a:pt x="104" y="62"/>
                  </a:cubicBezTo>
                  <a:cubicBezTo>
                    <a:pt x="100" y="66"/>
                    <a:pt x="97" y="66"/>
                    <a:pt x="94" y="63"/>
                  </a:cubicBezTo>
                  <a:cubicBezTo>
                    <a:pt x="92" y="63"/>
                    <a:pt x="92" y="63"/>
                    <a:pt x="92" y="63"/>
                  </a:cubicBezTo>
                  <a:cubicBezTo>
                    <a:pt x="88" y="62"/>
                    <a:pt x="88" y="57"/>
                    <a:pt x="88" y="49"/>
                  </a:cubicBezTo>
                  <a:cubicBezTo>
                    <a:pt x="88" y="46"/>
                    <a:pt x="88" y="46"/>
                    <a:pt x="88" y="46"/>
                  </a:cubicBezTo>
                  <a:cubicBezTo>
                    <a:pt x="80" y="42"/>
                    <a:pt x="80" y="42"/>
                    <a:pt x="80" y="42"/>
                  </a:cubicBezTo>
                  <a:cubicBezTo>
                    <a:pt x="77" y="40"/>
                    <a:pt x="75" y="37"/>
                    <a:pt x="75" y="31"/>
                  </a:cubicBezTo>
                  <a:cubicBezTo>
                    <a:pt x="78" y="4"/>
                    <a:pt x="78" y="4"/>
                    <a:pt x="78" y="4"/>
                  </a:cubicBezTo>
                  <a:cubicBezTo>
                    <a:pt x="77" y="0"/>
                    <a:pt x="77" y="0"/>
                    <a:pt x="77" y="0"/>
                  </a:cubicBezTo>
                  <a:cubicBezTo>
                    <a:pt x="67" y="11"/>
                    <a:pt x="67" y="11"/>
                    <a:pt x="67" y="11"/>
                  </a:cubicBezTo>
                  <a:cubicBezTo>
                    <a:pt x="60" y="15"/>
                    <a:pt x="60" y="15"/>
                    <a:pt x="60" y="15"/>
                  </a:cubicBezTo>
                  <a:cubicBezTo>
                    <a:pt x="58" y="20"/>
                    <a:pt x="58" y="20"/>
                    <a:pt x="58" y="20"/>
                  </a:cubicBezTo>
                  <a:cubicBezTo>
                    <a:pt x="61" y="25"/>
                    <a:pt x="62" y="29"/>
                    <a:pt x="62" y="32"/>
                  </a:cubicBezTo>
                  <a:cubicBezTo>
                    <a:pt x="62" y="39"/>
                    <a:pt x="59" y="43"/>
                    <a:pt x="54" y="45"/>
                  </a:cubicBezTo>
                  <a:cubicBezTo>
                    <a:pt x="43" y="49"/>
                    <a:pt x="43" y="49"/>
                    <a:pt x="43" y="49"/>
                  </a:cubicBezTo>
                  <a:cubicBezTo>
                    <a:pt x="40" y="51"/>
                    <a:pt x="40" y="51"/>
                    <a:pt x="40" y="51"/>
                  </a:cubicBezTo>
                  <a:cubicBezTo>
                    <a:pt x="39" y="56"/>
                    <a:pt x="39" y="56"/>
                    <a:pt x="39" y="56"/>
                  </a:cubicBezTo>
                  <a:cubicBezTo>
                    <a:pt x="39" y="73"/>
                    <a:pt x="39" y="73"/>
                    <a:pt x="39" y="73"/>
                  </a:cubicBezTo>
                  <a:cubicBezTo>
                    <a:pt x="40" y="78"/>
                    <a:pt x="40" y="81"/>
                    <a:pt x="42" y="81"/>
                  </a:cubicBezTo>
                  <a:cubicBezTo>
                    <a:pt x="46" y="83"/>
                    <a:pt x="50" y="83"/>
                    <a:pt x="54" y="80"/>
                  </a:cubicBezTo>
                  <a:cubicBezTo>
                    <a:pt x="57" y="78"/>
                    <a:pt x="57" y="78"/>
                    <a:pt x="57" y="78"/>
                  </a:cubicBezTo>
                  <a:cubicBezTo>
                    <a:pt x="69" y="105"/>
                    <a:pt x="69" y="105"/>
                    <a:pt x="69" y="105"/>
                  </a:cubicBezTo>
                  <a:cubicBezTo>
                    <a:pt x="69" y="105"/>
                    <a:pt x="69" y="105"/>
                    <a:pt x="69" y="105"/>
                  </a:cubicBezTo>
                  <a:cubicBezTo>
                    <a:pt x="69" y="105"/>
                    <a:pt x="69" y="105"/>
                    <a:pt x="69" y="105"/>
                  </a:cubicBezTo>
                  <a:cubicBezTo>
                    <a:pt x="69" y="107"/>
                    <a:pt x="69" y="107"/>
                    <a:pt x="69" y="107"/>
                  </a:cubicBezTo>
                  <a:cubicBezTo>
                    <a:pt x="65" y="154"/>
                    <a:pt x="60" y="182"/>
                    <a:pt x="55" y="189"/>
                  </a:cubicBezTo>
                  <a:cubicBezTo>
                    <a:pt x="52" y="192"/>
                    <a:pt x="51" y="193"/>
                    <a:pt x="47" y="193"/>
                  </a:cubicBezTo>
                  <a:cubicBezTo>
                    <a:pt x="43" y="193"/>
                    <a:pt x="40" y="193"/>
                    <a:pt x="35" y="190"/>
                  </a:cubicBezTo>
                  <a:cubicBezTo>
                    <a:pt x="20" y="222"/>
                    <a:pt x="9" y="238"/>
                    <a:pt x="4" y="241"/>
                  </a:cubicBezTo>
                  <a:cubicBezTo>
                    <a:pt x="5" y="241"/>
                    <a:pt x="5" y="241"/>
                    <a:pt x="5" y="241"/>
                  </a:cubicBezTo>
                  <a:cubicBezTo>
                    <a:pt x="3" y="241"/>
                    <a:pt x="1" y="249"/>
                    <a:pt x="2" y="263"/>
                  </a:cubicBezTo>
                  <a:cubicBezTo>
                    <a:pt x="6" y="266"/>
                    <a:pt x="6" y="266"/>
                    <a:pt x="6" y="266"/>
                  </a:cubicBezTo>
                  <a:cubicBezTo>
                    <a:pt x="7" y="267"/>
                    <a:pt x="7" y="267"/>
                    <a:pt x="7" y="267"/>
                  </a:cubicBezTo>
                  <a:cubicBezTo>
                    <a:pt x="8" y="269"/>
                    <a:pt x="8" y="269"/>
                    <a:pt x="8" y="269"/>
                  </a:cubicBezTo>
                  <a:lnTo>
                    <a:pt x="3" y="275"/>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0" name="Freeform 20"/>
            <p:cNvSpPr/>
            <p:nvPr/>
          </p:nvSpPr>
          <p:spPr bwMode="auto">
            <a:xfrm>
              <a:off x="2840228" y="3658172"/>
              <a:ext cx="503237" cy="436563"/>
            </a:xfrm>
            <a:custGeom>
              <a:avLst/>
              <a:gdLst>
                <a:gd name="T0" fmla="*/ 216 w 291"/>
                <a:gd name="T1" fmla="*/ 12 h 252"/>
                <a:gd name="T2" fmla="*/ 199 w 291"/>
                <a:gd name="T3" fmla="*/ 15 h 252"/>
                <a:gd name="T4" fmla="*/ 196 w 291"/>
                <a:gd name="T5" fmla="*/ 1 h 252"/>
                <a:gd name="T6" fmla="*/ 190 w 291"/>
                <a:gd name="T7" fmla="*/ 15 h 252"/>
                <a:gd name="T8" fmla="*/ 180 w 291"/>
                <a:gd name="T9" fmla="*/ 27 h 252"/>
                <a:gd name="T10" fmla="*/ 163 w 291"/>
                <a:gd name="T11" fmla="*/ 27 h 252"/>
                <a:gd name="T12" fmla="*/ 160 w 291"/>
                <a:gd name="T13" fmla="*/ 38 h 252"/>
                <a:gd name="T14" fmla="*/ 143 w 291"/>
                <a:gd name="T15" fmla="*/ 43 h 252"/>
                <a:gd name="T16" fmla="*/ 137 w 291"/>
                <a:gd name="T17" fmla="*/ 46 h 252"/>
                <a:gd name="T18" fmla="*/ 122 w 291"/>
                <a:gd name="T19" fmla="*/ 40 h 252"/>
                <a:gd name="T20" fmla="*/ 111 w 291"/>
                <a:gd name="T21" fmla="*/ 36 h 252"/>
                <a:gd name="T22" fmla="*/ 128 w 291"/>
                <a:gd name="T23" fmla="*/ 61 h 252"/>
                <a:gd name="T24" fmla="*/ 137 w 291"/>
                <a:gd name="T25" fmla="*/ 70 h 252"/>
                <a:gd name="T26" fmla="*/ 133 w 291"/>
                <a:gd name="T27" fmla="*/ 84 h 252"/>
                <a:gd name="T28" fmla="*/ 105 w 291"/>
                <a:gd name="T29" fmla="*/ 98 h 252"/>
                <a:gd name="T30" fmla="*/ 94 w 291"/>
                <a:gd name="T31" fmla="*/ 99 h 252"/>
                <a:gd name="T32" fmla="*/ 83 w 291"/>
                <a:gd name="T33" fmla="*/ 96 h 252"/>
                <a:gd name="T34" fmla="*/ 71 w 291"/>
                <a:gd name="T35" fmla="*/ 108 h 252"/>
                <a:gd name="T36" fmla="*/ 59 w 291"/>
                <a:gd name="T37" fmla="*/ 113 h 252"/>
                <a:gd name="T38" fmla="*/ 12 w 291"/>
                <a:gd name="T39" fmla="*/ 112 h 252"/>
                <a:gd name="T40" fmla="*/ 7 w 291"/>
                <a:gd name="T41" fmla="*/ 146 h 252"/>
                <a:gd name="T42" fmla="*/ 17 w 291"/>
                <a:gd name="T43" fmla="*/ 152 h 252"/>
                <a:gd name="T44" fmla="*/ 23 w 291"/>
                <a:gd name="T45" fmla="*/ 144 h 252"/>
                <a:gd name="T46" fmla="*/ 42 w 291"/>
                <a:gd name="T47" fmla="*/ 146 h 252"/>
                <a:gd name="T48" fmla="*/ 47 w 291"/>
                <a:gd name="T49" fmla="*/ 179 h 252"/>
                <a:gd name="T50" fmla="*/ 40 w 291"/>
                <a:gd name="T51" fmla="*/ 197 h 252"/>
                <a:gd name="T52" fmla="*/ 57 w 291"/>
                <a:gd name="T53" fmla="*/ 226 h 252"/>
                <a:gd name="T54" fmla="*/ 50 w 291"/>
                <a:gd name="T55" fmla="*/ 252 h 252"/>
                <a:gd name="T56" fmla="*/ 70 w 291"/>
                <a:gd name="T57" fmla="*/ 242 h 252"/>
                <a:gd name="T58" fmla="*/ 83 w 291"/>
                <a:gd name="T59" fmla="*/ 244 h 252"/>
                <a:gd name="T60" fmla="*/ 128 w 291"/>
                <a:gd name="T61" fmla="*/ 243 h 252"/>
                <a:gd name="T62" fmla="*/ 149 w 291"/>
                <a:gd name="T63" fmla="*/ 229 h 252"/>
                <a:gd name="T64" fmla="*/ 174 w 291"/>
                <a:gd name="T65" fmla="*/ 208 h 252"/>
                <a:gd name="T66" fmla="*/ 189 w 291"/>
                <a:gd name="T67" fmla="*/ 215 h 252"/>
                <a:gd name="T68" fmla="*/ 208 w 291"/>
                <a:gd name="T69" fmla="*/ 223 h 252"/>
                <a:gd name="T70" fmla="*/ 222 w 291"/>
                <a:gd name="T71" fmla="*/ 227 h 252"/>
                <a:gd name="T72" fmla="*/ 225 w 291"/>
                <a:gd name="T73" fmla="*/ 220 h 252"/>
                <a:gd name="T74" fmla="*/ 230 w 291"/>
                <a:gd name="T75" fmla="*/ 216 h 252"/>
                <a:gd name="T76" fmla="*/ 239 w 291"/>
                <a:gd name="T77" fmla="*/ 209 h 252"/>
                <a:gd name="T78" fmla="*/ 263 w 291"/>
                <a:gd name="T79" fmla="*/ 192 h 252"/>
                <a:gd name="T80" fmla="*/ 267 w 291"/>
                <a:gd name="T81" fmla="*/ 188 h 252"/>
                <a:gd name="T82" fmla="*/ 278 w 291"/>
                <a:gd name="T83" fmla="*/ 185 h 252"/>
                <a:gd name="T84" fmla="*/ 288 w 291"/>
                <a:gd name="T85" fmla="*/ 180 h 252"/>
                <a:gd name="T86" fmla="*/ 282 w 291"/>
                <a:gd name="T87" fmla="*/ 157 h 252"/>
                <a:gd name="T88" fmla="*/ 285 w 291"/>
                <a:gd name="T89" fmla="*/ 143 h 252"/>
                <a:gd name="T90" fmla="*/ 264 w 291"/>
                <a:gd name="T91" fmla="*/ 126 h 252"/>
                <a:gd name="T92" fmla="*/ 283 w 291"/>
                <a:gd name="T93" fmla="*/ 52 h 252"/>
                <a:gd name="T94" fmla="*/ 271 w 291"/>
                <a:gd name="T95" fmla="*/ 58 h 252"/>
                <a:gd name="T96" fmla="*/ 256 w 291"/>
                <a:gd name="T97" fmla="*/ 58 h 252"/>
                <a:gd name="T98" fmla="*/ 253 w 291"/>
                <a:gd name="T99" fmla="*/ 52 h 252"/>
                <a:gd name="T100" fmla="*/ 251 w 291"/>
                <a:gd name="T101" fmla="*/ 49 h 252"/>
                <a:gd name="T102" fmla="*/ 237 w 291"/>
                <a:gd name="T103" fmla="*/ 3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1" h="252">
                  <a:moveTo>
                    <a:pt x="228" y="5"/>
                  </a:moveTo>
                  <a:cubicBezTo>
                    <a:pt x="224" y="3"/>
                    <a:pt x="224" y="3"/>
                    <a:pt x="224" y="3"/>
                  </a:cubicBezTo>
                  <a:cubicBezTo>
                    <a:pt x="219" y="6"/>
                    <a:pt x="219" y="6"/>
                    <a:pt x="219" y="6"/>
                  </a:cubicBezTo>
                  <a:cubicBezTo>
                    <a:pt x="216" y="12"/>
                    <a:pt x="216" y="12"/>
                    <a:pt x="216" y="12"/>
                  </a:cubicBezTo>
                  <a:cubicBezTo>
                    <a:pt x="214" y="17"/>
                    <a:pt x="211" y="20"/>
                    <a:pt x="207" y="20"/>
                  </a:cubicBezTo>
                  <a:cubicBezTo>
                    <a:pt x="205" y="20"/>
                    <a:pt x="202" y="18"/>
                    <a:pt x="200" y="16"/>
                  </a:cubicBezTo>
                  <a:cubicBezTo>
                    <a:pt x="199" y="16"/>
                    <a:pt x="199" y="16"/>
                    <a:pt x="199" y="16"/>
                  </a:cubicBezTo>
                  <a:cubicBezTo>
                    <a:pt x="199" y="15"/>
                    <a:pt x="199" y="15"/>
                    <a:pt x="199" y="15"/>
                  </a:cubicBezTo>
                  <a:cubicBezTo>
                    <a:pt x="199" y="15"/>
                    <a:pt x="199" y="15"/>
                    <a:pt x="199" y="15"/>
                  </a:cubicBezTo>
                  <a:cubicBezTo>
                    <a:pt x="197" y="9"/>
                    <a:pt x="197" y="9"/>
                    <a:pt x="197" y="9"/>
                  </a:cubicBezTo>
                  <a:cubicBezTo>
                    <a:pt x="197" y="9"/>
                    <a:pt x="197" y="9"/>
                    <a:pt x="197" y="9"/>
                  </a:cubicBezTo>
                  <a:cubicBezTo>
                    <a:pt x="196" y="1"/>
                    <a:pt x="196" y="1"/>
                    <a:pt x="196" y="1"/>
                  </a:cubicBezTo>
                  <a:cubicBezTo>
                    <a:pt x="193" y="0"/>
                    <a:pt x="193" y="0"/>
                    <a:pt x="193" y="0"/>
                  </a:cubicBezTo>
                  <a:cubicBezTo>
                    <a:pt x="192" y="1"/>
                    <a:pt x="192" y="1"/>
                    <a:pt x="192" y="1"/>
                  </a:cubicBezTo>
                  <a:cubicBezTo>
                    <a:pt x="190" y="7"/>
                    <a:pt x="190" y="7"/>
                    <a:pt x="190" y="7"/>
                  </a:cubicBezTo>
                  <a:cubicBezTo>
                    <a:pt x="190" y="15"/>
                    <a:pt x="190" y="15"/>
                    <a:pt x="190" y="15"/>
                  </a:cubicBezTo>
                  <a:cubicBezTo>
                    <a:pt x="190" y="16"/>
                    <a:pt x="190" y="16"/>
                    <a:pt x="190" y="16"/>
                  </a:cubicBezTo>
                  <a:cubicBezTo>
                    <a:pt x="189" y="16"/>
                    <a:pt x="189" y="16"/>
                    <a:pt x="189" y="16"/>
                  </a:cubicBezTo>
                  <a:cubicBezTo>
                    <a:pt x="182" y="26"/>
                    <a:pt x="182" y="26"/>
                    <a:pt x="182" y="26"/>
                  </a:cubicBezTo>
                  <a:cubicBezTo>
                    <a:pt x="180" y="27"/>
                    <a:pt x="180" y="27"/>
                    <a:pt x="180" y="27"/>
                  </a:cubicBezTo>
                  <a:cubicBezTo>
                    <a:pt x="179" y="27"/>
                    <a:pt x="179" y="27"/>
                    <a:pt x="179" y="27"/>
                  </a:cubicBezTo>
                  <a:cubicBezTo>
                    <a:pt x="165" y="26"/>
                    <a:pt x="165" y="26"/>
                    <a:pt x="165" y="26"/>
                  </a:cubicBezTo>
                  <a:cubicBezTo>
                    <a:pt x="163" y="26"/>
                    <a:pt x="163" y="26"/>
                    <a:pt x="163" y="26"/>
                  </a:cubicBezTo>
                  <a:cubicBezTo>
                    <a:pt x="163" y="27"/>
                    <a:pt x="163" y="27"/>
                    <a:pt x="163" y="27"/>
                  </a:cubicBezTo>
                  <a:cubicBezTo>
                    <a:pt x="163" y="27"/>
                    <a:pt x="163" y="27"/>
                    <a:pt x="163" y="27"/>
                  </a:cubicBezTo>
                  <a:cubicBezTo>
                    <a:pt x="163" y="27"/>
                    <a:pt x="163" y="27"/>
                    <a:pt x="163" y="27"/>
                  </a:cubicBezTo>
                  <a:cubicBezTo>
                    <a:pt x="159" y="34"/>
                    <a:pt x="159" y="34"/>
                    <a:pt x="159" y="34"/>
                  </a:cubicBezTo>
                  <a:cubicBezTo>
                    <a:pt x="160" y="38"/>
                    <a:pt x="160" y="38"/>
                    <a:pt x="160" y="38"/>
                  </a:cubicBezTo>
                  <a:cubicBezTo>
                    <a:pt x="161" y="38"/>
                    <a:pt x="161" y="38"/>
                    <a:pt x="161" y="38"/>
                  </a:cubicBezTo>
                  <a:cubicBezTo>
                    <a:pt x="157" y="45"/>
                    <a:pt x="157" y="45"/>
                    <a:pt x="157" y="45"/>
                  </a:cubicBezTo>
                  <a:cubicBezTo>
                    <a:pt x="143" y="45"/>
                    <a:pt x="143" y="45"/>
                    <a:pt x="143" y="45"/>
                  </a:cubicBezTo>
                  <a:cubicBezTo>
                    <a:pt x="143" y="43"/>
                    <a:pt x="143" y="43"/>
                    <a:pt x="143" y="43"/>
                  </a:cubicBezTo>
                  <a:cubicBezTo>
                    <a:pt x="142" y="41"/>
                    <a:pt x="142" y="41"/>
                    <a:pt x="142" y="41"/>
                  </a:cubicBezTo>
                  <a:cubicBezTo>
                    <a:pt x="140" y="40"/>
                    <a:pt x="140" y="40"/>
                    <a:pt x="140" y="40"/>
                  </a:cubicBezTo>
                  <a:cubicBezTo>
                    <a:pt x="138" y="44"/>
                    <a:pt x="138" y="44"/>
                    <a:pt x="138" y="44"/>
                  </a:cubicBezTo>
                  <a:cubicBezTo>
                    <a:pt x="137" y="46"/>
                    <a:pt x="137" y="46"/>
                    <a:pt x="137" y="46"/>
                  </a:cubicBezTo>
                  <a:cubicBezTo>
                    <a:pt x="128" y="46"/>
                    <a:pt x="128" y="46"/>
                    <a:pt x="128" y="46"/>
                  </a:cubicBezTo>
                  <a:cubicBezTo>
                    <a:pt x="128" y="46"/>
                    <a:pt x="128" y="46"/>
                    <a:pt x="128" y="46"/>
                  </a:cubicBezTo>
                  <a:cubicBezTo>
                    <a:pt x="122" y="41"/>
                    <a:pt x="122" y="41"/>
                    <a:pt x="122" y="41"/>
                  </a:cubicBezTo>
                  <a:cubicBezTo>
                    <a:pt x="122" y="40"/>
                    <a:pt x="122" y="40"/>
                    <a:pt x="122" y="40"/>
                  </a:cubicBezTo>
                  <a:cubicBezTo>
                    <a:pt x="122" y="39"/>
                    <a:pt x="122" y="39"/>
                    <a:pt x="122" y="39"/>
                  </a:cubicBezTo>
                  <a:cubicBezTo>
                    <a:pt x="121" y="39"/>
                    <a:pt x="121" y="39"/>
                    <a:pt x="121" y="39"/>
                  </a:cubicBezTo>
                  <a:cubicBezTo>
                    <a:pt x="121" y="38"/>
                    <a:pt x="121" y="38"/>
                    <a:pt x="121" y="38"/>
                  </a:cubicBezTo>
                  <a:cubicBezTo>
                    <a:pt x="111" y="36"/>
                    <a:pt x="111" y="36"/>
                    <a:pt x="111" y="36"/>
                  </a:cubicBezTo>
                  <a:cubicBezTo>
                    <a:pt x="104" y="39"/>
                    <a:pt x="104" y="39"/>
                    <a:pt x="104" y="39"/>
                  </a:cubicBezTo>
                  <a:cubicBezTo>
                    <a:pt x="100" y="43"/>
                    <a:pt x="100" y="43"/>
                    <a:pt x="100" y="43"/>
                  </a:cubicBezTo>
                  <a:cubicBezTo>
                    <a:pt x="112" y="56"/>
                    <a:pt x="112" y="56"/>
                    <a:pt x="112" y="56"/>
                  </a:cubicBezTo>
                  <a:cubicBezTo>
                    <a:pt x="128" y="61"/>
                    <a:pt x="128" y="61"/>
                    <a:pt x="128" y="61"/>
                  </a:cubicBezTo>
                  <a:cubicBezTo>
                    <a:pt x="128" y="62"/>
                    <a:pt x="128" y="62"/>
                    <a:pt x="128" y="62"/>
                  </a:cubicBezTo>
                  <a:cubicBezTo>
                    <a:pt x="128" y="62"/>
                    <a:pt x="128" y="62"/>
                    <a:pt x="128" y="62"/>
                  </a:cubicBezTo>
                  <a:cubicBezTo>
                    <a:pt x="129" y="63"/>
                    <a:pt x="129" y="63"/>
                    <a:pt x="129" y="63"/>
                  </a:cubicBezTo>
                  <a:cubicBezTo>
                    <a:pt x="137" y="70"/>
                    <a:pt x="137" y="70"/>
                    <a:pt x="137" y="70"/>
                  </a:cubicBezTo>
                  <a:cubicBezTo>
                    <a:pt x="134" y="82"/>
                    <a:pt x="134" y="82"/>
                    <a:pt x="134" y="82"/>
                  </a:cubicBezTo>
                  <a:cubicBezTo>
                    <a:pt x="134" y="82"/>
                    <a:pt x="134" y="82"/>
                    <a:pt x="134" y="82"/>
                  </a:cubicBezTo>
                  <a:cubicBezTo>
                    <a:pt x="134" y="84"/>
                    <a:pt x="134" y="84"/>
                    <a:pt x="134" y="84"/>
                  </a:cubicBezTo>
                  <a:cubicBezTo>
                    <a:pt x="133" y="84"/>
                    <a:pt x="133" y="84"/>
                    <a:pt x="133" y="84"/>
                  </a:cubicBezTo>
                  <a:cubicBezTo>
                    <a:pt x="123" y="92"/>
                    <a:pt x="123" y="92"/>
                    <a:pt x="123" y="92"/>
                  </a:cubicBezTo>
                  <a:cubicBezTo>
                    <a:pt x="123" y="93"/>
                    <a:pt x="123" y="93"/>
                    <a:pt x="123" y="93"/>
                  </a:cubicBezTo>
                  <a:cubicBezTo>
                    <a:pt x="122" y="93"/>
                    <a:pt x="122" y="93"/>
                    <a:pt x="122" y="93"/>
                  </a:cubicBezTo>
                  <a:cubicBezTo>
                    <a:pt x="105" y="98"/>
                    <a:pt x="105" y="98"/>
                    <a:pt x="105" y="98"/>
                  </a:cubicBezTo>
                  <a:cubicBezTo>
                    <a:pt x="105" y="98"/>
                    <a:pt x="105" y="98"/>
                    <a:pt x="105" y="98"/>
                  </a:cubicBezTo>
                  <a:cubicBezTo>
                    <a:pt x="95" y="99"/>
                    <a:pt x="95" y="99"/>
                    <a:pt x="95" y="99"/>
                  </a:cubicBezTo>
                  <a:cubicBezTo>
                    <a:pt x="95" y="99"/>
                    <a:pt x="95" y="99"/>
                    <a:pt x="95" y="99"/>
                  </a:cubicBezTo>
                  <a:cubicBezTo>
                    <a:pt x="94" y="99"/>
                    <a:pt x="94" y="99"/>
                    <a:pt x="94" y="99"/>
                  </a:cubicBezTo>
                  <a:cubicBezTo>
                    <a:pt x="94" y="99"/>
                    <a:pt x="94" y="99"/>
                    <a:pt x="94" y="99"/>
                  </a:cubicBezTo>
                  <a:cubicBezTo>
                    <a:pt x="94" y="99"/>
                    <a:pt x="94" y="99"/>
                    <a:pt x="94" y="99"/>
                  </a:cubicBezTo>
                  <a:cubicBezTo>
                    <a:pt x="87" y="97"/>
                    <a:pt x="87" y="97"/>
                    <a:pt x="87" y="97"/>
                  </a:cubicBezTo>
                  <a:cubicBezTo>
                    <a:pt x="83" y="96"/>
                    <a:pt x="83" y="96"/>
                    <a:pt x="83" y="96"/>
                  </a:cubicBezTo>
                  <a:cubicBezTo>
                    <a:pt x="80" y="102"/>
                    <a:pt x="80" y="102"/>
                    <a:pt x="80" y="102"/>
                  </a:cubicBezTo>
                  <a:cubicBezTo>
                    <a:pt x="79" y="102"/>
                    <a:pt x="79" y="102"/>
                    <a:pt x="79" y="102"/>
                  </a:cubicBezTo>
                  <a:cubicBezTo>
                    <a:pt x="79" y="103"/>
                    <a:pt x="79" y="103"/>
                    <a:pt x="79" y="103"/>
                  </a:cubicBezTo>
                  <a:cubicBezTo>
                    <a:pt x="71" y="108"/>
                    <a:pt x="71" y="108"/>
                    <a:pt x="71" y="108"/>
                  </a:cubicBezTo>
                  <a:cubicBezTo>
                    <a:pt x="71" y="108"/>
                    <a:pt x="71" y="108"/>
                    <a:pt x="71" y="108"/>
                  </a:cubicBezTo>
                  <a:cubicBezTo>
                    <a:pt x="71" y="108"/>
                    <a:pt x="71" y="108"/>
                    <a:pt x="71" y="108"/>
                  </a:cubicBezTo>
                  <a:cubicBezTo>
                    <a:pt x="60" y="113"/>
                    <a:pt x="60" y="113"/>
                    <a:pt x="60" y="113"/>
                  </a:cubicBezTo>
                  <a:cubicBezTo>
                    <a:pt x="59" y="113"/>
                    <a:pt x="59" y="113"/>
                    <a:pt x="59" y="113"/>
                  </a:cubicBezTo>
                  <a:cubicBezTo>
                    <a:pt x="46" y="109"/>
                    <a:pt x="46" y="109"/>
                    <a:pt x="46" y="109"/>
                  </a:cubicBezTo>
                  <a:cubicBezTo>
                    <a:pt x="18" y="110"/>
                    <a:pt x="18" y="110"/>
                    <a:pt x="18" y="110"/>
                  </a:cubicBezTo>
                  <a:cubicBezTo>
                    <a:pt x="12" y="112"/>
                    <a:pt x="12" y="112"/>
                    <a:pt x="12" y="112"/>
                  </a:cubicBezTo>
                  <a:cubicBezTo>
                    <a:pt x="12" y="112"/>
                    <a:pt x="12" y="112"/>
                    <a:pt x="12" y="112"/>
                  </a:cubicBezTo>
                  <a:cubicBezTo>
                    <a:pt x="6" y="112"/>
                    <a:pt x="6" y="112"/>
                    <a:pt x="6" y="112"/>
                  </a:cubicBezTo>
                  <a:cubicBezTo>
                    <a:pt x="0" y="121"/>
                    <a:pt x="0" y="121"/>
                    <a:pt x="0" y="121"/>
                  </a:cubicBezTo>
                  <a:cubicBezTo>
                    <a:pt x="1" y="132"/>
                    <a:pt x="1" y="132"/>
                    <a:pt x="1" y="132"/>
                  </a:cubicBezTo>
                  <a:cubicBezTo>
                    <a:pt x="7" y="146"/>
                    <a:pt x="7" y="146"/>
                    <a:pt x="7" y="146"/>
                  </a:cubicBezTo>
                  <a:cubicBezTo>
                    <a:pt x="13" y="149"/>
                    <a:pt x="13" y="149"/>
                    <a:pt x="13" y="149"/>
                  </a:cubicBezTo>
                  <a:cubicBezTo>
                    <a:pt x="14" y="149"/>
                    <a:pt x="14" y="149"/>
                    <a:pt x="14" y="149"/>
                  </a:cubicBezTo>
                  <a:cubicBezTo>
                    <a:pt x="14" y="150"/>
                    <a:pt x="14" y="150"/>
                    <a:pt x="14" y="150"/>
                  </a:cubicBezTo>
                  <a:cubicBezTo>
                    <a:pt x="17" y="152"/>
                    <a:pt x="17" y="152"/>
                    <a:pt x="17" y="152"/>
                  </a:cubicBezTo>
                  <a:cubicBezTo>
                    <a:pt x="21" y="146"/>
                    <a:pt x="21" y="146"/>
                    <a:pt x="21" y="146"/>
                  </a:cubicBezTo>
                  <a:cubicBezTo>
                    <a:pt x="21" y="145"/>
                    <a:pt x="21" y="145"/>
                    <a:pt x="21" y="145"/>
                  </a:cubicBezTo>
                  <a:cubicBezTo>
                    <a:pt x="22" y="144"/>
                    <a:pt x="22" y="144"/>
                    <a:pt x="22" y="144"/>
                  </a:cubicBezTo>
                  <a:cubicBezTo>
                    <a:pt x="23" y="144"/>
                    <a:pt x="23" y="144"/>
                    <a:pt x="23" y="144"/>
                  </a:cubicBezTo>
                  <a:cubicBezTo>
                    <a:pt x="32" y="143"/>
                    <a:pt x="32" y="143"/>
                    <a:pt x="32" y="143"/>
                  </a:cubicBezTo>
                  <a:cubicBezTo>
                    <a:pt x="33" y="143"/>
                    <a:pt x="33" y="143"/>
                    <a:pt x="33" y="143"/>
                  </a:cubicBezTo>
                  <a:cubicBezTo>
                    <a:pt x="33" y="144"/>
                    <a:pt x="33" y="144"/>
                    <a:pt x="33" y="144"/>
                  </a:cubicBezTo>
                  <a:cubicBezTo>
                    <a:pt x="42" y="146"/>
                    <a:pt x="42" y="146"/>
                    <a:pt x="42" y="146"/>
                  </a:cubicBezTo>
                  <a:cubicBezTo>
                    <a:pt x="51" y="167"/>
                    <a:pt x="51" y="167"/>
                    <a:pt x="51" y="167"/>
                  </a:cubicBezTo>
                  <a:cubicBezTo>
                    <a:pt x="51" y="167"/>
                    <a:pt x="51" y="167"/>
                    <a:pt x="51" y="167"/>
                  </a:cubicBezTo>
                  <a:cubicBezTo>
                    <a:pt x="51" y="168"/>
                    <a:pt x="51" y="168"/>
                    <a:pt x="51" y="168"/>
                  </a:cubicBezTo>
                  <a:cubicBezTo>
                    <a:pt x="47" y="179"/>
                    <a:pt x="47" y="179"/>
                    <a:pt x="47" y="179"/>
                  </a:cubicBezTo>
                  <a:cubicBezTo>
                    <a:pt x="47" y="179"/>
                    <a:pt x="47" y="179"/>
                    <a:pt x="47" y="179"/>
                  </a:cubicBezTo>
                  <a:cubicBezTo>
                    <a:pt x="44" y="186"/>
                    <a:pt x="44" y="186"/>
                    <a:pt x="44" y="186"/>
                  </a:cubicBezTo>
                  <a:cubicBezTo>
                    <a:pt x="44" y="187"/>
                    <a:pt x="44" y="187"/>
                    <a:pt x="44" y="187"/>
                  </a:cubicBezTo>
                  <a:cubicBezTo>
                    <a:pt x="40" y="197"/>
                    <a:pt x="40" y="197"/>
                    <a:pt x="40" y="197"/>
                  </a:cubicBezTo>
                  <a:cubicBezTo>
                    <a:pt x="40" y="210"/>
                    <a:pt x="40" y="210"/>
                    <a:pt x="40" y="210"/>
                  </a:cubicBezTo>
                  <a:cubicBezTo>
                    <a:pt x="47" y="217"/>
                    <a:pt x="47" y="217"/>
                    <a:pt x="47" y="217"/>
                  </a:cubicBezTo>
                  <a:cubicBezTo>
                    <a:pt x="47" y="217"/>
                    <a:pt x="47" y="217"/>
                    <a:pt x="47" y="217"/>
                  </a:cubicBezTo>
                  <a:cubicBezTo>
                    <a:pt x="57" y="226"/>
                    <a:pt x="57" y="226"/>
                    <a:pt x="57" y="226"/>
                  </a:cubicBezTo>
                  <a:cubicBezTo>
                    <a:pt x="58" y="226"/>
                    <a:pt x="58" y="226"/>
                    <a:pt x="58" y="226"/>
                  </a:cubicBezTo>
                  <a:cubicBezTo>
                    <a:pt x="59" y="227"/>
                    <a:pt x="59" y="227"/>
                    <a:pt x="59" y="227"/>
                  </a:cubicBezTo>
                  <a:cubicBezTo>
                    <a:pt x="52" y="244"/>
                    <a:pt x="52" y="244"/>
                    <a:pt x="52" y="244"/>
                  </a:cubicBezTo>
                  <a:cubicBezTo>
                    <a:pt x="50" y="252"/>
                    <a:pt x="50" y="252"/>
                    <a:pt x="50" y="252"/>
                  </a:cubicBezTo>
                  <a:cubicBezTo>
                    <a:pt x="52" y="251"/>
                    <a:pt x="52" y="251"/>
                    <a:pt x="52" y="251"/>
                  </a:cubicBezTo>
                  <a:cubicBezTo>
                    <a:pt x="53" y="251"/>
                    <a:pt x="53" y="251"/>
                    <a:pt x="53" y="251"/>
                  </a:cubicBezTo>
                  <a:cubicBezTo>
                    <a:pt x="59" y="248"/>
                    <a:pt x="59" y="248"/>
                    <a:pt x="59" y="248"/>
                  </a:cubicBezTo>
                  <a:cubicBezTo>
                    <a:pt x="70" y="242"/>
                    <a:pt x="70" y="242"/>
                    <a:pt x="70" y="242"/>
                  </a:cubicBezTo>
                  <a:cubicBezTo>
                    <a:pt x="71" y="242"/>
                    <a:pt x="71" y="242"/>
                    <a:pt x="71" y="242"/>
                  </a:cubicBezTo>
                  <a:cubicBezTo>
                    <a:pt x="83" y="244"/>
                    <a:pt x="83" y="244"/>
                    <a:pt x="83" y="244"/>
                  </a:cubicBezTo>
                  <a:cubicBezTo>
                    <a:pt x="83" y="244"/>
                    <a:pt x="83" y="244"/>
                    <a:pt x="83" y="244"/>
                  </a:cubicBezTo>
                  <a:cubicBezTo>
                    <a:pt x="83" y="244"/>
                    <a:pt x="83" y="244"/>
                    <a:pt x="83" y="244"/>
                  </a:cubicBezTo>
                  <a:cubicBezTo>
                    <a:pt x="102" y="251"/>
                    <a:pt x="102" y="251"/>
                    <a:pt x="102" y="251"/>
                  </a:cubicBezTo>
                  <a:cubicBezTo>
                    <a:pt x="122" y="251"/>
                    <a:pt x="122" y="251"/>
                    <a:pt x="122" y="251"/>
                  </a:cubicBezTo>
                  <a:cubicBezTo>
                    <a:pt x="127" y="244"/>
                    <a:pt x="127" y="244"/>
                    <a:pt x="127" y="244"/>
                  </a:cubicBezTo>
                  <a:cubicBezTo>
                    <a:pt x="128" y="243"/>
                    <a:pt x="128" y="243"/>
                    <a:pt x="128" y="243"/>
                  </a:cubicBezTo>
                  <a:cubicBezTo>
                    <a:pt x="128" y="243"/>
                    <a:pt x="128" y="243"/>
                    <a:pt x="128" y="243"/>
                  </a:cubicBezTo>
                  <a:cubicBezTo>
                    <a:pt x="139" y="238"/>
                    <a:pt x="139" y="238"/>
                    <a:pt x="139" y="238"/>
                  </a:cubicBezTo>
                  <a:cubicBezTo>
                    <a:pt x="148" y="229"/>
                    <a:pt x="148" y="229"/>
                    <a:pt x="148" y="229"/>
                  </a:cubicBezTo>
                  <a:cubicBezTo>
                    <a:pt x="149" y="229"/>
                    <a:pt x="149" y="229"/>
                    <a:pt x="149" y="229"/>
                  </a:cubicBezTo>
                  <a:cubicBezTo>
                    <a:pt x="149" y="229"/>
                    <a:pt x="149" y="229"/>
                    <a:pt x="149" y="229"/>
                  </a:cubicBezTo>
                  <a:cubicBezTo>
                    <a:pt x="157" y="226"/>
                    <a:pt x="157" y="226"/>
                    <a:pt x="157" y="226"/>
                  </a:cubicBezTo>
                  <a:cubicBezTo>
                    <a:pt x="165" y="220"/>
                    <a:pt x="165" y="220"/>
                    <a:pt x="165" y="220"/>
                  </a:cubicBezTo>
                  <a:cubicBezTo>
                    <a:pt x="174" y="208"/>
                    <a:pt x="174" y="208"/>
                    <a:pt x="174" y="208"/>
                  </a:cubicBezTo>
                  <a:cubicBezTo>
                    <a:pt x="186" y="213"/>
                    <a:pt x="186" y="213"/>
                    <a:pt x="186" y="213"/>
                  </a:cubicBezTo>
                  <a:cubicBezTo>
                    <a:pt x="188" y="214"/>
                    <a:pt x="188" y="214"/>
                    <a:pt x="188" y="214"/>
                  </a:cubicBezTo>
                  <a:cubicBezTo>
                    <a:pt x="188" y="214"/>
                    <a:pt x="188" y="214"/>
                    <a:pt x="188" y="214"/>
                  </a:cubicBezTo>
                  <a:cubicBezTo>
                    <a:pt x="189" y="215"/>
                    <a:pt x="189" y="215"/>
                    <a:pt x="189" y="215"/>
                  </a:cubicBezTo>
                  <a:cubicBezTo>
                    <a:pt x="191" y="220"/>
                    <a:pt x="193" y="222"/>
                    <a:pt x="194" y="223"/>
                  </a:cubicBezTo>
                  <a:cubicBezTo>
                    <a:pt x="202" y="222"/>
                    <a:pt x="202" y="222"/>
                    <a:pt x="202" y="222"/>
                  </a:cubicBezTo>
                  <a:cubicBezTo>
                    <a:pt x="204" y="222"/>
                    <a:pt x="204" y="222"/>
                    <a:pt x="204" y="222"/>
                  </a:cubicBezTo>
                  <a:cubicBezTo>
                    <a:pt x="208" y="223"/>
                    <a:pt x="208" y="223"/>
                    <a:pt x="208" y="223"/>
                  </a:cubicBezTo>
                  <a:cubicBezTo>
                    <a:pt x="209" y="223"/>
                    <a:pt x="209" y="223"/>
                    <a:pt x="209" y="223"/>
                  </a:cubicBezTo>
                  <a:cubicBezTo>
                    <a:pt x="209" y="223"/>
                    <a:pt x="209" y="223"/>
                    <a:pt x="209" y="223"/>
                  </a:cubicBezTo>
                  <a:cubicBezTo>
                    <a:pt x="219" y="227"/>
                    <a:pt x="219" y="227"/>
                    <a:pt x="219" y="227"/>
                  </a:cubicBezTo>
                  <a:cubicBezTo>
                    <a:pt x="222" y="227"/>
                    <a:pt x="222" y="227"/>
                    <a:pt x="222" y="227"/>
                  </a:cubicBezTo>
                  <a:cubicBezTo>
                    <a:pt x="223" y="225"/>
                    <a:pt x="223" y="225"/>
                    <a:pt x="223" y="225"/>
                  </a:cubicBezTo>
                  <a:cubicBezTo>
                    <a:pt x="224" y="221"/>
                    <a:pt x="224" y="221"/>
                    <a:pt x="224" y="221"/>
                  </a:cubicBezTo>
                  <a:cubicBezTo>
                    <a:pt x="224" y="220"/>
                    <a:pt x="224" y="220"/>
                    <a:pt x="224" y="220"/>
                  </a:cubicBezTo>
                  <a:cubicBezTo>
                    <a:pt x="225" y="220"/>
                    <a:pt x="225" y="220"/>
                    <a:pt x="225" y="220"/>
                  </a:cubicBezTo>
                  <a:cubicBezTo>
                    <a:pt x="225" y="219"/>
                    <a:pt x="225" y="219"/>
                    <a:pt x="225" y="219"/>
                  </a:cubicBezTo>
                  <a:cubicBezTo>
                    <a:pt x="225" y="219"/>
                    <a:pt x="225" y="219"/>
                    <a:pt x="225" y="219"/>
                  </a:cubicBezTo>
                  <a:cubicBezTo>
                    <a:pt x="229" y="216"/>
                    <a:pt x="229" y="216"/>
                    <a:pt x="229" y="216"/>
                  </a:cubicBezTo>
                  <a:cubicBezTo>
                    <a:pt x="230" y="216"/>
                    <a:pt x="230" y="216"/>
                    <a:pt x="230" y="216"/>
                  </a:cubicBezTo>
                  <a:cubicBezTo>
                    <a:pt x="236" y="210"/>
                    <a:pt x="236" y="210"/>
                    <a:pt x="236" y="210"/>
                  </a:cubicBezTo>
                  <a:cubicBezTo>
                    <a:pt x="237" y="210"/>
                    <a:pt x="237" y="210"/>
                    <a:pt x="237" y="210"/>
                  </a:cubicBezTo>
                  <a:cubicBezTo>
                    <a:pt x="237" y="209"/>
                    <a:pt x="237" y="209"/>
                    <a:pt x="237" y="209"/>
                  </a:cubicBezTo>
                  <a:cubicBezTo>
                    <a:pt x="239" y="209"/>
                    <a:pt x="239" y="209"/>
                    <a:pt x="239" y="209"/>
                  </a:cubicBezTo>
                  <a:cubicBezTo>
                    <a:pt x="245" y="210"/>
                    <a:pt x="245" y="210"/>
                    <a:pt x="245" y="210"/>
                  </a:cubicBezTo>
                  <a:cubicBezTo>
                    <a:pt x="245" y="206"/>
                    <a:pt x="247" y="203"/>
                    <a:pt x="250" y="199"/>
                  </a:cubicBezTo>
                  <a:cubicBezTo>
                    <a:pt x="254" y="196"/>
                    <a:pt x="258" y="194"/>
                    <a:pt x="259" y="195"/>
                  </a:cubicBezTo>
                  <a:cubicBezTo>
                    <a:pt x="263" y="192"/>
                    <a:pt x="263" y="192"/>
                    <a:pt x="263" y="192"/>
                  </a:cubicBezTo>
                  <a:cubicBezTo>
                    <a:pt x="264" y="192"/>
                    <a:pt x="264" y="192"/>
                    <a:pt x="264" y="192"/>
                  </a:cubicBezTo>
                  <a:cubicBezTo>
                    <a:pt x="264" y="192"/>
                    <a:pt x="264" y="192"/>
                    <a:pt x="264" y="192"/>
                  </a:cubicBezTo>
                  <a:cubicBezTo>
                    <a:pt x="267" y="189"/>
                    <a:pt x="267" y="189"/>
                    <a:pt x="267" y="189"/>
                  </a:cubicBezTo>
                  <a:cubicBezTo>
                    <a:pt x="267" y="188"/>
                    <a:pt x="267" y="188"/>
                    <a:pt x="267" y="188"/>
                  </a:cubicBezTo>
                  <a:cubicBezTo>
                    <a:pt x="267" y="188"/>
                    <a:pt x="267" y="188"/>
                    <a:pt x="267" y="188"/>
                  </a:cubicBezTo>
                  <a:cubicBezTo>
                    <a:pt x="268" y="188"/>
                    <a:pt x="268" y="188"/>
                    <a:pt x="268" y="188"/>
                  </a:cubicBezTo>
                  <a:cubicBezTo>
                    <a:pt x="268" y="188"/>
                    <a:pt x="268" y="188"/>
                    <a:pt x="268" y="188"/>
                  </a:cubicBezTo>
                  <a:cubicBezTo>
                    <a:pt x="278" y="185"/>
                    <a:pt x="278" y="185"/>
                    <a:pt x="278" y="185"/>
                  </a:cubicBezTo>
                  <a:cubicBezTo>
                    <a:pt x="284" y="185"/>
                    <a:pt x="284" y="185"/>
                    <a:pt x="284" y="185"/>
                  </a:cubicBezTo>
                  <a:cubicBezTo>
                    <a:pt x="286" y="183"/>
                    <a:pt x="286" y="183"/>
                    <a:pt x="286" y="183"/>
                  </a:cubicBezTo>
                  <a:cubicBezTo>
                    <a:pt x="288" y="180"/>
                    <a:pt x="288" y="180"/>
                    <a:pt x="288" y="180"/>
                  </a:cubicBezTo>
                  <a:cubicBezTo>
                    <a:pt x="288" y="180"/>
                    <a:pt x="288" y="180"/>
                    <a:pt x="288" y="180"/>
                  </a:cubicBezTo>
                  <a:cubicBezTo>
                    <a:pt x="291" y="174"/>
                    <a:pt x="291" y="174"/>
                    <a:pt x="291" y="174"/>
                  </a:cubicBezTo>
                  <a:cubicBezTo>
                    <a:pt x="290" y="173"/>
                    <a:pt x="290" y="173"/>
                    <a:pt x="290" y="173"/>
                  </a:cubicBezTo>
                  <a:cubicBezTo>
                    <a:pt x="286" y="169"/>
                    <a:pt x="284" y="164"/>
                    <a:pt x="282" y="157"/>
                  </a:cubicBezTo>
                  <a:cubicBezTo>
                    <a:pt x="282" y="157"/>
                    <a:pt x="282" y="157"/>
                    <a:pt x="282" y="157"/>
                  </a:cubicBezTo>
                  <a:cubicBezTo>
                    <a:pt x="282" y="157"/>
                    <a:pt x="282" y="157"/>
                    <a:pt x="282" y="157"/>
                  </a:cubicBezTo>
                  <a:cubicBezTo>
                    <a:pt x="282" y="157"/>
                    <a:pt x="282" y="157"/>
                    <a:pt x="282" y="157"/>
                  </a:cubicBezTo>
                  <a:cubicBezTo>
                    <a:pt x="282" y="156"/>
                    <a:pt x="282" y="156"/>
                    <a:pt x="282" y="156"/>
                  </a:cubicBezTo>
                  <a:cubicBezTo>
                    <a:pt x="285" y="143"/>
                    <a:pt x="285" y="143"/>
                    <a:pt x="285" y="143"/>
                  </a:cubicBezTo>
                  <a:cubicBezTo>
                    <a:pt x="285" y="138"/>
                    <a:pt x="286" y="135"/>
                    <a:pt x="289" y="132"/>
                  </a:cubicBezTo>
                  <a:cubicBezTo>
                    <a:pt x="288" y="121"/>
                    <a:pt x="288" y="121"/>
                    <a:pt x="288" y="121"/>
                  </a:cubicBezTo>
                  <a:cubicBezTo>
                    <a:pt x="287" y="120"/>
                    <a:pt x="286" y="119"/>
                    <a:pt x="283" y="118"/>
                  </a:cubicBezTo>
                  <a:cubicBezTo>
                    <a:pt x="264" y="126"/>
                    <a:pt x="264" y="126"/>
                    <a:pt x="264" y="126"/>
                  </a:cubicBezTo>
                  <a:cubicBezTo>
                    <a:pt x="265" y="106"/>
                    <a:pt x="265" y="106"/>
                    <a:pt x="265" y="106"/>
                  </a:cubicBezTo>
                  <a:cubicBezTo>
                    <a:pt x="265" y="103"/>
                    <a:pt x="271" y="98"/>
                    <a:pt x="283" y="91"/>
                  </a:cubicBezTo>
                  <a:cubicBezTo>
                    <a:pt x="278" y="70"/>
                    <a:pt x="278" y="70"/>
                    <a:pt x="278" y="70"/>
                  </a:cubicBezTo>
                  <a:cubicBezTo>
                    <a:pt x="276" y="63"/>
                    <a:pt x="278" y="57"/>
                    <a:pt x="283" y="52"/>
                  </a:cubicBezTo>
                  <a:cubicBezTo>
                    <a:pt x="282" y="49"/>
                    <a:pt x="282" y="49"/>
                    <a:pt x="282" y="49"/>
                  </a:cubicBezTo>
                  <a:cubicBezTo>
                    <a:pt x="276" y="49"/>
                    <a:pt x="276" y="49"/>
                    <a:pt x="276" y="49"/>
                  </a:cubicBezTo>
                  <a:cubicBezTo>
                    <a:pt x="274" y="49"/>
                    <a:pt x="274" y="49"/>
                    <a:pt x="274" y="49"/>
                  </a:cubicBezTo>
                  <a:cubicBezTo>
                    <a:pt x="271" y="58"/>
                    <a:pt x="271" y="58"/>
                    <a:pt x="271" y="58"/>
                  </a:cubicBezTo>
                  <a:cubicBezTo>
                    <a:pt x="268" y="61"/>
                    <a:pt x="266" y="63"/>
                    <a:pt x="264" y="63"/>
                  </a:cubicBezTo>
                  <a:cubicBezTo>
                    <a:pt x="262" y="63"/>
                    <a:pt x="262" y="63"/>
                    <a:pt x="262" y="63"/>
                  </a:cubicBezTo>
                  <a:cubicBezTo>
                    <a:pt x="256" y="58"/>
                    <a:pt x="256" y="58"/>
                    <a:pt x="256" y="58"/>
                  </a:cubicBezTo>
                  <a:cubicBezTo>
                    <a:pt x="256" y="58"/>
                    <a:pt x="256" y="58"/>
                    <a:pt x="256" y="58"/>
                  </a:cubicBezTo>
                  <a:cubicBezTo>
                    <a:pt x="255" y="58"/>
                    <a:pt x="255" y="58"/>
                    <a:pt x="255" y="58"/>
                  </a:cubicBezTo>
                  <a:cubicBezTo>
                    <a:pt x="255" y="58"/>
                    <a:pt x="255" y="58"/>
                    <a:pt x="255" y="58"/>
                  </a:cubicBezTo>
                  <a:cubicBezTo>
                    <a:pt x="255" y="56"/>
                    <a:pt x="255" y="56"/>
                    <a:pt x="255" y="56"/>
                  </a:cubicBezTo>
                  <a:cubicBezTo>
                    <a:pt x="253" y="52"/>
                    <a:pt x="253" y="52"/>
                    <a:pt x="253" y="52"/>
                  </a:cubicBezTo>
                  <a:cubicBezTo>
                    <a:pt x="253" y="46"/>
                    <a:pt x="253" y="46"/>
                    <a:pt x="253" y="46"/>
                  </a:cubicBezTo>
                  <a:cubicBezTo>
                    <a:pt x="253" y="46"/>
                    <a:pt x="253" y="46"/>
                    <a:pt x="253" y="46"/>
                  </a:cubicBezTo>
                  <a:cubicBezTo>
                    <a:pt x="252" y="47"/>
                    <a:pt x="252" y="47"/>
                    <a:pt x="252" y="47"/>
                  </a:cubicBezTo>
                  <a:cubicBezTo>
                    <a:pt x="251" y="49"/>
                    <a:pt x="251" y="49"/>
                    <a:pt x="251" y="49"/>
                  </a:cubicBezTo>
                  <a:cubicBezTo>
                    <a:pt x="241" y="49"/>
                    <a:pt x="241" y="49"/>
                    <a:pt x="241" y="49"/>
                  </a:cubicBezTo>
                  <a:cubicBezTo>
                    <a:pt x="239" y="46"/>
                    <a:pt x="239" y="46"/>
                    <a:pt x="239" y="46"/>
                  </a:cubicBezTo>
                  <a:cubicBezTo>
                    <a:pt x="237" y="39"/>
                    <a:pt x="237" y="39"/>
                    <a:pt x="237" y="39"/>
                  </a:cubicBezTo>
                  <a:cubicBezTo>
                    <a:pt x="237" y="30"/>
                    <a:pt x="237" y="30"/>
                    <a:pt x="237" y="30"/>
                  </a:cubicBezTo>
                  <a:cubicBezTo>
                    <a:pt x="231" y="19"/>
                    <a:pt x="231" y="19"/>
                    <a:pt x="231" y="19"/>
                  </a:cubicBezTo>
                  <a:cubicBezTo>
                    <a:pt x="231" y="9"/>
                    <a:pt x="231" y="9"/>
                    <a:pt x="231" y="9"/>
                  </a:cubicBezTo>
                  <a:lnTo>
                    <a:pt x="228" y="5"/>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1" name="Freeform 21"/>
            <p:cNvSpPr/>
            <p:nvPr/>
          </p:nvSpPr>
          <p:spPr bwMode="auto">
            <a:xfrm>
              <a:off x="2921191" y="3926459"/>
              <a:ext cx="658812" cy="504825"/>
            </a:xfrm>
            <a:custGeom>
              <a:avLst/>
              <a:gdLst>
                <a:gd name="T0" fmla="*/ 306 w 380"/>
                <a:gd name="T1" fmla="*/ 9 h 291"/>
                <a:gd name="T2" fmla="*/ 285 w 380"/>
                <a:gd name="T3" fmla="*/ 27 h 291"/>
                <a:gd name="T4" fmla="*/ 261 w 380"/>
                <a:gd name="T5" fmla="*/ 33 h 291"/>
                <a:gd name="T6" fmla="*/ 245 w 380"/>
                <a:gd name="T7" fmla="*/ 32 h 291"/>
                <a:gd name="T8" fmla="*/ 244 w 380"/>
                <a:gd name="T9" fmla="*/ 33 h 291"/>
                <a:gd name="T10" fmla="*/ 224 w 380"/>
                <a:gd name="T11" fmla="*/ 39 h 291"/>
                <a:gd name="T12" fmla="*/ 207 w 380"/>
                <a:gd name="T13" fmla="*/ 49 h 291"/>
                <a:gd name="T14" fmla="*/ 192 w 380"/>
                <a:gd name="T15" fmla="*/ 61 h 291"/>
                <a:gd name="T16" fmla="*/ 182 w 380"/>
                <a:gd name="T17" fmla="*/ 72 h 291"/>
                <a:gd name="T18" fmla="*/ 179 w 380"/>
                <a:gd name="T19" fmla="*/ 78 h 291"/>
                <a:gd name="T20" fmla="*/ 156 w 380"/>
                <a:gd name="T21" fmla="*/ 73 h 291"/>
                <a:gd name="T22" fmla="*/ 129 w 380"/>
                <a:gd name="T23" fmla="*/ 61 h 291"/>
                <a:gd name="T24" fmla="*/ 122 w 380"/>
                <a:gd name="T25" fmla="*/ 70 h 291"/>
                <a:gd name="T26" fmla="*/ 113 w 380"/>
                <a:gd name="T27" fmla="*/ 78 h 291"/>
                <a:gd name="T28" fmla="*/ 95 w 380"/>
                <a:gd name="T29" fmla="*/ 88 h 291"/>
                <a:gd name="T30" fmla="*/ 78 w 380"/>
                <a:gd name="T31" fmla="*/ 102 h 291"/>
                <a:gd name="T32" fmla="*/ 34 w 380"/>
                <a:gd name="T33" fmla="*/ 95 h 291"/>
                <a:gd name="T34" fmla="*/ 14 w 380"/>
                <a:gd name="T35" fmla="*/ 99 h 291"/>
                <a:gd name="T36" fmla="*/ 1 w 380"/>
                <a:gd name="T37" fmla="*/ 105 h 291"/>
                <a:gd name="T38" fmla="*/ 3 w 380"/>
                <a:gd name="T39" fmla="*/ 120 h 291"/>
                <a:gd name="T40" fmla="*/ 31 w 380"/>
                <a:gd name="T41" fmla="*/ 121 h 291"/>
                <a:gd name="T42" fmla="*/ 36 w 380"/>
                <a:gd name="T43" fmla="*/ 142 h 291"/>
                <a:gd name="T44" fmla="*/ 58 w 380"/>
                <a:gd name="T45" fmla="*/ 139 h 291"/>
                <a:gd name="T46" fmla="*/ 76 w 380"/>
                <a:gd name="T47" fmla="*/ 136 h 291"/>
                <a:gd name="T48" fmla="*/ 81 w 380"/>
                <a:gd name="T49" fmla="*/ 164 h 291"/>
                <a:gd name="T50" fmla="*/ 70 w 380"/>
                <a:gd name="T51" fmla="*/ 177 h 291"/>
                <a:gd name="T52" fmla="*/ 53 w 380"/>
                <a:gd name="T53" fmla="*/ 189 h 291"/>
                <a:gd name="T54" fmla="*/ 81 w 380"/>
                <a:gd name="T55" fmla="*/ 195 h 291"/>
                <a:gd name="T56" fmla="*/ 92 w 380"/>
                <a:gd name="T57" fmla="*/ 202 h 291"/>
                <a:gd name="T58" fmla="*/ 116 w 380"/>
                <a:gd name="T59" fmla="*/ 216 h 291"/>
                <a:gd name="T60" fmla="*/ 107 w 380"/>
                <a:gd name="T61" fmla="*/ 227 h 291"/>
                <a:gd name="T62" fmla="*/ 148 w 380"/>
                <a:gd name="T63" fmla="*/ 271 h 291"/>
                <a:gd name="T64" fmla="*/ 163 w 380"/>
                <a:gd name="T65" fmla="*/ 264 h 291"/>
                <a:gd name="T66" fmla="*/ 186 w 380"/>
                <a:gd name="T67" fmla="*/ 280 h 291"/>
                <a:gd name="T68" fmla="*/ 193 w 380"/>
                <a:gd name="T69" fmla="*/ 272 h 291"/>
                <a:gd name="T70" fmla="*/ 206 w 380"/>
                <a:gd name="T71" fmla="*/ 274 h 291"/>
                <a:gd name="T72" fmla="*/ 235 w 380"/>
                <a:gd name="T73" fmla="*/ 281 h 291"/>
                <a:gd name="T74" fmla="*/ 238 w 380"/>
                <a:gd name="T75" fmla="*/ 283 h 291"/>
                <a:gd name="T76" fmla="*/ 263 w 380"/>
                <a:gd name="T77" fmla="*/ 263 h 291"/>
                <a:gd name="T78" fmla="*/ 271 w 380"/>
                <a:gd name="T79" fmla="*/ 271 h 291"/>
                <a:gd name="T80" fmla="*/ 277 w 380"/>
                <a:gd name="T81" fmla="*/ 258 h 291"/>
                <a:gd name="T82" fmla="*/ 300 w 380"/>
                <a:gd name="T83" fmla="*/ 232 h 291"/>
                <a:gd name="T84" fmla="*/ 315 w 380"/>
                <a:gd name="T85" fmla="*/ 234 h 291"/>
                <a:gd name="T86" fmla="*/ 312 w 380"/>
                <a:gd name="T87" fmla="*/ 217 h 291"/>
                <a:gd name="T88" fmla="*/ 315 w 380"/>
                <a:gd name="T89" fmla="*/ 209 h 291"/>
                <a:gd name="T90" fmla="*/ 347 w 380"/>
                <a:gd name="T91" fmla="*/ 191 h 291"/>
                <a:gd name="T92" fmla="*/ 346 w 380"/>
                <a:gd name="T93" fmla="*/ 174 h 291"/>
                <a:gd name="T94" fmla="*/ 353 w 380"/>
                <a:gd name="T95" fmla="*/ 159 h 291"/>
                <a:gd name="T96" fmla="*/ 363 w 380"/>
                <a:gd name="T97" fmla="*/ 136 h 291"/>
                <a:gd name="T98" fmla="*/ 376 w 380"/>
                <a:gd name="T99" fmla="*/ 118 h 291"/>
                <a:gd name="T100" fmla="*/ 377 w 380"/>
                <a:gd name="T101" fmla="*/ 102 h 291"/>
                <a:gd name="T102" fmla="*/ 376 w 380"/>
                <a:gd name="T103" fmla="*/ 91 h 291"/>
                <a:gd name="T104" fmla="*/ 344 w 380"/>
                <a:gd name="T105" fmla="*/ 93 h 291"/>
                <a:gd name="T106" fmla="*/ 336 w 380"/>
                <a:gd name="T107" fmla="*/ 78 h 291"/>
                <a:gd name="T108" fmla="*/ 320 w 380"/>
                <a:gd name="T109" fmla="*/ 77 h 291"/>
                <a:gd name="T110" fmla="*/ 337 w 380"/>
                <a:gd name="T111" fmla="*/ 44 h 291"/>
                <a:gd name="T112" fmla="*/ 335 w 380"/>
                <a:gd name="T113" fmla="*/ 22 h 291"/>
                <a:gd name="T114" fmla="*/ 330 w 380"/>
                <a:gd name="T115" fmla="*/ 0 h 291"/>
                <a:gd name="T116" fmla="*/ 316 w 380"/>
                <a:gd name="T117" fmla="*/ 7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0" h="291">
                  <a:moveTo>
                    <a:pt x="305" y="7"/>
                  </a:moveTo>
                  <a:cubicBezTo>
                    <a:pt x="305" y="8"/>
                    <a:pt x="305" y="8"/>
                    <a:pt x="305" y="8"/>
                  </a:cubicBezTo>
                  <a:cubicBezTo>
                    <a:pt x="306" y="9"/>
                    <a:pt x="306" y="9"/>
                    <a:pt x="306" y="9"/>
                  </a:cubicBezTo>
                  <a:cubicBezTo>
                    <a:pt x="299" y="21"/>
                    <a:pt x="299" y="21"/>
                    <a:pt x="299" y="21"/>
                  </a:cubicBezTo>
                  <a:cubicBezTo>
                    <a:pt x="295" y="25"/>
                    <a:pt x="291" y="27"/>
                    <a:pt x="286" y="27"/>
                  </a:cubicBezTo>
                  <a:cubicBezTo>
                    <a:pt x="285" y="27"/>
                    <a:pt x="285" y="27"/>
                    <a:pt x="285" y="27"/>
                  </a:cubicBezTo>
                  <a:cubicBezTo>
                    <a:pt x="279" y="23"/>
                    <a:pt x="279" y="23"/>
                    <a:pt x="279" y="23"/>
                  </a:cubicBezTo>
                  <a:cubicBezTo>
                    <a:pt x="273" y="24"/>
                    <a:pt x="273" y="24"/>
                    <a:pt x="273" y="24"/>
                  </a:cubicBezTo>
                  <a:cubicBezTo>
                    <a:pt x="261" y="33"/>
                    <a:pt x="261" y="33"/>
                    <a:pt x="261" y="33"/>
                  </a:cubicBezTo>
                  <a:cubicBezTo>
                    <a:pt x="258" y="34"/>
                    <a:pt x="254" y="31"/>
                    <a:pt x="249" y="24"/>
                  </a:cubicBezTo>
                  <a:cubicBezTo>
                    <a:pt x="245" y="32"/>
                    <a:pt x="245" y="32"/>
                    <a:pt x="245" y="32"/>
                  </a:cubicBezTo>
                  <a:cubicBezTo>
                    <a:pt x="245" y="32"/>
                    <a:pt x="245" y="32"/>
                    <a:pt x="245" y="32"/>
                  </a:cubicBezTo>
                  <a:cubicBezTo>
                    <a:pt x="245" y="32"/>
                    <a:pt x="245" y="32"/>
                    <a:pt x="245" y="32"/>
                  </a:cubicBezTo>
                  <a:cubicBezTo>
                    <a:pt x="244" y="33"/>
                    <a:pt x="244" y="33"/>
                    <a:pt x="244" y="33"/>
                  </a:cubicBezTo>
                  <a:cubicBezTo>
                    <a:pt x="244" y="33"/>
                    <a:pt x="244" y="33"/>
                    <a:pt x="244" y="33"/>
                  </a:cubicBezTo>
                  <a:cubicBezTo>
                    <a:pt x="240" y="37"/>
                    <a:pt x="240" y="37"/>
                    <a:pt x="240" y="37"/>
                  </a:cubicBezTo>
                  <a:cubicBezTo>
                    <a:pt x="232" y="37"/>
                    <a:pt x="232" y="37"/>
                    <a:pt x="232" y="37"/>
                  </a:cubicBezTo>
                  <a:cubicBezTo>
                    <a:pt x="224" y="39"/>
                    <a:pt x="224" y="39"/>
                    <a:pt x="224" y="39"/>
                  </a:cubicBezTo>
                  <a:cubicBezTo>
                    <a:pt x="214" y="47"/>
                    <a:pt x="214" y="47"/>
                    <a:pt x="214" y="47"/>
                  </a:cubicBezTo>
                  <a:cubicBezTo>
                    <a:pt x="211" y="47"/>
                    <a:pt x="211" y="47"/>
                    <a:pt x="211" y="47"/>
                  </a:cubicBezTo>
                  <a:cubicBezTo>
                    <a:pt x="207" y="49"/>
                    <a:pt x="207" y="49"/>
                    <a:pt x="207" y="49"/>
                  </a:cubicBezTo>
                  <a:cubicBezTo>
                    <a:pt x="204" y="52"/>
                    <a:pt x="203" y="54"/>
                    <a:pt x="205" y="57"/>
                  </a:cubicBezTo>
                  <a:cubicBezTo>
                    <a:pt x="209" y="63"/>
                    <a:pt x="209" y="63"/>
                    <a:pt x="209" y="63"/>
                  </a:cubicBezTo>
                  <a:cubicBezTo>
                    <a:pt x="192" y="61"/>
                    <a:pt x="192" y="61"/>
                    <a:pt x="192" y="61"/>
                  </a:cubicBezTo>
                  <a:cubicBezTo>
                    <a:pt x="183" y="68"/>
                    <a:pt x="183" y="68"/>
                    <a:pt x="183" y="68"/>
                  </a:cubicBezTo>
                  <a:cubicBezTo>
                    <a:pt x="182" y="71"/>
                    <a:pt x="182" y="71"/>
                    <a:pt x="182" y="71"/>
                  </a:cubicBezTo>
                  <a:cubicBezTo>
                    <a:pt x="182" y="72"/>
                    <a:pt x="182" y="72"/>
                    <a:pt x="182" y="72"/>
                  </a:cubicBezTo>
                  <a:cubicBezTo>
                    <a:pt x="180" y="77"/>
                    <a:pt x="180" y="77"/>
                    <a:pt x="180" y="77"/>
                  </a:cubicBezTo>
                  <a:cubicBezTo>
                    <a:pt x="180" y="78"/>
                    <a:pt x="180" y="78"/>
                    <a:pt x="180" y="78"/>
                  </a:cubicBezTo>
                  <a:cubicBezTo>
                    <a:pt x="179" y="78"/>
                    <a:pt x="179" y="78"/>
                    <a:pt x="179" y="78"/>
                  </a:cubicBezTo>
                  <a:cubicBezTo>
                    <a:pt x="170" y="78"/>
                    <a:pt x="170" y="78"/>
                    <a:pt x="170" y="78"/>
                  </a:cubicBezTo>
                  <a:cubicBezTo>
                    <a:pt x="160" y="74"/>
                    <a:pt x="160" y="74"/>
                    <a:pt x="160" y="74"/>
                  </a:cubicBezTo>
                  <a:cubicBezTo>
                    <a:pt x="156" y="73"/>
                    <a:pt x="156" y="73"/>
                    <a:pt x="156" y="73"/>
                  </a:cubicBezTo>
                  <a:cubicBezTo>
                    <a:pt x="147" y="74"/>
                    <a:pt x="147" y="74"/>
                    <a:pt x="147" y="74"/>
                  </a:cubicBezTo>
                  <a:cubicBezTo>
                    <a:pt x="144" y="74"/>
                    <a:pt x="139" y="70"/>
                    <a:pt x="136" y="64"/>
                  </a:cubicBezTo>
                  <a:cubicBezTo>
                    <a:pt x="129" y="61"/>
                    <a:pt x="129" y="61"/>
                    <a:pt x="129" y="61"/>
                  </a:cubicBezTo>
                  <a:cubicBezTo>
                    <a:pt x="122" y="70"/>
                    <a:pt x="122" y="70"/>
                    <a:pt x="122" y="70"/>
                  </a:cubicBezTo>
                  <a:cubicBezTo>
                    <a:pt x="122" y="70"/>
                    <a:pt x="122" y="70"/>
                    <a:pt x="122" y="70"/>
                  </a:cubicBezTo>
                  <a:cubicBezTo>
                    <a:pt x="122" y="70"/>
                    <a:pt x="122" y="70"/>
                    <a:pt x="122" y="70"/>
                  </a:cubicBezTo>
                  <a:cubicBezTo>
                    <a:pt x="113" y="77"/>
                    <a:pt x="113" y="77"/>
                    <a:pt x="113" y="77"/>
                  </a:cubicBezTo>
                  <a:cubicBezTo>
                    <a:pt x="113" y="77"/>
                    <a:pt x="113" y="77"/>
                    <a:pt x="113" y="77"/>
                  </a:cubicBezTo>
                  <a:cubicBezTo>
                    <a:pt x="113" y="78"/>
                    <a:pt x="113" y="78"/>
                    <a:pt x="113" y="78"/>
                  </a:cubicBezTo>
                  <a:cubicBezTo>
                    <a:pt x="112" y="78"/>
                    <a:pt x="112" y="78"/>
                    <a:pt x="112" y="78"/>
                  </a:cubicBezTo>
                  <a:cubicBezTo>
                    <a:pt x="105" y="79"/>
                    <a:pt x="105" y="79"/>
                    <a:pt x="105" y="79"/>
                  </a:cubicBezTo>
                  <a:cubicBezTo>
                    <a:pt x="95" y="88"/>
                    <a:pt x="95" y="88"/>
                    <a:pt x="95" y="88"/>
                  </a:cubicBezTo>
                  <a:cubicBezTo>
                    <a:pt x="95" y="88"/>
                    <a:pt x="95" y="88"/>
                    <a:pt x="95" y="88"/>
                  </a:cubicBezTo>
                  <a:cubicBezTo>
                    <a:pt x="85" y="93"/>
                    <a:pt x="85" y="93"/>
                    <a:pt x="85" y="93"/>
                  </a:cubicBezTo>
                  <a:cubicBezTo>
                    <a:pt x="78" y="102"/>
                    <a:pt x="78" y="102"/>
                    <a:pt x="78" y="102"/>
                  </a:cubicBezTo>
                  <a:cubicBezTo>
                    <a:pt x="53" y="102"/>
                    <a:pt x="53" y="102"/>
                    <a:pt x="53" y="102"/>
                  </a:cubicBezTo>
                  <a:cubicBezTo>
                    <a:pt x="53" y="102"/>
                    <a:pt x="53" y="102"/>
                    <a:pt x="53" y="102"/>
                  </a:cubicBezTo>
                  <a:cubicBezTo>
                    <a:pt x="34" y="95"/>
                    <a:pt x="34" y="95"/>
                    <a:pt x="34" y="95"/>
                  </a:cubicBezTo>
                  <a:cubicBezTo>
                    <a:pt x="24" y="94"/>
                    <a:pt x="24" y="94"/>
                    <a:pt x="24" y="94"/>
                  </a:cubicBezTo>
                  <a:cubicBezTo>
                    <a:pt x="15" y="99"/>
                    <a:pt x="15" y="99"/>
                    <a:pt x="15" y="99"/>
                  </a:cubicBezTo>
                  <a:cubicBezTo>
                    <a:pt x="14" y="99"/>
                    <a:pt x="14" y="99"/>
                    <a:pt x="14" y="99"/>
                  </a:cubicBezTo>
                  <a:cubicBezTo>
                    <a:pt x="14" y="99"/>
                    <a:pt x="14" y="99"/>
                    <a:pt x="14" y="99"/>
                  </a:cubicBezTo>
                  <a:cubicBezTo>
                    <a:pt x="8" y="101"/>
                    <a:pt x="8" y="101"/>
                    <a:pt x="8" y="101"/>
                  </a:cubicBezTo>
                  <a:cubicBezTo>
                    <a:pt x="5" y="102"/>
                    <a:pt x="3" y="104"/>
                    <a:pt x="1" y="105"/>
                  </a:cubicBezTo>
                  <a:cubicBezTo>
                    <a:pt x="0" y="108"/>
                    <a:pt x="0" y="108"/>
                    <a:pt x="0" y="108"/>
                  </a:cubicBezTo>
                  <a:cubicBezTo>
                    <a:pt x="0" y="115"/>
                    <a:pt x="0" y="115"/>
                    <a:pt x="0" y="115"/>
                  </a:cubicBezTo>
                  <a:cubicBezTo>
                    <a:pt x="3" y="120"/>
                    <a:pt x="3" y="120"/>
                    <a:pt x="3" y="120"/>
                  </a:cubicBezTo>
                  <a:cubicBezTo>
                    <a:pt x="17" y="115"/>
                    <a:pt x="17" y="115"/>
                    <a:pt x="17" y="115"/>
                  </a:cubicBezTo>
                  <a:cubicBezTo>
                    <a:pt x="21" y="115"/>
                    <a:pt x="25" y="117"/>
                    <a:pt x="30" y="120"/>
                  </a:cubicBezTo>
                  <a:cubicBezTo>
                    <a:pt x="31" y="121"/>
                    <a:pt x="31" y="121"/>
                    <a:pt x="31" y="121"/>
                  </a:cubicBezTo>
                  <a:cubicBezTo>
                    <a:pt x="32" y="121"/>
                    <a:pt x="32" y="121"/>
                    <a:pt x="32" y="121"/>
                  </a:cubicBezTo>
                  <a:cubicBezTo>
                    <a:pt x="33" y="142"/>
                    <a:pt x="33" y="142"/>
                    <a:pt x="33" y="142"/>
                  </a:cubicBezTo>
                  <a:cubicBezTo>
                    <a:pt x="36" y="142"/>
                    <a:pt x="36" y="142"/>
                    <a:pt x="36" y="142"/>
                  </a:cubicBezTo>
                  <a:cubicBezTo>
                    <a:pt x="48" y="142"/>
                    <a:pt x="48" y="142"/>
                    <a:pt x="48" y="142"/>
                  </a:cubicBezTo>
                  <a:cubicBezTo>
                    <a:pt x="56" y="141"/>
                    <a:pt x="56" y="141"/>
                    <a:pt x="56" y="141"/>
                  </a:cubicBezTo>
                  <a:cubicBezTo>
                    <a:pt x="58" y="139"/>
                    <a:pt x="58" y="139"/>
                    <a:pt x="58" y="139"/>
                  </a:cubicBezTo>
                  <a:cubicBezTo>
                    <a:pt x="62" y="137"/>
                    <a:pt x="67" y="135"/>
                    <a:pt x="72" y="135"/>
                  </a:cubicBezTo>
                  <a:cubicBezTo>
                    <a:pt x="75" y="134"/>
                    <a:pt x="75" y="134"/>
                    <a:pt x="75" y="134"/>
                  </a:cubicBezTo>
                  <a:cubicBezTo>
                    <a:pt x="76" y="136"/>
                    <a:pt x="76" y="136"/>
                    <a:pt x="76" y="136"/>
                  </a:cubicBezTo>
                  <a:cubicBezTo>
                    <a:pt x="79" y="143"/>
                    <a:pt x="79" y="143"/>
                    <a:pt x="79" y="143"/>
                  </a:cubicBezTo>
                  <a:cubicBezTo>
                    <a:pt x="79" y="144"/>
                    <a:pt x="79" y="144"/>
                    <a:pt x="79" y="144"/>
                  </a:cubicBezTo>
                  <a:cubicBezTo>
                    <a:pt x="81" y="164"/>
                    <a:pt x="81" y="164"/>
                    <a:pt x="81" y="164"/>
                  </a:cubicBezTo>
                  <a:cubicBezTo>
                    <a:pt x="81" y="166"/>
                    <a:pt x="81" y="166"/>
                    <a:pt x="81" y="166"/>
                  </a:cubicBezTo>
                  <a:cubicBezTo>
                    <a:pt x="70" y="177"/>
                    <a:pt x="70" y="177"/>
                    <a:pt x="70" y="177"/>
                  </a:cubicBezTo>
                  <a:cubicBezTo>
                    <a:pt x="70" y="177"/>
                    <a:pt x="70" y="177"/>
                    <a:pt x="70" y="177"/>
                  </a:cubicBezTo>
                  <a:cubicBezTo>
                    <a:pt x="70" y="178"/>
                    <a:pt x="70" y="178"/>
                    <a:pt x="70" y="178"/>
                  </a:cubicBezTo>
                  <a:cubicBezTo>
                    <a:pt x="57" y="184"/>
                    <a:pt x="57" y="184"/>
                    <a:pt x="57" y="184"/>
                  </a:cubicBezTo>
                  <a:cubicBezTo>
                    <a:pt x="53" y="189"/>
                    <a:pt x="53" y="189"/>
                    <a:pt x="53" y="189"/>
                  </a:cubicBezTo>
                  <a:cubicBezTo>
                    <a:pt x="55" y="192"/>
                    <a:pt x="55" y="192"/>
                    <a:pt x="55" y="192"/>
                  </a:cubicBezTo>
                  <a:cubicBezTo>
                    <a:pt x="81" y="195"/>
                    <a:pt x="81" y="195"/>
                    <a:pt x="81" y="195"/>
                  </a:cubicBezTo>
                  <a:cubicBezTo>
                    <a:pt x="81" y="195"/>
                    <a:pt x="81" y="195"/>
                    <a:pt x="81" y="195"/>
                  </a:cubicBezTo>
                  <a:cubicBezTo>
                    <a:pt x="81" y="195"/>
                    <a:pt x="81" y="195"/>
                    <a:pt x="81" y="195"/>
                  </a:cubicBezTo>
                  <a:cubicBezTo>
                    <a:pt x="82" y="196"/>
                    <a:pt x="82" y="196"/>
                    <a:pt x="82" y="196"/>
                  </a:cubicBezTo>
                  <a:cubicBezTo>
                    <a:pt x="92" y="202"/>
                    <a:pt x="92" y="202"/>
                    <a:pt x="92" y="202"/>
                  </a:cubicBezTo>
                  <a:cubicBezTo>
                    <a:pt x="115" y="201"/>
                    <a:pt x="115" y="201"/>
                    <a:pt x="115" y="201"/>
                  </a:cubicBezTo>
                  <a:cubicBezTo>
                    <a:pt x="115" y="204"/>
                    <a:pt x="115" y="204"/>
                    <a:pt x="115" y="204"/>
                  </a:cubicBezTo>
                  <a:cubicBezTo>
                    <a:pt x="116" y="216"/>
                    <a:pt x="116" y="216"/>
                    <a:pt x="116" y="216"/>
                  </a:cubicBezTo>
                  <a:cubicBezTo>
                    <a:pt x="116" y="217"/>
                    <a:pt x="116" y="217"/>
                    <a:pt x="116" y="217"/>
                  </a:cubicBezTo>
                  <a:cubicBezTo>
                    <a:pt x="117" y="217"/>
                    <a:pt x="117" y="217"/>
                    <a:pt x="117" y="217"/>
                  </a:cubicBezTo>
                  <a:cubicBezTo>
                    <a:pt x="107" y="227"/>
                    <a:pt x="107" y="227"/>
                    <a:pt x="107" y="227"/>
                  </a:cubicBezTo>
                  <a:cubicBezTo>
                    <a:pt x="105" y="241"/>
                    <a:pt x="108" y="249"/>
                    <a:pt x="113" y="251"/>
                  </a:cubicBezTo>
                  <a:cubicBezTo>
                    <a:pt x="133" y="261"/>
                    <a:pt x="133" y="261"/>
                    <a:pt x="133" y="261"/>
                  </a:cubicBezTo>
                  <a:cubicBezTo>
                    <a:pt x="148" y="271"/>
                    <a:pt x="148" y="271"/>
                    <a:pt x="148" y="271"/>
                  </a:cubicBezTo>
                  <a:cubicBezTo>
                    <a:pt x="161" y="265"/>
                    <a:pt x="161" y="265"/>
                    <a:pt x="161" y="265"/>
                  </a:cubicBezTo>
                  <a:cubicBezTo>
                    <a:pt x="162" y="264"/>
                    <a:pt x="162" y="264"/>
                    <a:pt x="162" y="264"/>
                  </a:cubicBezTo>
                  <a:cubicBezTo>
                    <a:pt x="163" y="264"/>
                    <a:pt x="163" y="264"/>
                    <a:pt x="163" y="264"/>
                  </a:cubicBezTo>
                  <a:cubicBezTo>
                    <a:pt x="164" y="264"/>
                    <a:pt x="164" y="264"/>
                    <a:pt x="164" y="264"/>
                  </a:cubicBezTo>
                  <a:cubicBezTo>
                    <a:pt x="183" y="279"/>
                    <a:pt x="183" y="279"/>
                    <a:pt x="183" y="279"/>
                  </a:cubicBezTo>
                  <a:cubicBezTo>
                    <a:pt x="186" y="280"/>
                    <a:pt x="186" y="280"/>
                    <a:pt x="186" y="280"/>
                  </a:cubicBezTo>
                  <a:cubicBezTo>
                    <a:pt x="191" y="274"/>
                    <a:pt x="191" y="274"/>
                    <a:pt x="191" y="274"/>
                  </a:cubicBezTo>
                  <a:cubicBezTo>
                    <a:pt x="192" y="273"/>
                    <a:pt x="192" y="273"/>
                    <a:pt x="192" y="273"/>
                  </a:cubicBezTo>
                  <a:cubicBezTo>
                    <a:pt x="193" y="272"/>
                    <a:pt x="193" y="272"/>
                    <a:pt x="193" y="272"/>
                  </a:cubicBezTo>
                  <a:cubicBezTo>
                    <a:pt x="194" y="272"/>
                    <a:pt x="194" y="272"/>
                    <a:pt x="194" y="272"/>
                  </a:cubicBezTo>
                  <a:cubicBezTo>
                    <a:pt x="194" y="272"/>
                    <a:pt x="194" y="272"/>
                    <a:pt x="194" y="272"/>
                  </a:cubicBezTo>
                  <a:cubicBezTo>
                    <a:pt x="206" y="274"/>
                    <a:pt x="206" y="274"/>
                    <a:pt x="206" y="274"/>
                  </a:cubicBezTo>
                  <a:cubicBezTo>
                    <a:pt x="208" y="254"/>
                    <a:pt x="208" y="254"/>
                    <a:pt x="208" y="254"/>
                  </a:cubicBezTo>
                  <a:cubicBezTo>
                    <a:pt x="223" y="280"/>
                    <a:pt x="223" y="280"/>
                    <a:pt x="223" y="280"/>
                  </a:cubicBezTo>
                  <a:cubicBezTo>
                    <a:pt x="235" y="281"/>
                    <a:pt x="235" y="281"/>
                    <a:pt x="235" y="281"/>
                  </a:cubicBezTo>
                  <a:cubicBezTo>
                    <a:pt x="237" y="281"/>
                    <a:pt x="237" y="281"/>
                    <a:pt x="237" y="281"/>
                  </a:cubicBezTo>
                  <a:cubicBezTo>
                    <a:pt x="238" y="281"/>
                    <a:pt x="238" y="281"/>
                    <a:pt x="238" y="281"/>
                  </a:cubicBezTo>
                  <a:cubicBezTo>
                    <a:pt x="238" y="283"/>
                    <a:pt x="238" y="283"/>
                    <a:pt x="238" y="283"/>
                  </a:cubicBezTo>
                  <a:cubicBezTo>
                    <a:pt x="238" y="291"/>
                    <a:pt x="238" y="291"/>
                    <a:pt x="238" y="291"/>
                  </a:cubicBezTo>
                  <a:cubicBezTo>
                    <a:pt x="243" y="289"/>
                    <a:pt x="243" y="289"/>
                    <a:pt x="243" y="289"/>
                  </a:cubicBezTo>
                  <a:cubicBezTo>
                    <a:pt x="263" y="263"/>
                    <a:pt x="263" y="263"/>
                    <a:pt x="263" y="263"/>
                  </a:cubicBezTo>
                  <a:cubicBezTo>
                    <a:pt x="271" y="275"/>
                    <a:pt x="271" y="275"/>
                    <a:pt x="271" y="275"/>
                  </a:cubicBezTo>
                  <a:cubicBezTo>
                    <a:pt x="271" y="271"/>
                    <a:pt x="271" y="271"/>
                    <a:pt x="271" y="271"/>
                  </a:cubicBezTo>
                  <a:cubicBezTo>
                    <a:pt x="271" y="271"/>
                    <a:pt x="271" y="271"/>
                    <a:pt x="271" y="271"/>
                  </a:cubicBezTo>
                  <a:cubicBezTo>
                    <a:pt x="271" y="271"/>
                    <a:pt x="271" y="271"/>
                    <a:pt x="271" y="271"/>
                  </a:cubicBezTo>
                  <a:cubicBezTo>
                    <a:pt x="271" y="270"/>
                    <a:pt x="271" y="270"/>
                    <a:pt x="271" y="270"/>
                  </a:cubicBezTo>
                  <a:cubicBezTo>
                    <a:pt x="277" y="258"/>
                    <a:pt x="277" y="258"/>
                    <a:pt x="277" y="258"/>
                  </a:cubicBezTo>
                  <a:cubicBezTo>
                    <a:pt x="283" y="249"/>
                    <a:pt x="283" y="249"/>
                    <a:pt x="283" y="249"/>
                  </a:cubicBezTo>
                  <a:cubicBezTo>
                    <a:pt x="298" y="249"/>
                    <a:pt x="298" y="249"/>
                    <a:pt x="298" y="249"/>
                  </a:cubicBezTo>
                  <a:cubicBezTo>
                    <a:pt x="300" y="232"/>
                    <a:pt x="300" y="232"/>
                    <a:pt x="300" y="232"/>
                  </a:cubicBezTo>
                  <a:cubicBezTo>
                    <a:pt x="302" y="232"/>
                    <a:pt x="302" y="232"/>
                    <a:pt x="302" y="232"/>
                  </a:cubicBezTo>
                  <a:cubicBezTo>
                    <a:pt x="303" y="232"/>
                    <a:pt x="303" y="232"/>
                    <a:pt x="303" y="232"/>
                  </a:cubicBezTo>
                  <a:cubicBezTo>
                    <a:pt x="315" y="234"/>
                    <a:pt x="315" y="234"/>
                    <a:pt x="315" y="234"/>
                  </a:cubicBezTo>
                  <a:cubicBezTo>
                    <a:pt x="316" y="228"/>
                    <a:pt x="316" y="228"/>
                    <a:pt x="316" y="228"/>
                  </a:cubicBezTo>
                  <a:cubicBezTo>
                    <a:pt x="312" y="218"/>
                    <a:pt x="312" y="218"/>
                    <a:pt x="312" y="218"/>
                  </a:cubicBezTo>
                  <a:cubicBezTo>
                    <a:pt x="312" y="217"/>
                    <a:pt x="312" y="217"/>
                    <a:pt x="312" y="217"/>
                  </a:cubicBezTo>
                  <a:cubicBezTo>
                    <a:pt x="314" y="210"/>
                    <a:pt x="314" y="210"/>
                    <a:pt x="314" y="210"/>
                  </a:cubicBezTo>
                  <a:cubicBezTo>
                    <a:pt x="314" y="209"/>
                    <a:pt x="314" y="209"/>
                    <a:pt x="314" y="209"/>
                  </a:cubicBezTo>
                  <a:cubicBezTo>
                    <a:pt x="315" y="209"/>
                    <a:pt x="315" y="209"/>
                    <a:pt x="315" y="209"/>
                  </a:cubicBezTo>
                  <a:cubicBezTo>
                    <a:pt x="316" y="209"/>
                    <a:pt x="316" y="209"/>
                    <a:pt x="316" y="209"/>
                  </a:cubicBezTo>
                  <a:cubicBezTo>
                    <a:pt x="316" y="208"/>
                    <a:pt x="316" y="208"/>
                    <a:pt x="316" y="208"/>
                  </a:cubicBezTo>
                  <a:cubicBezTo>
                    <a:pt x="347" y="191"/>
                    <a:pt x="347" y="191"/>
                    <a:pt x="347" y="191"/>
                  </a:cubicBezTo>
                  <a:cubicBezTo>
                    <a:pt x="346" y="175"/>
                    <a:pt x="346" y="175"/>
                    <a:pt x="346" y="175"/>
                  </a:cubicBezTo>
                  <a:cubicBezTo>
                    <a:pt x="346" y="175"/>
                    <a:pt x="346" y="175"/>
                    <a:pt x="346" y="175"/>
                  </a:cubicBezTo>
                  <a:cubicBezTo>
                    <a:pt x="346" y="174"/>
                    <a:pt x="346" y="174"/>
                    <a:pt x="346" y="174"/>
                  </a:cubicBezTo>
                  <a:cubicBezTo>
                    <a:pt x="352" y="162"/>
                    <a:pt x="352" y="162"/>
                    <a:pt x="352" y="162"/>
                  </a:cubicBezTo>
                  <a:cubicBezTo>
                    <a:pt x="353" y="159"/>
                    <a:pt x="353" y="159"/>
                    <a:pt x="353" y="159"/>
                  </a:cubicBezTo>
                  <a:cubicBezTo>
                    <a:pt x="353" y="159"/>
                    <a:pt x="353" y="159"/>
                    <a:pt x="353" y="159"/>
                  </a:cubicBezTo>
                  <a:cubicBezTo>
                    <a:pt x="363" y="137"/>
                    <a:pt x="363" y="137"/>
                    <a:pt x="363" y="137"/>
                  </a:cubicBezTo>
                  <a:cubicBezTo>
                    <a:pt x="363" y="136"/>
                    <a:pt x="363" y="136"/>
                    <a:pt x="363" y="136"/>
                  </a:cubicBezTo>
                  <a:cubicBezTo>
                    <a:pt x="363" y="136"/>
                    <a:pt x="363" y="136"/>
                    <a:pt x="363" y="136"/>
                  </a:cubicBezTo>
                  <a:cubicBezTo>
                    <a:pt x="371" y="128"/>
                    <a:pt x="371" y="128"/>
                    <a:pt x="371" y="128"/>
                  </a:cubicBezTo>
                  <a:cubicBezTo>
                    <a:pt x="376" y="119"/>
                    <a:pt x="376" y="119"/>
                    <a:pt x="376" y="119"/>
                  </a:cubicBezTo>
                  <a:cubicBezTo>
                    <a:pt x="376" y="118"/>
                    <a:pt x="376" y="118"/>
                    <a:pt x="376" y="118"/>
                  </a:cubicBezTo>
                  <a:cubicBezTo>
                    <a:pt x="376" y="118"/>
                    <a:pt x="376" y="118"/>
                    <a:pt x="376" y="118"/>
                  </a:cubicBezTo>
                  <a:cubicBezTo>
                    <a:pt x="380" y="111"/>
                    <a:pt x="380" y="111"/>
                    <a:pt x="380" y="111"/>
                  </a:cubicBezTo>
                  <a:cubicBezTo>
                    <a:pt x="377" y="102"/>
                    <a:pt x="377" y="102"/>
                    <a:pt x="377" y="102"/>
                  </a:cubicBezTo>
                  <a:cubicBezTo>
                    <a:pt x="377" y="101"/>
                    <a:pt x="377" y="101"/>
                    <a:pt x="377" y="101"/>
                  </a:cubicBezTo>
                  <a:cubicBezTo>
                    <a:pt x="376" y="101"/>
                    <a:pt x="376" y="101"/>
                    <a:pt x="376" y="101"/>
                  </a:cubicBezTo>
                  <a:cubicBezTo>
                    <a:pt x="376" y="91"/>
                    <a:pt x="376" y="91"/>
                    <a:pt x="376" y="91"/>
                  </a:cubicBezTo>
                  <a:cubicBezTo>
                    <a:pt x="371" y="91"/>
                    <a:pt x="371" y="91"/>
                    <a:pt x="371" y="91"/>
                  </a:cubicBezTo>
                  <a:cubicBezTo>
                    <a:pt x="362" y="96"/>
                    <a:pt x="362" y="96"/>
                    <a:pt x="362" y="96"/>
                  </a:cubicBezTo>
                  <a:cubicBezTo>
                    <a:pt x="358" y="99"/>
                    <a:pt x="352" y="98"/>
                    <a:pt x="344" y="93"/>
                  </a:cubicBezTo>
                  <a:cubicBezTo>
                    <a:pt x="341" y="90"/>
                    <a:pt x="341" y="84"/>
                    <a:pt x="343" y="75"/>
                  </a:cubicBezTo>
                  <a:cubicBezTo>
                    <a:pt x="338" y="74"/>
                    <a:pt x="338" y="74"/>
                    <a:pt x="338" y="74"/>
                  </a:cubicBezTo>
                  <a:cubicBezTo>
                    <a:pt x="336" y="78"/>
                    <a:pt x="336" y="78"/>
                    <a:pt x="336" y="78"/>
                  </a:cubicBezTo>
                  <a:cubicBezTo>
                    <a:pt x="330" y="84"/>
                    <a:pt x="326" y="87"/>
                    <a:pt x="325" y="87"/>
                  </a:cubicBezTo>
                  <a:cubicBezTo>
                    <a:pt x="323" y="87"/>
                    <a:pt x="323" y="87"/>
                    <a:pt x="322" y="87"/>
                  </a:cubicBezTo>
                  <a:cubicBezTo>
                    <a:pt x="321" y="85"/>
                    <a:pt x="320" y="82"/>
                    <a:pt x="320" y="77"/>
                  </a:cubicBezTo>
                  <a:cubicBezTo>
                    <a:pt x="320" y="71"/>
                    <a:pt x="320" y="68"/>
                    <a:pt x="322" y="67"/>
                  </a:cubicBezTo>
                  <a:cubicBezTo>
                    <a:pt x="323" y="65"/>
                    <a:pt x="324" y="64"/>
                    <a:pt x="325" y="65"/>
                  </a:cubicBezTo>
                  <a:cubicBezTo>
                    <a:pt x="337" y="44"/>
                    <a:pt x="337" y="44"/>
                    <a:pt x="337" y="44"/>
                  </a:cubicBezTo>
                  <a:cubicBezTo>
                    <a:pt x="340" y="36"/>
                    <a:pt x="340" y="36"/>
                    <a:pt x="340" y="36"/>
                  </a:cubicBezTo>
                  <a:cubicBezTo>
                    <a:pt x="342" y="27"/>
                    <a:pt x="342" y="27"/>
                    <a:pt x="342" y="27"/>
                  </a:cubicBezTo>
                  <a:cubicBezTo>
                    <a:pt x="335" y="22"/>
                    <a:pt x="335" y="22"/>
                    <a:pt x="335" y="22"/>
                  </a:cubicBezTo>
                  <a:cubicBezTo>
                    <a:pt x="333" y="20"/>
                    <a:pt x="333" y="16"/>
                    <a:pt x="334" y="10"/>
                  </a:cubicBezTo>
                  <a:cubicBezTo>
                    <a:pt x="334" y="6"/>
                    <a:pt x="334" y="6"/>
                    <a:pt x="334" y="6"/>
                  </a:cubicBezTo>
                  <a:cubicBezTo>
                    <a:pt x="334" y="4"/>
                    <a:pt x="333" y="2"/>
                    <a:pt x="330" y="0"/>
                  </a:cubicBezTo>
                  <a:cubicBezTo>
                    <a:pt x="329" y="0"/>
                    <a:pt x="329" y="0"/>
                    <a:pt x="329" y="0"/>
                  </a:cubicBezTo>
                  <a:cubicBezTo>
                    <a:pt x="328" y="2"/>
                    <a:pt x="328" y="2"/>
                    <a:pt x="328" y="2"/>
                  </a:cubicBezTo>
                  <a:cubicBezTo>
                    <a:pt x="326" y="6"/>
                    <a:pt x="322" y="9"/>
                    <a:pt x="316" y="7"/>
                  </a:cubicBezTo>
                  <a:cubicBezTo>
                    <a:pt x="312" y="6"/>
                    <a:pt x="309" y="6"/>
                    <a:pt x="305" y="7"/>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2" name="Freeform 22"/>
            <p:cNvSpPr/>
            <p:nvPr/>
          </p:nvSpPr>
          <p:spPr bwMode="auto">
            <a:xfrm>
              <a:off x="3013266" y="3375597"/>
              <a:ext cx="373062" cy="377825"/>
            </a:xfrm>
            <a:custGeom>
              <a:avLst/>
              <a:gdLst>
                <a:gd name="T0" fmla="*/ 204 w 215"/>
                <a:gd name="T1" fmla="*/ 25 h 219"/>
                <a:gd name="T2" fmla="*/ 196 w 215"/>
                <a:gd name="T3" fmla="*/ 23 h 219"/>
                <a:gd name="T4" fmla="*/ 190 w 215"/>
                <a:gd name="T5" fmla="*/ 20 h 219"/>
                <a:gd name="T6" fmla="*/ 178 w 215"/>
                <a:gd name="T7" fmla="*/ 21 h 219"/>
                <a:gd name="T8" fmla="*/ 168 w 215"/>
                <a:gd name="T9" fmla="*/ 18 h 219"/>
                <a:gd name="T10" fmla="*/ 168 w 215"/>
                <a:gd name="T11" fmla="*/ 17 h 219"/>
                <a:gd name="T12" fmla="*/ 155 w 215"/>
                <a:gd name="T13" fmla="*/ 4 h 219"/>
                <a:gd name="T14" fmla="*/ 134 w 215"/>
                <a:gd name="T15" fmla="*/ 12 h 219"/>
                <a:gd name="T16" fmla="*/ 131 w 215"/>
                <a:gd name="T17" fmla="*/ 31 h 219"/>
                <a:gd name="T18" fmla="*/ 123 w 215"/>
                <a:gd name="T19" fmla="*/ 46 h 219"/>
                <a:gd name="T20" fmla="*/ 110 w 215"/>
                <a:gd name="T21" fmla="*/ 66 h 219"/>
                <a:gd name="T22" fmla="*/ 88 w 215"/>
                <a:gd name="T23" fmla="*/ 90 h 219"/>
                <a:gd name="T24" fmla="*/ 66 w 215"/>
                <a:gd name="T25" fmla="*/ 111 h 219"/>
                <a:gd name="T26" fmla="*/ 56 w 215"/>
                <a:gd name="T27" fmla="*/ 125 h 219"/>
                <a:gd name="T28" fmla="*/ 0 w 215"/>
                <a:gd name="T29" fmla="*/ 128 h 219"/>
                <a:gd name="T30" fmla="*/ 15 w 215"/>
                <a:gd name="T31" fmla="*/ 173 h 219"/>
                <a:gd name="T32" fmla="*/ 25 w 215"/>
                <a:gd name="T33" fmla="*/ 178 h 219"/>
                <a:gd name="T34" fmla="*/ 32 w 215"/>
                <a:gd name="T35" fmla="*/ 199 h 219"/>
                <a:gd name="T36" fmla="*/ 33 w 215"/>
                <a:gd name="T37" fmla="*/ 203 h 219"/>
                <a:gd name="T38" fmla="*/ 48 w 215"/>
                <a:gd name="T39" fmla="*/ 199 h 219"/>
                <a:gd name="T40" fmla="*/ 53 w 215"/>
                <a:gd name="T41" fmla="*/ 202 h 219"/>
                <a:gd name="T42" fmla="*/ 58 w 215"/>
                <a:gd name="T43" fmla="*/ 187 h 219"/>
                <a:gd name="T44" fmla="*/ 83 w 215"/>
                <a:gd name="T45" fmla="*/ 177 h 219"/>
                <a:gd name="T46" fmla="*/ 86 w 215"/>
                <a:gd name="T47" fmla="*/ 161 h 219"/>
                <a:gd name="T48" fmla="*/ 91 w 215"/>
                <a:gd name="T49" fmla="*/ 157 h 219"/>
                <a:gd name="T50" fmla="*/ 93 w 215"/>
                <a:gd name="T51" fmla="*/ 157 h 219"/>
                <a:gd name="T52" fmla="*/ 103 w 215"/>
                <a:gd name="T53" fmla="*/ 167 h 219"/>
                <a:gd name="T54" fmla="*/ 107 w 215"/>
                <a:gd name="T55" fmla="*/ 177 h 219"/>
                <a:gd name="T56" fmla="*/ 115 w 215"/>
                <a:gd name="T57" fmla="*/ 165 h 219"/>
                <a:gd name="T58" fmla="*/ 123 w 215"/>
                <a:gd name="T59" fmla="*/ 161 h 219"/>
                <a:gd name="T60" fmla="*/ 132 w 215"/>
                <a:gd name="T61" fmla="*/ 163 h 219"/>
                <a:gd name="T62" fmla="*/ 137 w 215"/>
                <a:gd name="T63" fmla="*/ 180 h 219"/>
                <a:gd name="T64" fmla="*/ 144 w 215"/>
                <a:gd name="T65" fmla="*/ 193 h 219"/>
                <a:gd name="T66" fmla="*/ 147 w 215"/>
                <a:gd name="T67" fmla="*/ 205 h 219"/>
                <a:gd name="T68" fmla="*/ 158 w 215"/>
                <a:gd name="T69" fmla="*/ 205 h 219"/>
                <a:gd name="T70" fmla="*/ 159 w 215"/>
                <a:gd name="T71" fmla="*/ 207 h 219"/>
                <a:gd name="T72" fmla="*/ 164 w 215"/>
                <a:gd name="T73" fmla="*/ 219 h 219"/>
                <a:gd name="T74" fmla="*/ 168 w 215"/>
                <a:gd name="T75" fmla="*/ 210 h 219"/>
                <a:gd name="T76" fmla="*/ 170 w 215"/>
                <a:gd name="T77" fmla="*/ 208 h 219"/>
                <a:gd name="T78" fmla="*/ 175 w 215"/>
                <a:gd name="T79" fmla="*/ 205 h 219"/>
                <a:gd name="T80" fmla="*/ 179 w 215"/>
                <a:gd name="T81" fmla="*/ 201 h 219"/>
                <a:gd name="T82" fmla="*/ 142 w 215"/>
                <a:gd name="T83" fmla="*/ 128 h 219"/>
                <a:gd name="T84" fmla="*/ 133 w 215"/>
                <a:gd name="T85" fmla="*/ 98 h 219"/>
                <a:gd name="T86" fmla="*/ 133 w 215"/>
                <a:gd name="T87" fmla="*/ 97 h 219"/>
                <a:gd name="T88" fmla="*/ 138 w 215"/>
                <a:gd name="T89" fmla="*/ 80 h 219"/>
                <a:gd name="T90" fmla="*/ 198 w 215"/>
                <a:gd name="T91" fmla="*/ 67 h 219"/>
                <a:gd name="T92" fmla="*/ 212 w 215"/>
                <a:gd name="T93" fmla="*/ 5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5" h="219">
                  <a:moveTo>
                    <a:pt x="215" y="44"/>
                  </a:moveTo>
                  <a:cubicBezTo>
                    <a:pt x="211" y="35"/>
                    <a:pt x="211" y="35"/>
                    <a:pt x="211" y="35"/>
                  </a:cubicBezTo>
                  <a:cubicBezTo>
                    <a:pt x="204" y="25"/>
                    <a:pt x="204" y="25"/>
                    <a:pt x="204" y="25"/>
                  </a:cubicBezTo>
                  <a:cubicBezTo>
                    <a:pt x="197" y="23"/>
                    <a:pt x="197" y="23"/>
                    <a:pt x="197" y="23"/>
                  </a:cubicBezTo>
                  <a:cubicBezTo>
                    <a:pt x="196" y="23"/>
                    <a:pt x="196" y="23"/>
                    <a:pt x="196" y="23"/>
                  </a:cubicBezTo>
                  <a:cubicBezTo>
                    <a:pt x="196" y="23"/>
                    <a:pt x="196" y="23"/>
                    <a:pt x="196" y="23"/>
                  </a:cubicBezTo>
                  <a:cubicBezTo>
                    <a:pt x="196" y="23"/>
                    <a:pt x="196" y="23"/>
                    <a:pt x="196" y="23"/>
                  </a:cubicBezTo>
                  <a:cubicBezTo>
                    <a:pt x="190" y="20"/>
                    <a:pt x="190" y="20"/>
                    <a:pt x="190" y="20"/>
                  </a:cubicBezTo>
                  <a:cubicBezTo>
                    <a:pt x="190" y="20"/>
                    <a:pt x="190" y="20"/>
                    <a:pt x="190" y="20"/>
                  </a:cubicBezTo>
                  <a:cubicBezTo>
                    <a:pt x="188" y="20"/>
                    <a:pt x="188" y="20"/>
                    <a:pt x="188" y="20"/>
                  </a:cubicBezTo>
                  <a:cubicBezTo>
                    <a:pt x="186" y="20"/>
                    <a:pt x="186" y="20"/>
                    <a:pt x="186" y="20"/>
                  </a:cubicBezTo>
                  <a:cubicBezTo>
                    <a:pt x="178" y="21"/>
                    <a:pt x="178" y="21"/>
                    <a:pt x="178" y="21"/>
                  </a:cubicBezTo>
                  <a:cubicBezTo>
                    <a:pt x="178" y="21"/>
                    <a:pt x="178" y="21"/>
                    <a:pt x="178" y="21"/>
                  </a:cubicBezTo>
                  <a:cubicBezTo>
                    <a:pt x="176" y="21"/>
                    <a:pt x="176" y="21"/>
                    <a:pt x="176" y="21"/>
                  </a:cubicBezTo>
                  <a:cubicBezTo>
                    <a:pt x="168" y="18"/>
                    <a:pt x="168" y="18"/>
                    <a:pt x="168" y="18"/>
                  </a:cubicBezTo>
                  <a:cubicBezTo>
                    <a:pt x="168" y="17"/>
                    <a:pt x="168" y="17"/>
                    <a:pt x="168" y="17"/>
                  </a:cubicBezTo>
                  <a:cubicBezTo>
                    <a:pt x="168" y="17"/>
                    <a:pt x="168" y="17"/>
                    <a:pt x="168" y="17"/>
                  </a:cubicBezTo>
                  <a:cubicBezTo>
                    <a:pt x="168" y="17"/>
                    <a:pt x="168" y="17"/>
                    <a:pt x="168" y="17"/>
                  </a:cubicBezTo>
                  <a:cubicBezTo>
                    <a:pt x="168" y="17"/>
                    <a:pt x="168" y="17"/>
                    <a:pt x="168" y="17"/>
                  </a:cubicBezTo>
                  <a:cubicBezTo>
                    <a:pt x="162" y="10"/>
                    <a:pt x="162" y="10"/>
                    <a:pt x="162" y="10"/>
                  </a:cubicBezTo>
                  <a:cubicBezTo>
                    <a:pt x="155" y="4"/>
                    <a:pt x="155" y="4"/>
                    <a:pt x="155" y="4"/>
                  </a:cubicBezTo>
                  <a:cubicBezTo>
                    <a:pt x="149" y="0"/>
                    <a:pt x="149" y="0"/>
                    <a:pt x="149" y="0"/>
                  </a:cubicBezTo>
                  <a:cubicBezTo>
                    <a:pt x="142" y="6"/>
                    <a:pt x="142" y="6"/>
                    <a:pt x="142" y="6"/>
                  </a:cubicBezTo>
                  <a:cubicBezTo>
                    <a:pt x="134" y="12"/>
                    <a:pt x="134" y="12"/>
                    <a:pt x="134" y="12"/>
                  </a:cubicBezTo>
                  <a:cubicBezTo>
                    <a:pt x="131" y="30"/>
                    <a:pt x="131" y="30"/>
                    <a:pt x="131" y="30"/>
                  </a:cubicBezTo>
                  <a:cubicBezTo>
                    <a:pt x="131" y="31"/>
                    <a:pt x="131" y="31"/>
                    <a:pt x="131" y="31"/>
                  </a:cubicBezTo>
                  <a:cubicBezTo>
                    <a:pt x="131" y="31"/>
                    <a:pt x="131" y="31"/>
                    <a:pt x="131" y="31"/>
                  </a:cubicBezTo>
                  <a:cubicBezTo>
                    <a:pt x="124" y="44"/>
                    <a:pt x="124" y="44"/>
                    <a:pt x="124" y="44"/>
                  </a:cubicBezTo>
                  <a:cubicBezTo>
                    <a:pt x="124" y="46"/>
                    <a:pt x="124" y="46"/>
                    <a:pt x="124" y="46"/>
                  </a:cubicBezTo>
                  <a:cubicBezTo>
                    <a:pt x="123" y="46"/>
                    <a:pt x="123" y="46"/>
                    <a:pt x="123" y="46"/>
                  </a:cubicBezTo>
                  <a:cubicBezTo>
                    <a:pt x="117" y="52"/>
                    <a:pt x="117" y="52"/>
                    <a:pt x="117" y="52"/>
                  </a:cubicBezTo>
                  <a:cubicBezTo>
                    <a:pt x="110" y="66"/>
                    <a:pt x="110" y="66"/>
                    <a:pt x="110" y="66"/>
                  </a:cubicBezTo>
                  <a:cubicBezTo>
                    <a:pt x="110" y="66"/>
                    <a:pt x="110" y="66"/>
                    <a:pt x="110" y="66"/>
                  </a:cubicBezTo>
                  <a:cubicBezTo>
                    <a:pt x="109" y="67"/>
                    <a:pt x="109" y="67"/>
                    <a:pt x="109" y="67"/>
                  </a:cubicBezTo>
                  <a:cubicBezTo>
                    <a:pt x="103" y="71"/>
                    <a:pt x="99" y="75"/>
                    <a:pt x="94" y="79"/>
                  </a:cubicBezTo>
                  <a:cubicBezTo>
                    <a:pt x="88" y="90"/>
                    <a:pt x="88" y="90"/>
                    <a:pt x="88" y="90"/>
                  </a:cubicBezTo>
                  <a:cubicBezTo>
                    <a:pt x="86" y="93"/>
                    <a:pt x="82" y="97"/>
                    <a:pt x="73" y="100"/>
                  </a:cubicBezTo>
                  <a:cubicBezTo>
                    <a:pt x="66" y="111"/>
                    <a:pt x="66" y="111"/>
                    <a:pt x="66" y="111"/>
                  </a:cubicBezTo>
                  <a:cubicBezTo>
                    <a:pt x="66" y="111"/>
                    <a:pt x="66" y="111"/>
                    <a:pt x="66" y="111"/>
                  </a:cubicBezTo>
                  <a:cubicBezTo>
                    <a:pt x="56" y="125"/>
                    <a:pt x="56" y="125"/>
                    <a:pt x="56" y="125"/>
                  </a:cubicBezTo>
                  <a:cubicBezTo>
                    <a:pt x="56" y="125"/>
                    <a:pt x="56" y="125"/>
                    <a:pt x="56" y="125"/>
                  </a:cubicBezTo>
                  <a:cubicBezTo>
                    <a:pt x="56" y="125"/>
                    <a:pt x="56" y="125"/>
                    <a:pt x="56" y="125"/>
                  </a:cubicBezTo>
                  <a:cubicBezTo>
                    <a:pt x="54" y="125"/>
                    <a:pt x="54" y="125"/>
                    <a:pt x="54" y="125"/>
                  </a:cubicBezTo>
                  <a:cubicBezTo>
                    <a:pt x="6" y="122"/>
                    <a:pt x="6" y="122"/>
                    <a:pt x="6" y="122"/>
                  </a:cubicBezTo>
                  <a:cubicBezTo>
                    <a:pt x="0" y="128"/>
                    <a:pt x="0" y="128"/>
                    <a:pt x="0" y="128"/>
                  </a:cubicBezTo>
                  <a:cubicBezTo>
                    <a:pt x="0" y="138"/>
                    <a:pt x="0" y="138"/>
                    <a:pt x="0" y="138"/>
                  </a:cubicBezTo>
                  <a:cubicBezTo>
                    <a:pt x="5" y="158"/>
                    <a:pt x="5" y="158"/>
                    <a:pt x="5" y="158"/>
                  </a:cubicBezTo>
                  <a:cubicBezTo>
                    <a:pt x="15" y="173"/>
                    <a:pt x="15" y="173"/>
                    <a:pt x="15" y="173"/>
                  </a:cubicBezTo>
                  <a:cubicBezTo>
                    <a:pt x="24" y="177"/>
                    <a:pt x="24" y="177"/>
                    <a:pt x="24" y="177"/>
                  </a:cubicBezTo>
                  <a:cubicBezTo>
                    <a:pt x="24" y="178"/>
                    <a:pt x="24" y="178"/>
                    <a:pt x="24" y="178"/>
                  </a:cubicBezTo>
                  <a:cubicBezTo>
                    <a:pt x="25" y="178"/>
                    <a:pt x="25" y="178"/>
                    <a:pt x="25" y="178"/>
                  </a:cubicBezTo>
                  <a:cubicBezTo>
                    <a:pt x="25" y="178"/>
                    <a:pt x="25" y="178"/>
                    <a:pt x="25" y="178"/>
                  </a:cubicBezTo>
                  <a:cubicBezTo>
                    <a:pt x="29" y="184"/>
                    <a:pt x="32" y="188"/>
                    <a:pt x="32" y="191"/>
                  </a:cubicBezTo>
                  <a:cubicBezTo>
                    <a:pt x="32" y="199"/>
                    <a:pt x="32" y="199"/>
                    <a:pt x="32" y="199"/>
                  </a:cubicBezTo>
                  <a:cubicBezTo>
                    <a:pt x="29" y="202"/>
                    <a:pt x="29" y="202"/>
                    <a:pt x="29" y="202"/>
                  </a:cubicBezTo>
                  <a:cubicBezTo>
                    <a:pt x="31" y="203"/>
                    <a:pt x="31" y="203"/>
                    <a:pt x="31" y="203"/>
                  </a:cubicBezTo>
                  <a:cubicBezTo>
                    <a:pt x="33" y="203"/>
                    <a:pt x="33" y="203"/>
                    <a:pt x="33" y="203"/>
                  </a:cubicBezTo>
                  <a:cubicBezTo>
                    <a:pt x="37" y="196"/>
                    <a:pt x="37" y="196"/>
                    <a:pt x="37" y="196"/>
                  </a:cubicBezTo>
                  <a:cubicBezTo>
                    <a:pt x="38" y="196"/>
                    <a:pt x="38" y="196"/>
                    <a:pt x="38" y="196"/>
                  </a:cubicBezTo>
                  <a:cubicBezTo>
                    <a:pt x="48" y="199"/>
                    <a:pt x="48" y="199"/>
                    <a:pt x="48" y="199"/>
                  </a:cubicBezTo>
                  <a:cubicBezTo>
                    <a:pt x="48" y="202"/>
                    <a:pt x="48" y="202"/>
                    <a:pt x="48" y="202"/>
                  </a:cubicBezTo>
                  <a:cubicBezTo>
                    <a:pt x="53" y="202"/>
                    <a:pt x="53" y="202"/>
                    <a:pt x="53" y="202"/>
                  </a:cubicBezTo>
                  <a:cubicBezTo>
                    <a:pt x="53" y="202"/>
                    <a:pt x="53" y="202"/>
                    <a:pt x="53" y="202"/>
                  </a:cubicBezTo>
                  <a:cubicBezTo>
                    <a:pt x="52" y="199"/>
                    <a:pt x="52" y="199"/>
                    <a:pt x="52" y="199"/>
                  </a:cubicBezTo>
                  <a:cubicBezTo>
                    <a:pt x="51" y="197"/>
                    <a:pt x="51" y="197"/>
                    <a:pt x="51" y="197"/>
                  </a:cubicBezTo>
                  <a:cubicBezTo>
                    <a:pt x="58" y="187"/>
                    <a:pt x="58" y="187"/>
                    <a:pt x="58" y="187"/>
                  </a:cubicBezTo>
                  <a:cubicBezTo>
                    <a:pt x="59" y="184"/>
                    <a:pt x="62" y="183"/>
                    <a:pt x="66" y="184"/>
                  </a:cubicBezTo>
                  <a:cubicBezTo>
                    <a:pt x="77" y="185"/>
                    <a:pt x="77" y="185"/>
                    <a:pt x="77" y="185"/>
                  </a:cubicBezTo>
                  <a:cubicBezTo>
                    <a:pt x="83" y="177"/>
                    <a:pt x="83" y="177"/>
                    <a:pt x="83" y="177"/>
                  </a:cubicBezTo>
                  <a:cubicBezTo>
                    <a:pt x="83" y="169"/>
                    <a:pt x="83" y="169"/>
                    <a:pt x="83" y="169"/>
                  </a:cubicBezTo>
                  <a:cubicBezTo>
                    <a:pt x="86" y="162"/>
                    <a:pt x="86" y="162"/>
                    <a:pt x="86" y="162"/>
                  </a:cubicBezTo>
                  <a:cubicBezTo>
                    <a:pt x="86" y="161"/>
                    <a:pt x="86" y="161"/>
                    <a:pt x="86" y="161"/>
                  </a:cubicBezTo>
                  <a:cubicBezTo>
                    <a:pt x="86" y="160"/>
                    <a:pt x="86" y="160"/>
                    <a:pt x="86" y="160"/>
                  </a:cubicBezTo>
                  <a:cubicBezTo>
                    <a:pt x="87" y="160"/>
                    <a:pt x="87" y="160"/>
                    <a:pt x="87" y="160"/>
                  </a:cubicBezTo>
                  <a:cubicBezTo>
                    <a:pt x="91" y="157"/>
                    <a:pt x="91" y="157"/>
                    <a:pt x="91" y="157"/>
                  </a:cubicBezTo>
                  <a:cubicBezTo>
                    <a:pt x="91" y="157"/>
                    <a:pt x="91" y="157"/>
                    <a:pt x="91" y="157"/>
                  </a:cubicBezTo>
                  <a:cubicBezTo>
                    <a:pt x="92" y="157"/>
                    <a:pt x="92" y="157"/>
                    <a:pt x="92" y="157"/>
                  </a:cubicBezTo>
                  <a:cubicBezTo>
                    <a:pt x="93" y="157"/>
                    <a:pt x="93" y="157"/>
                    <a:pt x="93" y="157"/>
                  </a:cubicBezTo>
                  <a:cubicBezTo>
                    <a:pt x="102" y="159"/>
                    <a:pt x="102" y="159"/>
                    <a:pt x="102" y="159"/>
                  </a:cubicBezTo>
                  <a:cubicBezTo>
                    <a:pt x="102" y="160"/>
                    <a:pt x="102" y="160"/>
                    <a:pt x="102" y="160"/>
                  </a:cubicBezTo>
                  <a:cubicBezTo>
                    <a:pt x="103" y="167"/>
                    <a:pt x="103" y="167"/>
                    <a:pt x="103" y="167"/>
                  </a:cubicBezTo>
                  <a:cubicBezTo>
                    <a:pt x="103" y="171"/>
                    <a:pt x="103" y="171"/>
                    <a:pt x="103" y="171"/>
                  </a:cubicBezTo>
                  <a:cubicBezTo>
                    <a:pt x="105" y="176"/>
                    <a:pt x="105" y="176"/>
                    <a:pt x="105" y="176"/>
                  </a:cubicBezTo>
                  <a:cubicBezTo>
                    <a:pt x="107" y="177"/>
                    <a:pt x="107" y="177"/>
                    <a:pt x="107" y="177"/>
                  </a:cubicBezTo>
                  <a:cubicBezTo>
                    <a:pt x="110" y="173"/>
                    <a:pt x="110" y="173"/>
                    <a:pt x="110" y="173"/>
                  </a:cubicBezTo>
                  <a:cubicBezTo>
                    <a:pt x="110" y="172"/>
                    <a:pt x="110" y="172"/>
                    <a:pt x="110" y="172"/>
                  </a:cubicBezTo>
                  <a:cubicBezTo>
                    <a:pt x="115" y="165"/>
                    <a:pt x="115" y="165"/>
                    <a:pt x="115" y="165"/>
                  </a:cubicBezTo>
                  <a:cubicBezTo>
                    <a:pt x="116" y="164"/>
                    <a:pt x="116" y="164"/>
                    <a:pt x="116" y="164"/>
                  </a:cubicBezTo>
                  <a:cubicBezTo>
                    <a:pt x="122" y="161"/>
                    <a:pt x="122" y="161"/>
                    <a:pt x="122" y="161"/>
                  </a:cubicBezTo>
                  <a:cubicBezTo>
                    <a:pt x="123" y="161"/>
                    <a:pt x="123" y="161"/>
                    <a:pt x="123" y="161"/>
                  </a:cubicBezTo>
                  <a:cubicBezTo>
                    <a:pt x="124" y="160"/>
                    <a:pt x="124" y="160"/>
                    <a:pt x="124" y="160"/>
                  </a:cubicBezTo>
                  <a:cubicBezTo>
                    <a:pt x="131" y="163"/>
                    <a:pt x="131" y="163"/>
                    <a:pt x="131" y="163"/>
                  </a:cubicBezTo>
                  <a:cubicBezTo>
                    <a:pt x="132" y="163"/>
                    <a:pt x="132" y="163"/>
                    <a:pt x="132" y="163"/>
                  </a:cubicBezTo>
                  <a:cubicBezTo>
                    <a:pt x="133" y="163"/>
                    <a:pt x="133" y="163"/>
                    <a:pt x="133" y="163"/>
                  </a:cubicBezTo>
                  <a:cubicBezTo>
                    <a:pt x="137" y="172"/>
                    <a:pt x="137" y="172"/>
                    <a:pt x="137" y="172"/>
                  </a:cubicBezTo>
                  <a:cubicBezTo>
                    <a:pt x="137" y="180"/>
                    <a:pt x="137" y="180"/>
                    <a:pt x="137" y="180"/>
                  </a:cubicBezTo>
                  <a:cubicBezTo>
                    <a:pt x="144" y="192"/>
                    <a:pt x="144" y="192"/>
                    <a:pt x="144" y="192"/>
                  </a:cubicBezTo>
                  <a:cubicBezTo>
                    <a:pt x="144" y="192"/>
                    <a:pt x="144" y="192"/>
                    <a:pt x="144" y="192"/>
                  </a:cubicBezTo>
                  <a:cubicBezTo>
                    <a:pt x="144" y="193"/>
                    <a:pt x="144" y="193"/>
                    <a:pt x="144" y="193"/>
                  </a:cubicBezTo>
                  <a:cubicBezTo>
                    <a:pt x="144" y="202"/>
                    <a:pt x="144" y="202"/>
                    <a:pt x="144" y="202"/>
                  </a:cubicBezTo>
                  <a:cubicBezTo>
                    <a:pt x="145" y="205"/>
                    <a:pt x="145" y="205"/>
                    <a:pt x="145" y="205"/>
                  </a:cubicBezTo>
                  <a:cubicBezTo>
                    <a:pt x="147" y="205"/>
                    <a:pt x="147" y="205"/>
                    <a:pt x="147" y="205"/>
                  </a:cubicBezTo>
                  <a:cubicBezTo>
                    <a:pt x="150" y="202"/>
                    <a:pt x="150" y="202"/>
                    <a:pt x="150" y="202"/>
                  </a:cubicBezTo>
                  <a:cubicBezTo>
                    <a:pt x="150" y="201"/>
                    <a:pt x="150" y="201"/>
                    <a:pt x="150" y="201"/>
                  </a:cubicBezTo>
                  <a:cubicBezTo>
                    <a:pt x="158" y="205"/>
                    <a:pt x="158" y="205"/>
                    <a:pt x="158" y="205"/>
                  </a:cubicBezTo>
                  <a:cubicBezTo>
                    <a:pt x="158" y="205"/>
                    <a:pt x="158" y="205"/>
                    <a:pt x="158" y="205"/>
                  </a:cubicBezTo>
                  <a:cubicBezTo>
                    <a:pt x="159" y="205"/>
                    <a:pt x="159" y="205"/>
                    <a:pt x="159" y="205"/>
                  </a:cubicBezTo>
                  <a:cubicBezTo>
                    <a:pt x="159" y="207"/>
                    <a:pt x="159" y="207"/>
                    <a:pt x="159" y="207"/>
                  </a:cubicBezTo>
                  <a:cubicBezTo>
                    <a:pt x="159" y="207"/>
                    <a:pt x="159" y="207"/>
                    <a:pt x="159" y="207"/>
                  </a:cubicBezTo>
                  <a:cubicBezTo>
                    <a:pt x="161" y="217"/>
                    <a:pt x="161" y="217"/>
                    <a:pt x="161" y="217"/>
                  </a:cubicBezTo>
                  <a:cubicBezTo>
                    <a:pt x="164" y="219"/>
                    <a:pt x="164" y="219"/>
                    <a:pt x="164" y="219"/>
                  </a:cubicBezTo>
                  <a:cubicBezTo>
                    <a:pt x="165" y="218"/>
                    <a:pt x="165" y="218"/>
                    <a:pt x="165" y="218"/>
                  </a:cubicBezTo>
                  <a:cubicBezTo>
                    <a:pt x="168" y="210"/>
                    <a:pt x="168" y="210"/>
                    <a:pt x="168" y="210"/>
                  </a:cubicBezTo>
                  <a:cubicBezTo>
                    <a:pt x="168" y="210"/>
                    <a:pt x="168" y="210"/>
                    <a:pt x="168" y="210"/>
                  </a:cubicBezTo>
                  <a:cubicBezTo>
                    <a:pt x="168" y="208"/>
                    <a:pt x="168" y="208"/>
                    <a:pt x="168" y="208"/>
                  </a:cubicBezTo>
                  <a:cubicBezTo>
                    <a:pt x="169" y="208"/>
                    <a:pt x="169" y="208"/>
                    <a:pt x="169" y="208"/>
                  </a:cubicBezTo>
                  <a:cubicBezTo>
                    <a:pt x="170" y="208"/>
                    <a:pt x="170" y="208"/>
                    <a:pt x="170" y="208"/>
                  </a:cubicBezTo>
                  <a:cubicBezTo>
                    <a:pt x="174" y="206"/>
                    <a:pt x="174" y="206"/>
                    <a:pt x="174" y="206"/>
                  </a:cubicBezTo>
                  <a:cubicBezTo>
                    <a:pt x="175" y="206"/>
                    <a:pt x="175" y="206"/>
                    <a:pt x="175" y="206"/>
                  </a:cubicBezTo>
                  <a:cubicBezTo>
                    <a:pt x="175" y="205"/>
                    <a:pt x="175" y="205"/>
                    <a:pt x="175" y="205"/>
                  </a:cubicBezTo>
                  <a:cubicBezTo>
                    <a:pt x="180" y="205"/>
                    <a:pt x="180" y="205"/>
                    <a:pt x="180" y="205"/>
                  </a:cubicBezTo>
                  <a:cubicBezTo>
                    <a:pt x="179" y="202"/>
                    <a:pt x="179" y="202"/>
                    <a:pt x="179" y="202"/>
                  </a:cubicBezTo>
                  <a:cubicBezTo>
                    <a:pt x="179" y="201"/>
                    <a:pt x="179" y="201"/>
                    <a:pt x="179" y="201"/>
                  </a:cubicBezTo>
                  <a:cubicBezTo>
                    <a:pt x="176" y="173"/>
                    <a:pt x="176" y="173"/>
                    <a:pt x="176" y="173"/>
                  </a:cubicBezTo>
                  <a:cubicBezTo>
                    <a:pt x="164" y="154"/>
                    <a:pt x="164" y="154"/>
                    <a:pt x="164" y="154"/>
                  </a:cubicBezTo>
                  <a:cubicBezTo>
                    <a:pt x="142" y="128"/>
                    <a:pt x="142" y="128"/>
                    <a:pt x="142" y="128"/>
                  </a:cubicBezTo>
                  <a:cubicBezTo>
                    <a:pt x="142" y="128"/>
                    <a:pt x="142" y="128"/>
                    <a:pt x="142" y="128"/>
                  </a:cubicBezTo>
                  <a:cubicBezTo>
                    <a:pt x="141" y="111"/>
                    <a:pt x="141" y="111"/>
                    <a:pt x="141" y="111"/>
                  </a:cubicBezTo>
                  <a:cubicBezTo>
                    <a:pt x="133" y="98"/>
                    <a:pt x="133" y="98"/>
                    <a:pt x="133" y="98"/>
                  </a:cubicBezTo>
                  <a:cubicBezTo>
                    <a:pt x="133" y="98"/>
                    <a:pt x="133" y="98"/>
                    <a:pt x="133" y="98"/>
                  </a:cubicBezTo>
                  <a:cubicBezTo>
                    <a:pt x="133" y="97"/>
                    <a:pt x="133" y="97"/>
                    <a:pt x="133" y="97"/>
                  </a:cubicBezTo>
                  <a:cubicBezTo>
                    <a:pt x="133" y="97"/>
                    <a:pt x="133" y="97"/>
                    <a:pt x="133" y="97"/>
                  </a:cubicBezTo>
                  <a:cubicBezTo>
                    <a:pt x="133" y="96"/>
                    <a:pt x="133" y="96"/>
                    <a:pt x="133" y="96"/>
                  </a:cubicBezTo>
                  <a:cubicBezTo>
                    <a:pt x="137" y="80"/>
                    <a:pt x="137" y="80"/>
                    <a:pt x="137" y="80"/>
                  </a:cubicBezTo>
                  <a:cubicBezTo>
                    <a:pt x="138" y="80"/>
                    <a:pt x="138" y="80"/>
                    <a:pt x="138" y="80"/>
                  </a:cubicBezTo>
                  <a:cubicBezTo>
                    <a:pt x="139" y="80"/>
                    <a:pt x="139" y="80"/>
                    <a:pt x="139" y="80"/>
                  </a:cubicBezTo>
                  <a:cubicBezTo>
                    <a:pt x="178" y="78"/>
                    <a:pt x="178" y="78"/>
                    <a:pt x="178" y="78"/>
                  </a:cubicBezTo>
                  <a:cubicBezTo>
                    <a:pt x="198" y="67"/>
                    <a:pt x="198" y="67"/>
                    <a:pt x="198" y="67"/>
                  </a:cubicBezTo>
                  <a:cubicBezTo>
                    <a:pt x="198" y="67"/>
                    <a:pt x="198" y="67"/>
                    <a:pt x="198" y="67"/>
                  </a:cubicBezTo>
                  <a:cubicBezTo>
                    <a:pt x="199" y="66"/>
                    <a:pt x="199" y="66"/>
                    <a:pt x="199" y="66"/>
                  </a:cubicBezTo>
                  <a:cubicBezTo>
                    <a:pt x="206" y="64"/>
                    <a:pt x="211" y="61"/>
                    <a:pt x="212" y="58"/>
                  </a:cubicBezTo>
                  <a:cubicBezTo>
                    <a:pt x="214" y="55"/>
                    <a:pt x="215" y="51"/>
                    <a:pt x="215" y="44"/>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3" name="Freeform 23"/>
            <p:cNvSpPr/>
            <p:nvPr/>
          </p:nvSpPr>
          <p:spPr bwMode="auto">
            <a:xfrm>
              <a:off x="3381566" y="2499297"/>
              <a:ext cx="284162" cy="622300"/>
            </a:xfrm>
            <a:custGeom>
              <a:avLst/>
              <a:gdLst>
                <a:gd name="T0" fmla="*/ 151 w 164"/>
                <a:gd name="T1" fmla="*/ 5 h 360"/>
                <a:gd name="T2" fmla="*/ 142 w 164"/>
                <a:gd name="T3" fmla="*/ 9 h 360"/>
                <a:gd name="T4" fmla="*/ 134 w 164"/>
                <a:gd name="T5" fmla="*/ 18 h 360"/>
                <a:gd name="T6" fmla="*/ 132 w 164"/>
                <a:gd name="T7" fmla="*/ 19 h 360"/>
                <a:gd name="T8" fmla="*/ 102 w 164"/>
                <a:gd name="T9" fmla="*/ 21 h 360"/>
                <a:gd name="T10" fmla="*/ 93 w 164"/>
                <a:gd name="T11" fmla="*/ 30 h 360"/>
                <a:gd name="T12" fmla="*/ 84 w 164"/>
                <a:gd name="T13" fmla="*/ 36 h 360"/>
                <a:gd name="T14" fmla="*/ 70 w 164"/>
                <a:gd name="T15" fmla="*/ 36 h 360"/>
                <a:gd name="T16" fmla="*/ 63 w 164"/>
                <a:gd name="T17" fmla="*/ 57 h 360"/>
                <a:gd name="T18" fmla="*/ 62 w 164"/>
                <a:gd name="T19" fmla="*/ 58 h 360"/>
                <a:gd name="T20" fmla="*/ 50 w 164"/>
                <a:gd name="T21" fmla="*/ 70 h 360"/>
                <a:gd name="T22" fmla="*/ 31 w 164"/>
                <a:gd name="T23" fmla="*/ 91 h 360"/>
                <a:gd name="T24" fmla="*/ 20 w 164"/>
                <a:gd name="T25" fmla="*/ 102 h 360"/>
                <a:gd name="T26" fmla="*/ 19 w 164"/>
                <a:gd name="T27" fmla="*/ 117 h 360"/>
                <a:gd name="T28" fmla="*/ 19 w 164"/>
                <a:gd name="T29" fmla="*/ 129 h 360"/>
                <a:gd name="T30" fmla="*/ 12 w 164"/>
                <a:gd name="T31" fmla="*/ 140 h 360"/>
                <a:gd name="T32" fmla="*/ 12 w 164"/>
                <a:gd name="T33" fmla="*/ 170 h 360"/>
                <a:gd name="T34" fmla="*/ 18 w 164"/>
                <a:gd name="T35" fmla="*/ 186 h 360"/>
                <a:gd name="T36" fmla="*/ 17 w 164"/>
                <a:gd name="T37" fmla="*/ 200 h 360"/>
                <a:gd name="T38" fmla="*/ 5 w 164"/>
                <a:gd name="T39" fmla="*/ 245 h 360"/>
                <a:gd name="T40" fmla="*/ 13 w 164"/>
                <a:gd name="T41" fmla="*/ 282 h 360"/>
                <a:gd name="T42" fmla="*/ 10 w 164"/>
                <a:gd name="T43" fmla="*/ 360 h 360"/>
                <a:gd name="T44" fmla="*/ 25 w 164"/>
                <a:gd name="T45" fmla="*/ 345 h 360"/>
                <a:gd name="T46" fmla="*/ 85 w 164"/>
                <a:gd name="T47" fmla="*/ 315 h 360"/>
                <a:gd name="T48" fmla="*/ 114 w 164"/>
                <a:gd name="T49" fmla="*/ 318 h 360"/>
                <a:gd name="T50" fmla="*/ 138 w 164"/>
                <a:gd name="T51" fmla="*/ 297 h 360"/>
                <a:gd name="T52" fmla="*/ 144 w 164"/>
                <a:gd name="T53" fmla="*/ 282 h 360"/>
                <a:gd name="T54" fmla="*/ 144 w 164"/>
                <a:gd name="T55" fmla="*/ 280 h 360"/>
                <a:gd name="T56" fmla="*/ 147 w 164"/>
                <a:gd name="T57" fmla="*/ 258 h 360"/>
                <a:gd name="T58" fmla="*/ 149 w 164"/>
                <a:gd name="T59" fmla="*/ 246 h 360"/>
                <a:gd name="T60" fmla="*/ 144 w 164"/>
                <a:gd name="T61" fmla="*/ 213 h 360"/>
                <a:gd name="T62" fmla="*/ 146 w 164"/>
                <a:gd name="T63" fmla="*/ 203 h 360"/>
                <a:gd name="T64" fmla="*/ 164 w 164"/>
                <a:gd name="T65" fmla="*/ 163 h 360"/>
                <a:gd name="T66" fmla="*/ 138 w 164"/>
                <a:gd name="T67" fmla="*/ 140 h 360"/>
                <a:gd name="T68" fmla="*/ 134 w 164"/>
                <a:gd name="T69" fmla="*/ 129 h 360"/>
                <a:gd name="T70" fmla="*/ 136 w 164"/>
                <a:gd name="T71" fmla="*/ 111 h 360"/>
                <a:gd name="T72" fmla="*/ 140 w 164"/>
                <a:gd name="T73" fmla="*/ 98 h 360"/>
                <a:gd name="T74" fmla="*/ 158 w 164"/>
                <a:gd name="T75" fmla="*/ 84 h 360"/>
                <a:gd name="T76" fmla="*/ 162 w 164"/>
                <a:gd name="T77" fmla="*/ 50 h 360"/>
                <a:gd name="T78" fmla="*/ 151 w 164"/>
                <a:gd name="T79" fmla="*/ 48 h 360"/>
                <a:gd name="T80" fmla="*/ 138 w 164"/>
                <a:gd name="T81" fmla="*/ 40 h 360"/>
                <a:gd name="T82" fmla="*/ 137 w 164"/>
                <a:gd name="T83" fmla="*/ 24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4" h="360">
                  <a:moveTo>
                    <a:pt x="153" y="18"/>
                  </a:moveTo>
                  <a:cubicBezTo>
                    <a:pt x="155" y="15"/>
                    <a:pt x="155" y="15"/>
                    <a:pt x="155" y="15"/>
                  </a:cubicBezTo>
                  <a:cubicBezTo>
                    <a:pt x="151" y="5"/>
                    <a:pt x="151" y="5"/>
                    <a:pt x="151" y="5"/>
                  </a:cubicBezTo>
                  <a:cubicBezTo>
                    <a:pt x="147" y="0"/>
                    <a:pt x="147" y="0"/>
                    <a:pt x="147" y="0"/>
                  </a:cubicBezTo>
                  <a:cubicBezTo>
                    <a:pt x="142" y="8"/>
                    <a:pt x="142" y="8"/>
                    <a:pt x="142" y="8"/>
                  </a:cubicBezTo>
                  <a:cubicBezTo>
                    <a:pt x="142" y="9"/>
                    <a:pt x="142" y="9"/>
                    <a:pt x="142" y="9"/>
                  </a:cubicBezTo>
                  <a:cubicBezTo>
                    <a:pt x="142" y="9"/>
                    <a:pt x="142" y="9"/>
                    <a:pt x="142" y="9"/>
                  </a:cubicBezTo>
                  <a:cubicBezTo>
                    <a:pt x="142" y="9"/>
                    <a:pt x="142" y="9"/>
                    <a:pt x="142" y="9"/>
                  </a:cubicBezTo>
                  <a:cubicBezTo>
                    <a:pt x="134" y="18"/>
                    <a:pt x="134" y="18"/>
                    <a:pt x="134" y="18"/>
                  </a:cubicBezTo>
                  <a:cubicBezTo>
                    <a:pt x="134" y="18"/>
                    <a:pt x="134" y="18"/>
                    <a:pt x="134" y="18"/>
                  </a:cubicBezTo>
                  <a:cubicBezTo>
                    <a:pt x="133" y="19"/>
                    <a:pt x="133" y="19"/>
                    <a:pt x="133" y="19"/>
                  </a:cubicBezTo>
                  <a:cubicBezTo>
                    <a:pt x="132" y="19"/>
                    <a:pt x="132" y="19"/>
                    <a:pt x="132" y="19"/>
                  </a:cubicBezTo>
                  <a:cubicBezTo>
                    <a:pt x="117" y="23"/>
                    <a:pt x="117" y="23"/>
                    <a:pt x="117" y="23"/>
                  </a:cubicBezTo>
                  <a:cubicBezTo>
                    <a:pt x="116" y="23"/>
                    <a:pt x="116" y="23"/>
                    <a:pt x="116" y="23"/>
                  </a:cubicBezTo>
                  <a:cubicBezTo>
                    <a:pt x="102" y="21"/>
                    <a:pt x="102" y="21"/>
                    <a:pt x="102" y="21"/>
                  </a:cubicBezTo>
                  <a:cubicBezTo>
                    <a:pt x="94" y="23"/>
                    <a:pt x="94" y="23"/>
                    <a:pt x="94" y="23"/>
                  </a:cubicBezTo>
                  <a:cubicBezTo>
                    <a:pt x="93" y="30"/>
                    <a:pt x="93" y="30"/>
                    <a:pt x="93" y="30"/>
                  </a:cubicBezTo>
                  <a:cubicBezTo>
                    <a:pt x="93" y="30"/>
                    <a:pt x="93" y="30"/>
                    <a:pt x="93" y="30"/>
                  </a:cubicBezTo>
                  <a:cubicBezTo>
                    <a:pt x="92" y="31"/>
                    <a:pt x="92" y="31"/>
                    <a:pt x="92" y="31"/>
                  </a:cubicBezTo>
                  <a:cubicBezTo>
                    <a:pt x="85" y="35"/>
                    <a:pt x="85" y="35"/>
                    <a:pt x="85" y="35"/>
                  </a:cubicBezTo>
                  <a:cubicBezTo>
                    <a:pt x="84" y="36"/>
                    <a:pt x="84" y="36"/>
                    <a:pt x="84" y="36"/>
                  </a:cubicBezTo>
                  <a:cubicBezTo>
                    <a:pt x="83" y="36"/>
                    <a:pt x="83" y="36"/>
                    <a:pt x="83" y="36"/>
                  </a:cubicBezTo>
                  <a:cubicBezTo>
                    <a:pt x="71" y="34"/>
                    <a:pt x="71" y="34"/>
                    <a:pt x="71" y="34"/>
                  </a:cubicBezTo>
                  <a:cubicBezTo>
                    <a:pt x="70" y="36"/>
                    <a:pt x="70" y="36"/>
                    <a:pt x="70" y="36"/>
                  </a:cubicBezTo>
                  <a:cubicBezTo>
                    <a:pt x="70" y="48"/>
                    <a:pt x="70" y="48"/>
                    <a:pt x="70" y="48"/>
                  </a:cubicBezTo>
                  <a:cubicBezTo>
                    <a:pt x="70" y="48"/>
                    <a:pt x="70" y="48"/>
                    <a:pt x="70" y="48"/>
                  </a:cubicBezTo>
                  <a:cubicBezTo>
                    <a:pt x="63" y="57"/>
                    <a:pt x="63" y="57"/>
                    <a:pt x="63" y="57"/>
                  </a:cubicBezTo>
                  <a:cubicBezTo>
                    <a:pt x="63" y="57"/>
                    <a:pt x="63" y="57"/>
                    <a:pt x="63" y="57"/>
                  </a:cubicBezTo>
                  <a:cubicBezTo>
                    <a:pt x="63" y="58"/>
                    <a:pt x="63" y="58"/>
                    <a:pt x="63" y="58"/>
                  </a:cubicBezTo>
                  <a:cubicBezTo>
                    <a:pt x="62" y="58"/>
                    <a:pt x="62" y="58"/>
                    <a:pt x="62" y="58"/>
                  </a:cubicBezTo>
                  <a:cubicBezTo>
                    <a:pt x="51" y="69"/>
                    <a:pt x="51" y="69"/>
                    <a:pt x="51" y="69"/>
                  </a:cubicBezTo>
                  <a:cubicBezTo>
                    <a:pt x="50" y="69"/>
                    <a:pt x="50" y="69"/>
                    <a:pt x="50" y="69"/>
                  </a:cubicBezTo>
                  <a:cubicBezTo>
                    <a:pt x="50" y="70"/>
                    <a:pt x="50" y="70"/>
                    <a:pt x="50" y="70"/>
                  </a:cubicBezTo>
                  <a:cubicBezTo>
                    <a:pt x="37" y="72"/>
                    <a:pt x="37" y="72"/>
                    <a:pt x="37" y="72"/>
                  </a:cubicBezTo>
                  <a:cubicBezTo>
                    <a:pt x="29" y="81"/>
                    <a:pt x="29" y="81"/>
                    <a:pt x="29" y="81"/>
                  </a:cubicBezTo>
                  <a:cubicBezTo>
                    <a:pt x="31" y="91"/>
                    <a:pt x="31" y="91"/>
                    <a:pt x="31" y="91"/>
                  </a:cubicBezTo>
                  <a:cubicBezTo>
                    <a:pt x="31" y="93"/>
                    <a:pt x="31" y="93"/>
                    <a:pt x="31" y="93"/>
                  </a:cubicBezTo>
                  <a:cubicBezTo>
                    <a:pt x="29" y="94"/>
                    <a:pt x="29" y="94"/>
                    <a:pt x="29" y="94"/>
                  </a:cubicBezTo>
                  <a:cubicBezTo>
                    <a:pt x="20" y="102"/>
                    <a:pt x="20" y="102"/>
                    <a:pt x="20" y="102"/>
                  </a:cubicBezTo>
                  <a:cubicBezTo>
                    <a:pt x="16" y="109"/>
                    <a:pt x="16" y="109"/>
                    <a:pt x="16" y="109"/>
                  </a:cubicBezTo>
                  <a:cubicBezTo>
                    <a:pt x="19" y="116"/>
                    <a:pt x="19" y="116"/>
                    <a:pt x="19" y="116"/>
                  </a:cubicBezTo>
                  <a:cubicBezTo>
                    <a:pt x="19" y="117"/>
                    <a:pt x="19" y="117"/>
                    <a:pt x="19" y="117"/>
                  </a:cubicBezTo>
                  <a:cubicBezTo>
                    <a:pt x="19" y="118"/>
                    <a:pt x="19" y="118"/>
                    <a:pt x="19" y="118"/>
                  </a:cubicBezTo>
                  <a:cubicBezTo>
                    <a:pt x="19" y="129"/>
                    <a:pt x="19" y="129"/>
                    <a:pt x="19" y="129"/>
                  </a:cubicBezTo>
                  <a:cubicBezTo>
                    <a:pt x="19" y="129"/>
                    <a:pt x="19" y="129"/>
                    <a:pt x="19" y="129"/>
                  </a:cubicBezTo>
                  <a:cubicBezTo>
                    <a:pt x="19" y="130"/>
                    <a:pt x="19" y="130"/>
                    <a:pt x="19" y="130"/>
                  </a:cubicBezTo>
                  <a:cubicBezTo>
                    <a:pt x="12" y="139"/>
                    <a:pt x="12" y="139"/>
                    <a:pt x="12" y="139"/>
                  </a:cubicBezTo>
                  <a:cubicBezTo>
                    <a:pt x="12" y="140"/>
                    <a:pt x="12" y="140"/>
                    <a:pt x="12" y="140"/>
                  </a:cubicBezTo>
                  <a:cubicBezTo>
                    <a:pt x="3" y="150"/>
                    <a:pt x="3" y="150"/>
                    <a:pt x="3" y="150"/>
                  </a:cubicBezTo>
                  <a:cubicBezTo>
                    <a:pt x="5" y="163"/>
                    <a:pt x="5" y="163"/>
                    <a:pt x="5" y="163"/>
                  </a:cubicBezTo>
                  <a:cubicBezTo>
                    <a:pt x="12" y="170"/>
                    <a:pt x="12" y="170"/>
                    <a:pt x="12" y="170"/>
                  </a:cubicBezTo>
                  <a:cubicBezTo>
                    <a:pt x="12" y="170"/>
                    <a:pt x="12" y="170"/>
                    <a:pt x="12" y="170"/>
                  </a:cubicBezTo>
                  <a:cubicBezTo>
                    <a:pt x="12" y="170"/>
                    <a:pt x="12" y="170"/>
                    <a:pt x="12" y="170"/>
                  </a:cubicBezTo>
                  <a:cubicBezTo>
                    <a:pt x="16" y="177"/>
                    <a:pt x="18" y="181"/>
                    <a:pt x="18" y="186"/>
                  </a:cubicBezTo>
                  <a:cubicBezTo>
                    <a:pt x="18" y="199"/>
                    <a:pt x="18" y="199"/>
                    <a:pt x="18" y="199"/>
                  </a:cubicBezTo>
                  <a:cubicBezTo>
                    <a:pt x="17" y="199"/>
                    <a:pt x="17" y="199"/>
                    <a:pt x="17" y="199"/>
                  </a:cubicBezTo>
                  <a:cubicBezTo>
                    <a:pt x="17" y="200"/>
                    <a:pt x="17" y="200"/>
                    <a:pt x="17" y="200"/>
                  </a:cubicBezTo>
                  <a:cubicBezTo>
                    <a:pt x="5" y="209"/>
                    <a:pt x="5" y="209"/>
                    <a:pt x="5" y="209"/>
                  </a:cubicBezTo>
                  <a:cubicBezTo>
                    <a:pt x="3" y="227"/>
                    <a:pt x="3" y="227"/>
                    <a:pt x="3" y="227"/>
                  </a:cubicBezTo>
                  <a:cubicBezTo>
                    <a:pt x="5" y="245"/>
                    <a:pt x="5" y="245"/>
                    <a:pt x="5" y="245"/>
                  </a:cubicBezTo>
                  <a:cubicBezTo>
                    <a:pt x="5" y="251"/>
                    <a:pt x="7" y="263"/>
                    <a:pt x="13" y="280"/>
                  </a:cubicBezTo>
                  <a:cubicBezTo>
                    <a:pt x="13" y="280"/>
                    <a:pt x="13" y="280"/>
                    <a:pt x="13" y="280"/>
                  </a:cubicBezTo>
                  <a:cubicBezTo>
                    <a:pt x="13" y="282"/>
                    <a:pt x="13" y="282"/>
                    <a:pt x="13" y="282"/>
                  </a:cubicBezTo>
                  <a:cubicBezTo>
                    <a:pt x="0" y="343"/>
                    <a:pt x="0" y="343"/>
                    <a:pt x="0" y="343"/>
                  </a:cubicBezTo>
                  <a:cubicBezTo>
                    <a:pt x="1" y="356"/>
                    <a:pt x="1" y="356"/>
                    <a:pt x="1" y="356"/>
                  </a:cubicBezTo>
                  <a:cubicBezTo>
                    <a:pt x="10" y="360"/>
                    <a:pt x="10" y="360"/>
                    <a:pt x="10" y="360"/>
                  </a:cubicBezTo>
                  <a:cubicBezTo>
                    <a:pt x="25" y="345"/>
                    <a:pt x="25" y="345"/>
                    <a:pt x="25" y="345"/>
                  </a:cubicBezTo>
                  <a:cubicBezTo>
                    <a:pt x="25" y="345"/>
                    <a:pt x="25" y="345"/>
                    <a:pt x="25" y="345"/>
                  </a:cubicBezTo>
                  <a:cubicBezTo>
                    <a:pt x="25" y="345"/>
                    <a:pt x="25" y="345"/>
                    <a:pt x="25" y="345"/>
                  </a:cubicBezTo>
                  <a:cubicBezTo>
                    <a:pt x="72" y="327"/>
                    <a:pt x="72" y="327"/>
                    <a:pt x="72" y="327"/>
                  </a:cubicBezTo>
                  <a:cubicBezTo>
                    <a:pt x="84" y="316"/>
                    <a:pt x="84" y="316"/>
                    <a:pt x="84" y="316"/>
                  </a:cubicBezTo>
                  <a:cubicBezTo>
                    <a:pt x="85" y="315"/>
                    <a:pt x="85" y="315"/>
                    <a:pt x="85" y="315"/>
                  </a:cubicBezTo>
                  <a:cubicBezTo>
                    <a:pt x="86" y="316"/>
                    <a:pt x="86" y="316"/>
                    <a:pt x="86" y="316"/>
                  </a:cubicBezTo>
                  <a:cubicBezTo>
                    <a:pt x="87" y="316"/>
                    <a:pt x="87" y="316"/>
                    <a:pt x="87" y="316"/>
                  </a:cubicBezTo>
                  <a:cubicBezTo>
                    <a:pt x="114" y="318"/>
                    <a:pt x="114" y="318"/>
                    <a:pt x="114" y="318"/>
                  </a:cubicBezTo>
                  <a:cubicBezTo>
                    <a:pt x="117" y="318"/>
                    <a:pt x="125" y="315"/>
                    <a:pt x="137" y="310"/>
                  </a:cubicBezTo>
                  <a:cubicBezTo>
                    <a:pt x="137" y="297"/>
                    <a:pt x="137" y="297"/>
                    <a:pt x="137" y="297"/>
                  </a:cubicBezTo>
                  <a:cubicBezTo>
                    <a:pt x="138" y="297"/>
                    <a:pt x="138" y="297"/>
                    <a:pt x="138" y="297"/>
                  </a:cubicBezTo>
                  <a:cubicBezTo>
                    <a:pt x="138" y="297"/>
                    <a:pt x="138" y="297"/>
                    <a:pt x="138" y="297"/>
                  </a:cubicBezTo>
                  <a:cubicBezTo>
                    <a:pt x="145" y="290"/>
                    <a:pt x="145" y="290"/>
                    <a:pt x="145" y="290"/>
                  </a:cubicBezTo>
                  <a:cubicBezTo>
                    <a:pt x="144" y="282"/>
                    <a:pt x="144" y="282"/>
                    <a:pt x="144" y="282"/>
                  </a:cubicBezTo>
                  <a:cubicBezTo>
                    <a:pt x="144" y="282"/>
                    <a:pt x="144" y="282"/>
                    <a:pt x="144" y="282"/>
                  </a:cubicBezTo>
                  <a:cubicBezTo>
                    <a:pt x="144" y="281"/>
                    <a:pt x="144" y="281"/>
                    <a:pt x="144" y="281"/>
                  </a:cubicBezTo>
                  <a:cubicBezTo>
                    <a:pt x="144" y="280"/>
                    <a:pt x="144" y="280"/>
                    <a:pt x="144" y="280"/>
                  </a:cubicBezTo>
                  <a:cubicBezTo>
                    <a:pt x="144" y="279"/>
                    <a:pt x="144" y="279"/>
                    <a:pt x="144" y="279"/>
                  </a:cubicBezTo>
                  <a:cubicBezTo>
                    <a:pt x="147" y="277"/>
                    <a:pt x="147" y="274"/>
                    <a:pt x="145" y="272"/>
                  </a:cubicBezTo>
                  <a:cubicBezTo>
                    <a:pt x="143" y="269"/>
                    <a:pt x="144" y="264"/>
                    <a:pt x="147" y="258"/>
                  </a:cubicBezTo>
                  <a:cubicBezTo>
                    <a:pt x="150" y="254"/>
                    <a:pt x="150" y="254"/>
                    <a:pt x="150" y="254"/>
                  </a:cubicBezTo>
                  <a:cubicBezTo>
                    <a:pt x="150" y="254"/>
                    <a:pt x="150" y="254"/>
                    <a:pt x="150" y="254"/>
                  </a:cubicBezTo>
                  <a:cubicBezTo>
                    <a:pt x="149" y="246"/>
                    <a:pt x="149" y="246"/>
                    <a:pt x="149" y="246"/>
                  </a:cubicBezTo>
                  <a:cubicBezTo>
                    <a:pt x="140" y="235"/>
                    <a:pt x="140" y="235"/>
                    <a:pt x="140" y="235"/>
                  </a:cubicBezTo>
                  <a:cubicBezTo>
                    <a:pt x="136" y="232"/>
                    <a:pt x="135" y="227"/>
                    <a:pt x="138" y="223"/>
                  </a:cubicBezTo>
                  <a:cubicBezTo>
                    <a:pt x="139" y="220"/>
                    <a:pt x="141" y="216"/>
                    <a:pt x="144" y="213"/>
                  </a:cubicBezTo>
                  <a:cubicBezTo>
                    <a:pt x="146" y="203"/>
                    <a:pt x="146" y="203"/>
                    <a:pt x="146" y="203"/>
                  </a:cubicBezTo>
                  <a:cubicBezTo>
                    <a:pt x="146" y="203"/>
                    <a:pt x="146" y="203"/>
                    <a:pt x="146" y="203"/>
                  </a:cubicBezTo>
                  <a:cubicBezTo>
                    <a:pt x="146" y="203"/>
                    <a:pt x="146" y="203"/>
                    <a:pt x="146" y="203"/>
                  </a:cubicBezTo>
                  <a:cubicBezTo>
                    <a:pt x="153" y="188"/>
                    <a:pt x="153" y="188"/>
                    <a:pt x="153" y="188"/>
                  </a:cubicBezTo>
                  <a:cubicBezTo>
                    <a:pt x="155" y="181"/>
                    <a:pt x="155" y="181"/>
                    <a:pt x="155" y="181"/>
                  </a:cubicBezTo>
                  <a:cubicBezTo>
                    <a:pt x="164" y="163"/>
                    <a:pt x="164" y="163"/>
                    <a:pt x="164" y="163"/>
                  </a:cubicBezTo>
                  <a:cubicBezTo>
                    <a:pt x="158" y="152"/>
                    <a:pt x="158" y="152"/>
                    <a:pt x="158" y="152"/>
                  </a:cubicBezTo>
                  <a:cubicBezTo>
                    <a:pt x="139" y="140"/>
                    <a:pt x="139" y="140"/>
                    <a:pt x="139" y="140"/>
                  </a:cubicBezTo>
                  <a:cubicBezTo>
                    <a:pt x="138" y="140"/>
                    <a:pt x="138" y="140"/>
                    <a:pt x="138" y="140"/>
                  </a:cubicBezTo>
                  <a:cubicBezTo>
                    <a:pt x="138" y="139"/>
                    <a:pt x="138" y="139"/>
                    <a:pt x="138" y="139"/>
                  </a:cubicBezTo>
                  <a:cubicBezTo>
                    <a:pt x="138" y="139"/>
                    <a:pt x="138" y="139"/>
                    <a:pt x="138" y="139"/>
                  </a:cubicBezTo>
                  <a:cubicBezTo>
                    <a:pt x="134" y="129"/>
                    <a:pt x="134" y="129"/>
                    <a:pt x="134" y="129"/>
                  </a:cubicBezTo>
                  <a:cubicBezTo>
                    <a:pt x="134" y="129"/>
                    <a:pt x="134" y="129"/>
                    <a:pt x="134" y="129"/>
                  </a:cubicBezTo>
                  <a:cubicBezTo>
                    <a:pt x="134" y="127"/>
                    <a:pt x="134" y="127"/>
                    <a:pt x="134" y="127"/>
                  </a:cubicBezTo>
                  <a:cubicBezTo>
                    <a:pt x="136" y="111"/>
                    <a:pt x="136" y="111"/>
                    <a:pt x="136" y="111"/>
                  </a:cubicBezTo>
                  <a:cubicBezTo>
                    <a:pt x="136" y="111"/>
                    <a:pt x="136" y="111"/>
                    <a:pt x="136" y="111"/>
                  </a:cubicBezTo>
                  <a:cubicBezTo>
                    <a:pt x="136" y="110"/>
                    <a:pt x="136" y="110"/>
                    <a:pt x="136" y="110"/>
                  </a:cubicBezTo>
                  <a:cubicBezTo>
                    <a:pt x="140" y="98"/>
                    <a:pt x="140" y="98"/>
                    <a:pt x="140" y="98"/>
                  </a:cubicBezTo>
                  <a:cubicBezTo>
                    <a:pt x="139" y="94"/>
                    <a:pt x="140" y="91"/>
                    <a:pt x="142" y="88"/>
                  </a:cubicBezTo>
                  <a:cubicBezTo>
                    <a:pt x="143" y="87"/>
                    <a:pt x="145" y="86"/>
                    <a:pt x="147" y="86"/>
                  </a:cubicBezTo>
                  <a:cubicBezTo>
                    <a:pt x="158" y="84"/>
                    <a:pt x="158" y="84"/>
                    <a:pt x="158" y="84"/>
                  </a:cubicBezTo>
                  <a:cubicBezTo>
                    <a:pt x="161" y="78"/>
                    <a:pt x="161" y="78"/>
                    <a:pt x="161" y="78"/>
                  </a:cubicBezTo>
                  <a:cubicBezTo>
                    <a:pt x="164" y="58"/>
                    <a:pt x="164" y="58"/>
                    <a:pt x="164" y="58"/>
                  </a:cubicBezTo>
                  <a:cubicBezTo>
                    <a:pt x="162" y="50"/>
                    <a:pt x="162" y="50"/>
                    <a:pt x="162" y="50"/>
                  </a:cubicBezTo>
                  <a:cubicBezTo>
                    <a:pt x="152" y="48"/>
                    <a:pt x="152" y="48"/>
                    <a:pt x="152" y="48"/>
                  </a:cubicBezTo>
                  <a:cubicBezTo>
                    <a:pt x="151" y="48"/>
                    <a:pt x="151" y="48"/>
                    <a:pt x="151" y="48"/>
                  </a:cubicBezTo>
                  <a:cubicBezTo>
                    <a:pt x="151" y="48"/>
                    <a:pt x="151" y="48"/>
                    <a:pt x="151" y="48"/>
                  </a:cubicBezTo>
                  <a:cubicBezTo>
                    <a:pt x="139" y="42"/>
                    <a:pt x="139" y="42"/>
                    <a:pt x="139" y="42"/>
                  </a:cubicBezTo>
                  <a:cubicBezTo>
                    <a:pt x="138" y="41"/>
                    <a:pt x="138" y="41"/>
                    <a:pt x="138" y="41"/>
                  </a:cubicBezTo>
                  <a:cubicBezTo>
                    <a:pt x="138" y="40"/>
                    <a:pt x="138" y="40"/>
                    <a:pt x="138" y="40"/>
                  </a:cubicBezTo>
                  <a:cubicBezTo>
                    <a:pt x="138" y="39"/>
                    <a:pt x="138" y="39"/>
                    <a:pt x="138" y="39"/>
                  </a:cubicBezTo>
                  <a:cubicBezTo>
                    <a:pt x="137" y="25"/>
                    <a:pt x="137" y="25"/>
                    <a:pt x="137" y="25"/>
                  </a:cubicBezTo>
                  <a:cubicBezTo>
                    <a:pt x="137" y="24"/>
                    <a:pt x="137" y="24"/>
                    <a:pt x="137" y="24"/>
                  </a:cubicBezTo>
                  <a:cubicBezTo>
                    <a:pt x="137" y="22"/>
                    <a:pt x="137" y="22"/>
                    <a:pt x="137" y="22"/>
                  </a:cubicBezTo>
                  <a:lnTo>
                    <a:pt x="153" y="18"/>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4" name="Freeform 24"/>
            <p:cNvSpPr/>
            <p:nvPr/>
          </p:nvSpPr>
          <p:spPr bwMode="auto">
            <a:xfrm>
              <a:off x="3397441" y="3994722"/>
              <a:ext cx="666750" cy="530225"/>
            </a:xfrm>
            <a:custGeom>
              <a:avLst/>
              <a:gdLst>
                <a:gd name="T0" fmla="*/ 371 w 385"/>
                <a:gd name="T1" fmla="*/ 99 h 306"/>
                <a:gd name="T2" fmla="*/ 385 w 385"/>
                <a:gd name="T3" fmla="*/ 96 h 306"/>
                <a:gd name="T4" fmla="*/ 357 w 385"/>
                <a:gd name="T5" fmla="*/ 68 h 306"/>
                <a:gd name="T6" fmla="*/ 339 w 385"/>
                <a:gd name="T7" fmla="*/ 34 h 306"/>
                <a:gd name="T8" fmla="*/ 306 w 385"/>
                <a:gd name="T9" fmla="*/ 42 h 306"/>
                <a:gd name="T10" fmla="*/ 304 w 385"/>
                <a:gd name="T11" fmla="*/ 45 h 306"/>
                <a:gd name="T12" fmla="*/ 277 w 385"/>
                <a:gd name="T13" fmla="*/ 39 h 306"/>
                <a:gd name="T14" fmla="*/ 228 w 385"/>
                <a:gd name="T15" fmla="*/ 61 h 306"/>
                <a:gd name="T16" fmla="*/ 228 w 385"/>
                <a:gd name="T17" fmla="*/ 29 h 306"/>
                <a:gd name="T18" fmla="*/ 226 w 385"/>
                <a:gd name="T19" fmla="*/ 16 h 306"/>
                <a:gd name="T20" fmla="*/ 210 w 385"/>
                <a:gd name="T21" fmla="*/ 15 h 306"/>
                <a:gd name="T22" fmla="*/ 192 w 385"/>
                <a:gd name="T23" fmla="*/ 14 h 306"/>
                <a:gd name="T24" fmla="*/ 166 w 385"/>
                <a:gd name="T25" fmla="*/ 2 h 306"/>
                <a:gd name="T26" fmla="*/ 159 w 385"/>
                <a:gd name="T27" fmla="*/ 38 h 306"/>
                <a:gd name="T28" fmla="*/ 125 w 385"/>
                <a:gd name="T29" fmla="*/ 28 h 306"/>
                <a:gd name="T30" fmla="*/ 118 w 385"/>
                <a:gd name="T31" fmla="*/ 25 h 306"/>
                <a:gd name="T32" fmla="*/ 108 w 385"/>
                <a:gd name="T33" fmla="*/ 51 h 306"/>
                <a:gd name="T34" fmla="*/ 113 w 385"/>
                <a:gd name="T35" fmla="*/ 72 h 306"/>
                <a:gd name="T36" fmla="*/ 102 w 385"/>
                <a:gd name="T37" fmla="*/ 93 h 306"/>
                <a:gd name="T38" fmla="*/ 79 w 385"/>
                <a:gd name="T39" fmla="*/ 156 h 306"/>
                <a:gd name="T40" fmla="*/ 44 w 385"/>
                <a:gd name="T41" fmla="*/ 179 h 306"/>
                <a:gd name="T42" fmla="*/ 48 w 385"/>
                <a:gd name="T43" fmla="*/ 190 h 306"/>
                <a:gd name="T44" fmla="*/ 28 w 385"/>
                <a:gd name="T45" fmla="*/ 217 h 306"/>
                <a:gd name="T46" fmla="*/ 8 w 385"/>
                <a:gd name="T47" fmla="*/ 223 h 306"/>
                <a:gd name="T48" fmla="*/ 3 w 385"/>
                <a:gd name="T49" fmla="*/ 279 h 306"/>
                <a:gd name="T50" fmla="*/ 11 w 385"/>
                <a:gd name="T51" fmla="*/ 298 h 306"/>
                <a:gd name="T52" fmla="*/ 31 w 385"/>
                <a:gd name="T53" fmla="*/ 305 h 306"/>
                <a:gd name="T54" fmla="*/ 33 w 385"/>
                <a:gd name="T55" fmla="*/ 303 h 306"/>
                <a:gd name="T56" fmla="*/ 27 w 385"/>
                <a:gd name="T57" fmla="*/ 284 h 306"/>
                <a:gd name="T58" fmla="*/ 18 w 385"/>
                <a:gd name="T59" fmla="*/ 276 h 306"/>
                <a:gd name="T60" fmla="*/ 28 w 385"/>
                <a:gd name="T61" fmla="*/ 264 h 306"/>
                <a:gd name="T62" fmla="*/ 48 w 385"/>
                <a:gd name="T63" fmla="*/ 247 h 306"/>
                <a:gd name="T64" fmla="*/ 97 w 385"/>
                <a:gd name="T65" fmla="*/ 215 h 306"/>
                <a:gd name="T66" fmla="*/ 107 w 385"/>
                <a:gd name="T67" fmla="*/ 221 h 306"/>
                <a:gd name="T68" fmla="*/ 113 w 385"/>
                <a:gd name="T69" fmla="*/ 215 h 306"/>
                <a:gd name="T70" fmla="*/ 146 w 385"/>
                <a:gd name="T71" fmla="*/ 208 h 306"/>
                <a:gd name="T72" fmla="*/ 148 w 385"/>
                <a:gd name="T73" fmla="*/ 207 h 306"/>
                <a:gd name="T74" fmla="*/ 180 w 385"/>
                <a:gd name="T75" fmla="*/ 195 h 306"/>
                <a:gd name="T76" fmla="*/ 187 w 385"/>
                <a:gd name="T77" fmla="*/ 146 h 306"/>
                <a:gd name="T78" fmla="*/ 198 w 385"/>
                <a:gd name="T79" fmla="*/ 144 h 306"/>
                <a:gd name="T80" fmla="*/ 200 w 385"/>
                <a:gd name="T81" fmla="*/ 145 h 306"/>
                <a:gd name="T82" fmla="*/ 241 w 385"/>
                <a:gd name="T83" fmla="*/ 171 h 306"/>
                <a:gd name="T84" fmla="*/ 236 w 385"/>
                <a:gd name="T85" fmla="*/ 157 h 306"/>
                <a:gd name="T86" fmla="*/ 252 w 385"/>
                <a:gd name="T87" fmla="*/ 151 h 306"/>
                <a:gd name="T88" fmla="*/ 262 w 385"/>
                <a:gd name="T89" fmla="*/ 145 h 306"/>
                <a:gd name="T90" fmla="*/ 292 w 385"/>
                <a:gd name="T91" fmla="*/ 154 h 306"/>
                <a:gd name="T92" fmla="*/ 312 w 385"/>
                <a:gd name="T93" fmla="*/ 141 h 306"/>
                <a:gd name="T94" fmla="*/ 314 w 385"/>
                <a:gd name="T95" fmla="*/ 143 h 306"/>
                <a:gd name="T96" fmla="*/ 361 w 385"/>
                <a:gd name="T97" fmla="*/ 10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5" h="306">
                  <a:moveTo>
                    <a:pt x="361" y="105"/>
                  </a:moveTo>
                  <a:cubicBezTo>
                    <a:pt x="366" y="105"/>
                    <a:pt x="370" y="102"/>
                    <a:pt x="371" y="99"/>
                  </a:cubicBezTo>
                  <a:cubicBezTo>
                    <a:pt x="371" y="99"/>
                    <a:pt x="371" y="99"/>
                    <a:pt x="371" y="99"/>
                  </a:cubicBezTo>
                  <a:cubicBezTo>
                    <a:pt x="371" y="97"/>
                    <a:pt x="371" y="97"/>
                    <a:pt x="371" y="97"/>
                  </a:cubicBezTo>
                  <a:cubicBezTo>
                    <a:pt x="374" y="97"/>
                    <a:pt x="374" y="97"/>
                    <a:pt x="374" y="97"/>
                  </a:cubicBezTo>
                  <a:cubicBezTo>
                    <a:pt x="385" y="96"/>
                    <a:pt x="385" y="96"/>
                    <a:pt x="385" y="96"/>
                  </a:cubicBezTo>
                  <a:cubicBezTo>
                    <a:pt x="385" y="88"/>
                    <a:pt x="385" y="88"/>
                    <a:pt x="385" y="88"/>
                  </a:cubicBezTo>
                  <a:cubicBezTo>
                    <a:pt x="382" y="88"/>
                    <a:pt x="379" y="87"/>
                    <a:pt x="376" y="85"/>
                  </a:cubicBezTo>
                  <a:cubicBezTo>
                    <a:pt x="357" y="68"/>
                    <a:pt x="357" y="68"/>
                    <a:pt x="357" y="68"/>
                  </a:cubicBezTo>
                  <a:cubicBezTo>
                    <a:pt x="357" y="68"/>
                    <a:pt x="357" y="68"/>
                    <a:pt x="357" y="68"/>
                  </a:cubicBezTo>
                  <a:cubicBezTo>
                    <a:pt x="349" y="45"/>
                    <a:pt x="349" y="45"/>
                    <a:pt x="349" y="45"/>
                  </a:cubicBezTo>
                  <a:cubicBezTo>
                    <a:pt x="339" y="34"/>
                    <a:pt x="339" y="34"/>
                    <a:pt x="339" y="34"/>
                  </a:cubicBezTo>
                  <a:cubicBezTo>
                    <a:pt x="325" y="33"/>
                    <a:pt x="315" y="33"/>
                    <a:pt x="308" y="34"/>
                  </a:cubicBezTo>
                  <a:cubicBezTo>
                    <a:pt x="305" y="34"/>
                    <a:pt x="305" y="34"/>
                    <a:pt x="305" y="34"/>
                  </a:cubicBezTo>
                  <a:cubicBezTo>
                    <a:pt x="306" y="42"/>
                    <a:pt x="306" y="42"/>
                    <a:pt x="306" y="42"/>
                  </a:cubicBezTo>
                  <a:cubicBezTo>
                    <a:pt x="306" y="43"/>
                    <a:pt x="306" y="43"/>
                    <a:pt x="306" y="43"/>
                  </a:cubicBezTo>
                  <a:cubicBezTo>
                    <a:pt x="306" y="45"/>
                    <a:pt x="306" y="45"/>
                    <a:pt x="306" y="45"/>
                  </a:cubicBezTo>
                  <a:cubicBezTo>
                    <a:pt x="304" y="45"/>
                    <a:pt x="304" y="45"/>
                    <a:pt x="304" y="45"/>
                  </a:cubicBezTo>
                  <a:cubicBezTo>
                    <a:pt x="294" y="49"/>
                    <a:pt x="294" y="49"/>
                    <a:pt x="294" y="49"/>
                  </a:cubicBezTo>
                  <a:cubicBezTo>
                    <a:pt x="292" y="48"/>
                    <a:pt x="292" y="48"/>
                    <a:pt x="292" y="48"/>
                  </a:cubicBezTo>
                  <a:cubicBezTo>
                    <a:pt x="285" y="40"/>
                    <a:pt x="280" y="37"/>
                    <a:pt x="277" y="39"/>
                  </a:cubicBezTo>
                  <a:cubicBezTo>
                    <a:pt x="255" y="49"/>
                    <a:pt x="243" y="54"/>
                    <a:pt x="240" y="51"/>
                  </a:cubicBezTo>
                  <a:cubicBezTo>
                    <a:pt x="237" y="52"/>
                    <a:pt x="234" y="54"/>
                    <a:pt x="230" y="59"/>
                  </a:cubicBezTo>
                  <a:cubicBezTo>
                    <a:pt x="228" y="61"/>
                    <a:pt x="228" y="61"/>
                    <a:pt x="228" y="61"/>
                  </a:cubicBezTo>
                  <a:cubicBezTo>
                    <a:pt x="226" y="59"/>
                    <a:pt x="226" y="59"/>
                    <a:pt x="226" y="59"/>
                  </a:cubicBezTo>
                  <a:cubicBezTo>
                    <a:pt x="220" y="53"/>
                    <a:pt x="217" y="48"/>
                    <a:pt x="217" y="45"/>
                  </a:cubicBezTo>
                  <a:cubicBezTo>
                    <a:pt x="217" y="42"/>
                    <a:pt x="221" y="37"/>
                    <a:pt x="228" y="29"/>
                  </a:cubicBezTo>
                  <a:cubicBezTo>
                    <a:pt x="237" y="20"/>
                    <a:pt x="241" y="14"/>
                    <a:pt x="241" y="13"/>
                  </a:cubicBezTo>
                  <a:cubicBezTo>
                    <a:pt x="239" y="10"/>
                    <a:pt x="239" y="10"/>
                    <a:pt x="239" y="10"/>
                  </a:cubicBezTo>
                  <a:cubicBezTo>
                    <a:pt x="237" y="9"/>
                    <a:pt x="232" y="11"/>
                    <a:pt x="226" y="16"/>
                  </a:cubicBezTo>
                  <a:cubicBezTo>
                    <a:pt x="220" y="20"/>
                    <a:pt x="216" y="22"/>
                    <a:pt x="214" y="22"/>
                  </a:cubicBezTo>
                  <a:cubicBezTo>
                    <a:pt x="212" y="22"/>
                    <a:pt x="211" y="20"/>
                    <a:pt x="210" y="17"/>
                  </a:cubicBezTo>
                  <a:cubicBezTo>
                    <a:pt x="210" y="15"/>
                    <a:pt x="210" y="15"/>
                    <a:pt x="210" y="15"/>
                  </a:cubicBezTo>
                  <a:cubicBezTo>
                    <a:pt x="204" y="6"/>
                    <a:pt x="204" y="6"/>
                    <a:pt x="204" y="6"/>
                  </a:cubicBezTo>
                  <a:cubicBezTo>
                    <a:pt x="193" y="13"/>
                    <a:pt x="193" y="13"/>
                    <a:pt x="193" y="13"/>
                  </a:cubicBezTo>
                  <a:cubicBezTo>
                    <a:pt x="192" y="14"/>
                    <a:pt x="192" y="14"/>
                    <a:pt x="192" y="14"/>
                  </a:cubicBezTo>
                  <a:cubicBezTo>
                    <a:pt x="191" y="13"/>
                    <a:pt x="191" y="13"/>
                    <a:pt x="191" y="13"/>
                  </a:cubicBezTo>
                  <a:cubicBezTo>
                    <a:pt x="190" y="13"/>
                    <a:pt x="190" y="13"/>
                    <a:pt x="190" y="13"/>
                  </a:cubicBezTo>
                  <a:cubicBezTo>
                    <a:pt x="182" y="8"/>
                    <a:pt x="174" y="5"/>
                    <a:pt x="166" y="2"/>
                  </a:cubicBezTo>
                  <a:cubicBezTo>
                    <a:pt x="161" y="0"/>
                    <a:pt x="155" y="3"/>
                    <a:pt x="150" y="9"/>
                  </a:cubicBezTo>
                  <a:cubicBezTo>
                    <a:pt x="155" y="18"/>
                    <a:pt x="155" y="18"/>
                    <a:pt x="155" y="18"/>
                  </a:cubicBezTo>
                  <a:cubicBezTo>
                    <a:pt x="159" y="28"/>
                    <a:pt x="161" y="34"/>
                    <a:pt x="159" y="38"/>
                  </a:cubicBezTo>
                  <a:cubicBezTo>
                    <a:pt x="158" y="40"/>
                    <a:pt x="156" y="42"/>
                    <a:pt x="154" y="42"/>
                  </a:cubicBezTo>
                  <a:cubicBezTo>
                    <a:pt x="150" y="43"/>
                    <a:pt x="145" y="42"/>
                    <a:pt x="138" y="36"/>
                  </a:cubicBezTo>
                  <a:cubicBezTo>
                    <a:pt x="133" y="32"/>
                    <a:pt x="129" y="29"/>
                    <a:pt x="125" y="28"/>
                  </a:cubicBezTo>
                  <a:cubicBezTo>
                    <a:pt x="118" y="25"/>
                    <a:pt x="118" y="25"/>
                    <a:pt x="118" y="25"/>
                  </a:cubicBezTo>
                  <a:cubicBezTo>
                    <a:pt x="118" y="25"/>
                    <a:pt x="118" y="25"/>
                    <a:pt x="118" y="25"/>
                  </a:cubicBezTo>
                  <a:cubicBezTo>
                    <a:pt x="118" y="25"/>
                    <a:pt x="118" y="25"/>
                    <a:pt x="118" y="25"/>
                  </a:cubicBezTo>
                  <a:cubicBezTo>
                    <a:pt x="118" y="26"/>
                    <a:pt x="118" y="26"/>
                    <a:pt x="118" y="26"/>
                  </a:cubicBezTo>
                  <a:cubicBezTo>
                    <a:pt x="118" y="40"/>
                    <a:pt x="118" y="40"/>
                    <a:pt x="118" y="40"/>
                  </a:cubicBezTo>
                  <a:cubicBezTo>
                    <a:pt x="108" y="51"/>
                    <a:pt x="108" y="51"/>
                    <a:pt x="108" y="51"/>
                  </a:cubicBezTo>
                  <a:cubicBezTo>
                    <a:pt x="108" y="61"/>
                    <a:pt x="108" y="61"/>
                    <a:pt x="108" y="61"/>
                  </a:cubicBezTo>
                  <a:cubicBezTo>
                    <a:pt x="113" y="72"/>
                    <a:pt x="113" y="72"/>
                    <a:pt x="113" y="72"/>
                  </a:cubicBezTo>
                  <a:cubicBezTo>
                    <a:pt x="113" y="72"/>
                    <a:pt x="113" y="72"/>
                    <a:pt x="113" y="72"/>
                  </a:cubicBezTo>
                  <a:cubicBezTo>
                    <a:pt x="107" y="83"/>
                    <a:pt x="107" y="83"/>
                    <a:pt x="107" y="83"/>
                  </a:cubicBezTo>
                  <a:cubicBezTo>
                    <a:pt x="102" y="93"/>
                    <a:pt x="102" y="93"/>
                    <a:pt x="102" y="93"/>
                  </a:cubicBezTo>
                  <a:cubicBezTo>
                    <a:pt x="102" y="93"/>
                    <a:pt x="102" y="93"/>
                    <a:pt x="102" y="93"/>
                  </a:cubicBezTo>
                  <a:cubicBezTo>
                    <a:pt x="93" y="102"/>
                    <a:pt x="93" y="102"/>
                    <a:pt x="93" y="102"/>
                  </a:cubicBezTo>
                  <a:cubicBezTo>
                    <a:pt x="78" y="137"/>
                    <a:pt x="78" y="137"/>
                    <a:pt x="78" y="137"/>
                  </a:cubicBezTo>
                  <a:cubicBezTo>
                    <a:pt x="79" y="156"/>
                    <a:pt x="79" y="156"/>
                    <a:pt x="79" y="156"/>
                  </a:cubicBezTo>
                  <a:cubicBezTo>
                    <a:pt x="78" y="156"/>
                    <a:pt x="78" y="156"/>
                    <a:pt x="78" y="156"/>
                  </a:cubicBezTo>
                  <a:cubicBezTo>
                    <a:pt x="45" y="175"/>
                    <a:pt x="45" y="175"/>
                    <a:pt x="45" y="175"/>
                  </a:cubicBezTo>
                  <a:cubicBezTo>
                    <a:pt x="44" y="179"/>
                    <a:pt x="44" y="179"/>
                    <a:pt x="44" y="179"/>
                  </a:cubicBezTo>
                  <a:cubicBezTo>
                    <a:pt x="48" y="188"/>
                    <a:pt x="48" y="188"/>
                    <a:pt x="48" y="188"/>
                  </a:cubicBezTo>
                  <a:cubicBezTo>
                    <a:pt x="48" y="189"/>
                    <a:pt x="48" y="189"/>
                    <a:pt x="48" y="189"/>
                  </a:cubicBezTo>
                  <a:cubicBezTo>
                    <a:pt x="48" y="190"/>
                    <a:pt x="48" y="190"/>
                    <a:pt x="48" y="190"/>
                  </a:cubicBezTo>
                  <a:cubicBezTo>
                    <a:pt x="45" y="202"/>
                    <a:pt x="45" y="202"/>
                    <a:pt x="45" y="202"/>
                  </a:cubicBezTo>
                  <a:cubicBezTo>
                    <a:pt x="31" y="201"/>
                    <a:pt x="31" y="201"/>
                    <a:pt x="31" y="201"/>
                  </a:cubicBezTo>
                  <a:cubicBezTo>
                    <a:pt x="28" y="217"/>
                    <a:pt x="28" y="217"/>
                    <a:pt x="28" y="217"/>
                  </a:cubicBezTo>
                  <a:cubicBezTo>
                    <a:pt x="11" y="217"/>
                    <a:pt x="11" y="217"/>
                    <a:pt x="11" y="217"/>
                  </a:cubicBezTo>
                  <a:cubicBezTo>
                    <a:pt x="8" y="223"/>
                    <a:pt x="8" y="223"/>
                    <a:pt x="8" y="223"/>
                  </a:cubicBezTo>
                  <a:cubicBezTo>
                    <a:pt x="8" y="223"/>
                    <a:pt x="8" y="223"/>
                    <a:pt x="8" y="223"/>
                  </a:cubicBezTo>
                  <a:cubicBezTo>
                    <a:pt x="3" y="233"/>
                    <a:pt x="3" y="233"/>
                    <a:pt x="3" y="233"/>
                  </a:cubicBezTo>
                  <a:cubicBezTo>
                    <a:pt x="0" y="272"/>
                    <a:pt x="0" y="272"/>
                    <a:pt x="0" y="272"/>
                  </a:cubicBezTo>
                  <a:cubicBezTo>
                    <a:pt x="3" y="279"/>
                    <a:pt x="3" y="279"/>
                    <a:pt x="3" y="279"/>
                  </a:cubicBezTo>
                  <a:cubicBezTo>
                    <a:pt x="4" y="281"/>
                    <a:pt x="4" y="281"/>
                    <a:pt x="4" y="281"/>
                  </a:cubicBezTo>
                  <a:cubicBezTo>
                    <a:pt x="4" y="289"/>
                    <a:pt x="4" y="289"/>
                    <a:pt x="4" y="289"/>
                  </a:cubicBezTo>
                  <a:cubicBezTo>
                    <a:pt x="11" y="298"/>
                    <a:pt x="11" y="298"/>
                    <a:pt x="11" y="298"/>
                  </a:cubicBezTo>
                  <a:cubicBezTo>
                    <a:pt x="12" y="299"/>
                    <a:pt x="12" y="299"/>
                    <a:pt x="12" y="299"/>
                  </a:cubicBezTo>
                  <a:cubicBezTo>
                    <a:pt x="12" y="306"/>
                    <a:pt x="12" y="306"/>
                    <a:pt x="12" y="306"/>
                  </a:cubicBezTo>
                  <a:cubicBezTo>
                    <a:pt x="31" y="305"/>
                    <a:pt x="31" y="305"/>
                    <a:pt x="31" y="305"/>
                  </a:cubicBezTo>
                  <a:cubicBezTo>
                    <a:pt x="33" y="303"/>
                    <a:pt x="33" y="303"/>
                    <a:pt x="33" y="303"/>
                  </a:cubicBezTo>
                  <a:cubicBezTo>
                    <a:pt x="33" y="303"/>
                    <a:pt x="33" y="303"/>
                    <a:pt x="33" y="303"/>
                  </a:cubicBezTo>
                  <a:cubicBezTo>
                    <a:pt x="33" y="303"/>
                    <a:pt x="33" y="303"/>
                    <a:pt x="33" y="303"/>
                  </a:cubicBezTo>
                  <a:cubicBezTo>
                    <a:pt x="33" y="302"/>
                    <a:pt x="33" y="302"/>
                    <a:pt x="33" y="302"/>
                  </a:cubicBezTo>
                  <a:cubicBezTo>
                    <a:pt x="39" y="295"/>
                    <a:pt x="39" y="295"/>
                    <a:pt x="39" y="295"/>
                  </a:cubicBezTo>
                  <a:cubicBezTo>
                    <a:pt x="27" y="284"/>
                    <a:pt x="27" y="284"/>
                    <a:pt x="27" y="284"/>
                  </a:cubicBezTo>
                  <a:cubicBezTo>
                    <a:pt x="25" y="283"/>
                    <a:pt x="25" y="283"/>
                    <a:pt x="25" y="283"/>
                  </a:cubicBezTo>
                  <a:cubicBezTo>
                    <a:pt x="19" y="277"/>
                    <a:pt x="19" y="277"/>
                    <a:pt x="19" y="277"/>
                  </a:cubicBezTo>
                  <a:cubicBezTo>
                    <a:pt x="18" y="276"/>
                    <a:pt x="18" y="276"/>
                    <a:pt x="18" y="276"/>
                  </a:cubicBezTo>
                  <a:cubicBezTo>
                    <a:pt x="17" y="276"/>
                    <a:pt x="17" y="276"/>
                    <a:pt x="17" y="276"/>
                  </a:cubicBezTo>
                  <a:cubicBezTo>
                    <a:pt x="17" y="264"/>
                    <a:pt x="17" y="264"/>
                    <a:pt x="17" y="264"/>
                  </a:cubicBezTo>
                  <a:cubicBezTo>
                    <a:pt x="28" y="264"/>
                    <a:pt x="28" y="264"/>
                    <a:pt x="28" y="264"/>
                  </a:cubicBezTo>
                  <a:cubicBezTo>
                    <a:pt x="29" y="259"/>
                    <a:pt x="29" y="259"/>
                    <a:pt x="29" y="259"/>
                  </a:cubicBezTo>
                  <a:cubicBezTo>
                    <a:pt x="25" y="247"/>
                    <a:pt x="25" y="247"/>
                    <a:pt x="25" y="247"/>
                  </a:cubicBezTo>
                  <a:cubicBezTo>
                    <a:pt x="48" y="247"/>
                    <a:pt x="48" y="247"/>
                    <a:pt x="48" y="247"/>
                  </a:cubicBezTo>
                  <a:cubicBezTo>
                    <a:pt x="90" y="227"/>
                    <a:pt x="90" y="227"/>
                    <a:pt x="90" y="227"/>
                  </a:cubicBezTo>
                  <a:cubicBezTo>
                    <a:pt x="96" y="218"/>
                    <a:pt x="96" y="218"/>
                    <a:pt x="96" y="218"/>
                  </a:cubicBezTo>
                  <a:cubicBezTo>
                    <a:pt x="97" y="215"/>
                    <a:pt x="97" y="215"/>
                    <a:pt x="97" y="215"/>
                  </a:cubicBezTo>
                  <a:cubicBezTo>
                    <a:pt x="105" y="219"/>
                    <a:pt x="105" y="219"/>
                    <a:pt x="105" y="219"/>
                  </a:cubicBezTo>
                  <a:cubicBezTo>
                    <a:pt x="106" y="219"/>
                    <a:pt x="106" y="219"/>
                    <a:pt x="106" y="219"/>
                  </a:cubicBezTo>
                  <a:cubicBezTo>
                    <a:pt x="107" y="221"/>
                    <a:pt x="107" y="221"/>
                    <a:pt x="107" y="221"/>
                  </a:cubicBezTo>
                  <a:cubicBezTo>
                    <a:pt x="110" y="225"/>
                    <a:pt x="110" y="225"/>
                    <a:pt x="110" y="225"/>
                  </a:cubicBezTo>
                  <a:cubicBezTo>
                    <a:pt x="115" y="224"/>
                    <a:pt x="115" y="224"/>
                    <a:pt x="115" y="224"/>
                  </a:cubicBezTo>
                  <a:cubicBezTo>
                    <a:pt x="113" y="215"/>
                    <a:pt x="113" y="215"/>
                    <a:pt x="113" y="215"/>
                  </a:cubicBezTo>
                  <a:cubicBezTo>
                    <a:pt x="127" y="215"/>
                    <a:pt x="127" y="215"/>
                    <a:pt x="127" y="215"/>
                  </a:cubicBezTo>
                  <a:cubicBezTo>
                    <a:pt x="141" y="218"/>
                    <a:pt x="141" y="218"/>
                    <a:pt x="141" y="218"/>
                  </a:cubicBezTo>
                  <a:cubicBezTo>
                    <a:pt x="146" y="208"/>
                    <a:pt x="146" y="208"/>
                    <a:pt x="146" y="208"/>
                  </a:cubicBezTo>
                  <a:cubicBezTo>
                    <a:pt x="147" y="208"/>
                    <a:pt x="147" y="208"/>
                    <a:pt x="147" y="208"/>
                  </a:cubicBezTo>
                  <a:cubicBezTo>
                    <a:pt x="147" y="207"/>
                    <a:pt x="147" y="207"/>
                    <a:pt x="147" y="207"/>
                  </a:cubicBezTo>
                  <a:cubicBezTo>
                    <a:pt x="148" y="207"/>
                    <a:pt x="148" y="207"/>
                    <a:pt x="148" y="207"/>
                  </a:cubicBezTo>
                  <a:cubicBezTo>
                    <a:pt x="163" y="202"/>
                    <a:pt x="163" y="202"/>
                    <a:pt x="163" y="202"/>
                  </a:cubicBezTo>
                  <a:cubicBezTo>
                    <a:pt x="165" y="181"/>
                    <a:pt x="165" y="181"/>
                    <a:pt x="165" y="181"/>
                  </a:cubicBezTo>
                  <a:cubicBezTo>
                    <a:pt x="180" y="195"/>
                    <a:pt x="180" y="195"/>
                    <a:pt x="180" y="195"/>
                  </a:cubicBezTo>
                  <a:cubicBezTo>
                    <a:pt x="186" y="196"/>
                    <a:pt x="186" y="196"/>
                    <a:pt x="186" y="196"/>
                  </a:cubicBezTo>
                  <a:cubicBezTo>
                    <a:pt x="189" y="192"/>
                    <a:pt x="189" y="192"/>
                    <a:pt x="189" y="192"/>
                  </a:cubicBezTo>
                  <a:cubicBezTo>
                    <a:pt x="187" y="146"/>
                    <a:pt x="187" y="146"/>
                    <a:pt x="187" y="146"/>
                  </a:cubicBezTo>
                  <a:cubicBezTo>
                    <a:pt x="187" y="145"/>
                    <a:pt x="187" y="145"/>
                    <a:pt x="187" y="145"/>
                  </a:cubicBezTo>
                  <a:cubicBezTo>
                    <a:pt x="187" y="142"/>
                    <a:pt x="187" y="142"/>
                    <a:pt x="187" y="142"/>
                  </a:cubicBezTo>
                  <a:cubicBezTo>
                    <a:pt x="198" y="144"/>
                    <a:pt x="198" y="144"/>
                    <a:pt x="198" y="144"/>
                  </a:cubicBezTo>
                  <a:cubicBezTo>
                    <a:pt x="198" y="144"/>
                    <a:pt x="198" y="144"/>
                    <a:pt x="198" y="144"/>
                  </a:cubicBezTo>
                  <a:cubicBezTo>
                    <a:pt x="200" y="145"/>
                    <a:pt x="200" y="145"/>
                    <a:pt x="200" y="145"/>
                  </a:cubicBezTo>
                  <a:cubicBezTo>
                    <a:pt x="200" y="145"/>
                    <a:pt x="200" y="145"/>
                    <a:pt x="200" y="145"/>
                  </a:cubicBezTo>
                  <a:cubicBezTo>
                    <a:pt x="217" y="175"/>
                    <a:pt x="217" y="175"/>
                    <a:pt x="217" y="175"/>
                  </a:cubicBezTo>
                  <a:cubicBezTo>
                    <a:pt x="237" y="173"/>
                    <a:pt x="237" y="173"/>
                    <a:pt x="237" y="173"/>
                  </a:cubicBezTo>
                  <a:cubicBezTo>
                    <a:pt x="241" y="171"/>
                    <a:pt x="241" y="171"/>
                    <a:pt x="241" y="171"/>
                  </a:cubicBezTo>
                  <a:cubicBezTo>
                    <a:pt x="244" y="164"/>
                    <a:pt x="244" y="164"/>
                    <a:pt x="244" y="164"/>
                  </a:cubicBezTo>
                  <a:cubicBezTo>
                    <a:pt x="238" y="159"/>
                    <a:pt x="238" y="159"/>
                    <a:pt x="238" y="159"/>
                  </a:cubicBezTo>
                  <a:cubicBezTo>
                    <a:pt x="236" y="157"/>
                    <a:pt x="236" y="157"/>
                    <a:pt x="236" y="157"/>
                  </a:cubicBezTo>
                  <a:cubicBezTo>
                    <a:pt x="250" y="152"/>
                    <a:pt x="250" y="152"/>
                    <a:pt x="250" y="152"/>
                  </a:cubicBezTo>
                  <a:cubicBezTo>
                    <a:pt x="251" y="151"/>
                    <a:pt x="251" y="151"/>
                    <a:pt x="251" y="151"/>
                  </a:cubicBezTo>
                  <a:cubicBezTo>
                    <a:pt x="252" y="151"/>
                    <a:pt x="252" y="151"/>
                    <a:pt x="252" y="151"/>
                  </a:cubicBezTo>
                  <a:cubicBezTo>
                    <a:pt x="257" y="157"/>
                    <a:pt x="257" y="157"/>
                    <a:pt x="257" y="157"/>
                  </a:cubicBezTo>
                  <a:cubicBezTo>
                    <a:pt x="262" y="154"/>
                    <a:pt x="262" y="154"/>
                    <a:pt x="262" y="154"/>
                  </a:cubicBezTo>
                  <a:cubicBezTo>
                    <a:pt x="262" y="145"/>
                    <a:pt x="262" y="145"/>
                    <a:pt x="262" y="145"/>
                  </a:cubicBezTo>
                  <a:cubicBezTo>
                    <a:pt x="265" y="145"/>
                    <a:pt x="265" y="145"/>
                    <a:pt x="265" y="145"/>
                  </a:cubicBezTo>
                  <a:cubicBezTo>
                    <a:pt x="275" y="145"/>
                    <a:pt x="275" y="145"/>
                    <a:pt x="275" y="145"/>
                  </a:cubicBezTo>
                  <a:cubicBezTo>
                    <a:pt x="283" y="145"/>
                    <a:pt x="288" y="149"/>
                    <a:pt x="292" y="154"/>
                  </a:cubicBezTo>
                  <a:cubicBezTo>
                    <a:pt x="294" y="157"/>
                    <a:pt x="294" y="157"/>
                    <a:pt x="294" y="157"/>
                  </a:cubicBezTo>
                  <a:cubicBezTo>
                    <a:pt x="298" y="142"/>
                    <a:pt x="298" y="142"/>
                    <a:pt x="298" y="142"/>
                  </a:cubicBezTo>
                  <a:cubicBezTo>
                    <a:pt x="300" y="139"/>
                    <a:pt x="305" y="138"/>
                    <a:pt x="312" y="141"/>
                  </a:cubicBezTo>
                  <a:cubicBezTo>
                    <a:pt x="314" y="142"/>
                    <a:pt x="314" y="142"/>
                    <a:pt x="314" y="142"/>
                  </a:cubicBezTo>
                  <a:cubicBezTo>
                    <a:pt x="314" y="142"/>
                    <a:pt x="314" y="142"/>
                    <a:pt x="314" y="142"/>
                  </a:cubicBezTo>
                  <a:cubicBezTo>
                    <a:pt x="314" y="143"/>
                    <a:pt x="314" y="143"/>
                    <a:pt x="314" y="143"/>
                  </a:cubicBezTo>
                  <a:cubicBezTo>
                    <a:pt x="315" y="144"/>
                    <a:pt x="316" y="144"/>
                    <a:pt x="317" y="144"/>
                  </a:cubicBezTo>
                  <a:cubicBezTo>
                    <a:pt x="320" y="143"/>
                    <a:pt x="331" y="136"/>
                    <a:pt x="348" y="122"/>
                  </a:cubicBezTo>
                  <a:cubicBezTo>
                    <a:pt x="348" y="113"/>
                    <a:pt x="353" y="108"/>
                    <a:pt x="361" y="105"/>
                  </a:cubicBezTo>
                  <a:close/>
                </a:path>
              </a:pathLst>
            </a:custGeom>
            <a:solidFill>
              <a:srgbClr val="FF3300"/>
            </a:solidFill>
            <a:ln>
              <a:noFill/>
            </a:ln>
          </p:spPr>
          <p:txBody>
            <a:bodyPr vert="horz" wrap="square" lIns="91440" tIns="45720" rIns="91440" bIns="45720" numCol="1" anchor="t" anchorCtr="0" compatLnSpc="1"/>
            <a:lstStyle/>
            <a:p>
              <a:endParaRPr lang="zh-CN" altLang="en-US"/>
            </a:p>
          </p:txBody>
        </p:sp>
        <p:sp>
          <p:nvSpPr>
            <p:cNvPr id="25" name="Freeform 25"/>
            <p:cNvSpPr/>
            <p:nvPr/>
          </p:nvSpPr>
          <p:spPr bwMode="auto">
            <a:xfrm>
              <a:off x="3711766" y="3539109"/>
              <a:ext cx="400050" cy="544513"/>
            </a:xfrm>
            <a:custGeom>
              <a:avLst/>
              <a:gdLst>
                <a:gd name="T0" fmla="*/ 182 w 232"/>
                <a:gd name="T1" fmla="*/ 12 h 314"/>
                <a:gd name="T2" fmla="*/ 161 w 232"/>
                <a:gd name="T3" fmla="*/ 4 h 314"/>
                <a:gd name="T4" fmla="*/ 134 w 232"/>
                <a:gd name="T5" fmla="*/ 24 h 314"/>
                <a:gd name="T6" fmla="*/ 117 w 232"/>
                <a:gd name="T7" fmla="*/ 16 h 314"/>
                <a:gd name="T8" fmla="*/ 116 w 232"/>
                <a:gd name="T9" fmla="*/ 17 h 314"/>
                <a:gd name="T10" fmla="*/ 82 w 232"/>
                <a:gd name="T11" fmla="*/ 25 h 314"/>
                <a:gd name="T12" fmla="*/ 65 w 232"/>
                <a:gd name="T13" fmla="*/ 27 h 314"/>
                <a:gd name="T14" fmla="*/ 52 w 232"/>
                <a:gd name="T15" fmla="*/ 40 h 314"/>
                <a:gd name="T16" fmla="*/ 31 w 232"/>
                <a:gd name="T17" fmla="*/ 42 h 314"/>
                <a:gd name="T18" fmla="*/ 17 w 232"/>
                <a:gd name="T19" fmla="*/ 67 h 314"/>
                <a:gd name="T20" fmla="*/ 17 w 232"/>
                <a:gd name="T21" fmla="*/ 70 h 314"/>
                <a:gd name="T22" fmla="*/ 26 w 232"/>
                <a:gd name="T23" fmla="*/ 104 h 314"/>
                <a:gd name="T24" fmla="*/ 27 w 232"/>
                <a:gd name="T25" fmla="*/ 108 h 314"/>
                <a:gd name="T26" fmla="*/ 25 w 232"/>
                <a:gd name="T27" fmla="*/ 109 h 314"/>
                <a:gd name="T28" fmla="*/ 0 w 232"/>
                <a:gd name="T29" fmla="*/ 142 h 314"/>
                <a:gd name="T30" fmla="*/ 11 w 232"/>
                <a:gd name="T31" fmla="*/ 149 h 314"/>
                <a:gd name="T32" fmla="*/ 20 w 232"/>
                <a:gd name="T33" fmla="*/ 198 h 314"/>
                <a:gd name="T34" fmla="*/ 32 w 232"/>
                <a:gd name="T35" fmla="*/ 217 h 314"/>
                <a:gd name="T36" fmla="*/ 33 w 232"/>
                <a:gd name="T37" fmla="*/ 230 h 314"/>
                <a:gd name="T38" fmla="*/ 34 w 232"/>
                <a:gd name="T39" fmla="*/ 274 h 314"/>
                <a:gd name="T40" fmla="*/ 40 w 232"/>
                <a:gd name="T41" fmla="*/ 274 h 314"/>
                <a:gd name="T42" fmla="*/ 67 w 232"/>
                <a:gd name="T43" fmla="*/ 274 h 314"/>
                <a:gd name="T44" fmla="*/ 43 w 232"/>
                <a:gd name="T45" fmla="*/ 308 h 314"/>
                <a:gd name="T46" fmla="*/ 61 w 232"/>
                <a:gd name="T47" fmla="*/ 308 h 314"/>
                <a:gd name="T48" fmla="*/ 114 w 232"/>
                <a:gd name="T49" fmla="*/ 305 h 314"/>
                <a:gd name="T50" fmla="*/ 117 w 232"/>
                <a:gd name="T51" fmla="*/ 295 h 314"/>
                <a:gd name="T52" fmla="*/ 117 w 232"/>
                <a:gd name="T53" fmla="*/ 289 h 314"/>
                <a:gd name="T54" fmla="*/ 114 w 232"/>
                <a:gd name="T55" fmla="*/ 271 h 314"/>
                <a:gd name="T56" fmla="*/ 127 w 232"/>
                <a:gd name="T57" fmla="*/ 262 h 314"/>
                <a:gd name="T58" fmla="*/ 124 w 232"/>
                <a:gd name="T59" fmla="*/ 254 h 314"/>
                <a:gd name="T60" fmla="*/ 124 w 232"/>
                <a:gd name="T61" fmla="*/ 254 h 314"/>
                <a:gd name="T62" fmla="*/ 130 w 232"/>
                <a:gd name="T63" fmla="*/ 234 h 314"/>
                <a:gd name="T64" fmla="*/ 136 w 232"/>
                <a:gd name="T65" fmla="*/ 226 h 314"/>
                <a:gd name="T66" fmla="*/ 142 w 232"/>
                <a:gd name="T67" fmla="*/ 221 h 314"/>
                <a:gd name="T68" fmla="*/ 153 w 232"/>
                <a:gd name="T69" fmla="*/ 196 h 314"/>
                <a:gd name="T70" fmla="*/ 157 w 232"/>
                <a:gd name="T71" fmla="*/ 193 h 314"/>
                <a:gd name="T72" fmla="*/ 151 w 232"/>
                <a:gd name="T73" fmla="*/ 168 h 314"/>
                <a:gd name="T74" fmla="*/ 170 w 232"/>
                <a:gd name="T75" fmla="*/ 151 h 314"/>
                <a:gd name="T76" fmla="*/ 168 w 232"/>
                <a:gd name="T77" fmla="*/ 129 h 314"/>
                <a:gd name="T78" fmla="*/ 190 w 232"/>
                <a:gd name="T79" fmla="*/ 102 h 314"/>
                <a:gd name="T80" fmla="*/ 199 w 232"/>
                <a:gd name="T81" fmla="*/ 107 h 314"/>
                <a:gd name="T82" fmla="*/ 216 w 232"/>
                <a:gd name="T83" fmla="*/ 97 h 314"/>
                <a:gd name="T84" fmla="*/ 216 w 232"/>
                <a:gd name="T85" fmla="*/ 97 h 314"/>
                <a:gd name="T86" fmla="*/ 226 w 232"/>
                <a:gd name="T87" fmla="*/ 90 h 314"/>
                <a:gd name="T88" fmla="*/ 225 w 232"/>
                <a:gd name="T89" fmla="*/ 80 h 314"/>
                <a:gd name="T90" fmla="*/ 229 w 232"/>
                <a:gd name="T91" fmla="*/ 78 h 314"/>
                <a:gd name="T92" fmla="*/ 232 w 232"/>
                <a:gd name="T93" fmla="*/ 73 h 314"/>
                <a:gd name="T94" fmla="*/ 211 w 232"/>
                <a:gd name="T95" fmla="*/ 39 h 314"/>
                <a:gd name="T96" fmla="*/ 202 w 232"/>
                <a:gd name="T97" fmla="*/ 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 h="314">
                  <a:moveTo>
                    <a:pt x="182" y="13"/>
                  </a:moveTo>
                  <a:cubicBezTo>
                    <a:pt x="182" y="12"/>
                    <a:pt x="182" y="12"/>
                    <a:pt x="182" y="12"/>
                  </a:cubicBezTo>
                  <a:cubicBezTo>
                    <a:pt x="168" y="0"/>
                    <a:pt x="168" y="0"/>
                    <a:pt x="168" y="0"/>
                  </a:cubicBezTo>
                  <a:cubicBezTo>
                    <a:pt x="161" y="4"/>
                    <a:pt x="161" y="4"/>
                    <a:pt x="161" y="4"/>
                  </a:cubicBezTo>
                  <a:cubicBezTo>
                    <a:pt x="156" y="15"/>
                    <a:pt x="150" y="22"/>
                    <a:pt x="141" y="25"/>
                  </a:cubicBezTo>
                  <a:cubicBezTo>
                    <a:pt x="139" y="26"/>
                    <a:pt x="136" y="25"/>
                    <a:pt x="134" y="24"/>
                  </a:cubicBezTo>
                  <a:cubicBezTo>
                    <a:pt x="131" y="20"/>
                    <a:pt x="133" y="14"/>
                    <a:pt x="137" y="3"/>
                  </a:cubicBezTo>
                  <a:cubicBezTo>
                    <a:pt x="117" y="16"/>
                    <a:pt x="117" y="16"/>
                    <a:pt x="117" y="16"/>
                  </a:cubicBezTo>
                  <a:cubicBezTo>
                    <a:pt x="116" y="17"/>
                    <a:pt x="116" y="17"/>
                    <a:pt x="116" y="17"/>
                  </a:cubicBezTo>
                  <a:cubicBezTo>
                    <a:pt x="116" y="17"/>
                    <a:pt x="116" y="17"/>
                    <a:pt x="116" y="17"/>
                  </a:cubicBezTo>
                  <a:cubicBezTo>
                    <a:pt x="98" y="17"/>
                    <a:pt x="98" y="17"/>
                    <a:pt x="98" y="17"/>
                  </a:cubicBezTo>
                  <a:cubicBezTo>
                    <a:pt x="82" y="25"/>
                    <a:pt x="82" y="25"/>
                    <a:pt x="82" y="25"/>
                  </a:cubicBezTo>
                  <a:cubicBezTo>
                    <a:pt x="82" y="27"/>
                    <a:pt x="82" y="27"/>
                    <a:pt x="82" y="27"/>
                  </a:cubicBezTo>
                  <a:cubicBezTo>
                    <a:pt x="65" y="27"/>
                    <a:pt x="65" y="27"/>
                    <a:pt x="65" y="27"/>
                  </a:cubicBezTo>
                  <a:cubicBezTo>
                    <a:pt x="56" y="32"/>
                    <a:pt x="56" y="32"/>
                    <a:pt x="56" y="32"/>
                  </a:cubicBezTo>
                  <a:cubicBezTo>
                    <a:pt x="52" y="40"/>
                    <a:pt x="52" y="40"/>
                    <a:pt x="52" y="40"/>
                  </a:cubicBezTo>
                  <a:cubicBezTo>
                    <a:pt x="51" y="42"/>
                    <a:pt x="51" y="42"/>
                    <a:pt x="51" y="42"/>
                  </a:cubicBezTo>
                  <a:cubicBezTo>
                    <a:pt x="31" y="42"/>
                    <a:pt x="31" y="42"/>
                    <a:pt x="31" y="42"/>
                  </a:cubicBezTo>
                  <a:cubicBezTo>
                    <a:pt x="27" y="42"/>
                    <a:pt x="19" y="48"/>
                    <a:pt x="6" y="61"/>
                  </a:cubicBezTo>
                  <a:cubicBezTo>
                    <a:pt x="12" y="63"/>
                    <a:pt x="16" y="65"/>
                    <a:pt x="17" y="67"/>
                  </a:cubicBezTo>
                  <a:cubicBezTo>
                    <a:pt x="17" y="71"/>
                    <a:pt x="17" y="71"/>
                    <a:pt x="17" y="71"/>
                  </a:cubicBezTo>
                  <a:cubicBezTo>
                    <a:pt x="17" y="70"/>
                    <a:pt x="17" y="70"/>
                    <a:pt x="17" y="70"/>
                  </a:cubicBezTo>
                  <a:cubicBezTo>
                    <a:pt x="26" y="104"/>
                    <a:pt x="26" y="104"/>
                    <a:pt x="26" y="104"/>
                  </a:cubicBezTo>
                  <a:cubicBezTo>
                    <a:pt x="26" y="104"/>
                    <a:pt x="26" y="104"/>
                    <a:pt x="26" y="104"/>
                  </a:cubicBezTo>
                  <a:cubicBezTo>
                    <a:pt x="27" y="106"/>
                    <a:pt x="27" y="106"/>
                    <a:pt x="27" y="106"/>
                  </a:cubicBezTo>
                  <a:cubicBezTo>
                    <a:pt x="27" y="108"/>
                    <a:pt x="27" y="108"/>
                    <a:pt x="27" y="108"/>
                  </a:cubicBezTo>
                  <a:cubicBezTo>
                    <a:pt x="26" y="108"/>
                    <a:pt x="26" y="108"/>
                    <a:pt x="26" y="108"/>
                  </a:cubicBezTo>
                  <a:cubicBezTo>
                    <a:pt x="25" y="109"/>
                    <a:pt x="25" y="109"/>
                    <a:pt x="25" y="109"/>
                  </a:cubicBezTo>
                  <a:cubicBezTo>
                    <a:pt x="25" y="109"/>
                    <a:pt x="25" y="109"/>
                    <a:pt x="25" y="109"/>
                  </a:cubicBezTo>
                  <a:cubicBezTo>
                    <a:pt x="0" y="142"/>
                    <a:pt x="0" y="142"/>
                    <a:pt x="0" y="142"/>
                  </a:cubicBezTo>
                  <a:cubicBezTo>
                    <a:pt x="2" y="151"/>
                    <a:pt x="2" y="151"/>
                    <a:pt x="2" y="151"/>
                  </a:cubicBezTo>
                  <a:cubicBezTo>
                    <a:pt x="5" y="148"/>
                    <a:pt x="8" y="147"/>
                    <a:pt x="11" y="149"/>
                  </a:cubicBezTo>
                  <a:cubicBezTo>
                    <a:pt x="14" y="150"/>
                    <a:pt x="15" y="155"/>
                    <a:pt x="14" y="162"/>
                  </a:cubicBezTo>
                  <a:cubicBezTo>
                    <a:pt x="12" y="173"/>
                    <a:pt x="14" y="186"/>
                    <a:pt x="20" y="198"/>
                  </a:cubicBezTo>
                  <a:cubicBezTo>
                    <a:pt x="28" y="207"/>
                    <a:pt x="28" y="207"/>
                    <a:pt x="28" y="207"/>
                  </a:cubicBezTo>
                  <a:cubicBezTo>
                    <a:pt x="31" y="210"/>
                    <a:pt x="33" y="213"/>
                    <a:pt x="32" y="217"/>
                  </a:cubicBezTo>
                  <a:cubicBezTo>
                    <a:pt x="28" y="223"/>
                    <a:pt x="28" y="223"/>
                    <a:pt x="28" y="223"/>
                  </a:cubicBezTo>
                  <a:cubicBezTo>
                    <a:pt x="33" y="230"/>
                    <a:pt x="33" y="230"/>
                    <a:pt x="33" y="230"/>
                  </a:cubicBezTo>
                  <a:cubicBezTo>
                    <a:pt x="36" y="236"/>
                    <a:pt x="34" y="246"/>
                    <a:pt x="26" y="261"/>
                  </a:cubicBezTo>
                  <a:cubicBezTo>
                    <a:pt x="34" y="274"/>
                    <a:pt x="34" y="274"/>
                    <a:pt x="34" y="274"/>
                  </a:cubicBezTo>
                  <a:cubicBezTo>
                    <a:pt x="36" y="277"/>
                    <a:pt x="36" y="277"/>
                    <a:pt x="36" y="277"/>
                  </a:cubicBezTo>
                  <a:cubicBezTo>
                    <a:pt x="40" y="274"/>
                    <a:pt x="40" y="274"/>
                    <a:pt x="40" y="274"/>
                  </a:cubicBezTo>
                  <a:cubicBezTo>
                    <a:pt x="48" y="267"/>
                    <a:pt x="55" y="265"/>
                    <a:pt x="60" y="267"/>
                  </a:cubicBezTo>
                  <a:cubicBezTo>
                    <a:pt x="64" y="268"/>
                    <a:pt x="66" y="271"/>
                    <a:pt x="67" y="274"/>
                  </a:cubicBezTo>
                  <a:cubicBezTo>
                    <a:pt x="67" y="278"/>
                    <a:pt x="62" y="286"/>
                    <a:pt x="51" y="297"/>
                  </a:cubicBezTo>
                  <a:cubicBezTo>
                    <a:pt x="43" y="308"/>
                    <a:pt x="43" y="308"/>
                    <a:pt x="43" y="308"/>
                  </a:cubicBezTo>
                  <a:cubicBezTo>
                    <a:pt x="47" y="314"/>
                    <a:pt x="47" y="314"/>
                    <a:pt x="47" y="314"/>
                  </a:cubicBezTo>
                  <a:cubicBezTo>
                    <a:pt x="53" y="309"/>
                    <a:pt x="58" y="307"/>
                    <a:pt x="61" y="308"/>
                  </a:cubicBezTo>
                  <a:cubicBezTo>
                    <a:pt x="65" y="308"/>
                    <a:pt x="75" y="305"/>
                    <a:pt x="93" y="295"/>
                  </a:cubicBezTo>
                  <a:cubicBezTo>
                    <a:pt x="98" y="292"/>
                    <a:pt x="105" y="295"/>
                    <a:pt x="114" y="305"/>
                  </a:cubicBezTo>
                  <a:cubicBezTo>
                    <a:pt x="118" y="303"/>
                    <a:pt x="118" y="303"/>
                    <a:pt x="118" y="303"/>
                  </a:cubicBezTo>
                  <a:cubicBezTo>
                    <a:pt x="117" y="295"/>
                    <a:pt x="117" y="295"/>
                    <a:pt x="117" y="295"/>
                  </a:cubicBezTo>
                  <a:cubicBezTo>
                    <a:pt x="116" y="294"/>
                    <a:pt x="116" y="294"/>
                    <a:pt x="116" y="294"/>
                  </a:cubicBezTo>
                  <a:cubicBezTo>
                    <a:pt x="114" y="292"/>
                    <a:pt x="116" y="291"/>
                    <a:pt x="117" y="289"/>
                  </a:cubicBezTo>
                  <a:cubicBezTo>
                    <a:pt x="114" y="277"/>
                    <a:pt x="114" y="277"/>
                    <a:pt x="114" y="277"/>
                  </a:cubicBezTo>
                  <a:cubicBezTo>
                    <a:pt x="114" y="275"/>
                    <a:pt x="114" y="273"/>
                    <a:pt x="114" y="271"/>
                  </a:cubicBezTo>
                  <a:cubicBezTo>
                    <a:pt x="116" y="269"/>
                    <a:pt x="119" y="268"/>
                    <a:pt x="121" y="267"/>
                  </a:cubicBezTo>
                  <a:cubicBezTo>
                    <a:pt x="127" y="262"/>
                    <a:pt x="127" y="262"/>
                    <a:pt x="127" y="262"/>
                  </a:cubicBezTo>
                  <a:cubicBezTo>
                    <a:pt x="124" y="255"/>
                    <a:pt x="124" y="255"/>
                    <a:pt x="124" y="255"/>
                  </a:cubicBezTo>
                  <a:cubicBezTo>
                    <a:pt x="124" y="254"/>
                    <a:pt x="124" y="254"/>
                    <a:pt x="124" y="254"/>
                  </a:cubicBezTo>
                  <a:cubicBezTo>
                    <a:pt x="124" y="254"/>
                    <a:pt x="124" y="254"/>
                    <a:pt x="124" y="254"/>
                  </a:cubicBezTo>
                  <a:cubicBezTo>
                    <a:pt x="124" y="254"/>
                    <a:pt x="124" y="254"/>
                    <a:pt x="124" y="254"/>
                  </a:cubicBezTo>
                  <a:cubicBezTo>
                    <a:pt x="127" y="250"/>
                    <a:pt x="127" y="247"/>
                    <a:pt x="126" y="245"/>
                  </a:cubicBezTo>
                  <a:cubicBezTo>
                    <a:pt x="124" y="241"/>
                    <a:pt x="125" y="238"/>
                    <a:pt x="130" y="234"/>
                  </a:cubicBezTo>
                  <a:cubicBezTo>
                    <a:pt x="137" y="227"/>
                    <a:pt x="137" y="227"/>
                    <a:pt x="137" y="227"/>
                  </a:cubicBezTo>
                  <a:cubicBezTo>
                    <a:pt x="136" y="226"/>
                    <a:pt x="136" y="226"/>
                    <a:pt x="136" y="226"/>
                  </a:cubicBezTo>
                  <a:cubicBezTo>
                    <a:pt x="134" y="224"/>
                    <a:pt x="134" y="224"/>
                    <a:pt x="134" y="224"/>
                  </a:cubicBezTo>
                  <a:cubicBezTo>
                    <a:pt x="142" y="221"/>
                    <a:pt x="142" y="221"/>
                    <a:pt x="142" y="221"/>
                  </a:cubicBezTo>
                  <a:cubicBezTo>
                    <a:pt x="142" y="211"/>
                    <a:pt x="142" y="211"/>
                    <a:pt x="142" y="211"/>
                  </a:cubicBezTo>
                  <a:cubicBezTo>
                    <a:pt x="142" y="207"/>
                    <a:pt x="145" y="203"/>
                    <a:pt x="153" y="196"/>
                  </a:cubicBezTo>
                  <a:cubicBezTo>
                    <a:pt x="157" y="193"/>
                    <a:pt x="157" y="193"/>
                    <a:pt x="157" y="193"/>
                  </a:cubicBezTo>
                  <a:cubicBezTo>
                    <a:pt x="157" y="193"/>
                    <a:pt x="157" y="193"/>
                    <a:pt x="157" y="193"/>
                  </a:cubicBezTo>
                  <a:cubicBezTo>
                    <a:pt x="148" y="183"/>
                    <a:pt x="148" y="183"/>
                    <a:pt x="148" y="183"/>
                  </a:cubicBezTo>
                  <a:cubicBezTo>
                    <a:pt x="145" y="179"/>
                    <a:pt x="146" y="173"/>
                    <a:pt x="151" y="168"/>
                  </a:cubicBezTo>
                  <a:cubicBezTo>
                    <a:pt x="151" y="167"/>
                    <a:pt x="151" y="167"/>
                    <a:pt x="151" y="167"/>
                  </a:cubicBezTo>
                  <a:cubicBezTo>
                    <a:pt x="170" y="151"/>
                    <a:pt x="170" y="151"/>
                    <a:pt x="170" y="151"/>
                  </a:cubicBezTo>
                  <a:cubicBezTo>
                    <a:pt x="171" y="147"/>
                    <a:pt x="171" y="147"/>
                    <a:pt x="171" y="147"/>
                  </a:cubicBezTo>
                  <a:cubicBezTo>
                    <a:pt x="167" y="145"/>
                    <a:pt x="166" y="139"/>
                    <a:pt x="168" y="129"/>
                  </a:cubicBezTo>
                  <a:cubicBezTo>
                    <a:pt x="170" y="112"/>
                    <a:pt x="178" y="104"/>
                    <a:pt x="190" y="102"/>
                  </a:cubicBezTo>
                  <a:cubicBezTo>
                    <a:pt x="190" y="102"/>
                    <a:pt x="190" y="102"/>
                    <a:pt x="190" y="102"/>
                  </a:cubicBezTo>
                  <a:cubicBezTo>
                    <a:pt x="192" y="102"/>
                    <a:pt x="192" y="102"/>
                    <a:pt x="192" y="102"/>
                  </a:cubicBezTo>
                  <a:cubicBezTo>
                    <a:pt x="199" y="107"/>
                    <a:pt x="199" y="107"/>
                    <a:pt x="199" y="107"/>
                  </a:cubicBezTo>
                  <a:cubicBezTo>
                    <a:pt x="208" y="107"/>
                    <a:pt x="208" y="107"/>
                    <a:pt x="208" y="107"/>
                  </a:cubicBezTo>
                  <a:cubicBezTo>
                    <a:pt x="216" y="97"/>
                    <a:pt x="216" y="97"/>
                    <a:pt x="216" y="97"/>
                  </a:cubicBezTo>
                  <a:cubicBezTo>
                    <a:pt x="216" y="97"/>
                    <a:pt x="216" y="97"/>
                    <a:pt x="216" y="97"/>
                  </a:cubicBezTo>
                  <a:cubicBezTo>
                    <a:pt x="216" y="97"/>
                    <a:pt x="216" y="97"/>
                    <a:pt x="216" y="97"/>
                  </a:cubicBezTo>
                  <a:cubicBezTo>
                    <a:pt x="216" y="96"/>
                    <a:pt x="216" y="96"/>
                    <a:pt x="216" y="96"/>
                  </a:cubicBezTo>
                  <a:cubicBezTo>
                    <a:pt x="226" y="90"/>
                    <a:pt x="226" y="90"/>
                    <a:pt x="226" y="90"/>
                  </a:cubicBezTo>
                  <a:cubicBezTo>
                    <a:pt x="225" y="82"/>
                    <a:pt x="225" y="82"/>
                    <a:pt x="225" y="82"/>
                  </a:cubicBezTo>
                  <a:cubicBezTo>
                    <a:pt x="225" y="80"/>
                    <a:pt x="225" y="80"/>
                    <a:pt x="225" y="80"/>
                  </a:cubicBezTo>
                  <a:cubicBezTo>
                    <a:pt x="226" y="79"/>
                    <a:pt x="226" y="79"/>
                    <a:pt x="226" y="79"/>
                  </a:cubicBezTo>
                  <a:cubicBezTo>
                    <a:pt x="229" y="78"/>
                    <a:pt x="229" y="78"/>
                    <a:pt x="229" y="78"/>
                  </a:cubicBezTo>
                  <a:cubicBezTo>
                    <a:pt x="232" y="74"/>
                    <a:pt x="232" y="74"/>
                    <a:pt x="232" y="74"/>
                  </a:cubicBezTo>
                  <a:cubicBezTo>
                    <a:pt x="232" y="73"/>
                    <a:pt x="232" y="73"/>
                    <a:pt x="232" y="73"/>
                  </a:cubicBezTo>
                  <a:cubicBezTo>
                    <a:pt x="226" y="63"/>
                    <a:pt x="226" y="63"/>
                    <a:pt x="226" y="63"/>
                  </a:cubicBezTo>
                  <a:cubicBezTo>
                    <a:pt x="220" y="55"/>
                    <a:pt x="215" y="48"/>
                    <a:pt x="211" y="39"/>
                  </a:cubicBezTo>
                  <a:cubicBezTo>
                    <a:pt x="208" y="34"/>
                    <a:pt x="209" y="28"/>
                    <a:pt x="213" y="21"/>
                  </a:cubicBezTo>
                  <a:cubicBezTo>
                    <a:pt x="202" y="14"/>
                    <a:pt x="202" y="14"/>
                    <a:pt x="202" y="14"/>
                  </a:cubicBezTo>
                  <a:lnTo>
                    <a:pt x="182" y="13"/>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6" name="Freeform 26"/>
            <p:cNvSpPr/>
            <p:nvPr/>
          </p:nvSpPr>
          <p:spPr bwMode="auto">
            <a:xfrm>
              <a:off x="3919728" y="3681984"/>
              <a:ext cx="369887" cy="454025"/>
            </a:xfrm>
            <a:custGeom>
              <a:avLst/>
              <a:gdLst>
                <a:gd name="T0" fmla="*/ 110 w 213"/>
                <a:gd name="T1" fmla="*/ 13 h 263"/>
                <a:gd name="T2" fmla="*/ 91 w 213"/>
                <a:gd name="T3" fmla="*/ 30 h 263"/>
                <a:gd name="T4" fmla="*/ 90 w 213"/>
                <a:gd name="T5" fmla="*/ 31 h 263"/>
                <a:gd name="T6" fmla="*/ 77 w 213"/>
                <a:gd name="T7" fmla="*/ 31 h 263"/>
                <a:gd name="T8" fmla="*/ 54 w 213"/>
                <a:gd name="T9" fmla="*/ 47 h 263"/>
                <a:gd name="T10" fmla="*/ 60 w 213"/>
                <a:gd name="T11" fmla="*/ 51 h 263"/>
                <a:gd name="T12" fmla="*/ 55 w 213"/>
                <a:gd name="T13" fmla="*/ 71 h 263"/>
                <a:gd name="T14" fmla="*/ 35 w 213"/>
                <a:gd name="T15" fmla="*/ 90 h 263"/>
                <a:gd name="T16" fmla="*/ 36 w 213"/>
                <a:gd name="T17" fmla="*/ 102 h 263"/>
                <a:gd name="T18" fmla="*/ 40 w 213"/>
                <a:gd name="T19" fmla="*/ 116 h 263"/>
                <a:gd name="T20" fmla="*/ 27 w 213"/>
                <a:gd name="T21" fmla="*/ 141 h 263"/>
                <a:gd name="T22" fmla="*/ 27 w 213"/>
                <a:gd name="T23" fmla="*/ 143 h 263"/>
                <a:gd name="T24" fmla="*/ 18 w 213"/>
                <a:gd name="T25" fmla="*/ 153 h 263"/>
                <a:gd name="T26" fmla="*/ 11 w 213"/>
                <a:gd name="T27" fmla="*/ 160 h 263"/>
                <a:gd name="T28" fmla="*/ 10 w 213"/>
                <a:gd name="T29" fmla="*/ 184 h 263"/>
                <a:gd name="T30" fmla="*/ 3 w 213"/>
                <a:gd name="T31" fmla="*/ 191 h 263"/>
                <a:gd name="T32" fmla="*/ 0 w 213"/>
                <a:gd name="T33" fmla="*/ 193 h 263"/>
                <a:gd name="T34" fmla="*/ 5 w 213"/>
                <a:gd name="T35" fmla="*/ 208 h 263"/>
                <a:gd name="T36" fmla="*/ 40 w 213"/>
                <a:gd name="T37" fmla="*/ 208 h 263"/>
                <a:gd name="T38" fmla="*/ 53 w 213"/>
                <a:gd name="T39" fmla="*/ 222 h 263"/>
                <a:gd name="T40" fmla="*/ 54 w 213"/>
                <a:gd name="T41" fmla="*/ 223 h 263"/>
                <a:gd name="T42" fmla="*/ 78 w 213"/>
                <a:gd name="T43" fmla="*/ 260 h 263"/>
                <a:gd name="T44" fmla="*/ 85 w 213"/>
                <a:gd name="T45" fmla="*/ 244 h 263"/>
                <a:gd name="T46" fmla="*/ 103 w 213"/>
                <a:gd name="T47" fmla="*/ 257 h 263"/>
                <a:gd name="T48" fmla="*/ 115 w 213"/>
                <a:gd name="T49" fmla="*/ 221 h 263"/>
                <a:gd name="T50" fmla="*/ 119 w 213"/>
                <a:gd name="T51" fmla="*/ 222 h 263"/>
                <a:gd name="T52" fmla="*/ 129 w 213"/>
                <a:gd name="T53" fmla="*/ 213 h 263"/>
                <a:gd name="T54" fmla="*/ 129 w 213"/>
                <a:gd name="T55" fmla="*/ 210 h 263"/>
                <a:gd name="T56" fmla="*/ 146 w 213"/>
                <a:gd name="T57" fmla="*/ 211 h 263"/>
                <a:gd name="T58" fmla="*/ 156 w 213"/>
                <a:gd name="T59" fmla="*/ 169 h 263"/>
                <a:gd name="T60" fmla="*/ 173 w 213"/>
                <a:gd name="T61" fmla="*/ 167 h 263"/>
                <a:gd name="T62" fmla="*/ 165 w 213"/>
                <a:gd name="T63" fmla="*/ 159 h 263"/>
                <a:gd name="T64" fmla="*/ 177 w 213"/>
                <a:gd name="T65" fmla="*/ 148 h 263"/>
                <a:gd name="T66" fmla="*/ 186 w 213"/>
                <a:gd name="T67" fmla="*/ 152 h 263"/>
                <a:gd name="T68" fmla="*/ 181 w 213"/>
                <a:gd name="T69" fmla="*/ 139 h 263"/>
                <a:gd name="T70" fmla="*/ 186 w 213"/>
                <a:gd name="T71" fmla="*/ 136 h 263"/>
                <a:gd name="T72" fmla="*/ 179 w 213"/>
                <a:gd name="T73" fmla="*/ 120 h 263"/>
                <a:gd name="T74" fmla="*/ 181 w 213"/>
                <a:gd name="T75" fmla="*/ 118 h 263"/>
                <a:gd name="T76" fmla="*/ 198 w 213"/>
                <a:gd name="T77" fmla="*/ 102 h 263"/>
                <a:gd name="T78" fmla="*/ 183 w 213"/>
                <a:gd name="T79" fmla="*/ 83 h 263"/>
                <a:gd name="T80" fmla="*/ 202 w 213"/>
                <a:gd name="T81" fmla="*/ 75 h 263"/>
                <a:gd name="T82" fmla="*/ 211 w 213"/>
                <a:gd name="T83" fmla="*/ 65 h 263"/>
                <a:gd name="T84" fmla="*/ 205 w 213"/>
                <a:gd name="T85" fmla="*/ 52 h 263"/>
                <a:gd name="T86" fmla="*/ 204 w 213"/>
                <a:gd name="T87" fmla="*/ 50 h 263"/>
                <a:gd name="T88" fmla="*/ 204 w 213"/>
                <a:gd name="T89" fmla="*/ 45 h 263"/>
                <a:gd name="T90" fmla="*/ 202 w 213"/>
                <a:gd name="T91" fmla="*/ 45 h 263"/>
                <a:gd name="T92" fmla="*/ 177 w 213"/>
                <a:gd name="T93" fmla="*/ 42 h 263"/>
                <a:gd name="T94" fmla="*/ 177 w 213"/>
                <a:gd name="T95" fmla="*/ 42 h 263"/>
                <a:gd name="T96" fmla="*/ 171 w 213"/>
                <a:gd name="T97" fmla="*/ 34 h 263"/>
                <a:gd name="T98" fmla="*/ 141 w 213"/>
                <a:gd name="T99" fmla="*/ 47 h 263"/>
                <a:gd name="T100" fmla="*/ 129 w 213"/>
                <a:gd name="T101" fmla="*/ 23 h 263"/>
                <a:gd name="T102" fmla="*/ 111 w 213"/>
                <a:gd name="T103" fmla="*/ 1 h 263"/>
                <a:gd name="T104" fmla="*/ 111 w 213"/>
                <a:gd name="T105" fmla="*/ 1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3" h="263">
                  <a:moveTo>
                    <a:pt x="111" y="12"/>
                  </a:moveTo>
                  <a:cubicBezTo>
                    <a:pt x="110" y="13"/>
                    <a:pt x="110" y="13"/>
                    <a:pt x="110" y="13"/>
                  </a:cubicBezTo>
                  <a:cubicBezTo>
                    <a:pt x="100" y="20"/>
                    <a:pt x="100" y="20"/>
                    <a:pt x="100" y="20"/>
                  </a:cubicBezTo>
                  <a:cubicBezTo>
                    <a:pt x="91" y="30"/>
                    <a:pt x="91" y="30"/>
                    <a:pt x="91" y="30"/>
                  </a:cubicBezTo>
                  <a:cubicBezTo>
                    <a:pt x="90" y="30"/>
                    <a:pt x="90" y="30"/>
                    <a:pt x="90" y="30"/>
                  </a:cubicBezTo>
                  <a:cubicBezTo>
                    <a:pt x="90" y="31"/>
                    <a:pt x="90" y="31"/>
                    <a:pt x="90" y="31"/>
                  </a:cubicBezTo>
                  <a:cubicBezTo>
                    <a:pt x="77" y="31"/>
                    <a:pt x="77" y="31"/>
                    <a:pt x="77" y="31"/>
                  </a:cubicBezTo>
                  <a:cubicBezTo>
                    <a:pt x="77" y="31"/>
                    <a:pt x="77" y="31"/>
                    <a:pt x="77" y="31"/>
                  </a:cubicBezTo>
                  <a:cubicBezTo>
                    <a:pt x="69" y="27"/>
                    <a:pt x="69" y="27"/>
                    <a:pt x="69" y="27"/>
                  </a:cubicBezTo>
                  <a:cubicBezTo>
                    <a:pt x="60" y="30"/>
                    <a:pt x="55" y="36"/>
                    <a:pt x="54" y="47"/>
                  </a:cubicBezTo>
                  <a:cubicBezTo>
                    <a:pt x="53" y="57"/>
                    <a:pt x="53" y="57"/>
                    <a:pt x="53" y="57"/>
                  </a:cubicBezTo>
                  <a:cubicBezTo>
                    <a:pt x="60" y="51"/>
                    <a:pt x="60" y="51"/>
                    <a:pt x="60" y="51"/>
                  </a:cubicBezTo>
                  <a:cubicBezTo>
                    <a:pt x="55" y="71"/>
                    <a:pt x="55" y="71"/>
                    <a:pt x="55" y="71"/>
                  </a:cubicBezTo>
                  <a:cubicBezTo>
                    <a:pt x="55" y="71"/>
                    <a:pt x="55" y="71"/>
                    <a:pt x="55" y="71"/>
                  </a:cubicBezTo>
                  <a:cubicBezTo>
                    <a:pt x="55" y="72"/>
                    <a:pt x="55" y="72"/>
                    <a:pt x="55" y="72"/>
                  </a:cubicBezTo>
                  <a:cubicBezTo>
                    <a:pt x="35" y="90"/>
                    <a:pt x="35" y="90"/>
                    <a:pt x="35" y="90"/>
                  </a:cubicBezTo>
                  <a:cubicBezTo>
                    <a:pt x="32" y="93"/>
                    <a:pt x="31" y="96"/>
                    <a:pt x="32" y="98"/>
                  </a:cubicBezTo>
                  <a:cubicBezTo>
                    <a:pt x="36" y="102"/>
                    <a:pt x="36" y="102"/>
                    <a:pt x="36" y="102"/>
                  </a:cubicBezTo>
                  <a:cubicBezTo>
                    <a:pt x="40" y="106"/>
                    <a:pt x="43" y="109"/>
                    <a:pt x="42" y="111"/>
                  </a:cubicBezTo>
                  <a:cubicBezTo>
                    <a:pt x="42" y="113"/>
                    <a:pt x="41" y="115"/>
                    <a:pt x="40" y="116"/>
                  </a:cubicBezTo>
                  <a:cubicBezTo>
                    <a:pt x="27" y="127"/>
                    <a:pt x="27" y="127"/>
                    <a:pt x="27" y="127"/>
                  </a:cubicBezTo>
                  <a:cubicBezTo>
                    <a:pt x="28" y="130"/>
                    <a:pt x="28" y="135"/>
                    <a:pt x="27" y="141"/>
                  </a:cubicBezTo>
                  <a:cubicBezTo>
                    <a:pt x="27" y="142"/>
                    <a:pt x="27" y="142"/>
                    <a:pt x="27" y="142"/>
                  </a:cubicBezTo>
                  <a:cubicBezTo>
                    <a:pt x="27" y="143"/>
                    <a:pt x="27" y="143"/>
                    <a:pt x="27" y="143"/>
                  </a:cubicBezTo>
                  <a:cubicBezTo>
                    <a:pt x="22" y="145"/>
                    <a:pt x="22" y="145"/>
                    <a:pt x="22" y="145"/>
                  </a:cubicBezTo>
                  <a:cubicBezTo>
                    <a:pt x="22" y="148"/>
                    <a:pt x="21" y="150"/>
                    <a:pt x="18" y="153"/>
                  </a:cubicBezTo>
                  <a:cubicBezTo>
                    <a:pt x="11" y="159"/>
                    <a:pt x="11" y="159"/>
                    <a:pt x="11" y="159"/>
                  </a:cubicBezTo>
                  <a:cubicBezTo>
                    <a:pt x="11" y="160"/>
                    <a:pt x="11" y="160"/>
                    <a:pt x="11" y="160"/>
                  </a:cubicBezTo>
                  <a:cubicBezTo>
                    <a:pt x="12" y="163"/>
                    <a:pt x="12" y="167"/>
                    <a:pt x="10" y="172"/>
                  </a:cubicBezTo>
                  <a:cubicBezTo>
                    <a:pt x="13" y="178"/>
                    <a:pt x="13" y="182"/>
                    <a:pt x="10" y="184"/>
                  </a:cubicBezTo>
                  <a:cubicBezTo>
                    <a:pt x="4" y="190"/>
                    <a:pt x="4" y="190"/>
                    <a:pt x="4" y="190"/>
                  </a:cubicBezTo>
                  <a:cubicBezTo>
                    <a:pt x="3" y="191"/>
                    <a:pt x="3" y="191"/>
                    <a:pt x="3" y="191"/>
                  </a:cubicBezTo>
                  <a:cubicBezTo>
                    <a:pt x="0" y="192"/>
                    <a:pt x="0" y="192"/>
                    <a:pt x="0" y="192"/>
                  </a:cubicBezTo>
                  <a:cubicBezTo>
                    <a:pt x="0" y="193"/>
                    <a:pt x="0" y="193"/>
                    <a:pt x="0" y="193"/>
                  </a:cubicBezTo>
                  <a:cubicBezTo>
                    <a:pt x="4" y="208"/>
                    <a:pt x="4" y="208"/>
                    <a:pt x="4" y="208"/>
                  </a:cubicBezTo>
                  <a:cubicBezTo>
                    <a:pt x="5" y="208"/>
                    <a:pt x="5" y="208"/>
                    <a:pt x="5" y="208"/>
                  </a:cubicBezTo>
                  <a:cubicBezTo>
                    <a:pt x="15" y="207"/>
                    <a:pt x="26" y="207"/>
                    <a:pt x="38" y="208"/>
                  </a:cubicBezTo>
                  <a:cubicBezTo>
                    <a:pt x="40" y="208"/>
                    <a:pt x="40" y="208"/>
                    <a:pt x="40" y="208"/>
                  </a:cubicBezTo>
                  <a:cubicBezTo>
                    <a:pt x="40" y="209"/>
                    <a:pt x="40" y="209"/>
                    <a:pt x="40" y="209"/>
                  </a:cubicBezTo>
                  <a:cubicBezTo>
                    <a:pt x="53" y="222"/>
                    <a:pt x="53" y="222"/>
                    <a:pt x="53" y="222"/>
                  </a:cubicBezTo>
                  <a:cubicBezTo>
                    <a:pt x="53" y="223"/>
                    <a:pt x="53" y="223"/>
                    <a:pt x="53" y="223"/>
                  </a:cubicBezTo>
                  <a:cubicBezTo>
                    <a:pt x="54" y="223"/>
                    <a:pt x="54" y="223"/>
                    <a:pt x="54" y="223"/>
                  </a:cubicBezTo>
                  <a:cubicBezTo>
                    <a:pt x="61" y="245"/>
                    <a:pt x="61" y="245"/>
                    <a:pt x="61" y="245"/>
                  </a:cubicBezTo>
                  <a:cubicBezTo>
                    <a:pt x="78" y="260"/>
                    <a:pt x="78" y="260"/>
                    <a:pt x="78" y="260"/>
                  </a:cubicBezTo>
                  <a:cubicBezTo>
                    <a:pt x="85" y="263"/>
                    <a:pt x="85" y="263"/>
                    <a:pt x="85" y="263"/>
                  </a:cubicBezTo>
                  <a:cubicBezTo>
                    <a:pt x="85" y="244"/>
                    <a:pt x="85" y="244"/>
                    <a:pt x="85" y="244"/>
                  </a:cubicBezTo>
                  <a:cubicBezTo>
                    <a:pt x="100" y="259"/>
                    <a:pt x="100" y="259"/>
                    <a:pt x="100" y="259"/>
                  </a:cubicBezTo>
                  <a:cubicBezTo>
                    <a:pt x="103" y="257"/>
                    <a:pt x="103" y="257"/>
                    <a:pt x="103" y="257"/>
                  </a:cubicBezTo>
                  <a:cubicBezTo>
                    <a:pt x="114" y="234"/>
                    <a:pt x="114" y="234"/>
                    <a:pt x="114" y="234"/>
                  </a:cubicBezTo>
                  <a:cubicBezTo>
                    <a:pt x="115" y="221"/>
                    <a:pt x="115" y="221"/>
                    <a:pt x="115" y="221"/>
                  </a:cubicBezTo>
                  <a:cubicBezTo>
                    <a:pt x="117" y="222"/>
                    <a:pt x="117" y="222"/>
                    <a:pt x="117" y="222"/>
                  </a:cubicBezTo>
                  <a:cubicBezTo>
                    <a:pt x="119" y="222"/>
                    <a:pt x="119" y="222"/>
                    <a:pt x="119" y="222"/>
                  </a:cubicBezTo>
                  <a:cubicBezTo>
                    <a:pt x="130" y="223"/>
                    <a:pt x="130" y="223"/>
                    <a:pt x="130" y="223"/>
                  </a:cubicBezTo>
                  <a:cubicBezTo>
                    <a:pt x="129" y="213"/>
                    <a:pt x="129" y="213"/>
                    <a:pt x="129" y="213"/>
                  </a:cubicBezTo>
                  <a:cubicBezTo>
                    <a:pt x="129" y="212"/>
                    <a:pt x="129" y="212"/>
                    <a:pt x="129" y="212"/>
                  </a:cubicBezTo>
                  <a:cubicBezTo>
                    <a:pt x="129" y="210"/>
                    <a:pt x="129" y="210"/>
                    <a:pt x="129" y="210"/>
                  </a:cubicBezTo>
                  <a:cubicBezTo>
                    <a:pt x="131" y="210"/>
                    <a:pt x="131" y="210"/>
                    <a:pt x="131" y="210"/>
                  </a:cubicBezTo>
                  <a:cubicBezTo>
                    <a:pt x="146" y="211"/>
                    <a:pt x="146" y="211"/>
                    <a:pt x="146" y="211"/>
                  </a:cubicBezTo>
                  <a:cubicBezTo>
                    <a:pt x="154" y="203"/>
                    <a:pt x="158" y="196"/>
                    <a:pt x="158" y="191"/>
                  </a:cubicBezTo>
                  <a:cubicBezTo>
                    <a:pt x="156" y="169"/>
                    <a:pt x="156" y="169"/>
                    <a:pt x="156" y="169"/>
                  </a:cubicBezTo>
                  <a:cubicBezTo>
                    <a:pt x="169" y="173"/>
                    <a:pt x="169" y="173"/>
                    <a:pt x="169" y="173"/>
                  </a:cubicBezTo>
                  <a:cubicBezTo>
                    <a:pt x="173" y="167"/>
                    <a:pt x="173" y="167"/>
                    <a:pt x="173" y="167"/>
                  </a:cubicBezTo>
                  <a:cubicBezTo>
                    <a:pt x="166" y="161"/>
                    <a:pt x="166" y="161"/>
                    <a:pt x="166" y="161"/>
                  </a:cubicBezTo>
                  <a:cubicBezTo>
                    <a:pt x="165" y="159"/>
                    <a:pt x="165" y="159"/>
                    <a:pt x="165" y="159"/>
                  </a:cubicBezTo>
                  <a:cubicBezTo>
                    <a:pt x="177" y="147"/>
                    <a:pt x="177" y="147"/>
                    <a:pt x="177" y="147"/>
                  </a:cubicBezTo>
                  <a:cubicBezTo>
                    <a:pt x="177" y="148"/>
                    <a:pt x="177" y="148"/>
                    <a:pt x="177" y="148"/>
                  </a:cubicBezTo>
                  <a:cubicBezTo>
                    <a:pt x="179" y="148"/>
                    <a:pt x="179" y="148"/>
                    <a:pt x="179" y="148"/>
                  </a:cubicBezTo>
                  <a:cubicBezTo>
                    <a:pt x="186" y="152"/>
                    <a:pt x="186" y="152"/>
                    <a:pt x="186" y="152"/>
                  </a:cubicBezTo>
                  <a:cubicBezTo>
                    <a:pt x="186" y="150"/>
                    <a:pt x="186" y="150"/>
                    <a:pt x="186" y="150"/>
                  </a:cubicBezTo>
                  <a:cubicBezTo>
                    <a:pt x="181" y="139"/>
                    <a:pt x="181" y="139"/>
                    <a:pt x="181" y="139"/>
                  </a:cubicBezTo>
                  <a:cubicBezTo>
                    <a:pt x="183" y="138"/>
                    <a:pt x="183" y="138"/>
                    <a:pt x="183" y="138"/>
                  </a:cubicBezTo>
                  <a:cubicBezTo>
                    <a:pt x="186" y="136"/>
                    <a:pt x="186" y="136"/>
                    <a:pt x="186" y="136"/>
                  </a:cubicBezTo>
                  <a:cubicBezTo>
                    <a:pt x="185" y="131"/>
                    <a:pt x="185" y="131"/>
                    <a:pt x="185" y="131"/>
                  </a:cubicBezTo>
                  <a:cubicBezTo>
                    <a:pt x="179" y="120"/>
                    <a:pt x="179" y="120"/>
                    <a:pt x="179" y="120"/>
                  </a:cubicBezTo>
                  <a:cubicBezTo>
                    <a:pt x="180" y="119"/>
                    <a:pt x="180" y="119"/>
                    <a:pt x="180" y="119"/>
                  </a:cubicBezTo>
                  <a:cubicBezTo>
                    <a:pt x="181" y="118"/>
                    <a:pt x="181" y="118"/>
                    <a:pt x="181" y="118"/>
                  </a:cubicBezTo>
                  <a:cubicBezTo>
                    <a:pt x="197" y="109"/>
                    <a:pt x="197" y="109"/>
                    <a:pt x="197" y="109"/>
                  </a:cubicBezTo>
                  <a:cubicBezTo>
                    <a:pt x="198" y="102"/>
                    <a:pt x="198" y="102"/>
                    <a:pt x="198" y="102"/>
                  </a:cubicBezTo>
                  <a:cubicBezTo>
                    <a:pt x="184" y="95"/>
                    <a:pt x="177" y="89"/>
                    <a:pt x="178" y="86"/>
                  </a:cubicBezTo>
                  <a:cubicBezTo>
                    <a:pt x="179" y="84"/>
                    <a:pt x="180" y="83"/>
                    <a:pt x="183" y="83"/>
                  </a:cubicBezTo>
                  <a:cubicBezTo>
                    <a:pt x="201" y="86"/>
                    <a:pt x="201" y="86"/>
                    <a:pt x="201" y="86"/>
                  </a:cubicBezTo>
                  <a:cubicBezTo>
                    <a:pt x="202" y="75"/>
                    <a:pt x="202" y="75"/>
                    <a:pt x="202" y="75"/>
                  </a:cubicBezTo>
                  <a:cubicBezTo>
                    <a:pt x="202" y="74"/>
                    <a:pt x="202" y="74"/>
                    <a:pt x="202" y="74"/>
                  </a:cubicBezTo>
                  <a:cubicBezTo>
                    <a:pt x="211" y="65"/>
                    <a:pt x="211" y="65"/>
                    <a:pt x="211" y="65"/>
                  </a:cubicBezTo>
                  <a:cubicBezTo>
                    <a:pt x="213" y="58"/>
                    <a:pt x="213" y="58"/>
                    <a:pt x="213" y="58"/>
                  </a:cubicBezTo>
                  <a:cubicBezTo>
                    <a:pt x="210" y="57"/>
                    <a:pt x="207" y="54"/>
                    <a:pt x="205" y="52"/>
                  </a:cubicBezTo>
                  <a:cubicBezTo>
                    <a:pt x="204" y="51"/>
                    <a:pt x="204" y="51"/>
                    <a:pt x="204" y="51"/>
                  </a:cubicBezTo>
                  <a:cubicBezTo>
                    <a:pt x="204" y="50"/>
                    <a:pt x="204" y="50"/>
                    <a:pt x="204" y="50"/>
                  </a:cubicBezTo>
                  <a:cubicBezTo>
                    <a:pt x="205" y="47"/>
                    <a:pt x="205" y="47"/>
                    <a:pt x="205" y="47"/>
                  </a:cubicBezTo>
                  <a:cubicBezTo>
                    <a:pt x="204" y="45"/>
                    <a:pt x="204" y="45"/>
                    <a:pt x="204" y="45"/>
                  </a:cubicBezTo>
                  <a:cubicBezTo>
                    <a:pt x="203" y="45"/>
                    <a:pt x="203" y="45"/>
                    <a:pt x="203" y="45"/>
                  </a:cubicBezTo>
                  <a:cubicBezTo>
                    <a:pt x="202" y="45"/>
                    <a:pt x="202" y="45"/>
                    <a:pt x="202" y="45"/>
                  </a:cubicBezTo>
                  <a:cubicBezTo>
                    <a:pt x="201" y="48"/>
                    <a:pt x="198" y="50"/>
                    <a:pt x="194" y="50"/>
                  </a:cubicBezTo>
                  <a:cubicBezTo>
                    <a:pt x="187" y="50"/>
                    <a:pt x="182" y="47"/>
                    <a:pt x="177" y="42"/>
                  </a:cubicBezTo>
                  <a:cubicBezTo>
                    <a:pt x="177" y="42"/>
                    <a:pt x="177" y="42"/>
                    <a:pt x="177" y="42"/>
                  </a:cubicBezTo>
                  <a:cubicBezTo>
                    <a:pt x="177" y="42"/>
                    <a:pt x="177" y="42"/>
                    <a:pt x="177" y="42"/>
                  </a:cubicBezTo>
                  <a:cubicBezTo>
                    <a:pt x="172" y="33"/>
                    <a:pt x="172" y="33"/>
                    <a:pt x="172" y="33"/>
                  </a:cubicBezTo>
                  <a:cubicBezTo>
                    <a:pt x="171" y="34"/>
                    <a:pt x="171" y="34"/>
                    <a:pt x="171" y="34"/>
                  </a:cubicBezTo>
                  <a:cubicBezTo>
                    <a:pt x="170" y="38"/>
                    <a:pt x="168" y="42"/>
                    <a:pt x="163" y="45"/>
                  </a:cubicBezTo>
                  <a:cubicBezTo>
                    <a:pt x="156" y="48"/>
                    <a:pt x="148" y="50"/>
                    <a:pt x="141" y="47"/>
                  </a:cubicBezTo>
                  <a:cubicBezTo>
                    <a:pt x="136" y="45"/>
                    <a:pt x="133" y="41"/>
                    <a:pt x="131" y="36"/>
                  </a:cubicBezTo>
                  <a:cubicBezTo>
                    <a:pt x="129" y="23"/>
                    <a:pt x="129" y="23"/>
                    <a:pt x="129" y="23"/>
                  </a:cubicBezTo>
                  <a:cubicBezTo>
                    <a:pt x="128" y="12"/>
                    <a:pt x="125" y="5"/>
                    <a:pt x="122" y="3"/>
                  </a:cubicBezTo>
                  <a:cubicBezTo>
                    <a:pt x="118" y="1"/>
                    <a:pt x="114" y="0"/>
                    <a:pt x="111" y="1"/>
                  </a:cubicBezTo>
                  <a:cubicBezTo>
                    <a:pt x="112" y="11"/>
                    <a:pt x="112" y="11"/>
                    <a:pt x="112" y="11"/>
                  </a:cubicBezTo>
                  <a:lnTo>
                    <a:pt x="111" y="12"/>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7" name="Freeform 27"/>
            <p:cNvSpPr/>
            <p:nvPr/>
          </p:nvSpPr>
          <p:spPr bwMode="auto">
            <a:xfrm>
              <a:off x="4083241" y="3396234"/>
              <a:ext cx="320675" cy="369888"/>
            </a:xfrm>
            <a:custGeom>
              <a:avLst/>
              <a:gdLst>
                <a:gd name="T0" fmla="*/ 97 w 185"/>
                <a:gd name="T1" fmla="*/ 9 h 214"/>
                <a:gd name="T2" fmla="*/ 65 w 185"/>
                <a:gd name="T3" fmla="*/ 3 h 214"/>
                <a:gd name="T4" fmla="*/ 58 w 185"/>
                <a:gd name="T5" fmla="*/ 41 h 214"/>
                <a:gd name="T6" fmla="*/ 42 w 185"/>
                <a:gd name="T7" fmla="*/ 49 h 214"/>
                <a:gd name="T8" fmla="*/ 34 w 185"/>
                <a:gd name="T9" fmla="*/ 63 h 214"/>
                <a:gd name="T10" fmla="*/ 25 w 185"/>
                <a:gd name="T11" fmla="*/ 82 h 214"/>
                <a:gd name="T12" fmla="*/ 9 w 185"/>
                <a:gd name="T13" fmla="*/ 103 h 214"/>
                <a:gd name="T14" fmla="*/ 2 w 185"/>
                <a:gd name="T15" fmla="*/ 119 h 214"/>
                <a:gd name="T16" fmla="*/ 17 w 185"/>
                <a:gd name="T17" fmla="*/ 142 h 214"/>
                <a:gd name="T18" fmla="*/ 24 w 185"/>
                <a:gd name="T19" fmla="*/ 154 h 214"/>
                <a:gd name="T20" fmla="*/ 25 w 185"/>
                <a:gd name="T21" fmla="*/ 156 h 214"/>
                <a:gd name="T22" fmla="*/ 24 w 185"/>
                <a:gd name="T23" fmla="*/ 158 h 214"/>
                <a:gd name="T24" fmla="*/ 23 w 185"/>
                <a:gd name="T25" fmla="*/ 160 h 214"/>
                <a:gd name="T26" fmla="*/ 41 w 185"/>
                <a:gd name="T27" fmla="*/ 187 h 214"/>
                <a:gd name="T28" fmla="*/ 49 w 185"/>
                <a:gd name="T29" fmla="*/ 205 h 214"/>
                <a:gd name="T30" fmla="*/ 70 w 185"/>
                <a:gd name="T31" fmla="*/ 198 h 214"/>
                <a:gd name="T32" fmla="*/ 69 w 185"/>
                <a:gd name="T33" fmla="*/ 196 h 214"/>
                <a:gd name="T34" fmla="*/ 81 w 185"/>
                <a:gd name="T35" fmla="*/ 190 h 214"/>
                <a:gd name="T36" fmla="*/ 100 w 185"/>
                <a:gd name="T37" fmla="*/ 207 h 214"/>
                <a:gd name="T38" fmla="*/ 103 w 185"/>
                <a:gd name="T39" fmla="*/ 207 h 214"/>
                <a:gd name="T40" fmla="*/ 112 w 185"/>
                <a:gd name="T41" fmla="*/ 204 h 214"/>
                <a:gd name="T42" fmla="*/ 116 w 185"/>
                <a:gd name="T43" fmla="*/ 204 h 214"/>
                <a:gd name="T44" fmla="*/ 127 w 185"/>
                <a:gd name="T45" fmla="*/ 214 h 214"/>
                <a:gd name="T46" fmla="*/ 130 w 185"/>
                <a:gd name="T47" fmla="*/ 188 h 214"/>
                <a:gd name="T48" fmla="*/ 130 w 185"/>
                <a:gd name="T49" fmla="*/ 188 h 214"/>
                <a:gd name="T50" fmla="*/ 134 w 185"/>
                <a:gd name="T51" fmla="*/ 172 h 214"/>
                <a:gd name="T52" fmla="*/ 134 w 185"/>
                <a:gd name="T53" fmla="*/ 169 h 214"/>
                <a:gd name="T54" fmla="*/ 136 w 185"/>
                <a:gd name="T55" fmla="*/ 167 h 214"/>
                <a:gd name="T56" fmla="*/ 153 w 185"/>
                <a:gd name="T57" fmla="*/ 143 h 214"/>
                <a:gd name="T58" fmla="*/ 157 w 185"/>
                <a:gd name="T59" fmla="*/ 144 h 214"/>
                <a:gd name="T60" fmla="*/ 156 w 185"/>
                <a:gd name="T61" fmla="*/ 155 h 214"/>
                <a:gd name="T62" fmla="*/ 174 w 185"/>
                <a:gd name="T63" fmla="*/ 140 h 214"/>
                <a:gd name="T64" fmla="*/ 170 w 185"/>
                <a:gd name="T65" fmla="*/ 132 h 214"/>
                <a:gd name="T66" fmla="*/ 174 w 185"/>
                <a:gd name="T67" fmla="*/ 105 h 214"/>
                <a:gd name="T68" fmla="*/ 165 w 185"/>
                <a:gd name="T69" fmla="*/ 103 h 214"/>
                <a:gd name="T70" fmla="*/ 164 w 185"/>
                <a:gd name="T71" fmla="*/ 102 h 214"/>
                <a:gd name="T72" fmla="*/ 161 w 185"/>
                <a:gd name="T73" fmla="*/ 89 h 214"/>
                <a:gd name="T74" fmla="*/ 185 w 185"/>
                <a:gd name="T75" fmla="*/ 88 h 214"/>
                <a:gd name="T76" fmla="*/ 165 w 185"/>
                <a:gd name="T77" fmla="*/ 66 h 214"/>
                <a:gd name="T78" fmla="*/ 178 w 185"/>
                <a:gd name="T79" fmla="*/ 51 h 214"/>
                <a:gd name="T80" fmla="*/ 169 w 185"/>
                <a:gd name="T81" fmla="*/ 52 h 214"/>
                <a:gd name="T82" fmla="*/ 168 w 185"/>
                <a:gd name="T83" fmla="*/ 51 h 214"/>
                <a:gd name="T84" fmla="*/ 157 w 185"/>
                <a:gd name="T85" fmla="*/ 37 h 214"/>
                <a:gd name="T86" fmla="*/ 122 w 185"/>
                <a:gd name="T87" fmla="*/ 49 h 214"/>
                <a:gd name="T88" fmla="*/ 119 w 185"/>
                <a:gd name="T89" fmla="*/ 49 h 214"/>
                <a:gd name="T90" fmla="*/ 118 w 185"/>
                <a:gd name="T91" fmla="*/ 28 h 214"/>
                <a:gd name="T92" fmla="*/ 124 w 185"/>
                <a:gd name="T93"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5" h="214">
                  <a:moveTo>
                    <a:pt x="113" y="3"/>
                  </a:moveTo>
                  <a:cubicBezTo>
                    <a:pt x="106" y="6"/>
                    <a:pt x="101" y="9"/>
                    <a:pt x="97" y="9"/>
                  </a:cubicBezTo>
                  <a:cubicBezTo>
                    <a:pt x="93" y="9"/>
                    <a:pt x="87" y="8"/>
                    <a:pt x="79" y="5"/>
                  </a:cubicBezTo>
                  <a:cubicBezTo>
                    <a:pt x="65" y="3"/>
                    <a:pt x="65" y="3"/>
                    <a:pt x="65" y="3"/>
                  </a:cubicBezTo>
                  <a:cubicBezTo>
                    <a:pt x="60" y="5"/>
                    <a:pt x="55" y="11"/>
                    <a:pt x="49" y="22"/>
                  </a:cubicBezTo>
                  <a:cubicBezTo>
                    <a:pt x="58" y="41"/>
                    <a:pt x="58" y="41"/>
                    <a:pt x="58" y="41"/>
                  </a:cubicBezTo>
                  <a:cubicBezTo>
                    <a:pt x="43" y="49"/>
                    <a:pt x="43" y="49"/>
                    <a:pt x="43" y="49"/>
                  </a:cubicBezTo>
                  <a:cubicBezTo>
                    <a:pt x="42" y="49"/>
                    <a:pt x="42" y="49"/>
                    <a:pt x="42" y="49"/>
                  </a:cubicBezTo>
                  <a:cubicBezTo>
                    <a:pt x="30" y="46"/>
                    <a:pt x="30" y="46"/>
                    <a:pt x="30" y="46"/>
                  </a:cubicBezTo>
                  <a:cubicBezTo>
                    <a:pt x="35" y="55"/>
                    <a:pt x="36" y="60"/>
                    <a:pt x="34" y="63"/>
                  </a:cubicBezTo>
                  <a:cubicBezTo>
                    <a:pt x="33" y="68"/>
                    <a:pt x="33" y="68"/>
                    <a:pt x="33" y="68"/>
                  </a:cubicBezTo>
                  <a:cubicBezTo>
                    <a:pt x="30" y="75"/>
                    <a:pt x="28" y="79"/>
                    <a:pt x="25" y="82"/>
                  </a:cubicBezTo>
                  <a:cubicBezTo>
                    <a:pt x="4" y="100"/>
                    <a:pt x="4" y="100"/>
                    <a:pt x="4" y="100"/>
                  </a:cubicBezTo>
                  <a:cubicBezTo>
                    <a:pt x="9" y="103"/>
                    <a:pt x="9" y="103"/>
                    <a:pt x="9" y="103"/>
                  </a:cubicBezTo>
                  <a:cubicBezTo>
                    <a:pt x="6" y="107"/>
                    <a:pt x="6" y="107"/>
                    <a:pt x="6" y="107"/>
                  </a:cubicBezTo>
                  <a:cubicBezTo>
                    <a:pt x="1" y="111"/>
                    <a:pt x="0" y="116"/>
                    <a:pt x="2" y="119"/>
                  </a:cubicBezTo>
                  <a:cubicBezTo>
                    <a:pt x="17" y="142"/>
                    <a:pt x="17" y="142"/>
                    <a:pt x="17" y="142"/>
                  </a:cubicBezTo>
                  <a:cubicBezTo>
                    <a:pt x="17" y="142"/>
                    <a:pt x="17" y="142"/>
                    <a:pt x="17" y="142"/>
                  </a:cubicBezTo>
                  <a:cubicBezTo>
                    <a:pt x="17" y="142"/>
                    <a:pt x="17" y="142"/>
                    <a:pt x="17" y="142"/>
                  </a:cubicBezTo>
                  <a:cubicBezTo>
                    <a:pt x="24" y="154"/>
                    <a:pt x="24" y="154"/>
                    <a:pt x="24" y="154"/>
                  </a:cubicBezTo>
                  <a:cubicBezTo>
                    <a:pt x="24" y="155"/>
                    <a:pt x="24" y="155"/>
                    <a:pt x="24" y="155"/>
                  </a:cubicBezTo>
                  <a:cubicBezTo>
                    <a:pt x="25" y="156"/>
                    <a:pt x="25" y="156"/>
                    <a:pt x="25" y="156"/>
                  </a:cubicBezTo>
                  <a:cubicBezTo>
                    <a:pt x="24" y="157"/>
                    <a:pt x="24" y="157"/>
                    <a:pt x="24" y="157"/>
                  </a:cubicBezTo>
                  <a:cubicBezTo>
                    <a:pt x="24" y="158"/>
                    <a:pt x="24" y="158"/>
                    <a:pt x="24" y="158"/>
                  </a:cubicBezTo>
                  <a:cubicBezTo>
                    <a:pt x="24" y="159"/>
                    <a:pt x="24" y="159"/>
                    <a:pt x="24" y="159"/>
                  </a:cubicBezTo>
                  <a:cubicBezTo>
                    <a:pt x="23" y="160"/>
                    <a:pt x="23" y="160"/>
                    <a:pt x="23" y="160"/>
                  </a:cubicBezTo>
                  <a:cubicBezTo>
                    <a:pt x="26" y="160"/>
                    <a:pt x="28" y="161"/>
                    <a:pt x="31" y="163"/>
                  </a:cubicBezTo>
                  <a:cubicBezTo>
                    <a:pt x="36" y="166"/>
                    <a:pt x="40" y="174"/>
                    <a:pt x="41" y="187"/>
                  </a:cubicBezTo>
                  <a:cubicBezTo>
                    <a:pt x="44" y="199"/>
                    <a:pt x="44" y="199"/>
                    <a:pt x="44" y="199"/>
                  </a:cubicBezTo>
                  <a:cubicBezTo>
                    <a:pt x="45" y="202"/>
                    <a:pt x="46" y="204"/>
                    <a:pt x="49" y="205"/>
                  </a:cubicBezTo>
                  <a:cubicBezTo>
                    <a:pt x="54" y="208"/>
                    <a:pt x="60" y="207"/>
                    <a:pt x="66" y="204"/>
                  </a:cubicBezTo>
                  <a:cubicBezTo>
                    <a:pt x="69" y="202"/>
                    <a:pt x="71" y="200"/>
                    <a:pt x="70" y="198"/>
                  </a:cubicBezTo>
                  <a:cubicBezTo>
                    <a:pt x="69" y="198"/>
                    <a:pt x="69" y="198"/>
                    <a:pt x="69" y="198"/>
                  </a:cubicBezTo>
                  <a:cubicBezTo>
                    <a:pt x="69" y="196"/>
                    <a:pt x="69" y="196"/>
                    <a:pt x="69" y="196"/>
                  </a:cubicBezTo>
                  <a:cubicBezTo>
                    <a:pt x="80" y="189"/>
                    <a:pt x="80" y="189"/>
                    <a:pt x="80" y="189"/>
                  </a:cubicBezTo>
                  <a:cubicBezTo>
                    <a:pt x="81" y="190"/>
                    <a:pt x="81" y="190"/>
                    <a:pt x="81" y="190"/>
                  </a:cubicBezTo>
                  <a:cubicBezTo>
                    <a:pt x="89" y="204"/>
                    <a:pt x="89" y="204"/>
                    <a:pt x="89" y="204"/>
                  </a:cubicBezTo>
                  <a:cubicBezTo>
                    <a:pt x="92" y="206"/>
                    <a:pt x="95" y="207"/>
                    <a:pt x="100" y="207"/>
                  </a:cubicBezTo>
                  <a:cubicBezTo>
                    <a:pt x="103" y="207"/>
                    <a:pt x="103" y="207"/>
                    <a:pt x="103" y="207"/>
                  </a:cubicBezTo>
                  <a:cubicBezTo>
                    <a:pt x="103" y="207"/>
                    <a:pt x="103" y="207"/>
                    <a:pt x="103" y="207"/>
                  </a:cubicBezTo>
                  <a:cubicBezTo>
                    <a:pt x="100" y="199"/>
                    <a:pt x="100" y="199"/>
                    <a:pt x="100" y="199"/>
                  </a:cubicBezTo>
                  <a:cubicBezTo>
                    <a:pt x="112" y="204"/>
                    <a:pt x="112" y="204"/>
                    <a:pt x="112" y="204"/>
                  </a:cubicBezTo>
                  <a:cubicBezTo>
                    <a:pt x="115" y="204"/>
                    <a:pt x="115" y="204"/>
                    <a:pt x="115" y="204"/>
                  </a:cubicBezTo>
                  <a:cubicBezTo>
                    <a:pt x="116" y="204"/>
                    <a:pt x="116" y="204"/>
                    <a:pt x="116" y="204"/>
                  </a:cubicBezTo>
                  <a:cubicBezTo>
                    <a:pt x="116" y="205"/>
                    <a:pt x="116" y="205"/>
                    <a:pt x="116" y="205"/>
                  </a:cubicBezTo>
                  <a:cubicBezTo>
                    <a:pt x="127" y="214"/>
                    <a:pt x="127" y="214"/>
                    <a:pt x="127" y="214"/>
                  </a:cubicBezTo>
                  <a:cubicBezTo>
                    <a:pt x="130" y="209"/>
                    <a:pt x="130" y="209"/>
                    <a:pt x="130" y="209"/>
                  </a:cubicBezTo>
                  <a:cubicBezTo>
                    <a:pt x="130" y="188"/>
                    <a:pt x="130" y="188"/>
                    <a:pt x="130" y="188"/>
                  </a:cubicBezTo>
                  <a:cubicBezTo>
                    <a:pt x="130" y="188"/>
                    <a:pt x="130" y="188"/>
                    <a:pt x="130" y="188"/>
                  </a:cubicBezTo>
                  <a:cubicBezTo>
                    <a:pt x="130" y="188"/>
                    <a:pt x="130" y="188"/>
                    <a:pt x="130" y="188"/>
                  </a:cubicBezTo>
                  <a:cubicBezTo>
                    <a:pt x="137" y="179"/>
                    <a:pt x="137" y="179"/>
                    <a:pt x="137" y="179"/>
                  </a:cubicBezTo>
                  <a:cubicBezTo>
                    <a:pt x="138" y="178"/>
                    <a:pt x="137" y="175"/>
                    <a:pt x="134" y="172"/>
                  </a:cubicBezTo>
                  <a:cubicBezTo>
                    <a:pt x="133" y="170"/>
                    <a:pt x="133" y="170"/>
                    <a:pt x="133" y="170"/>
                  </a:cubicBezTo>
                  <a:cubicBezTo>
                    <a:pt x="134" y="169"/>
                    <a:pt x="134" y="169"/>
                    <a:pt x="134" y="169"/>
                  </a:cubicBezTo>
                  <a:cubicBezTo>
                    <a:pt x="134" y="168"/>
                    <a:pt x="134" y="168"/>
                    <a:pt x="134" y="168"/>
                  </a:cubicBezTo>
                  <a:cubicBezTo>
                    <a:pt x="136" y="167"/>
                    <a:pt x="136" y="167"/>
                    <a:pt x="136" y="167"/>
                  </a:cubicBezTo>
                  <a:cubicBezTo>
                    <a:pt x="151" y="142"/>
                    <a:pt x="151" y="142"/>
                    <a:pt x="151" y="142"/>
                  </a:cubicBezTo>
                  <a:cubicBezTo>
                    <a:pt x="153" y="143"/>
                    <a:pt x="153" y="143"/>
                    <a:pt x="153" y="143"/>
                  </a:cubicBezTo>
                  <a:cubicBezTo>
                    <a:pt x="156" y="144"/>
                    <a:pt x="156" y="144"/>
                    <a:pt x="156" y="144"/>
                  </a:cubicBezTo>
                  <a:cubicBezTo>
                    <a:pt x="157" y="144"/>
                    <a:pt x="157" y="144"/>
                    <a:pt x="157" y="144"/>
                  </a:cubicBezTo>
                  <a:cubicBezTo>
                    <a:pt x="157" y="145"/>
                    <a:pt x="157" y="145"/>
                    <a:pt x="157" y="145"/>
                  </a:cubicBezTo>
                  <a:cubicBezTo>
                    <a:pt x="156" y="155"/>
                    <a:pt x="156" y="155"/>
                    <a:pt x="156" y="155"/>
                  </a:cubicBezTo>
                  <a:cubicBezTo>
                    <a:pt x="157" y="155"/>
                    <a:pt x="157" y="155"/>
                    <a:pt x="157" y="155"/>
                  </a:cubicBezTo>
                  <a:cubicBezTo>
                    <a:pt x="174" y="140"/>
                    <a:pt x="174" y="140"/>
                    <a:pt x="174" y="140"/>
                  </a:cubicBezTo>
                  <a:cubicBezTo>
                    <a:pt x="173" y="132"/>
                    <a:pt x="173" y="132"/>
                    <a:pt x="173" y="132"/>
                  </a:cubicBezTo>
                  <a:cubicBezTo>
                    <a:pt x="170" y="132"/>
                    <a:pt x="170" y="132"/>
                    <a:pt x="170" y="132"/>
                  </a:cubicBezTo>
                  <a:cubicBezTo>
                    <a:pt x="164" y="133"/>
                    <a:pt x="164" y="133"/>
                    <a:pt x="164" y="133"/>
                  </a:cubicBezTo>
                  <a:cubicBezTo>
                    <a:pt x="174" y="105"/>
                    <a:pt x="174" y="105"/>
                    <a:pt x="174" y="105"/>
                  </a:cubicBezTo>
                  <a:cubicBezTo>
                    <a:pt x="165" y="103"/>
                    <a:pt x="165" y="103"/>
                    <a:pt x="165" y="103"/>
                  </a:cubicBezTo>
                  <a:cubicBezTo>
                    <a:pt x="165" y="103"/>
                    <a:pt x="165" y="103"/>
                    <a:pt x="165" y="103"/>
                  </a:cubicBezTo>
                  <a:cubicBezTo>
                    <a:pt x="164" y="103"/>
                    <a:pt x="164" y="103"/>
                    <a:pt x="164" y="103"/>
                  </a:cubicBezTo>
                  <a:cubicBezTo>
                    <a:pt x="164" y="102"/>
                    <a:pt x="164" y="102"/>
                    <a:pt x="164" y="102"/>
                  </a:cubicBezTo>
                  <a:cubicBezTo>
                    <a:pt x="160" y="99"/>
                    <a:pt x="160" y="99"/>
                    <a:pt x="160" y="99"/>
                  </a:cubicBezTo>
                  <a:cubicBezTo>
                    <a:pt x="159" y="95"/>
                    <a:pt x="159" y="92"/>
                    <a:pt x="161" y="89"/>
                  </a:cubicBezTo>
                  <a:cubicBezTo>
                    <a:pt x="176" y="88"/>
                    <a:pt x="176" y="88"/>
                    <a:pt x="176" y="88"/>
                  </a:cubicBezTo>
                  <a:cubicBezTo>
                    <a:pt x="185" y="88"/>
                    <a:pt x="185" y="88"/>
                    <a:pt x="185" y="88"/>
                  </a:cubicBezTo>
                  <a:cubicBezTo>
                    <a:pt x="185" y="85"/>
                    <a:pt x="183" y="80"/>
                    <a:pt x="177" y="71"/>
                  </a:cubicBezTo>
                  <a:cubicBezTo>
                    <a:pt x="165" y="66"/>
                    <a:pt x="165" y="66"/>
                    <a:pt x="165" y="66"/>
                  </a:cubicBezTo>
                  <a:cubicBezTo>
                    <a:pt x="178" y="54"/>
                    <a:pt x="178" y="54"/>
                    <a:pt x="178" y="54"/>
                  </a:cubicBezTo>
                  <a:cubicBezTo>
                    <a:pt x="178" y="51"/>
                    <a:pt x="178" y="51"/>
                    <a:pt x="178" y="51"/>
                  </a:cubicBezTo>
                  <a:cubicBezTo>
                    <a:pt x="171" y="52"/>
                    <a:pt x="171" y="52"/>
                    <a:pt x="171" y="52"/>
                  </a:cubicBezTo>
                  <a:cubicBezTo>
                    <a:pt x="169" y="52"/>
                    <a:pt x="169" y="52"/>
                    <a:pt x="169" y="52"/>
                  </a:cubicBezTo>
                  <a:cubicBezTo>
                    <a:pt x="169" y="51"/>
                    <a:pt x="169" y="51"/>
                    <a:pt x="169" y="51"/>
                  </a:cubicBezTo>
                  <a:cubicBezTo>
                    <a:pt x="168" y="51"/>
                    <a:pt x="168" y="51"/>
                    <a:pt x="168" y="51"/>
                  </a:cubicBezTo>
                  <a:cubicBezTo>
                    <a:pt x="168" y="49"/>
                    <a:pt x="168" y="49"/>
                    <a:pt x="168" y="49"/>
                  </a:cubicBezTo>
                  <a:cubicBezTo>
                    <a:pt x="166" y="43"/>
                    <a:pt x="162" y="39"/>
                    <a:pt x="157" y="37"/>
                  </a:cubicBezTo>
                  <a:cubicBezTo>
                    <a:pt x="133" y="37"/>
                    <a:pt x="133" y="37"/>
                    <a:pt x="133" y="37"/>
                  </a:cubicBezTo>
                  <a:cubicBezTo>
                    <a:pt x="122" y="49"/>
                    <a:pt x="122" y="49"/>
                    <a:pt x="122" y="49"/>
                  </a:cubicBezTo>
                  <a:cubicBezTo>
                    <a:pt x="122" y="50"/>
                    <a:pt x="122" y="50"/>
                    <a:pt x="122" y="50"/>
                  </a:cubicBezTo>
                  <a:cubicBezTo>
                    <a:pt x="119" y="49"/>
                    <a:pt x="119" y="49"/>
                    <a:pt x="119" y="49"/>
                  </a:cubicBezTo>
                  <a:cubicBezTo>
                    <a:pt x="81" y="37"/>
                    <a:pt x="81" y="37"/>
                    <a:pt x="81" y="37"/>
                  </a:cubicBezTo>
                  <a:cubicBezTo>
                    <a:pt x="118" y="28"/>
                    <a:pt x="118" y="28"/>
                    <a:pt x="118" y="28"/>
                  </a:cubicBezTo>
                  <a:cubicBezTo>
                    <a:pt x="120" y="28"/>
                    <a:pt x="126" y="22"/>
                    <a:pt x="137" y="9"/>
                  </a:cubicBezTo>
                  <a:cubicBezTo>
                    <a:pt x="124" y="0"/>
                    <a:pt x="124" y="0"/>
                    <a:pt x="124" y="0"/>
                  </a:cubicBezTo>
                  <a:lnTo>
                    <a:pt x="113" y="3"/>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28" name="Freeform 28"/>
            <p:cNvSpPr/>
            <p:nvPr/>
          </p:nvSpPr>
          <p:spPr bwMode="auto">
            <a:xfrm>
              <a:off x="3775266" y="3080322"/>
              <a:ext cx="401637" cy="492125"/>
            </a:xfrm>
            <a:custGeom>
              <a:avLst/>
              <a:gdLst>
                <a:gd name="T0" fmla="*/ 146 w 232"/>
                <a:gd name="T1" fmla="*/ 80 h 284"/>
                <a:gd name="T2" fmla="*/ 129 w 232"/>
                <a:gd name="T3" fmla="*/ 41 h 284"/>
                <a:gd name="T4" fmla="*/ 84 w 232"/>
                <a:gd name="T5" fmla="*/ 26 h 284"/>
                <a:gd name="T6" fmla="*/ 57 w 232"/>
                <a:gd name="T7" fmla="*/ 0 h 284"/>
                <a:gd name="T8" fmla="*/ 74 w 232"/>
                <a:gd name="T9" fmla="*/ 26 h 284"/>
                <a:gd name="T10" fmla="*/ 75 w 232"/>
                <a:gd name="T11" fmla="*/ 27 h 284"/>
                <a:gd name="T12" fmla="*/ 54 w 232"/>
                <a:gd name="T13" fmla="*/ 54 h 284"/>
                <a:gd name="T14" fmla="*/ 29 w 232"/>
                <a:gd name="T15" fmla="*/ 34 h 284"/>
                <a:gd name="T16" fmla="*/ 35 w 232"/>
                <a:gd name="T17" fmla="*/ 53 h 284"/>
                <a:gd name="T18" fmla="*/ 35 w 232"/>
                <a:gd name="T19" fmla="*/ 54 h 284"/>
                <a:gd name="T20" fmla="*/ 33 w 232"/>
                <a:gd name="T21" fmla="*/ 61 h 284"/>
                <a:gd name="T22" fmla="*/ 22 w 232"/>
                <a:gd name="T23" fmla="*/ 66 h 284"/>
                <a:gd name="T24" fmla="*/ 17 w 232"/>
                <a:gd name="T25" fmla="*/ 76 h 284"/>
                <a:gd name="T26" fmla="*/ 13 w 232"/>
                <a:gd name="T27" fmla="*/ 94 h 284"/>
                <a:gd name="T28" fmla="*/ 13 w 232"/>
                <a:gd name="T29" fmla="*/ 94 h 284"/>
                <a:gd name="T30" fmla="*/ 6 w 232"/>
                <a:gd name="T31" fmla="*/ 99 h 284"/>
                <a:gd name="T32" fmla="*/ 22 w 232"/>
                <a:gd name="T33" fmla="*/ 123 h 284"/>
                <a:gd name="T34" fmla="*/ 28 w 232"/>
                <a:gd name="T35" fmla="*/ 122 h 284"/>
                <a:gd name="T36" fmla="*/ 53 w 232"/>
                <a:gd name="T37" fmla="*/ 134 h 284"/>
                <a:gd name="T38" fmla="*/ 54 w 232"/>
                <a:gd name="T39" fmla="*/ 135 h 284"/>
                <a:gd name="T40" fmla="*/ 53 w 232"/>
                <a:gd name="T41" fmla="*/ 151 h 284"/>
                <a:gd name="T42" fmla="*/ 47 w 232"/>
                <a:gd name="T43" fmla="*/ 164 h 284"/>
                <a:gd name="T44" fmla="*/ 38 w 232"/>
                <a:gd name="T45" fmla="*/ 173 h 284"/>
                <a:gd name="T46" fmla="*/ 38 w 232"/>
                <a:gd name="T47" fmla="*/ 174 h 284"/>
                <a:gd name="T48" fmla="*/ 40 w 232"/>
                <a:gd name="T49" fmla="*/ 191 h 284"/>
                <a:gd name="T50" fmla="*/ 57 w 232"/>
                <a:gd name="T51" fmla="*/ 194 h 284"/>
                <a:gd name="T52" fmla="*/ 65 w 232"/>
                <a:gd name="T53" fmla="*/ 203 h 284"/>
                <a:gd name="T54" fmla="*/ 78 w 232"/>
                <a:gd name="T55" fmla="*/ 266 h 284"/>
                <a:gd name="T56" fmla="*/ 75 w 232"/>
                <a:gd name="T57" fmla="*/ 271 h 284"/>
                <a:gd name="T58" fmla="*/ 77 w 232"/>
                <a:gd name="T59" fmla="*/ 275 h 284"/>
                <a:gd name="T60" fmla="*/ 111 w 232"/>
                <a:gd name="T61" fmla="*/ 261 h 284"/>
                <a:gd name="T62" fmla="*/ 119 w 232"/>
                <a:gd name="T63" fmla="*/ 265 h 284"/>
                <a:gd name="T64" fmla="*/ 120 w 232"/>
                <a:gd name="T65" fmla="*/ 264 h 284"/>
                <a:gd name="T66" fmla="*/ 132 w 232"/>
                <a:gd name="T67" fmla="*/ 257 h 284"/>
                <a:gd name="T68" fmla="*/ 167 w 232"/>
                <a:gd name="T69" fmla="*/ 272 h 284"/>
                <a:gd name="T70" fmla="*/ 176 w 232"/>
                <a:gd name="T71" fmla="*/ 278 h 284"/>
                <a:gd name="T72" fmla="*/ 204 w 232"/>
                <a:gd name="T73" fmla="*/ 247 h 284"/>
                <a:gd name="T74" fmla="*/ 198 w 232"/>
                <a:gd name="T75" fmla="*/ 224 h 284"/>
                <a:gd name="T76" fmla="*/ 219 w 232"/>
                <a:gd name="T77" fmla="*/ 225 h 284"/>
                <a:gd name="T78" fmla="*/ 219 w 232"/>
                <a:gd name="T79" fmla="*/ 204 h 284"/>
                <a:gd name="T80" fmla="*/ 232 w 232"/>
                <a:gd name="T81" fmla="*/ 185 h 284"/>
                <a:gd name="T82" fmla="*/ 215 w 232"/>
                <a:gd name="T83" fmla="*/ 168 h 284"/>
                <a:gd name="T84" fmla="*/ 207 w 232"/>
                <a:gd name="T85" fmla="*/ 175 h 284"/>
                <a:gd name="T86" fmla="*/ 205 w 232"/>
                <a:gd name="T87" fmla="*/ 174 h 284"/>
                <a:gd name="T88" fmla="*/ 191 w 232"/>
                <a:gd name="T89" fmla="*/ 161 h 284"/>
                <a:gd name="T90" fmla="*/ 172 w 232"/>
                <a:gd name="T91" fmla="*/ 149 h 284"/>
                <a:gd name="T92" fmla="*/ 167 w 232"/>
                <a:gd name="T93" fmla="*/ 128 h 284"/>
                <a:gd name="T94" fmla="*/ 178 w 232"/>
                <a:gd name="T95" fmla="*/ 96 h 284"/>
                <a:gd name="T96" fmla="*/ 196 w 232"/>
                <a:gd name="T97" fmla="*/ 97 h 284"/>
                <a:gd name="T98" fmla="*/ 197 w 232"/>
                <a:gd name="T99" fmla="*/ 78 h 284"/>
                <a:gd name="T100" fmla="*/ 147 w 232"/>
                <a:gd name="T101" fmla="*/ 81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2" h="284">
                  <a:moveTo>
                    <a:pt x="147" y="80"/>
                  </a:moveTo>
                  <a:cubicBezTo>
                    <a:pt x="146" y="80"/>
                    <a:pt x="146" y="80"/>
                    <a:pt x="146" y="80"/>
                  </a:cubicBezTo>
                  <a:cubicBezTo>
                    <a:pt x="146" y="79"/>
                    <a:pt x="146" y="79"/>
                    <a:pt x="146" y="79"/>
                  </a:cubicBezTo>
                  <a:cubicBezTo>
                    <a:pt x="139" y="56"/>
                    <a:pt x="133" y="43"/>
                    <a:pt x="129" y="41"/>
                  </a:cubicBezTo>
                  <a:cubicBezTo>
                    <a:pt x="108" y="34"/>
                    <a:pt x="108" y="34"/>
                    <a:pt x="108" y="34"/>
                  </a:cubicBezTo>
                  <a:cubicBezTo>
                    <a:pt x="96" y="31"/>
                    <a:pt x="87" y="28"/>
                    <a:pt x="84" y="26"/>
                  </a:cubicBezTo>
                  <a:cubicBezTo>
                    <a:pt x="77" y="22"/>
                    <a:pt x="70" y="14"/>
                    <a:pt x="60" y="0"/>
                  </a:cubicBezTo>
                  <a:cubicBezTo>
                    <a:pt x="57" y="0"/>
                    <a:pt x="57" y="0"/>
                    <a:pt x="57" y="0"/>
                  </a:cubicBezTo>
                  <a:cubicBezTo>
                    <a:pt x="57" y="0"/>
                    <a:pt x="57" y="0"/>
                    <a:pt x="57" y="0"/>
                  </a:cubicBezTo>
                  <a:cubicBezTo>
                    <a:pt x="59" y="5"/>
                    <a:pt x="64" y="14"/>
                    <a:pt x="74" y="26"/>
                  </a:cubicBezTo>
                  <a:cubicBezTo>
                    <a:pt x="74" y="26"/>
                    <a:pt x="74" y="26"/>
                    <a:pt x="74" y="26"/>
                  </a:cubicBezTo>
                  <a:cubicBezTo>
                    <a:pt x="75" y="27"/>
                    <a:pt x="75" y="27"/>
                    <a:pt x="75" y="27"/>
                  </a:cubicBezTo>
                  <a:cubicBezTo>
                    <a:pt x="65" y="45"/>
                    <a:pt x="65" y="45"/>
                    <a:pt x="65" y="45"/>
                  </a:cubicBezTo>
                  <a:cubicBezTo>
                    <a:pt x="62" y="52"/>
                    <a:pt x="58" y="55"/>
                    <a:pt x="54" y="54"/>
                  </a:cubicBezTo>
                  <a:cubicBezTo>
                    <a:pt x="52" y="52"/>
                    <a:pt x="47" y="47"/>
                    <a:pt x="39" y="37"/>
                  </a:cubicBezTo>
                  <a:cubicBezTo>
                    <a:pt x="29" y="34"/>
                    <a:pt x="29" y="34"/>
                    <a:pt x="29" y="34"/>
                  </a:cubicBezTo>
                  <a:cubicBezTo>
                    <a:pt x="29" y="37"/>
                    <a:pt x="31" y="43"/>
                    <a:pt x="35" y="52"/>
                  </a:cubicBezTo>
                  <a:cubicBezTo>
                    <a:pt x="35" y="53"/>
                    <a:pt x="35" y="53"/>
                    <a:pt x="35" y="53"/>
                  </a:cubicBezTo>
                  <a:cubicBezTo>
                    <a:pt x="35" y="54"/>
                    <a:pt x="35" y="54"/>
                    <a:pt x="35" y="54"/>
                  </a:cubicBezTo>
                  <a:cubicBezTo>
                    <a:pt x="35" y="54"/>
                    <a:pt x="35" y="54"/>
                    <a:pt x="35" y="54"/>
                  </a:cubicBezTo>
                  <a:cubicBezTo>
                    <a:pt x="35" y="55"/>
                    <a:pt x="35" y="55"/>
                    <a:pt x="35" y="55"/>
                  </a:cubicBezTo>
                  <a:cubicBezTo>
                    <a:pt x="33" y="61"/>
                    <a:pt x="33" y="61"/>
                    <a:pt x="33" y="61"/>
                  </a:cubicBezTo>
                  <a:cubicBezTo>
                    <a:pt x="22" y="66"/>
                    <a:pt x="22" y="66"/>
                    <a:pt x="22" y="66"/>
                  </a:cubicBezTo>
                  <a:cubicBezTo>
                    <a:pt x="22" y="66"/>
                    <a:pt x="22" y="66"/>
                    <a:pt x="22" y="66"/>
                  </a:cubicBezTo>
                  <a:cubicBezTo>
                    <a:pt x="19" y="68"/>
                    <a:pt x="19" y="68"/>
                    <a:pt x="19" y="68"/>
                  </a:cubicBezTo>
                  <a:cubicBezTo>
                    <a:pt x="17" y="69"/>
                    <a:pt x="17" y="72"/>
                    <a:pt x="17" y="76"/>
                  </a:cubicBezTo>
                  <a:cubicBezTo>
                    <a:pt x="19" y="85"/>
                    <a:pt x="18" y="91"/>
                    <a:pt x="16" y="93"/>
                  </a:cubicBezTo>
                  <a:cubicBezTo>
                    <a:pt x="15" y="94"/>
                    <a:pt x="14" y="94"/>
                    <a:pt x="13" y="94"/>
                  </a:cubicBezTo>
                  <a:cubicBezTo>
                    <a:pt x="13" y="94"/>
                    <a:pt x="13" y="94"/>
                    <a:pt x="13" y="94"/>
                  </a:cubicBezTo>
                  <a:cubicBezTo>
                    <a:pt x="13" y="94"/>
                    <a:pt x="13" y="94"/>
                    <a:pt x="13" y="94"/>
                  </a:cubicBezTo>
                  <a:cubicBezTo>
                    <a:pt x="0" y="92"/>
                    <a:pt x="0" y="92"/>
                    <a:pt x="0" y="92"/>
                  </a:cubicBezTo>
                  <a:cubicBezTo>
                    <a:pt x="1" y="94"/>
                    <a:pt x="3" y="97"/>
                    <a:pt x="6" y="99"/>
                  </a:cubicBezTo>
                  <a:cubicBezTo>
                    <a:pt x="12" y="104"/>
                    <a:pt x="17" y="112"/>
                    <a:pt x="22" y="121"/>
                  </a:cubicBezTo>
                  <a:cubicBezTo>
                    <a:pt x="22" y="123"/>
                    <a:pt x="22" y="123"/>
                    <a:pt x="22" y="123"/>
                  </a:cubicBezTo>
                  <a:cubicBezTo>
                    <a:pt x="22" y="123"/>
                    <a:pt x="22" y="123"/>
                    <a:pt x="22" y="123"/>
                  </a:cubicBezTo>
                  <a:cubicBezTo>
                    <a:pt x="28" y="122"/>
                    <a:pt x="28" y="122"/>
                    <a:pt x="28" y="122"/>
                  </a:cubicBezTo>
                  <a:cubicBezTo>
                    <a:pt x="34" y="120"/>
                    <a:pt x="40" y="122"/>
                    <a:pt x="47" y="126"/>
                  </a:cubicBezTo>
                  <a:cubicBezTo>
                    <a:pt x="53" y="134"/>
                    <a:pt x="53" y="134"/>
                    <a:pt x="53" y="134"/>
                  </a:cubicBezTo>
                  <a:cubicBezTo>
                    <a:pt x="54" y="134"/>
                    <a:pt x="54" y="134"/>
                    <a:pt x="54" y="134"/>
                  </a:cubicBezTo>
                  <a:cubicBezTo>
                    <a:pt x="54" y="135"/>
                    <a:pt x="54" y="135"/>
                    <a:pt x="54" y="135"/>
                  </a:cubicBezTo>
                  <a:cubicBezTo>
                    <a:pt x="53" y="135"/>
                    <a:pt x="53" y="135"/>
                    <a:pt x="53" y="135"/>
                  </a:cubicBezTo>
                  <a:cubicBezTo>
                    <a:pt x="53" y="151"/>
                    <a:pt x="53" y="151"/>
                    <a:pt x="53" y="151"/>
                  </a:cubicBezTo>
                  <a:cubicBezTo>
                    <a:pt x="54" y="153"/>
                    <a:pt x="56" y="156"/>
                    <a:pt x="54" y="159"/>
                  </a:cubicBezTo>
                  <a:cubicBezTo>
                    <a:pt x="53" y="162"/>
                    <a:pt x="51" y="163"/>
                    <a:pt x="47" y="164"/>
                  </a:cubicBezTo>
                  <a:cubicBezTo>
                    <a:pt x="42" y="164"/>
                    <a:pt x="39" y="167"/>
                    <a:pt x="38" y="173"/>
                  </a:cubicBezTo>
                  <a:cubicBezTo>
                    <a:pt x="38" y="173"/>
                    <a:pt x="38" y="173"/>
                    <a:pt x="38" y="173"/>
                  </a:cubicBezTo>
                  <a:cubicBezTo>
                    <a:pt x="38" y="173"/>
                    <a:pt x="38" y="173"/>
                    <a:pt x="38" y="173"/>
                  </a:cubicBezTo>
                  <a:cubicBezTo>
                    <a:pt x="38" y="174"/>
                    <a:pt x="38" y="174"/>
                    <a:pt x="38" y="174"/>
                  </a:cubicBezTo>
                  <a:cubicBezTo>
                    <a:pt x="33" y="184"/>
                    <a:pt x="33" y="184"/>
                    <a:pt x="33" y="184"/>
                  </a:cubicBezTo>
                  <a:cubicBezTo>
                    <a:pt x="40" y="191"/>
                    <a:pt x="40" y="191"/>
                    <a:pt x="40" y="191"/>
                  </a:cubicBezTo>
                  <a:cubicBezTo>
                    <a:pt x="56" y="194"/>
                    <a:pt x="56" y="194"/>
                    <a:pt x="56" y="194"/>
                  </a:cubicBezTo>
                  <a:cubicBezTo>
                    <a:pt x="57" y="194"/>
                    <a:pt x="57" y="194"/>
                    <a:pt x="57" y="194"/>
                  </a:cubicBezTo>
                  <a:cubicBezTo>
                    <a:pt x="57" y="194"/>
                    <a:pt x="57" y="194"/>
                    <a:pt x="57" y="194"/>
                  </a:cubicBezTo>
                  <a:cubicBezTo>
                    <a:pt x="65" y="203"/>
                    <a:pt x="65" y="203"/>
                    <a:pt x="65" y="203"/>
                  </a:cubicBezTo>
                  <a:cubicBezTo>
                    <a:pt x="56" y="217"/>
                    <a:pt x="56" y="217"/>
                    <a:pt x="56" y="217"/>
                  </a:cubicBezTo>
                  <a:cubicBezTo>
                    <a:pt x="78" y="266"/>
                    <a:pt x="78" y="266"/>
                    <a:pt x="78" y="266"/>
                  </a:cubicBezTo>
                  <a:cubicBezTo>
                    <a:pt x="79" y="267"/>
                    <a:pt x="79" y="267"/>
                    <a:pt x="79" y="267"/>
                  </a:cubicBezTo>
                  <a:cubicBezTo>
                    <a:pt x="75" y="271"/>
                    <a:pt x="75" y="271"/>
                    <a:pt x="75" y="271"/>
                  </a:cubicBezTo>
                  <a:cubicBezTo>
                    <a:pt x="76" y="275"/>
                    <a:pt x="76" y="275"/>
                    <a:pt x="76" y="275"/>
                  </a:cubicBezTo>
                  <a:cubicBezTo>
                    <a:pt x="77" y="275"/>
                    <a:pt x="77" y="275"/>
                    <a:pt x="77" y="275"/>
                  </a:cubicBezTo>
                  <a:cubicBezTo>
                    <a:pt x="118" y="249"/>
                    <a:pt x="118" y="249"/>
                    <a:pt x="118" y="249"/>
                  </a:cubicBezTo>
                  <a:cubicBezTo>
                    <a:pt x="111" y="261"/>
                    <a:pt x="111" y="261"/>
                    <a:pt x="111" y="261"/>
                  </a:cubicBezTo>
                  <a:cubicBezTo>
                    <a:pt x="106" y="270"/>
                    <a:pt x="103" y="278"/>
                    <a:pt x="102" y="284"/>
                  </a:cubicBezTo>
                  <a:cubicBezTo>
                    <a:pt x="109" y="281"/>
                    <a:pt x="115" y="275"/>
                    <a:pt x="119" y="265"/>
                  </a:cubicBezTo>
                  <a:cubicBezTo>
                    <a:pt x="119" y="264"/>
                    <a:pt x="119" y="264"/>
                    <a:pt x="119" y="264"/>
                  </a:cubicBezTo>
                  <a:cubicBezTo>
                    <a:pt x="120" y="264"/>
                    <a:pt x="120" y="264"/>
                    <a:pt x="120" y="264"/>
                  </a:cubicBezTo>
                  <a:cubicBezTo>
                    <a:pt x="131" y="258"/>
                    <a:pt x="131" y="258"/>
                    <a:pt x="131" y="258"/>
                  </a:cubicBezTo>
                  <a:cubicBezTo>
                    <a:pt x="132" y="257"/>
                    <a:pt x="132" y="257"/>
                    <a:pt x="132" y="257"/>
                  </a:cubicBezTo>
                  <a:cubicBezTo>
                    <a:pt x="148" y="271"/>
                    <a:pt x="148" y="271"/>
                    <a:pt x="148" y="271"/>
                  </a:cubicBezTo>
                  <a:cubicBezTo>
                    <a:pt x="167" y="272"/>
                    <a:pt x="167" y="272"/>
                    <a:pt x="167" y="272"/>
                  </a:cubicBezTo>
                  <a:cubicBezTo>
                    <a:pt x="167" y="273"/>
                    <a:pt x="167" y="273"/>
                    <a:pt x="167" y="273"/>
                  </a:cubicBezTo>
                  <a:cubicBezTo>
                    <a:pt x="176" y="278"/>
                    <a:pt x="176" y="278"/>
                    <a:pt x="176" y="278"/>
                  </a:cubicBezTo>
                  <a:cubicBezTo>
                    <a:pt x="198" y="259"/>
                    <a:pt x="198" y="259"/>
                    <a:pt x="198" y="259"/>
                  </a:cubicBezTo>
                  <a:cubicBezTo>
                    <a:pt x="200" y="257"/>
                    <a:pt x="202" y="253"/>
                    <a:pt x="204" y="247"/>
                  </a:cubicBezTo>
                  <a:cubicBezTo>
                    <a:pt x="207" y="242"/>
                    <a:pt x="207" y="242"/>
                    <a:pt x="207" y="242"/>
                  </a:cubicBezTo>
                  <a:cubicBezTo>
                    <a:pt x="207" y="240"/>
                    <a:pt x="204" y="234"/>
                    <a:pt x="198" y="224"/>
                  </a:cubicBezTo>
                  <a:cubicBezTo>
                    <a:pt x="193" y="216"/>
                    <a:pt x="193" y="216"/>
                    <a:pt x="193" y="216"/>
                  </a:cubicBezTo>
                  <a:cubicBezTo>
                    <a:pt x="219" y="225"/>
                    <a:pt x="219" y="225"/>
                    <a:pt x="219" y="225"/>
                  </a:cubicBezTo>
                  <a:cubicBezTo>
                    <a:pt x="227" y="221"/>
                    <a:pt x="227" y="221"/>
                    <a:pt x="227" y="221"/>
                  </a:cubicBezTo>
                  <a:cubicBezTo>
                    <a:pt x="219" y="204"/>
                    <a:pt x="219" y="204"/>
                    <a:pt x="219" y="204"/>
                  </a:cubicBezTo>
                  <a:cubicBezTo>
                    <a:pt x="219" y="203"/>
                    <a:pt x="219" y="203"/>
                    <a:pt x="219" y="203"/>
                  </a:cubicBezTo>
                  <a:cubicBezTo>
                    <a:pt x="232" y="185"/>
                    <a:pt x="232" y="185"/>
                    <a:pt x="232" y="185"/>
                  </a:cubicBezTo>
                  <a:cubicBezTo>
                    <a:pt x="227" y="177"/>
                    <a:pt x="227" y="177"/>
                    <a:pt x="227" y="177"/>
                  </a:cubicBezTo>
                  <a:cubicBezTo>
                    <a:pt x="221" y="171"/>
                    <a:pt x="218" y="168"/>
                    <a:pt x="215" y="168"/>
                  </a:cubicBezTo>
                  <a:cubicBezTo>
                    <a:pt x="214" y="168"/>
                    <a:pt x="214" y="168"/>
                    <a:pt x="214" y="168"/>
                  </a:cubicBezTo>
                  <a:cubicBezTo>
                    <a:pt x="207" y="175"/>
                    <a:pt x="207" y="175"/>
                    <a:pt x="207" y="175"/>
                  </a:cubicBezTo>
                  <a:cubicBezTo>
                    <a:pt x="206" y="174"/>
                    <a:pt x="206" y="174"/>
                    <a:pt x="206" y="174"/>
                  </a:cubicBezTo>
                  <a:cubicBezTo>
                    <a:pt x="205" y="174"/>
                    <a:pt x="205" y="174"/>
                    <a:pt x="205" y="174"/>
                  </a:cubicBezTo>
                  <a:cubicBezTo>
                    <a:pt x="194" y="171"/>
                    <a:pt x="194" y="171"/>
                    <a:pt x="194" y="171"/>
                  </a:cubicBezTo>
                  <a:cubicBezTo>
                    <a:pt x="191" y="161"/>
                    <a:pt x="191" y="161"/>
                    <a:pt x="191" y="161"/>
                  </a:cubicBezTo>
                  <a:cubicBezTo>
                    <a:pt x="187" y="160"/>
                    <a:pt x="182" y="158"/>
                    <a:pt x="179" y="154"/>
                  </a:cubicBezTo>
                  <a:cubicBezTo>
                    <a:pt x="172" y="149"/>
                    <a:pt x="172" y="149"/>
                    <a:pt x="172" y="149"/>
                  </a:cubicBezTo>
                  <a:cubicBezTo>
                    <a:pt x="167" y="147"/>
                    <a:pt x="164" y="144"/>
                    <a:pt x="164" y="141"/>
                  </a:cubicBezTo>
                  <a:cubicBezTo>
                    <a:pt x="162" y="137"/>
                    <a:pt x="164" y="133"/>
                    <a:pt x="167" y="128"/>
                  </a:cubicBezTo>
                  <a:cubicBezTo>
                    <a:pt x="174" y="118"/>
                    <a:pt x="178" y="110"/>
                    <a:pt x="178" y="104"/>
                  </a:cubicBezTo>
                  <a:cubicBezTo>
                    <a:pt x="178" y="96"/>
                    <a:pt x="178" y="96"/>
                    <a:pt x="178" y="96"/>
                  </a:cubicBezTo>
                  <a:cubicBezTo>
                    <a:pt x="182" y="97"/>
                    <a:pt x="182" y="97"/>
                    <a:pt x="182" y="97"/>
                  </a:cubicBezTo>
                  <a:cubicBezTo>
                    <a:pt x="196" y="97"/>
                    <a:pt x="196" y="97"/>
                    <a:pt x="196" y="97"/>
                  </a:cubicBezTo>
                  <a:cubicBezTo>
                    <a:pt x="197" y="96"/>
                    <a:pt x="199" y="90"/>
                    <a:pt x="201" y="79"/>
                  </a:cubicBezTo>
                  <a:cubicBezTo>
                    <a:pt x="197" y="78"/>
                    <a:pt x="197" y="78"/>
                    <a:pt x="197" y="78"/>
                  </a:cubicBezTo>
                  <a:cubicBezTo>
                    <a:pt x="187" y="85"/>
                    <a:pt x="180" y="89"/>
                    <a:pt x="175" y="91"/>
                  </a:cubicBezTo>
                  <a:cubicBezTo>
                    <a:pt x="168" y="93"/>
                    <a:pt x="159" y="89"/>
                    <a:pt x="147" y="81"/>
                  </a:cubicBezTo>
                  <a:cubicBezTo>
                    <a:pt x="147" y="80"/>
                    <a:pt x="147" y="80"/>
                    <a:pt x="147" y="80"/>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29" name="Freeform 29"/>
            <p:cNvSpPr/>
            <p:nvPr/>
          </p:nvSpPr>
          <p:spPr bwMode="auto">
            <a:xfrm>
              <a:off x="3984816" y="2145284"/>
              <a:ext cx="492125" cy="471488"/>
            </a:xfrm>
            <a:custGeom>
              <a:avLst/>
              <a:gdLst>
                <a:gd name="T0" fmla="*/ 123 w 285"/>
                <a:gd name="T1" fmla="*/ 57 h 272"/>
                <a:gd name="T2" fmla="*/ 108 w 285"/>
                <a:gd name="T3" fmla="*/ 61 h 272"/>
                <a:gd name="T4" fmla="*/ 89 w 285"/>
                <a:gd name="T5" fmla="*/ 70 h 272"/>
                <a:gd name="T6" fmla="*/ 70 w 285"/>
                <a:gd name="T7" fmla="*/ 86 h 272"/>
                <a:gd name="T8" fmla="*/ 69 w 285"/>
                <a:gd name="T9" fmla="*/ 88 h 272"/>
                <a:gd name="T10" fmla="*/ 53 w 285"/>
                <a:gd name="T11" fmla="*/ 106 h 272"/>
                <a:gd name="T12" fmla="*/ 32 w 285"/>
                <a:gd name="T13" fmla="*/ 106 h 272"/>
                <a:gd name="T14" fmla="*/ 24 w 285"/>
                <a:gd name="T15" fmla="*/ 96 h 272"/>
                <a:gd name="T16" fmla="*/ 26 w 285"/>
                <a:gd name="T17" fmla="*/ 132 h 272"/>
                <a:gd name="T18" fmla="*/ 4 w 285"/>
                <a:gd name="T19" fmla="*/ 167 h 272"/>
                <a:gd name="T20" fmla="*/ 0 w 285"/>
                <a:gd name="T21" fmla="*/ 172 h 272"/>
                <a:gd name="T22" fmla="*/ 25 w 285"/>
                <a:gd name="T23" fmla="*/ 181 h 272"/>
                <a:gd name="T24" fmla="*/ 26 w 285"/>
                <a:gd name="T25" fmla="*/ 182 h 272"/>
                <a:gd name="T26" fmla="*/ 35 w 285"/>
                <a:gd name="T27" fmla="*/ 188 h 272"/>
                <a:gd name="T28" fmla="*/ 37 w 285"/>
                <a:gd name="T29" fmla="*/ 189 h 272"/>
                <a:gd name="T30" fmla="*/ 60 w 285"/>
                <a:gd name="T31" fmla="*/ 207 h 272"/>
                <a:gd name="T32" fmla="*/ 86 w 285"/>
                <a:gd name="T33" fmla="*/ 170 h 272"/>
                <a:gd name="T34" fmla="*/ 93 w 285"/>
                <a:gd name="T35" fmla="*/ 161 h 272"/>
                <a:gd name="T36" fmla="*/ 113 w 285"/>
                <a:gd name="T37" fmla="*/ 154 h 272"/>
                <a:gd name="T38" fmla="*/ 132 w 285"/>
                <a:gd name="T39" fmla="*/ 151 h 272"/>
                <a:gd name="T40" fmla="*/ 143 w 285"/>
                <a:gd name="T41" fmla="*/ 168 h 272"/>
                <a:gd name="T42" fmla="*/ 145 w 285"/>
                <a:gd name="T43" fmla="*/ 181 h 272"/>
                <a:gd name="T44" fmla="*/ 141 w 285"/>
                <a:gd name="T45" fmla="*/ 204 h 272"/>
                <a:gd name="T46" fmla="*/ 140 w 285"/>
                <a:gd name="T47" fmla="*/ 206 h 272"/>
                <a:gd name="T48" fmla="*/ 129 w 285"/>
                <a:gd name="T49" fmla="*/ 237 h 272"/>
                <a:gd name="T50" fmla="*/ 140 w 285"/>
                <a:gd name="T51" fmla="*/ 231 h 272"/>
                <a:gd name="T52" fmla="*/ 148 w 285"/>
                <a:gd name="T53" fmla="*/ 234 h 272"/>
                <a:gd name="T54" fmla="*/ 147 w 285"/>
                <a:gd name="T55" fmla="*/ 244 h 272"/>
                <a:gd name="T56" fmla="*/ 140 w 285"/>
                <a:gd name="T57" fmla="*/ 254 h 272"/>
                <a:gd name="T58" fmla="*/ 136 w 285"/>
                <a:gd name="T59" fmla="*/ 262 h 272"/>
                <a:gd name="T60" fmla="*/ 129 w 285"/>
                <a:gd name="T61" fmla="*/ 263 h 272"/>
                <a:gd name="T62" fmla="*/ 121 w 285"/>
                <a:gd name="T63" fmla="*/ 272 h 272"/>
                <a:gd name="T64" fmla="*/ 151 w 285"/>
                <a:gd name="T65" fmla="*/ 249 h 272"/>
                <a:gd name="T66" fmla="*/ 197 w 285"/>
                <a:gd name="T67" fmla="*/ 203 h 272"/>
                <a:gd name="T68" fmla="*/ 208 w 285"/>
                <a:gd name="T69" fmla="*/ 198 h 272"/>
                <a:gd name="T70" fmla="*/ 232 w 285"/>
                <a:gd name="T71" fmla="*/ 192 h 272"/>
                <a:gd name="T72" fmla="*/ 248 w 285"/>
                <a:gd name="T73" fmla="*/ 159 h 272"/>
                <a:gd name="T74" fmla="*/ 285 w 285"/>
                <a:gd name="T75" fmla="*/ 118 h 272"/>
                <a:gd name="T76" fmla="*/ 276 w 285"/>
                <a:gd name="T77" fmla="*/ 92 h 272"/>
                <a:gd name="T78" fmla="*/ 263 w 285"/>
                <a:gd name="T79" fmla="*/ 88 h 272"/>
                <a:gd name="T80" fmla="*/ 261 w 285"/>
                <a:gd name="T81" fmla="*/ 83 h 272"/>
                <a:gd name="T82" fmla="*/ 241 w 285"/>
                <a:gd name="T83" fmla="*/ 34 h 272"/>
                <a:gd name="T84" fmla="*/ 234 w 285"/>
                <a:gd name="T85" fmla="*/ 9 h 272"/>
                <a:gd name="T86" fmla="*/ 224 w 285"/>
                <a:gd name="T87" fmla="*/ 19 h 272"/>
                <a:gd name="T88" fmla="*/ 204 w 285"/>
                <a:gd name="T89" fmla="*/ 8 h 272"/>
                <a:gd name="T90" fmla="*/ 189 w 285"/>
                <a:gd name="T91" fmla="*/ 9 h 272"/>
                <a:gd name="T92" fmla="*/ 174 w 285"/>
                <a:gd name="T93" fmla="*/ 3 h 272"/>
                <a:gd name="T94" fmla="*/ 173 w 285"/>
                <a:gd name="T95" fmla="*/ 24 h 272"/>
                <a:gd name="T96" fmla="*/ 172 w 285"/>
                <a:gd name="T97" fmla="*/ 24 h 272"/>
                <a:gd name="T98" fmla="*/ 159 w 285"/>
                <a:gd name="T99" fmla="*/ 3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5" h="272">
                  <a:moveTo>
                    <a:pt x="131" y="36"/>
                  </a:moveTo>
                  <a:cubicBezTo>
                    <a:pt x="123" y="45"/>
                    <a:pt x="123" y="45"/>
                    <a:pt x="123" y="45"/>
                  </a:cubicBezTo>
                  <a:cubicBezTo>
                    <a:pt x="122" y="47"/>
                    <a:pt x="122" y="51"/>
                    <a:pt x="123" y="57"/>
                  </a:cubicBezTo>
                  <a:cubicBezTo>
                    <a:pt x="123" y="61"/>
                    <a:pt x="123" y="61"/>
                    <a:pt x="123" y="61"/>
                  </a:cubicBezTo>
                  <a:cubicBezTo>
                    <a:pt x="108" y="61"/>
                    <a:pt x="108" y="61"/>
                    <a:pt x="108" y="61"/>
                  </a:cubicBezTo>
                  <a:cubicBezTo>
                    <a:pt x="108" y="61"/>
                    <a:pt x="108" y="61"/>
                    <a:pt x="108" y="61"/>
                  </a:cubicBezTo>
                  <a:cubicBezTo>
                    <a:pt x="108" y="61"/>
                    <a:pt x="108" y="61"/>
                    <a:pt x="108" y="61"/>
                  </a:cubicBezTo>
                  <a:cubicBezTo>
                    <a:pt x="97" y="58"/>
                    <a:pt x="97" y="58"/>
                    <a:pt x="97" y="58"/>
                  </a:cubicBezTo>
                  <a:cubicBezTo>
                    <a:pt x="89" y="70"/>
                    <a:pt x="89" y="70"/>
                    <a:pt x="89" y="70"/>
                  </a:cubicBezTo>
                  <a:cubicBezTo>
                    <a:pt x="88" y="71"/>
                    <a:pt x="88" y="71"/>
                    <a:pt x="88" y="71"/>
                  </a:cubicBezTo>
                  <a:cubicBezTo>
                    <a:pt x="78" y="77"/>
                    <a:pt x="78" y="77"/>
                    <a:pt x="78" y="77"/>
                  </a:cubicBezTo>
                  <a:cubicBezTo>
                    <a:pt x="70" y="86"/>
                    <a:pt x="70" y="86"/>
                    <a:pt x="70" y="86"/>
                  </a:cubicBezTo>
                  <a:cubicBezTo>
                    <a:pt x="70" y="86"/>
                    <a:pt x="70" y="86"/>
                    <a:pt x="70" y="86"/>
                  </a:cubicBezTo>
                  <a:cubicBezTo>
                    <a:pt x="69" y="88"/>
                    <a:pt x="69" y="88"/>
                    <a:pt x="69" y="88"/>
                  </a:cubicBezTo>
                  <a:cubicBezTo>
                    <a:pt x="69" y="88"/>
                    <a:pt x="69" y="88"/>
                    <a:pt x="69" y="88"/>
                  </a:cubicBezTo>
                  <a:cubicBezTo>
                    <a:pt x="54" y="106"/>
                    <a:pt x="54" y="106"/>
                    <a:pt x="54" y="106"/>
                  </a:cubicBezTo>
                  <a:cubicBezTo>
                    <a:pt x="54" y="106"/>
                    <a:pt x="54" y="106"/>
                    <a:pt x="54" y="106"/>
                  </a:cubicBezTo>
                  <a:cubicBezTo>
                    <a:pt x="53" y="106"/>
                    <a:pt x="53" y="106"/>
                    <a:pt x="53" y="106"/>
                  </a:cubicBezTo>
                  <a:cubicBezTo>
                    <a:pt x="41" y="112"/>
                    <a:pt x="41" y="112"/>
                    <a:pt x="41" y="112"/>
                  </a:cubicBezTo>
                  <a:cubicBezTo>
                    <a:pt x="32" y="106"/>
                    <a:pt x="32" y="106"/>
                    <a:pt x="32" y="106"/>
                  </a:cubicBezTo>
                  <a:cubicBezTo>
                    <a:pt x="32" y="106"/>
                    <a:pt x="32" y="106"/>
                    <a:pt x="32" y="106"/>
                  </a:cubicBezTo>
                  <a:cubicBezTo>
                    <a:pt x="32" y="106"/>
                    <a:pt x="32" y="106"/>
                    <a:pt x="32" y="106"/>
                  </a:cubicBezTo>
                  <a:cubicBezTo>
                    <a:pt x="32" y="106"/>
                    <a:pt x="32" y="106"/>
                    <a:pt x="32" y="106"/>
                  </a:cubicBezTo>
                  <a:cubicBezTo>
                    <a:pt x="24" y="96"/>
                    <a:pt x="24" y="96"/>
                    <a:pt x="24" y="96"/>
                  </a:cubicBezTo>
                  <a:cubicBezTo>
                    <a:pt x="18" y="93"/>
                    <a:pt x="18" y="93"/>
                    <a:pt x="18" y="93"/>
                  </a:cubicBezTo>
                  <a:cubicBezTo>
                    <a:pt x="23" y="118"/>
                    <a:pt x="23" y="118"/>
                    <a:pt x="23" y="118"/>
                  </a:cubicBezTo>
                  <a:cubicBezTo>
                    <a:pt x="26" y="132"/>
                    <a:pt x="26" y="132"/>
                    <a:pt x="26" y="132"/>
                  </a:cubicBezTo>
                  <a:cubicBezTo>
                    <a:pt x="17" y="140"/>
                    <a:pt x="17" y="140"/>
                    <a:pt x="17" y="140"/>
                  </a:cubicBezTo>
                  <a:cubicBezTo>
                    <a:pt x="4" y="159"/>
                    <a:pt x="4" y="159"/>
                    <a:pt x="4" y="159"/>
                  </a:cubicBezTo>
                  <a:cubicBezTo>
                    <a:pt x="4" y="167"/>
                    <a:pt x="4" y="167"/>
                    <a:pt x="4" y="167"/>
                  </a:cubicBezTo>
                  <a:cubicBezTo>
                    <a:pt x="4" y="167"/>
                    <a:pt x="4" y="167"/>
                    <a:pt x="4" y="167"/>
                  </a:cubicBezTo>
                  <a:cubicBezTo>
                    <a:pt x="3" y="167"/>
                    <a:pt x="3" y="167"/>
                    <a:pt x="3" y="167"/>
                  </a:cubicBezTo>
                  <a:cubicBezTo>
                    <a:pt x="0" y="172"/>
                    <a:pt x="0" y="172"/>
                    <a:pt x="0" y="172"/>
                  </a:cubicBezTo>
                  <a:cubicBezTo>
                    <a:pt x="3" y="177"/>
                    <a:pt x="3" y="177"/>
                    <a:pt x="3" y="177"/>
                  </a:cubicBezTo>
                  <a:cubicBezTo>
                    <a:pt x="7" y="177"/>
                    <a:pt x="7" y="177"/>
                    <a:pt x="7" y="177"/>
                  </a:cubicBezTo>
                  <a:cubicBezTo>
                    <a:pt x="25" y="181"/>
                    <a:pt x="25" y="181"/>
                    <a:pt x="25" y="181"/>
                  </a:cubicBezTo>
                  <a:cubicBezTo>
                    <a:pt x="26" y="181"/>
                    <a:pt x="26" y="181"/>
                    <a:pt x="26" y="181"/>
                  </a:cubicBezTo>
                  <a:cubicBezTo>
                    <a:pt x="26" y="181"/>
                    <a:pt x="26" y="181"/>
                    <a:pt x="26" y="181"/>
                  </a:cubicBezTo>
                  <a:cubicBezTo>
                    <a:pt x="26" y="182"/>
                    <a:pt x="26" y="182"/>
                    <a:pt x="26" y="182"/>
                  </a:cubicBezTo>
                  <a:cubicBezTo>
                    <a:pt x="27" y="182"/>
                    <a:pt x="27" y="182"/>
                    <a:pt x="27" y="182"/>
                  </a:cubicBezTo>
                  <a:cubicBezTo>
                    <a:pt x="31" y="186"/>
                    <a:pt x="31" y="186"/>
                    <a:pt x="31" y="186"/>
                  </a:cubicBezTo>
                  <a:cubicBezTo>
                    <a:pt x="35" y="188"/>
                    <a:pt x="35" y="188"/>
                    <a:pt x="35" y="188"/>
                  </a:cubicBezTo>
                  <a:cubicBezTo>
                    <a:pt x="35" y="188"/>
                    <a:pt x="35" y="188"/>
                    <a:pt x="35" y="188"/>
                  </a:cubicBezTo>
                  <a:cubicBezTo>
                    <a:pt x="37" y="188"/>
                    <a:pt x="37" y="188"/>
                    <a:pt x="37" y="188"/>
                  </a:cubicBezTo>
                  <a:cubicBezTo>
                    <a:pt x="37" y="189"/>
                    <a:pt x="37" y="189"/>
                    <a:pt x="37" y="189"/>
                  </a:cubicBezTo>
                  <a:cubicBezTo>
                    <a:pt x="38" y="191"/>
                    <a:pt x="40" y="194"/>
                    <a:pt x="40" y="196"/>
                  </a:cubicBezTo>
                  <a:cubicBezTo>
                    <a:pt x="41" y="201"/>
                    <a:pt x="41" y="201"/>
                    <a:pt x="41" y="201"/>
                  </a:cubicBezTo>
                  <a:cubicBezTo>
                    <a:pt x="60" y="207"/>
                    <a:pt x="60" y="207"/>
                    <a:pt x="60" y="207"/>
                  </a:cubicBezTo>
                  <a:cubicBezTo>
                    <a:pt x="66" y="206"/>
                    <a:pt x="66" y="206"/>
                    <a:pt x="66" y="206"/>
                  </a:cubicBezTo>
                  <a:cubicBezTo>
                    <a:pt x="71" y="198"/>
                    <a:pt x="71" y="198"/>
                    <a:pt x="71" y="198"/>
                  </a:cubicBezTo>
                  <a:cubicBezTo>
                    <a:pt x="86" y="170"/>
                    <a:pt x="86" y="170"/>
                    <a:pt x="86" y="170"/>
                  </a:cubicBezTo>
                  <a:cubicBezTo>
                    <a:pt x="86" y="170"/>
                    <a:pt x="86" y="170"/>
                    <a:pt x="86" y="170"/>
                  </a:cubicBezTo>
                  <a:cubicBezTo>
                    <a:pt x="86" y="170"/>
                    <a:pt x="86" y="170"/>
                    <a:pt x="86" y="170"/>
                  </a:cubicBezTo>
                  <a:cubicBezTo>
                    <a:pt x="93" y="161"/>
                    <a:pt x="93" y="161"/>
                    <a:pt x="93" y="161"/>
                  </a:cubicBezTo>
                  <a:cubicBezTo>
                    <a:pt x="94" y="160"/>
                    <a:pt x="94" y="160"/>
                    <a:pt x="94" y="160"/>
                  </a:cubicBezTo>
                  <a:cubicBezTo>
                    <a:pt x="105" y="155"/>
                    <a:pt x="105" y="155"/>
                    <a:pt x="105" y="155"/>
                  </a:cubicBezTo>
                  <a:cubicBezTo>
                    <a:pt x="113" y="154"/>
                    <a:pt x="113" y="154"/>
                    <a:pt x="113" y="154"/>
                  </a:cubicBezTo>
                  <a:cubicBezTo>
                    <a:pt x="116" y="149"/>
                    <a:pt x="119" y="147"/>
                    <a:pt x="122" y="147"/>
                  </a:cubicBezTo>
                  <a:cubicBezTo>
                    <a:pt x="123" y="147"/>
                    <a:pt x="126" y="148"/>
                    <a:pt x="131" y="150"/>
                  </a:cubicBezTo>
                  <a:cubicBezTo>
                    <a:pt x="132" y="151"/>
                    <a:pt x="132" y="151"/>
                    <a:pt x="132" y="151"/>
                  </a:cubicBezTo>
                  <a:cubicBezTo>
                    <a:pt x="132" y="152"/>
                    <a:pt x="132" y="152"/>
                    <a:pt x="132" y="152"/>
                  </a:cubicBezTo>
                  <a:cubicBezTo>
                    <a:pt x="143" y="167"/>
                    <a:pt x="143" y="167"/>
                    <a:pt x="143" y="167"/>
                  </a:cubicBezTo>
                  <a:cubicBezTo>
                    <a:pt x="143" y="168"/>
                    <a:pt x="143" y="168"/>
                    <a:pt x="143" y="168"/>
                  </a:cubicBezTo>
                  <a:cubicBezTo>
                    <a:pt x="143" y="168"/>
                    <a:pt x="143" y="168"/>
                    <a:pt x="143" y="168"/>
                  </a:cubicBezTo>
                  <a:cubicBezTo>
                    <a:pt x="143" y="169"/>
                    <a:pt x="143" y="169"/>
                    <a:pt x="143" y="169"/>
                  </a:cubicBezTo>
                  <a:cubicBezTo>
                    <a:pt x="145" y="181"/>
                    <a:pt x="145" y="181"/>
                    <a:pt x="145" y="181"/>
                  </a:cubicBezTo>
                  <a:cubicBezTo>
                    <a:pt x="144" y="194"/>
                    <a:pt x="144" y="194"/>
                    <a:pt x="144" y="194"/>
                  </a:cubicBezTo>
                  <a:cubicBezTo>
                    <a:pt x="144" y="194"/>
                    <a:pt x="144" y="194"/>
                    <a:pt x="144" y="194"/>
                  </a:cubicBezTo>
                  <a:cubicBezTo>
                    <a:pt x="141" y="204"/>
                    <a:pt x="141" y="204"/>
                    <a:pt x="141" y="204"/>
                  </a:cubicBezTo>
                  <a:cubicBezTo>
                    <a:pt x="141" y="204"/>
                    <a:pt x="141" y="204"/>
                    <a:pt x="141" y="204"/>
                  </a:cubicBezTo>
                  <a:cubicBezTo>
                    <a:pt x="141" y="206"/>
                    <a:pt x="141" y="206"/>
                    <a:pt x="141" y="206"/>
                  </a:cubicBezTo>
                  <a:cubicBezTo>
                    <a:pt x="140" y="206"/>
                    <a:pt x="140" y="206"/>
                    <a:pt x="140" y="206"/>
                  </a:cubicBezTo>
                  <a:cubicBezTo>
                    <a:pt x="132" y="215"/>
                    <a:pt x="132" y="215"/>
                    <a:pt x="132" y="215"/>
                  </a:cubicBezTo>
                  <a:cubicBezTo>
                    <a:pt x="129" y="223"/>
                    <a:pt x="129" y="223"/>
                    <a:pt x="129" y="223"/>
                  </a:cubicBezTo>
                  <a:cubicBezTo>
                    <a:pt x="129" y="237"/>
                    <a:pt x="129" y="237"/>
                    <a:pt x="129" y="237"/>
                  </a:cubicBezTo>
                  <a:cubicBezTo>
                    <a:pt x="131" y="237"/>
                    <a:pt x="131" y="237"/>
                    <a:pt x="131" y="237"/>
                  </a:cubicBezTo>
                  <a:cubicBezTo>
                    <a:pt x="135" y="235"/>
                    <a:pt x="135" y="235"/>
                    <a:pt x="135" y="235"/>
                  </a:cubicBezTo>
                  <a:cubicBezTo>
                    <a:pt x="140" y="231"/>
                    <a:pt x="140" y="231"/>
                    <a:pt x="140" y="231"/>
                  </a:cubicBezTo>
                  <a:cubicBezTo>
                    <a:pt x="141" y="229"/>
                    <a:pt x="141" y="229"/>
                    <a:pt x="141" y="229"/>
                  </a:cubicBezTo>
                  <a:cubicBezTo>
                    <a:pt x="142" y="228"/>
                    <a:pt x="142" y="228"/>
                    <a:pt x="142" y="228"/>
                  </a:cubicBezTo>
                  <a:cubicBezTo>
                    <a:pt x="148" y="234"/>
                    <a:pt x="148" y="234"/>
                    <a:pt x="148" y="234"/>
                  </a:cubicBezTo>
                  <a:cubicBezTo>
                    <a:pt x="148" y="234"/>
                    <a:pt x="148" y="234"/>
                    <a:pt x="148" y="234"/>
                  </a:cubicBezTo>
                  <a:cubicBezTo>
                    <a:pt x="148" y="244"/>
                    <a:pt x="148" y="244"/>
                    <a:pt x="148" y="244"/>
                  </a:cubicBezTo>
                  <a:cubicBezTo>
                    <a:pt x="147" y="244"/>
                    <a:pt x="147" y="244"/>
                    <a:pt x="147" y="244"/>
                  </a:cubicBezTo>
                  <a:cubicBezTo>
                    <a:pt x="142" y="246"/>
                    <a:pt x="142" y="246"/>
                    <a:pt x="142" y="246"/>
                  </a:cubicBezTo>
                  <a:cubicBezTo>
                    <a:pt x="140" y="249"/>
                    <a:pt x="140" y="249"/>
                    <a:pt x="140" y="249"/>
                  </a:cubicBezTo>
                  <a:cubicBezTo>
                    <a:pt x="140" y="254"/>
                    <a:pt x="140" y="254"/>
                    <a:pt x="140" y="254"/>
                  </a:cubicBezTo>
                  <a:cubicBezTo>
                    <a:pt x="139" y="255"/>
                    <a:pt x="139" y="255"/>
                    <a:pt x="139" y="255"/>
                  </a:cubicBezTo>
                  <a:cubicBezTo>
                    <a:pt x="139" y="255"/>
                    <a:pt x="139" y="255"/>
                    <a:pt x="139" y="255"/>
                  </a:cubicBezTo>
                  <a:cubicBezTo>
                    <a:pt x="136" y="262"/>
                    <a:pt x="136" y="262"/>
                    <a:pt x="136" y="262"/>
                  </a:cubicBezTo>
                  <a:cubicBezTo>
                    <a:pt x="135" y="262"/>
                    <a:pt x="135" y="262"/>
                    <a:pt x="135" y="262"/>
                  </a:cubicBezTo>
                  <a:cubicBezTo>
                    <a:pt x="134" y="262"/>
                    <a:pt x="134" y="262"/>
                    <a:pt x="134" y="262"/>
                  </a:cubicBezTo>
                  <a:cubicBezTo>
                    <a:pt x="129" y="263"/>
                    <a:pt x="129" y="263"/>
                    <a:pt x="129" y="263"/>
                  </a:cubicBezTo>
                  <a:cubicBezTo>
                    <a:pt x="124" y="264"/>
                    <a:pt x="124" y="264"/>
                    <a:pt x="124" y="264"/>
                  </a:cubicBezTo>
                  <a:cubicBezTo>
                    <a:pt x="120" y="271"/>
                    <a:pt x="120" y="271"/>
                    <a:pt x="120" y="271"/>
                  </a:cubicBezTo>
                  <a:cubicBezTo>
                    <a:pt x="121" y="272"/>
                    <a:pt x="121" y="272"/>
                    <a:pt x="121" y="272"/>
                  </a:cubicBezTo>
                  <a:cubicBezTo>
                    <a:pt x="141" y="269"/>
                    <a:pt x="141" y="269"/>
                    <a:pt x="141" y="269"/>
                  </a:cubicBezTo>
                  <a:cubicBezTo>
                    <a:pt x="145" y="266"/>
                    <a:pt x="145" y="266"/>
                    <a:pt x="145" y="266"/>
                  </a:cubicBezTo>
                  <a:cubicBezTo>
                    <a:pt x="151" y="249"/>
                    <a:pt x="151" y="249"/>
                    <a:pt x="151" y="249"/>
                  </a:cubicBezTo>
                  <a:cubicBezTo>
                    <a:pt x="151" y="249"/>
                    <a:pt x="151" y="249"/>
                    <a:pt x="151" y="249"/>
                  </a:cubicBezTo>
                  <a:cubicBezTo>
                    <a:pt x="196" y="203"/>
                    <a:pt x="196" y="203"/>
                    <a:pt x="196" y="203"/>
                  </a:cubicBezTo>
                  <a:cubicBezTo>
                    <a:pt x="197" y="203"/>
                    <a:pt x="197" y="203"/>
                    <a:pt x="197" y="203"/>
                  </a:cubicBezTo>
                  <a:cubicBezTo>
                    <a:pt x="207" y="198"/>
                    <a:pt x="207" y="198"/>
                    <a:pt x="207" y="198"/>
                  </a:cubicBezTo>
                  <a:cubicBezTo>
                    <a:pt x="208" y="197"/>
                    <a:pt x="208" y="197"/>
                    <a:pt x="208" y="197"/>
                  </a:cubicBezTo>
                  <a:cubicBezTo>
                    <a:pt x="208" y="198"/>
                    <a:pt x="208" y="198"/>
                    <a:pt x="208" y="198"/>
                  </a:cubicBezTo>
                  <a:cubicBezTo>
                    <a:pt x="216" y="198"/>
                    <a:pt x="216" y="198"/>
                    <a:pt x="216" y="198"/>
                  </a:cubicBezTo>
                  <a:cubicBezTo>
                    <a:pt x="224" y="196"/>
                    <a:pt x="224" y="196"/>
                    <a:pt x="224" y="196"/>
                  </a:cubicBezTo>
                  <a:cubicBezTo>
                    <a:pt x="232" y="192"/>
                    <a:pt x="232" y="192"/>
                    <a:pt x="232" y="192"/>
                  </a:cubicBezTo>
                  <a:cubicBezTo>
                    <a:pt x="238" y="186"/>
                    <a:pt x="238" y="186"/>
                    <a:pt x="238" y="186"/>
                  </a:cubicBezTo>
                  <a:cubicBezTo>
                    <a:pt x="248" y="159"/>
                    <a:pt x="248" y="159"/>
                    <a:pt x="248" y="159"/>
                  </a:cubicBezTo>
                  <a:cubicBezTo>
                    <a:pt x="248" y="159"/>
                    <a:pt x="248" y="159"/>
                    <a:pt x="248" y="159"/>
                  </a:cubicBezTo>
                  <a:cubicBezTo>
                    <a:pt x="248" y="158"/>
                    <a:pt x="248" y="158"/>
                    <a:pt x="248" y="158"/>
                  </a:cubicBezTo>
                  <a:cubicBezTo>
                    <a:pt x="285" y="119"/>
                    <a:pt x="285" y="119"/>
                    <a:pt x="285" y="119"/>
                  </a:cubicBezTo>
                  <a:cubicBezTo>
                    <a:pt x="285" y="118"/>
                    <a:pt x="285" y="118"/>
                    <a:pt x="285" y="118"/>
                  </a:cubicBezTo>
                  <a:cubicBezTo>
                    <a:pt x="283" y="97"/>
                    <a:pt x="283" y="97"/>
                    <a:pt x="283" y="97"/>
                  </a:cubicBezTo>
                  <a:cubicBezTo>
                    <a:pt x="281" y="96"/>
                    <a:pt x="279" y="95"/>
                    <a:pt x="278" y="93"/>
                  </a:cubicBezTo>
                  <a:cubicBezTo>
                    <a:pt x="276" y="92"/>
                    <a:pt x="276" y="92"/>
                    <a:pt x="276" y="92"/>
                  </a:cubicBezTo>
                  <a:cubicBezTo>
                    <a:pt x="276" y="93"/>
                    <a:pt x="276" y="93"/>
                    <a:pt x="276" y="93"/>
                  </a:cubicBezTo>
                  <a:cubicBezTo>
                    <a:pt x="270" y="93"/>
                    <a:pt x="270" y="93"/>
                    <a:pt x="270" y="93"/>
                  </a:cubicBezTo>
                  <a:cubicBezTo>
                    <a:pt x="267" y="92"/>
                    <a:pt x="265" y="91"/>
                    <a:pt x="263" y="88"/>
                  </a:cubicBezTo>
                  <a:cubicBezTo>
                    <a:pt x="261" y="84"/>
                    <a:pt x="261" y="84"/>
                    <a:pt x="261" y="84"/>
                  </a:cubicBezTo>
                  <a:cubicBezTo>
                    <a:pt x="261" y="84"/>
                    <a:pt x="261" y="84"/>
                    <a:pt x="261" y="84"/>
                  </a:cubicBezTo>
                  <a:cubicBezTo>
                    <a:pt x="261" y="83"/>
                    <a:pt x="261" y="83"/>
                    <a:pt x="261" y="83"/>
                  </a:cubicBezTo>
                  <a:cubicBezTo>
                    <a:pt x="261" y="50"/>
                    <a:pt x="261" y="50"/>
                    <a:pt x="261" y="50"/>
                  </a:cubicBezTo>
                  <a:cubicBezTo>
                    <a:pt x="257" y="49"/>
                    <a:pt x="253" y="47"/>
                    <a:pt x="249" y="42"/>
                  </a:cubicBezTo>
                  <a:cubicBezTo>
                    <a:pt x="241" y="34"/>
                    <a:pt x="241" y="34"/>
                    <a:pt x="241" y="34"/>
                  </a:cubicBezTo>
                  <a:cubicBezTo>
                    <a:pt x="234" y="24"/>
                    <a:pt x="234" y="24"/>
                    <a:pt x="234" y="24"/>
                  </a:cubicBezTo>
                  <a:cubicBezTo>
                    <a:pt x="233" y="21"/>
                    <a:pt x="233" y="18"/>
                    <a:pt x="233" y="12"/>
                  </a:cubicBezTo>
                  <a:cubicBezTo>
                    <a:pt x="234" y="9"/>
                    <a:pt x="234" y="9"/>
                    <a:pt x="234" y="9"/>
                  </a:cubicBezTo>
                  <a:cubicBezTo>
                    <a:pt x="230" y="4"/>
                    <a:pt x="230" y="4"/>
                    <a:pt x="230" y="4"/>
                  </a:cubicBezTo>
                  <a:cubicBezTo>
                    <a:pt x="229" y="8"/>
                    <a:pt x="229" y="8"/>
                    <a:pt x="229" y="8"/>
                  </a:cubicBezTo>
                  <a:cubicBezTo>
                    <a:pt x="224" y="19"/>
                    <a:pt x="224" y="19"/>
                    <a:pt x="224" y="19"/>
                  </a:cubicBezTo>
                  <a:cubicBezTo>
                    <a:pt x="222" y="19"/>
                    <a:pt x="222" y="19"/>
                    <a:pt x="222" y="19"/>
                  </a:cubicBezTo>
                  <a:cubicBezTo>
                    <a:pt x="217" y="19"/>
                    <a:pt x="213" y="18"/>
                    <a:pt x="209" y="16"/>
                  </a:cubicBezTo>
                  <a:cubicBezTo>
                    <a:pt x="205" y="15"/>
                    <a:pt x="204" y="12"/>
                    <a:pt x="204" y="8"/>
                  </a:cubicBezTo>
                  <a:cubicBezTo>
                    <a:pt x="204" y="6"/>
                    <a:pt x="204" y="6"/>
                    <a:pt x="204" y="6"/>
                  </a:cubicBezTo>
                  <a:cubicBezTo>
                    <a:pt x="200" y="6"/>
                    <a:pt x="200" y="6"/>
                    <a:pt x="200" y="6"/>
                  </a:cubicBezTo>
                  <a:cubicBezTo>
                    <a:pt x="189" y="9"/>
                    <a:pt x="189" y="9"/>
                    <a:pt x="189" y="9"/>
                  </a:cubicBezTo>
                  <a:cubicBezTo>
                    <a:pt x="180" y="1"/>
                    <a:pt x="180" y="1"/>
                    <a:pt x="180" y="1"/>
                  </a:cubicBezTo>
                  <a:cubicBezTo>
                    <a:pt x="177" y="0"/>
                    <a:pt x="177" y="0"/>
                    <a:pt x="177" y="0"/>
                  </a:cubicBezTo>
                  <a:cubicBezTo>
                    <a:pt x="174" y="3"/>
                    <a:pt x="174" y="3"/>
                    <a:pt x="174" y="3"/>
                  </a:cubicBezTo>
                  <a:cubicBezTo>
                    <a:pt x="178" y="9"/>
                    <a:pt x="178" y="9"/>
                    <a:pt x="178" y="9"/>
                  </a:cubicBezTo>
                  <a:cubicBezTo>
                    <a:pt x="179" y="11"/>
                    <a:pt x="179" y="11"/>
                    <a:pt x="179" y="11"/>
                  </a:cubicBezTo>
                  <a:cubicBezTo>
                    <a:pt x="173" y="24"/>
                    <a:pt x="173" y="24"/>
                    <a:pt x="173" y="24"/>
                  </a:cubicBezTo>
                  <a:cubicBezTo>
                    <a:pt x="173" y="24"/>
                    <a:pt x="173" y="24"/>
                    <a:pt x="173" y="24"/>
                  </a:cubicBezTo>
                  <a:cubicBezTo>
                    <a:pt x="173" y="24"/>
                    <a:pt x="173" y="24"/>
                    <a:pt x="173" y="24"/>
                  </a:cubicBezTo>
                  <a:cubicBezTo>
                    <a:pt x="172" y="24"/>
                    <a:pt x="172" y="24"/>
                    <a:pt x="172" y="24"/>
                  </a:cubicBezTo>
                  <a:cubicBezTo>
                    <a:pt x="161" y="36"/>
                    <a:pt x="161" y="36"/>
                    <a:pt x="161" y="36"/>
                  </a:cubicBezTo>
                  <a:cubicBezTo>
                    <a:pt x="160" y="37"/>
                    <a:pt x="160" y="37"/>
                    <a:pt x="160" y="37"/>
                  </a:cubicBezTo>
                  <a:cubicBezTo>
                    <a:pt x="159" y="37"/>
                    <a:pt x="159" y="37"/>
                    <a:pt x="159" y="37"/>
                  </a:cubicBezTo>
                  <a:cubicBezTo>
                    <a:pt x="142" y="39"/>
                    <a:pt x="142" y="39"/>
                    <a:pt x="142" y="39"/>
                  </a:cubicBezTo>
                  <a:lnTo>
                    <a:pt x="131" y="36"/>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30" name="Freeform 30"/>
            <p:cNvSpPr/>
            <p:nvPr/>
          </p:nvSpPr>
          <p:spPr bwMode="auto">
            <a:xfrm>
              <a:off x="4097528" y="1862709"/>
              <a:ext cx="703262" cy="477838"/>
            </a:xfrm>
            <a:custGeom>
              <a:avLst/>
              <a:gdLst>
                <a:gd name="T0" fmla="*/ 71 w 407"/>
                <a:gd name="T1" fmla="*/ 4 h 276"/>
                <a:gd name="T2" fmla="*/ 55 w 407"/>
                <a:gd name="T3" fmla="*/ 8 h 276"/>
                <a:gd name="T4" fmla="*/ 52 w 407"/>
                <a:gd name="T5" fmla="*/ 15 h 276"/>
                <a:gd name="T6" fmla="*/ 44 w 407"/>
                <a:gd name="T7" fmla="*/ 26 h 276"/>
                <a:gd name="T8" fmla="*/ 31 w 407"/>
                <a:gd name="T9" fmla="*/ 35 h 276"/>
                <a:gd name="T10" fmla="*/ 16 w 407"/>
                <a:gd name="T11" fmla="*/ 26 h 276"/>
                <a:gd name="T12" fmla="*/ 0 w 407"/>
                <a:gd name="T13" fmla="*/ 30 h 276"/>
                <a:gd name="T14" fmla="*/ 24 w 407"/>
                <a:gd name="T15" fmla="*/ 46 h 276"/>
                <a:gd name="T16" fmla="*/ 25 w 407"/>
                <a:gd name="T17" fmla="*/ 48 h 276"/>
                <a:gd name="T18" fmla="*/ 27 w 407"/>
                <a:gd name="T19" fmla="*/ 79 h 276"/>
                <a:gd name="T20" fmla="*/ 46 w 407"/>
                <a:gd name="T21" fmla="*/ 114 h 276"/>
                <a:gd name="T22" fmla="*/ 57 w 407"/>
                <a:gd name="T23" fmla="*/ 103 h 276"/>
                <a:gd name="T24" fmla="*/ 74 w 407"/>
                <a:gd name="T25" fmla="*/ 99 h 276"/>
                <a:gd name="T26" fmla="*/ 74 w 407"/>
                <a:gd name="T27" fmla="*/ 100 h 276"/>
                <a:gd name="T28" fmla="*/ 90 w 407"/>
                <a:gd name="T29" fmla="*/ 118 h 276"/>
                <a:gd name="T30" fmla="*/ 95 w 407"/>
                <a:gd name="T31" fmla="*/ 134 h 276"/>
                <a:gd name="T32" fmla="*/ 94 w 407"/>
                <a:gd name="T33" fmla="*/ 148 h 276"/>
                <a:gd name="T34" fmla="*/ 104 w 407"/>
                <a:gd name="T35" fmla="*/ 162 h 276"/>
                <a:gd name="T36" fmla="*/ 119 w 407"/>
                <a:gd name="T37" fmla="*/ 158 h 276"/>
                <a:gd name="T38" fmla="*/ 126 w 407"/>
                <a:gd name="T39" fmla="*/ 165 h 276"/>
                <a:gd name="T40" fmla="*/ 145 w 407"/>
                <a:gd name="T41" fmla="*/ 173 h 276"/>
                <a:gd name="T42" fmla="*/ 159 w 407"/>
                <a:gd name="T43" fmla="*/ 168 h 276"/>
                <a:gd name="T44" fmla="*/ 166 w 407"/>
                <a:gd name="T45" fmla="*/ 160 h 276"/>
                <a:gd name="T46" fmla="*/ 175 w 407"/>
                <a:gd name="T47" fmla="*/ 184 h 276"/>
                <a:gd name="T48" fmla="*/ 198 w 407"/>
                <a:gd name="T49" fmla="*/ 207 h 276"/>
                <a:gd name="T50" fmla="*/ 202 w 407"/>
                <a:gd name="T51" fmla="*/ 245 h 276"/>
                <a:gd name="T52" fmla="*/ 217 w 407"/>
                <a:gd name="T53" fmla="*/ 252 h 276"/>
                <a:gd name="T54" fmla="*/ 227 w 407"/>
                <a:gd name="T55" fmla="*/ 276 h 276"/>
                <a:gd name="T56" fmla="*/ 281 w 407"/>
                <a:gd name="T57" fmla="*/ 230 h 276"/>
                <a:gd name="T58" fmla="*/ 304 w 407"/>
                <a:gd name="T59" fmla="*/ 207 h 276"/>
                <a:gd name="T60" fmla="*/ 343 w 407"/>
                <a:gd name="T61" fmla="*/ 173 h 276"/>
                <a:gd name="T62" fmla="*/ 357 w 407"/>
                <a:gd name="T63" fmla="*/ 160 h 276"/>
                <a:gd name="T64" fmla="*/ 361 w 407"/>
                <a:gd name="T65" fmla="*/ 129 h 276"/>
                <a:gd name="T66" fmla="*/ 374 w 407"/>
                <a:gd name="T67" fmla="*/ 126 h 276"/>
                <a:gd name="T68" fmla="*/ 397 w 407"/>
                <a:gd name="T69" fmla="*/ 150 h 276"/>
                <a:gd name="T70" fmla="*/ 392 w 407"/>
                <a:gd name="T71" fmla="*/ 133 h 276"/>
                <a:gd name="T72" fmla="*/ 407 w 407"/>
                <a:gd name="T73" fmla="*/ 120 h 276"/>
                <a:gd name="T74" fmla="*/ 398 w 407"/>
                <a:gd name="T75" fmla="*/ 96 h 276"/>
                <a:gd name="T76" fmla="*/ 372 w 407"/>
                <a:gd name="T77" fmla="*/ 83 h 276"/>
                <a:gd name="T78" fmla="*/ 364 w 407"/>
                <a:gd name="T79" fmla="*/ 82 h 276"/>
                <a:gd name="T80" fmla="*/ 355 w 407"/>
                <a:gd name="T81" fmla="*/ 83 h 276"/>
                <a:gd name="T82" fmla="*/ 338 w 407"/>
                <a:gd name="T83" fmla="*/ 83 h 276"/>
                <a:gd name="T84" fmla="*/ 337 w 407"/>
                <a:gd name="T85" fmla="*/ 105 h 276"/>
                <a:gd name="T86" fmla="*/ 315 w 407"/>
                <a:gd name="T87" fmla="*/ 108 h 276"/>
                <a:gd name="T88" fmla="*/ 284 w 407"/>
                <a:gd name="T89" fmla="*/ 81 h 276"/>
                <a:gd name="T90" fmla="*/ 277 w 407"/>
                <a:gd name="T91" fmla="*/ 67 h 276"/>
                <a:gd name="T92" fmla="*/ 279 w 407"/>
                <a:gd name="T93" fmla="*/ 76 h 276"/>
                <a:gd name="T94" fmla="*/ 271 w 407"/>
                <a:gd name="T95" fmla="*/ 91 h 276"/>
                <a:gd name="T96" fmla="*/ 254 w 407"/>
                <a:gd name="T97" fmla="*/ 86 h 276"/>
                <a:gd name="T98" fmla="*/ 252 w 407"/>
                <a:gd name="T99" fmla="*/ 71 h 276"/>
                <a:gd name="T100" fmla="*/ 236 w 407"/>
                <a:gd name="T101" fmla="*/ 65 h 276"/>
                <a:gd name="T102" fmla="*/ 219 w 407"/>
                <a:gd name="T103" fmla="*/ 53 h 276"/>
                <a:gd name="T104" fmla="*/ 193 w 407"/>
                <a:gd name="T105" fmla="*/ 44 h 276"/>
                <a:gd name="T106" fmla="*/ 177 w 407"/>
                <a:gd name="T107" fmla="*/ 51 h 276"/>
                <a:gd name="T108" fmla="*/ 170 w 407"/>
                <a:gd name="T109" fmla="*/ 37 h 276"/>
                <a:gd name="T110" fmla="*/ 149 w 407"/>
                <a:gd name="T111" fmla="*/ 35 h 276"/>
                <a:gd name="T112" fmla="*/ 124 w 407"/>
                <a:gd name="T113" fmla="*/ 41 h 276"/>
                <a:gd name="T114" fmla="*/ 101 w 407"/>
                <a:gd name="T115" fmla="*/ 4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7" h="276">
                  <a:moveTo>
                    <a:pt x="79" y="13"/>
                  </a:moveTo>
                  <a:cubicBezTo>
                    <a:pt x="77" y="0"/>
                    <a:pt x="77" y="0"/>
                    <a:pt x="77" y="0"/>
                  </a:cubicBezTo>
                  <a:cubicBezTo>
                    <a:pt x="71" y="4"/>
                    <a:pt x="71" y="4"/>
                    <a:pt x="71" y="4"/>
                  </a:cubicBezTo>
                  <a:cubicBezTo>
                    <a:pt x="70" y="4"/>
                    <a:pt x="70" y="4"/>
                    <a:pt x="70" y="4"/>
                  </a:cubicBezTo>
                  <a:cubicBezTo>
                    <a:pt x="55" y="9"/>
                    <a:pt x="55" y="9"/>
                    <a:pt x="55" y="9"/>
                  </a:cubicBezTo>
                  <a:cubicBezTo>
                    <a:pt x="55" y="8"/>
                    <a:pt x="55" y="8"/>
                    <a:pt x="55" y="8"/>
                  </a:cubicBezTo>
                  <a:cubicBezTo>
                    <a:pt x="52" y="8"/>
                    <a:pt x="52" y="8"/>
                    <a:pt x="52" y="8"/>
                  </a:cubicBezTo>
                  <a:cubicBezTo>
                    <a:pt x="52" y="14"/>
                    <a:pt x="52" y="14"/>
                    <a:pt x="52" y="14"/>
                  </a:cubicBezTo>
                  <a:cubicBezTo>
                    <a:pt x="52" y="15"/>
                    <a:pt x="52" y="15"/>
                    <a:pt x="52" y="15"/>
                  </a:cubicBezTo>
                  <a:cubicBezTo>
                    <a:pt x="44" y="26"/>
                    <a:pt x="44" y="26"/>
                    <a:pt x="44" y="26"/>
                  </a:cubicBezTo>
                  <a:cubicBezTo>
                    <a:pt x="44" y="26"/>
                    <a:pt x="44" y="26"/>
                    <a:pt x="44" y="26"/>
                  </a:cubicBezTo>
                  <a:cubicBezTo>
                    <a:pt x="44" y="26"/>
                    <a:pt x="44" y="26"/>
                    <a:pt x="44" y="26"/>
                  </a:cubicBezTo>
                  <a:cubicBezTo>
                    <a:pt x="43" y="26"/>
                    <a:pt x="43" y="26"/>
                    <a:pt x="43" y="26"/>
                  </a:cubicBezTo>
                  <a:cubicBezTo>
                    <a:pt x="32" y="35"/>
                    <a:pt x="32" y="35"/>
                    <a:pt x="32" y="35"/>
                  </a:cubicBezTo>
                  <a:cubicBezTo>
                    <a:pt x="31" y="35"/>
                    <a:pt x="31" y="35"/>
                    <a:pt x="31" y="35"/>
                  </a:cubicBezTo>
                  <a:cubicBezTo>
                    <a:pt x="31" y="37"/>
                    <a:pt x="31" y="37"/>
                    <a:pt x="31" y="37"/>
                  </a:cubicBezTo>
                  <a:cubicBezTo>
                    <a:pt x="29" y="35"/>
                    <a:pt x="29" y="35"/>
                    <a:pt x="29" y="35"/>
                  </a:cubicBezTo>
                  <a:cubicBezTo>
                    <a:pt x="22" y="32"/>
                    <a:pt x="17" y="29"/>
                    <a:pt x="16" y="26"/>
                  </a:cubicBezTo>
                  <a:cubicBezTo>
                    <a:pt x="15" y="25"/>
                    <a:pt x="14" y="25"/>
                    <a:pt x="13" y="24"/>
                  </a:cubicBezTo>
                  <a:cubicBezTo>
                    <a:pt x="5" y="25"/>
                    <a:pt x="5" y="25"/>
                    <a:pt x="5" y="25"/>
                  </a:cubicBezTo>
                  <a:cubicBezTo>
                    <a:pt x="0" y="30"/>
                    <a:pt x="0" y="30"/>
                    <a:pt x="0" y="30"/>
                  </a:cubicBezTo>
                  <a:cubicBezTo>
                    <a:pt x="13" y="41"/>
                    <a:pt x="13" y="41"/>
                    <a:pt x="13" y="41"/>
                  </a:cubicBezTo>
                  <a:cubicBezTo>
                    <a:pt x="23" y="45"/>
                    <a:pt x="23" y="45"/>
                    <a:pt x="23" y="45"/>
                  </a:cubicBezTo>
                  <a:cubicBezTo>
                    <a:pt x="24" y="46"/>
                    <a:pt x="24" y="46"/>
                    <a:pt x="24" y="46"/>
                  </a:cubicBezTo>
                  <a:cubicBezTo>
                    <a:pt x="24" y="46"/>
                    <a:pt x="24" y="46"/>
                    <a:pt x="24" y="46"/>
                  </a:cubicBezTo>
                  <a:cubicBezTo>
                    <a:pt x="25" y="47"/>
                    <a:pt x="25" y="47"/>
                    <a:pt x="25" y="47"/>
                  </a:cubicBezTo>
                  <a:cubicBezTo>
                    <a:pt x="25" y="48"/>
                    <a:pt x="25" y="48"/>
                    <a:pt x="25" y="48"/>
                  </a:cubicBezTo>
                  <a:cubicBezTo>
                    <a:pt x="27" y="60"/>
                    <a:pt x="27" y="60"/>
                    <a:pt x="27" y="60"/>
                  </a:cubicBezTo>
                  <a:cubicBezTo>
                    <a:pt x="27" y="60"/>
                    <a:pt x="27" y="60"/>
                    <a:pt x="27" y="60"/>
                  </a:cubicBezTo>
                  <a:cubicBezTo>
                    <a:pt x="27" y="79"/>
                    <a:pt x="27" y="79"/>
                    <a:pt x="27" y="79"/>
                  </a:cubicBezTo>
                  <a:cubicBezTo>
                    <a:pt x="30" y="89"/>
                    <a:pt x="30" y="89"/>
                    <a:pt x="30" y="89"/>
                  </a:cubicBezTo>
                  <a:cubicBezTo>
                    <a:pt x="37" y="106"/>
                    <a:pt x="37" y="106"/>
                    <a:pt x="37" y="106"/>
                  </a:cubicBezTo>
                  <a:cubicBezTo>
                    <a:pt x="46" y="114"/>
                    <a:pt x="46" y="114"/>
                    <a:pt x="46" y="114"/>
                  </a:cubicBezTo>
                  <a:cubicBezTo>
                    <a:pt x="52" y="109"/>
                    <a:pt x="52" y="109"/>
                    <a:pt x="52" y="109"/>
                  </a:cubicBezTo>
                  <a:cubicBezTo>
                    <a:pt x="57" y="103"/>
                    <a:pt x="57" y="103"/>
                    <a:pt x="57" y="103"/>
                  </a:cubicBezTo>
                  <a:cubicBezTo>
                    <a:pt x="57" y="103"/>
                    <a:pt x="57" y="103"/>
                    <a:pt x="57" y="103"/>
                  </a:cubicBezTo>
                  <a:cubicBezTo>
                    <a:pt x="58" y="103"/>
                    <a:pt x="58" y="103"/>
                    <a:pt x="58" y="103"/>
                  </a:cubicBezTo>
                  <a:cubicBezTo>
                    <a:pt x="66" y="93"/>
                    <a:pt x="66" y="93"/>
                    <a:pt x="66" y="93"/>
                  </a:cubicBezTo>
                  <a:cubicBezTo>
                    <a:pt x="74" y="99"/>
                    <a:pt x="74" y="99"/>
                    <a:pt x="74" y="99"/>
                  </a:cubicBezTo>
                  <a:cubicBezTo>
                    <a:pt x="74" y="100"/>
                    <a:pt x="74" y="100"/>
                    <a:pt x="74" y="100"/>
                  </a:cubicBezTo>
                  <a:cubicBezTo>
                    <a:pt x="74" y="100"/>
                    <a:pt x="74" y="100"/>
                    <a:pt x="74" y="100"/>
                  </a:cubicBezTo>
                  <a:cubicBezTo>
                    <a:pt x="74" y="100"/>
                    <a:pt x="74" y="100"/>
                    <a:pt x="74" y="100"/>
                  </a:cubicBezTo>
                  <a:cubicBezTo>
                    <a:pt x="74" y="100"/>
                    <a:pt x="74" y="100"/>
                    <a:pt x="74" y="100"/>
                  </a:cubicBezTo>
                  <a:cubicBezTo>
                    <a:pt x="81" y="114"/>
                    <a:pt x="81" y="114"/>
                    <a:pt x="81" y="114"/>
                  </a:cubicBezTo>
                  <a:cubicBezTo>
                    <a:pt x="90" y="118"/>
                    <a:pt x="90" y="118"/>
                    <a:pt x="90" y="118"/>
                  </a:cubicBezTo>
                  <a:cubicBezTo>
                    <a:pt x="95" y="133"/>
                    <a:pt x="95" y="133"/>
                    <a:pt x="95" y="133"/>
                  </a:cubicBezTo>
                  <a:cubicBezTo>
                    <a:pt x="95" y="133"/>
                    <a:pt x="95" y="133"/>
                    <a:pt x="95" y="133"/>
                  </a:cubicBezTo>
                  <a:cubicBezTo>
                    <a:pt x="95" y="134"/>
                    <a:pt x="95" y="134"/>
                    <a:pt x="95" y="134"/>
                  </a:cubicBezTo>
                  <a:cubicBezTo>
                    <a:pt x="94" y="147"/>
                    <a:pt x="94" y="147"/>
                    <a:pt x="94" y="147"/>
                  </a:cubicBezTo>
                  <a:cubicBezTo>
                    <a:pt x="94" y="148"/>
                    <a:pt x="94" y="148"/>
                    <a:pt x="94" y="148"/>
                  </a:cubicBezTo>
                  <a:cubicBezTo>
                    <a:pt x="94" y="148"/>
                    <a:pt x="94" y="148"/>
                    <a:pt x="94" y="148"/>
                  </a:cubicBezTo>
                  <a:cubicBezTo>
                    <a:pt x="90" y="160"/>
                    <a:pt x="90" y="160"/>
                    <a:pt x="90" y="160"/>
                  </a:cubicBezTo>
                  <a:cubicBezTo>
                    <a:pt x="97" y="166"/>
                    <a:pt x="97" y="166"/>
                    <a:pt x="97" y="166"/>
                  </a:cubicBezTo>
                  <a:cubicBezTo>
                    <a:pt x="104" y="162"/>
                    <a:pt x="104" y="162"/>
                    <a:pt x="104" y="162"/>
                  </a:cubicBezTo>
                  <a:cubicBezTo>
                    <a:pt x="111" y="155"/>
                    <a:pt x="111" y="155"/>
                    <a:pt x="111" y="155"/>
                  </a:cubicBezTo>
                  <a:cubicBezTo>
                    <a:pt x="113" y="156"/>
                    <a:pt x="113" y="156"/>
                    <a:pt x="113" y="156"/>
                  </a:cubicBezTo>
                  <a:cubicBezTo>
                    <a:pt x="119" y="158"/>
                    <a:pt x="119" y="158"/>
                    <a:pt x="119" y="158"/>
                  </a:cubicBezTo>
                  <a:cubicBezTo>
                    <a:pt x="119" y="158"/>
                    <a:pt x="119" y="158"/>
                    <a:pt x="119" y="158"/>
                  </a:cubicBezTo>
                  <a:cubicBezTo>
                    <a:pt x="119" y="158"/>
                    <a:pt x="119" y="158"/>
                    <a:pt x="119" y="158"/>
                  </a:cubicBezTo>
                  <a:cubicBezTo>
                    <a:pt x="126" y="165"/>
                    <a:pt x="126" y="165"/>
                    <a:pt x="126" y="165"/>
                  </a:cubicBezTo>
                  <a:cubicBezTo>
                    <a:pt x="134" y="163"/>
                    <a:pt x="134" y="163"/>
                    <a:pt x="134" y="163"/>
                  </a:cubicBezTo>
                  <a:cubicBezTo>
                    <a:pt x="140" y="161"/>
                    <a:pt x="143" y="163"/>
                    <a:pt x="145" y="167"/>
                  </a:cubicBezTo>
                  <a:cubicBezTo>
                    <a:pt x="145" y="173"/>
                    <a:pt x="145" y="173"/>
                    <a:pt x="145" y="173"/>
                  </a:cubicBezTo>
                  <a:cubicBezTo>
                    <a:pt x="146" y="173"/>
                    <a:pt x="146" y="173"/>
                    <a:pt x="146" y="173"/>
                  </a:cubicBezTo>
                  <a:cubicBezTo>
                    <a:pt x="155" y="176"/>
                    <a:pt x="155" y="176"/>
                    <a:pt x="155" y="176"/>
                  </a:cubicBezTo>
                  <a:cubicBezTo>
                    <a:pt x="159" y="168"/>
                    <a:pt x="159" y="168"/>
                    <a:pt x="159" y="168"/>
                  </a:cubicBezTo>
                  <a:cubicBezTo>
                    <a:pt x="159" y="165"/>
                    <a:pt x="159" y="165"/>
                    <a:pt x="159" y="165"/>
                  </a:cubicBezTo>
                  <a:cubicBezTo>
                    <a:pt x="159" y="162"/>
                    <a:pt x="159" y="160"/>
                    <a:pt x="161" y="159"/>
                  </a:cubicBezTo>
                  <a:cubicBezTo>
                    <a:pt x="166" y="160"/>
                    <a:pt x="166" y="160"/>
                    <a:pt x="166" y="160"/>
                  </a:cubicBezTo>
                  <a:cubicBezTo>
                    <a:pt x="173" y="163"/>
                    <a:pt x="176" y="167"/>
                    <a:pt x="176" y="172"/>
                  </a:cubicBezTo>
                  <a:cubicBezTo>
                    <a:pt x="175" y="176"/>
                    <a:pt x="175" y="176"/>
                    <a:pt x="175" y="176"/>
                  </a:cubicBezTo>
                  <a:cubicBezTo>
                    <a:pt x="175" y="184"/>
                    <a:pt x="175" y="184"/>
                    <a:pt x="175" y="184"/>
                  </a:cubicBezTo>
                  <a:cubicBezTo>
                    <a:pt x="182" y="193"/>
                    <a:pt x="182" y="193"/>
                    <a:pt x="182" y="193"/>
                  </a:cubicBezTo>
                  <a:cubicBezTo>
                    <a:pt x="190" y="202"/>
                    <a:pt x="190" y="202"/>
                    <a:pt x="190" y="202"/>
                  </a:cubicBezTo>
                  <a:cubicBezTo>
                    <a:pt x="192" y="205"/>
                    <a:pt x="195" y="206"/>
                    <a:pt x="198" y="207"/>
                  </a:cubicBezTo>
                  <a:cubicBezTo>
                    <a:pt x="199" y="207"/>
                    <a:pt x="199" y="207"/>
                    <a:pt x="199" y="207"/>
                  </a:cubicBezTo>
                  <a:cubicBezTo>
                    <a:pt x="201" y="208"/>
                    <a:pt x="202" y="211"/>
                    <a:pt x="202" y="218"/>
                  </a:cubicBezTo>
                  <a:cubicBezTo>
                    <a:pt x="202" y="245"/>
                    <a:pt x="202" y="245"/>
                    <a:pt x="202" y="245"/>
                  </a:cubicBezTo>
                  <a:cubicBezTo>
                    <a:pt x="203" y="248"/>
                    <a:pt x="205" y="250"/>
                    <a:pt x="207" y="250"/>
                  </a:cubicBezTo>
                  <a:cubicBezTo>
                    <a:pt x="208" y="250"/>
                    <a:pt x="208" y="250"/>
                    <a:pt x="208" y="250"/>
                  </a:cubicBezTo>
                  <a:cubicBezTo>
                    <a:pt x="212" y="248"/>
                    <a:pt x="214" y="249"/>
                    <a:pt x="217" y="252"/>
                  </a:cubicBezTo>
                  <a:cubicBezTo>
                    <a:pt x="219" y="253"/>
                    <a:pt x="219" y="253"/>
                    <a:pt x="219" y="253"/>
                  </a:cubicBezTo>
                  <a:cubicBezTo>
                    <a:pt x="222" y="254"/>
                    <a:pt x="225" y="256"/>
                    <a:pt x="225" y="261"/>
                  </a:cubicBezTo>
                  <a:cubicBezTo>
                    <a:pt x="227" y="276"/>
                    <a:pt x="227" y="276"/>
                    <a:pt x="227" y="276"/>
                  </a:cubicBezTo>
                  <a:cubicBezTo>
                    <a:pt x="240" y="248"/>
                    <a:pt x="240" y="248"/>
                    <a:pt x="240" y="248"/>
                  </a:cubicBezTo>
                  <a:cubicBezTo>
                    <a:pt x="245" y="233"/>
                    <a:pt x="250" y="224"/>
                    <a:pt x="256" y="222"/>
                  </a:cubicBezTo>
                  <a:cubicBezTo>
                    <a:pt x="262" y="221"/>
                    <a:pt x="270" y="224"/>
                    <a:pt x="281" y="230"/>
                  </a:cubicBezTo>
                  <a:cubicBezTo>
                    <a:pt x="321" y="233"/>
                    <a:pt x="321" y="233"/>
                    <a:pt x="321" y="233"/>
                  </a:cubicBezTo>
                  <a:cubicBezTo>
                    <a:pt x="322" y="224"/>
                    <a:pt x="322" y="224"/>
                    <a:pt x="322" y="224"/>
                  </a:cubicBezTo>
                  <a:cubicBezTo>
                    <a:pt x="304" y="207"/>
                    <a:pt x="304" y="207"/>
                    <a:pt x="304" y="207"/>
                  </a:cubicBezTo>
                  <a:cubicBezTo>
                    <a:pt x="295" y="202"/>
                    <a:pt x="291" y="198"/>
                    <a:pt x="293" y="196"/>
                  </a:cubicBezTo>
                  <a:cubicBezTo>
                    <a:pt x="307" y="196"/>
                    <a:pt x="307" y="196"/>
                    <a:pt x="307" y="196"/>
                  </a:cubicBezTo>
                  <a:cubicBezTo>
                    <a:pt x="319" y="201"/>
                    <a:pt x="332" y="193"/>
                    <a:pt x="343" y="173"/>
                  </a:cubicBezTo>
                  <a:cubicBezTo>
                    <a:pt x="343" y="173"/>
                    <a:pt x="343" y="173"/>
                    <a:pt x="343" y="173"/>
                  </a:cubicBezTo>
                  <a:cubicBezTo>
                    <a:pt x="344" y="173"/>
                    <a:pt x="344" y="173"/>
                    <a:pt x="344" y="173"/>
                  </a:cubicBezTo>
                  <a:cubicBezTo>
                    <a:pt x="357" y="160"/>
                    <a:pt x="357" y="160"/>
                    <a:pt x="357" y="160"/>
                  </a:cubicBezTo>
                  <a:cubicBezTo>
                    <a:pt x="359" y="132"/>
                    <a:pt x="359" y="132"/>
                    <a:pt x="359" y="132"/>
                  </a:cubicBezTo>
                  <a:cubicBezTo>
                    <a:pt x="359" y="129"/>
                    <a:pt x="359" y="129"/>
                    <a:pt x="359" y="129"/>
                  </a:cubicBezTo>
                  <a:cubicBezTo>
                    <a:pt x="361" y="129"/>
                    <a:pt x="361" y="129"/>
                    <a:pt x="361" y="129"/>
                  </a:cubicBezTo>
                  <a:cubicBezTo>
                    <a:pt x="362" y="129"/>
                    <a:pt x="362" y="129"/>
                    <a:pt x="362" y="129"/>
                  </a:cubicBezTo>
                  <a:cubicBezTo>
                    <a:pt x="372" y="126"/>
                    <a:pt x="372" y="126"/>
                    <a:pt x="372" y="126"/>
                  </a:cubicBezTo>
                  <a:cubicBezTo>
                    <a:pt x="374" y="126"/>
                    <a:pt x="374" y="126"/>
                    <a:pt x="374" y="126"/>
                  </a:cubicBezTo>
                  <a:cubicBezTo>
                    <a:pt x="375" y="127"/>
                    <a:pt x="375" y="127"/>
                    <a:pt x="375" y="127"/>
                  </a:cubicBezTo>
                  <a:cubicBezTo>
                    <a:pt x="375" y="128"/>
                    <a:pt x="375" y="128"/>
                    <a:pt x="375" y="128"/>
                  </a:cubicBezTo>
                  <a:cubicBezTo>
                    <a:pt x="397" y="150"/>
                    <a:pt x="397" y="150"/>
                    <a:pt x="397" y="150"/>
                  </a:cubicBezTo>
                  <a:cubicBezTo>
                    <a:pt x="403" y="148"/>
                    <a:pt x="403" y="148"/>
                    <a:pt x="403" y="148"/>
                  </a:cubicBezTo>
                  <a:cubicBezTo>
                    <a:pt x="404" y="144"/>
                    <a:pt x="404" y="144"/>
                    <a:pt x="404" y="144"/>
                  </a:cubicBezTo>
                  <a:cubicBezTo>
                    <a:pt x="392" y="133"/>
                    <a:pt x="392" y="133"/>
                    <a:pt x="392" y="133"/>
                  </a:cubicBezTo>
                  <a:cubicBezTo>
                    <a:pt x="390" y="132"/>
                    <a:pt x="390" y="132"/>
                    <a:pt x="390" y="132"/>
                  </a:cubicBezTo>
                  <a:cubicBezTo>
                    <a:pt x="389" y="130"/>
                    <a:pt x="389" y="130"/>
                    <a:pt x="389" y="130"/>
                  </a:cubicBezTo>
                  <a:cubicBezTo>
                    <a:pt x="407" y="120"/>
                    <a:pt x="407" y="120"/>
                    <a:pt x="407" y="120"/>
                  </a:cubicBezTo>
                  <a:cubicBezTo>
                    <a:pt x="406" y="94"/>
                    <a:pt x="406" y="94"/>
                    <a:pt x="406" y="94"/>
                  </a:cubicBezTo>
                  <a:cubicBezTo>
                    <a:pt x="398" y="96"/>
                    <a:pt x="398" y="96"/>
                    <a:pt x="398" y="96"/>
                  </a:cubicBezTo>
                  <a:cubicBezTo>
                    <a:pt x="398" y="96"/>
                    <a:pt x="398" y="96"/>
                    <a:pt x="398" y="96"/>
                  </a:cubicBezTo>
                  <a:cubicBezTo>
                    <a:pt x="398" y="96"/>
                    <a:pt x="398" y="96"/>
                    <a:pt x="398" y="96"/>
                  </a:cubicBezTo>
                  <a:cubicBezTo>
                    <a:pt x="388" y="91"/>
                    <a:pt x="388" y="91"/>
                    <a:pt x="388" y="91"/>
                  </a:cubicBezTo>
                  <a:cubicBezTo>
                    <a:pt x="384" y="90"/>
                    <a:pt x="380" y="88"/>
                    <a:pt x="372" y="83"/>
                  </a:cubicBezTo>
                  <a:cubicBezTo>
                    <a:pt x="369" y="82"/>
                    <a:pt x="366" y="80"/>
                    <a:pt x="366" y="77"/>
                  </a:cubicBezTo>
                  <a:cubicBezTo>
                    <a:pt x="366" y="78"/>
                    <a:pt x="366" y="78"/>
                    <a:pt x="366" y="78"/>
                  </a:cubicBezTo>
                  <a:cubicBezTo>
                    <a:pt x="366" y="80"/>
                    <a:pt x="366" y="82"/>
                    <a:pt x="364" y="82"/>
                  </a:cubicBezTo>
                  <a:cubicBezTo>
                    <a:pt x="363" y="83"/>
                    <a:pt x="360" y="84"/>
                    <a:pt x="356" y="84"/>
                  </a:cubicBezTo>
                  <a:cubicBezTo>
                    <a:pt x="355" y="84"/>
                    <a:pt x="355" y="84"/>
                    <a:pt x="355" y="84"/>
                  </a:cubicBezTo>
                  <a:cubicBezTo>
                    <a:pt x="355" y="83"/>
                    <a:pt x="355" y="83"/>
                    <a:pt x="355" y="83"/>
                  </a:cubicBezTo>
                  <a:cubicBezTo>
                    <a:pt x="354" y="83"/>
                    <a:pt x="354" y="83"/>
                    <a:pt x="354" y="83"/>
                  </a:cubicBezTo>
                  <a:cubicBezTo>
                    <a:pt x="346" y="77"/>
                    <a:pt x="346" y="77"/>
                    <a:pt x="346" y="77"/>
                  </a:cubicBezTo>
                  <a:cubicBezTo>
                    <a:pt x="338" y="83"/>
                    <a:pt x="338" y="83"/>
                    <a:pt x="338" y="83"/>
                  </a:cubicBezTo>
                  <a:cubicBezTo>
                    <a:pt x="335" y="86"/>
                    <a:pt x="332" y="89"/>
                    <a:pt x="332" y="91"/>
                  </a:cubicBezTo>
                  <a:cubicBezTo>
                    <a:pt x="336" y="99"/>
                    <a:pt x="336" y="99"/>
                    <a:pt x="336" y="99"/>
                  </a:cubicBezTo>
                  <a:cubicBezTo>
                    <a:pt x="338" y="102"/>
                    <a:pt x="338" y="103"/>
                    <a:pt x="337" y="105"/>
                  </a:cubicBezTo>
                  <a:cubicBezTo>
                    <a:pt x="336" y="106"/>
                    <a:pt x="333" y="108"/>
                    <a:pt x="329" y="109"/>
                  </a:cubicBezTo>
                  <a:cubicBezTo>
                    <a:pt x="325" y="111"/>
                    <a:pt x="325" y="111"/>
                    <a:pt x="325" y="111"/>
                  </a:cubicBezTo>
                  <a:cubicBezTo>
                    <a:pt x="321" y="112"/>
                    <a:pt x="317" y="111"/>
                    <a:pt x="315" y="108"/>
                  </a:cubicBezTo>
                  <a:cubicBezTo>
                    <a:pt x="313" y="106"/>
                    <a:pt x="313" y="106"/>
                    <a:pt x="313" y="106"/>
                  </a:cubicBezTo>
                  <a:cubicBezTo>
                    <a:pt x="298" y="90"/>
                    <a:pt x="298" y="90"/>
                    <a:pt x="298" y="90"/>
                  </a:cubicBezTo>
                  <a:cubicBezTo>
                    <a:pt x="290" y="88"/>
                    <a:pt x="286" y="85"/>
                    <a:pt x="284" y="81"/>
                  </a:cubicBezTo>
                  <a:cubicBezTo>
                    <a:pt x="283" y="79"/>
                    <a:pt x="282" y="77"/>
                    <a:pt x="283" y="76"/>
                  </a:cubicBezTo>
                  <a:cubicBezTo>
                    <a:pt x="282" y="71"/>
                    <a:pt x="281" y="67"/>
                    <a:pt x="280" y="65"/>
                  </a:cubicBezTo>
                  <a:cubicBezTo>
                    <a:pt x="277" y="67"/>
                    <a:pt x="277" y="67"/>
                    <a:pt x="277" y="67"/>
                  </a:cubicBezTo>
                  <a:cubicBezTo>
                    <a:pt x="276" y="68"/>
                    <a:pt x="276" y="68"/>
                    <a:pt x="276" y="68"/>
                  </a:cubicBezTo>
                  <a:cubicBezTo>
                    <a:pt x="276" y="70"/>
                    <a:pt x="277" y="72"/>
                    <a:pt x="279" y="74"/>
                  </a:cubicBezTo>
                  <a:cubicBezTo>
                    <a:pt x="279" y="76"/>
                    <a:pt x="279" y="76"/>
                    <a:pt x="279" y="76"/>
                  </a:cubicBezTo>
                  <a:cubicBezTo>
                    <a:pt x="280" y="76"/>
                    <a:pt x="280" y="76"/>
                    <a:pt x="280" y="76"/>
                  </a:cubicBezTo>
                  <a:cubicBezTo>
                    <a:pt x="279" y="77"/>
                    <a:pt x="279" y="77"/>
                    <a:pt x="279" y="77"/>
                  </a:cubicBezTo>
                  <a:cubicBezTo>
                    <a:pt x="271" y="91"/>
                    <a:pt x="271" y="91"/>
                    <a:pt x="271" y="91"/>
                  </a:cubicBezTo>
                  <a:cubicBezTo>
                    <a:pt x="257" y="88"/>
                    <a:pt x="257" y="88"/>
                    <a:pt x="257" y="88"/>
                  </a:cubicBezTo>
                  <a:cubicBezTo>
                    <a:pt x="254" y="86"/>
                    <a:pt x="254" y="86"/>
                    <a:pt x="254" y="86"/>
                  </a:cubicBezTo>
                  <a:cubicBezTo>
                    <a:pt x="254" y="86"/>
                    <a:pt x="254" y="86"/>
                    <a:pt x="254" y="86"/>
                  </a:cubicBezTo>
                  <a:cubicBezTo>
                    <a:pt x="254" y="85"/>
                    <a:pt x="254" y="85"/>
                    <a:pt x="254" y="85"/>
                  </a:cubicBezTo>
                  <a:cubicBezTo>
                    <a:pt x="255" y="82"/>
                    <a:pt x="255" y="79"/>
                    <a:pt x="254" y="76"/>
                  </a:cubicBezTo>
                  <a:cubicBezTo>
                    <a:pt x="252" y="71"/>
                    <a:pt x="252" y="71"/>
                    <a:pt x="252" y="71"/>
                  </a:cubicBezTo>
                  <a:cubicBezTo>
                    <a:pt x="240" y="63"/>
                    <a:pt x="240" y="63"/>
                    <a:pt x="240" y="63"/>
                  </a:cubicBezTo>
                  <a:cubicBezTo>
                    <a:pt x="240" y="62"/>
                    <a:pt x="240" y="62"/>
                    <a:pt x="240" y="62"/>
                  </a:cubicBezTo>
                  <a:cubicBezTo>
                    <a:pt x="239" y="64"/>
                    <a:pt x="237" y="64"/>
                    <a:pt x="236" y="65"/>
                  </a:cubicBezTo>
                  <a:cubicBezTo>
                    <a:pt x="225" y="63"/>
                    <a:pt x="225" y="63"/>
                    <a:pt x="225" y="63"/>
                  </a:cubicBezTo>
                  <a:cubicBezTo>
                    <a:pt x="222" y="63"/>
                    <a:pt x="219" y="62"/>
                    <a:pt x="218" y="60"/>
                  </a:cubicBezTo>
                  <a:cubicBezTo>
                    <a:pt x="217" y="59"/>
                    <a:pt x="217" y="56"/>
                    <a:pt x="219" y="53"/>
                  </a:cubicBezTo>
                  <a:cubicBezTo>
                    <a:pt x="219" y="51"/>
                    <a:pt x="219" y="51"/>
                    <a:pt x="219" y="51"/>
                  </a:cubicBezTo>
                  <a:cubicBezTo>
                    <a:pt x="214" y="43"/>
                    <a:pt x="214" y="43"/>
                    <a:pt x="214" y="43"/>
                  </a:cubicBezTo>
                  <a:cubicBezTo>
                    <a:pt x="193" y="44"/>
                    <a:pt x="193" y="44"/>
                    <a:pt x="193" y="44"/>
                  </a:cubicBezTo>
                  <a:cubicBezTo>
                    <a:pt x="194" y="47"/>
                    <a:pt x="193" y="49"/>
                    <a:pt x="192" y="51"/>
                  </a:cubicBezTo>
                  <a:cubicBezTo>
                    <a:pt x="191" y="53"/>
                    <a:pt x="189" y="54"/>
                    <a:pt x="187" y="54"/>
                  </a:cubicBezTo>
                  <a:cubicBezTo>
                    <a:pt x="184" y="55"/>
                    <a:pt x="180" y="54"/>
                    <a:pt x="177" y="51"/>
                  </a:cubicBezTo>
                  <a:cubicBezTo>
                    <a:pt x="177" y="50"/>
                    <a:pt x="177" y="50"/>
                    <a:pt x="177" y="50"/>
                  </a:cubicBezTo>
                  <a:cubicBezTo>
                    <a:pt x="177" y="50"/>
                    <a:pt x="177" y="50"/>
                    <a:pt x="177" y="50"/>
                  </a:cubicBezTo>
                  <a:cubicBezTo>
                    <a:pt x="172" y="45"/>
                    <a:pt x="170" y="40"/>
                    <a:pt x="170" y="37"/>
                  </a:cubicBezTo>
                  <a:cubicBezTo>
                    <a:pt x="166" y="31"/>
                    <a:pt x="166" y="31"/>
                    <a:pt x="166" y="31"/>
                  </a:cubicBezTo>
                  <a:cubicBezTo>
                    <a:pt x="160" y="35"/>
                    <a:pt x="160" y="35"/>
                    <a:pt x="160" y="35"/>
                  </a:cubicBezTo>
                  <a:cubicBezTo>
                    <a:pt x="154" y="38"/>
                    <a:pt x="151" y="38"/>
                    <a:pt x="149" y="35"/>
                  </a:cubicBezTo>
                  <a:cubicBezTo>
                    <a:pt x="146" y="35"/>
                    <a:pt x="146" y="35"/>
                    <a:pt x="146" y="35"/>
                  </a:cubicBezTo>
                  <a:cubicBezTo>
                    <a:pt x="140" y="35"/>
                    <a:pt x="140" y="35"/>
                    <a:pt x="140" y="35"/>
                  </a:cubicBezTo>
                  <a:cubicBezTo>
                    <a:pt x="124" y="41"/>
                    <a:pt x="124" y="41"/>
                    <a:pt x="124" y="41"/>
                  </a:cubicBezTo>
                  <a:cubicBezTo>
                    <a:pt x="120" y="43"/>
                    <a:pt x="117" y="44"/>
                    <a:pt x="115" y="44"/>
                  </a:cubicBezTo>
                  <a:cubicBezTo>
                    <a:pt x="113" y="44"/>
                    <a:pt x="113" y="44"/>
                    <a:pt x="113" y="44"/>
                  </a:cubicBezTo>
                  <a:cubicBezTo>
                    <a:pt x="107" y="44"/>
                    <a:pt x="103" y="42"/>
                    <a:pt x="101" y="40"/>
                  </a:cubicBezTo>
                  <a:cubicBezTo>
                    <a:pt x="91" y="32"/>
                    <a:pt x="91" y="32"/>
                    <a:pt x="91" y="32"/>
                  </a:cubicBezTo>
                  <a:lnTo>
                    <a:pt x="79" y="13"/>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31" name="Freeform 31"/>
            <p:cNvSpPr/>
            <p:nvPr/>
          </p:nvSpPr>
          <p:spPr bwMode="auto">
            <a:xfrm>
              <a:off x="3946716" y="1183259"/>
              <a:ext cx="944562" cy="862013"/>
            </a:xfrm>
            <a:custGeom>
              <a:avLst/>
              <a:gdLst>
                <a:gd name="T0" fmla="*/ 536 w 546"/>
                <a:gd name="T1" fmla="*/ 231 h 498"/>
                <a:gd name="T2" fmla="*/ 525 w 546"/>
                <a:gd name="T3" fmla="*/ 181 h 498"/>
                <a:gd name="T4" fmla="*/ 476 w 546"/>
                <a:gd name="T5" fmla="*/ 231 h 498"/>
                <a:gd name="T6" fmla="*/ 468 w 546"/>
                <a:gd name="T7" fmla="*/ 246 h 498"/>
                <a:gd name="T8" fmla="*/ 406 w 546"/>
                <a:gd name="T9" fmla="*/ 257 h 498"/>
                <a:gd name="T10" fmla="*/ 392 w 546"/>
                <a:gd name="T11" fmla="*/ 231 h 498"/>
                <a:gd name="T12" fmla="*/ 376 w 546"/>
                <a:gd name="T13" fmla="*/ 215 h 498"/>
                <a:gd name="T14" fmla="*/ 357 w 546"/>
                <a:gd name="T15" fmla="*/ 199 h 498"/>
                <a:gd name="T16" fmla="*/ 255 w 546"/>
                <a:gd name="T17" fmla="*/ 180 h 498"/>
                <a:gd name="T18" fmla="*/ 195 w 546"/>
                <a:gd name="T19" fmla="*/ 86 h 498"/>
                <a:gd name="T20" fmla="*/ 82 w 546"/>
                <a:gd name="T21" fmla="*/ 12 h 498"/>
                <a:gd name="T22" fmla="*/ 6 w 546"/>
                <a:gd name="T23" fmla="*/ 21 h 498"/>
                <a:gd name="T24" fmla="*/ 6 w 546"/>
                <a:gd name="T25" fmla="*/ 31 h 498"/>
                <a:gd name="T26" fmla="*/ 1 w 546"/>
                <a:gd name="T27" fmla="*/ 42 h 498"/>
                <a:gd name="T28" fmla="*/ 7 w 546"/>
                <a:gd name="T29" fmla="*/ 68 h 498"/>
                <a:gd name="T30" fmla="*/ 31 w 546"/>
                <a:gd name="T31" fmla="*/ 56 h 498"/>
                <a:gd name="T32" fmla="*/ 57 w 546"/>
                <a:gd name="T33" fmla="*/ 75 h 498"/>
                <a:gd name="T34" fmla="*/ 91 w 546"/>
                <a:gd name="T35" fmla="*/ 116 h 498"/>
                <a:gd name="T36" fmla="*/ 112 w 546"/>
                <a:gd name="T37" fmla="*/ 99 h 498"/>
                <a:gd name="T38" fmla="*/ 148 w 546"/>
                <a:gd name="T39" fmla="*/ 78 h 498"/>
                <a:gd name="T40" fmla="*/ 174 w 546"/>
                <a:gd name="T41" fmla="*/ 107 h 498"/>
                <a:gd name="T42" fmla="*/ 181 w 546"/>
                <a:gd name="T43" fmla="*/ 152 h 498"/>
                <a:gd name="T44" fmla="*/ 183 w 546"/>
                <a:gd name="T45" fmla="*/ 199 h 498"/>
                <a:gd name="T46" fmla="*/ 176 w 546"/>
                <a:gd name="T47" fmla="*/ 218 h 498"/>
                <a:gd name="T48" fmla="*/ 170 w 546"/>
                <a:gd name="T49" fmla="*/ 226 h 498"/>
                <a:gd name="T50" fmla="*/ 173 w 546"/>
                <a:gd name="T51" fmla="*/ 254 h 498"/>
                <a:gd name="T52" fmla="*/ 166 w 546"/>
                <a:gd name="T53" fmla="*/ 279 h 498"/>
                <a:gd name="T54" fmla="*/ 144 w 546"/>
                <a:gd name="T55" fmla="*/ 275 h 498"/>
                <a:gd name="T56" fmla="*/ 127 w 546"/>
                <a:gd name="T57" fmla="*/ 309 h 498"/>
                <a:gd name="T58" fmla="*/ 103 w 546"/>
                <a:gd name="T59" fmla="*/ 331 h 498"/>
                <a:gd name="T60" fmla="*/ 121 w 546"/>
                <a:gd name="T61" fmla="*/ 357 h 498"/>
                <a:gd name="T62" fmla="*/ 137 w 546"/>
                <a:gd name="T63" fmla="*/ 377 h 498"/>
                <a:gd name="T64" fmla="*/ 166 w 546"/>
                <a:gd name="T65" fmla="*/ 384 h 498"/>
                <a:gd name="T66" fmla="*/ 179 w 546"/>
                <a:gd name="T67" fmla="*/ 412 h 498"/>
                <a:gd name="T68" fmla="*/ 202 w 546"/>
                <a:gd name="T69" fmla="*/ 430 h 498"/>
                <a:gd name="T70" fmla="*/ 233 w 546"/>
                <a:gd name="T71" fmla="*/ 421 h 498"/>
                <a:gd name="T72" fmla="*/ 254 w 546"/>
                <a:gd name="T73" fmla="*/ 416 h 498"/>
                <a:gd name="T74" fmla="*/ 269 w 546"/>
                <a:gd name="T75" fmla="*/ 439 h 498"/>
                <a:gd name="T76" fmla="*/ 273 w 546"/>
                <a:gd name="T77" fmla="*/ 439 h 498"/>
                <a:gd name="T78" fmla="*/ 303 w 546"/>
                <a:gd name="T79" fmla="*/ 428 h 498"/>
                <a:gd name="T80" fmla="*/ 312 w 546"/>
                <a:gd name="T81" fmla="*/ 442 h 498"/>
                <a:gd name="T82" fmla="*/ 320 w 546"/>
                <a:gd name="T83" fmla="*/ 451 h 498"/>
                <a:gd name="T84" fmla="*/ 348 w 546"/>
                <a:gd name="T85" fmla="*/ 467 h 498"/>
                <a:gd name="T86" fmla="*/ 357 w 546"/>
                <a:gd name="T87" fmla="*/ 460 h 498"/>
                <a:gd name="T88" fmla="*/ 369 w 546"/>
                <a:gd name="T89" fmla="*/ 451 h 498"/>
                <a:gd name="T90" fmla="*/ 387 w 546"/>
                <a:gd name="T91" fmla="*/ 477 h 498"/>
                <a:gd name="T92" fmla="*/ 408 w 546"/>
                <a:gd name="T93" fmla="*/ 498 h 498"/>
                <a:gd name="T94" fmla="*/ 422 w 546"/>
                <a:gd name="T95" fmla="*/ 471 h 498"/>
                <a:gd name="T96" fmla="*/ 449 w 546"/>
                <a:gd name="T97" fmla="*/ 457 h 498"/>
                <a:gd name="T98" fmla="*/ 464 w 546"/>
                <a:gd name="T99" fmla="*/ 462 h 498"/>
                <a:gd name="T100" fmla="*/ 477 w 546"/>
                <a:gd name="T101" fmla="*/ 477 h 498"/>
                <a:gd name="T102" fmla="*/ 482 w 546"/>
                <a:gd name="T103" fmla="*/ 436 h 498"/>
                <a:gd name="T104" fmla="*/ 493 w 546"/>
                <a:gd name="T105" fmla="*/ 369 h 498"/>
                <a:gd name="T106" fmla="*/ 510 w 546"/>
                <a:gd name="T107" fmla="*/ 37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46" h="498">
                  <a:moveTo>
                    <a:pt x="544" y="292"/>
                  </a:moveTo>
                  <a:cubicBezTo>
                    <a:pt x="534" y="232"/>
                    <a:pt x="534" y="232"/>
                    <a:pt x="534" y="232"/>
                  </a:cubicBezTo>
                  <a:cubicBezTo>
                    <a:pt x="535" y="231"/>
                    <a:pt x="535" y="231"/>
                    <a:pt x="535" y="231"/>
                  </a:cubicBezTo>
                  <a:cubicBezTo>
                    <a:pt x="536" y="231"/>
                    <a:pt x="536" y="231"/>
                    <a:pt x="536" y="231"/>
                  </a:cubicBezTo>
                  <a:cubicBezTo>
                    <a:pt x="540" y="224"/>
                    <a:pt x="542" y="219"/>
                    <a:pt x="541" y="215"/>
                  </a:cubicBezTo>
                  <a:cubicBezTo>
                    <a:pt x="539" y="211"/>
                    <a:pt x="539" y="211"/>
                    <a:pt x="539" y="211"/>
                  </a:cubicBezTo>
                  <a:cubicBezTo>
                    <a:pt x="532" y="207"/>
                    <a:pt x="529" y="197"/>
                    <a:pt x="531" y="181"/>
                  </a:cubicBezTo>
                  <a:cubicBezTo>
                    <a:pt x="525" y="181"/>
                    <a:pt x="525" y="181"/>
                    <a:pt x="525" y="181"/>
                  </a:cubicBezTo>
                  <a:cubicBezTo>
                    <a:pt x="521" y="180"/>
                    <a:pt x="516" y="182"/>
                    <a:pt x="511" y="185"/>
                  </a:cubicBezTo>
                  <a:cubicBezTo>
                    <a:pt x="507" y="189"/>
                    <a:pt x="504" y="193"/>
                    <a:pt x="503" y="196"/>
                  </a:cubicBezTo>
                  <a:cubicBezTo>
                    <a:pt x="500" y="203"/>
                    <a:pt x="493" y="208"/>
                    <a:pt x="479" y="212"/>
                  </a:cubicBezTo>
                  <a:cubicBezTo>
                    <a:pt x="476" y="231"/>
                    <a:pt x="476" y="231"/>
                    <a:pt x="476" y="231"/>
                  </a:cubicBezTo>
                  <a:cubicBezTo>
                    <a:pt x="476" y="232"/>
                    <a:pt x="476" y="232"/>
                    <a:pt x="476" y="232"/>
                  </a:cubicBezTo>
                  <a:cubicBezTo>
                    <a:pt x="476" y="232"/>
                    <a:pt x="476" y="232"/>
                    <a:pt x="476" y="232"/>
                  </a:cubicBezTo>
                  <a:cubicBezTo>
                    <a:pt x="469" y="245"/>
                    <a:pt x="469" y="245"/>
                    <a:pt x="469" y="245"/>
                  </a:cubicBezTo>
                  <a:cubicBezTo>
                    <a:pt x="468" y="246"/>
                    <a:pt x="468" y="246"/>
                    <a:pt x="468" y="246"/>
                  </a:cubicBezTo>
                  <a:cubicBezTo>
                    <a:pt x="468" y="246"/>
                    <a:pt x="468" y="246"/>
                    <a:pt x="468" y="246"/>
                  </a:cubicBezTo>
                  <a:cubicBezTo>
                    <a:pt x="467" y="246"/>
                    <a:pt x="467" y="246"/>
                    <a:pt x="467" y="246"/>
                  </a:cubicBezTo>
                  <a:cubicBezTo>
                    <a:pt x="407" y="257"/>
                    <a:pt x="407" y="257"/>
                    <a:pt x="407" y="257"/>
                  </a:cubicBezTo>
                  <a:cubicBezTo>
                    <a:pt x="406" y="257"/>
                    <a:pt x="406" y="257"/>
                    <a:pt x="406" y="257"/>
                  </a:cubicBezTo>
                  <a:cubicBezTo>
                    <a:pt x="405" y="257"/>
                    <a:pt x="405" y="257"/>
                    <a:pt x="405" y="257"/>
                  </a:cubicBezTo>
                  <a:cubicBezTo>
                    <a:pt x="405" y="255"/>
                    <a:pt x="405" y="255"/>
                    <a:pt x="405" y="255"/>
                  </a:cubicBezTo>
                  <a:cubicBezTo>
                    <a:pt x="387" y="237"/>
                    <a:pt x="387" y="237"/>
                    <a:pt x="387" y="237"/>
                  </a:cubicBezTo>
                  <a:cubicBezTo>
                    <a:pt x="392" y="231"/>
                    <a:pt x="392" y="231"/>
                    <a:pt x="392" y="231"/>
                  </a:cubicBezTo>
                  <a:cubicBezTo>
                    <a:pt x="386" y="222"/>
                    <a:pt x="386" y="222"/>
                    <a:pt x="386" y="222"/>
                  </a:cubicBezTo>
                  <a:cubicBezTo>
                    <a:pt x="377" y="216"/>
                    <a:pt x="377" y="216"/>
                    <a:pt x="377" y="216"/>
                  </a:cubicBezTo>
                  <a:cubicBezTo>
                    <a:pt x="377" y="215"/>
                    <a:pt x="377" y="215"/>
                    <a:pt x="377" y="215"/>
                  </a:cubicBezTo>
                  <a:cubicBezTo>
                    <a:pt x="376" y="215"/>
                    <a:pt x="376" y="215"/>
                    <a:pt x="376" y="215"/>
                  </a:cubicBezTo>
                  <a:cubicBezTo>
                    <a:pt x="376" y="215"/>
                    <a:pt x="376" y="215"/>
                    <a:pt x="376" y="215"/>
                  </a:cubicBezTo>
                  <a:cubicBezTo>
                    <a:pt x="376" y="214"/>
                    <a:pt x="376" y="214"/>
                    <a:pt x="376" y="214"/>
                  </a:cubicBezTo>
                  <a:cubicBezTo>
                    <a:pt x="373" y="198"/>
                    <a:pt x="373" y="198"/>
                    <a:pt x="373" y="198"/>
                  </a:cubicBezTo>
                  <a:cubicBezTo>
                    <a:pt x="357" y="199"/>
                    <a:pt x="357" y="199"/>
                    <a:pt x="357" y="199"/>
                  </a:cubicBezTo>
                  <a:cubicBezTo>
                    <a:pt x="356" y="198"/>
                    <a:pt x="356" y="198"/>
                    <a:pt x="356" y="198"/>
                  </a:cubicBezTo>
                  <a:cubicBezTo>
                    <a:pt x="343" y="190"/>
                    <a:pt x="343" y="190"/>
                    <a:pt x="343" y="190"/>
                  </a:cubicBezTo>
                  <a:cubicBezTo>
                    <a:pt x="295" y="181"/>
                    <a:pt x="295" y="181"/>
                    <a:pt x="295" y="181"/>
                  </a:cubicBezTo>
                  <a:cubicBezTo>
                    <a:pt x="255" y="180"/>
                    <a:pt x="255" y="180"/>
                    <a:pt x="255" y="180"/>
                  </a:cubicBezTo>
                  <a:cubicBezTo>
                    <a:pt x="253" y="181"/>
                    <a:pt x="253" y="181"/>
                    <a:pt x="253" y="181"/>
                  </a:cubicBezTo>
                  <a:cubicBezTo>
                    <a:pt x="252" y="181"/>
                    <a:pt x="250" y="180"/>
                    <a:pt x="250" y="179"/>
                  </a:cubicBezTo>
                  <a:cubicBezTo>
                    <a:pt x="227" y="127"/>
                    <a:pt x="227" y="127"/>
                    <a:pt x="227" y="127"/>
                  </a:cubicBezTo>
                  <a:cubicBezTo>
                    <a:pt x="224" y="123"/>
                    <a:pt x="215" y="109"/>
                    <a:pt x="195" y="86"/>
                  </a:cubicBezTo>
                  <a:cubicBezTo>
                    <a:pt x="177" y="64"/>
                    <a:pt x="167" y="51"/>
                    <a:pt x="164" y="49"/>
                  </a:cubicBezTo>
                  <a:cubicBezTo>
                    <a:pt x="130" y="16"/>
                    <a:pt x="130" y="16"/>
                    <a:pt x="130" y="16"/>
                  </a:cubicBezTo>
                  <a:cubicBezTo>
                    <a:pt x="124" y="13"/>
                    <a:pt x="124" y="13"/>
                    <a:pt x="124" y="13"/>
                  </a:cubicBezTo>
                  <a:cubicBezTo>
                    <a:pt x="82" y="12"/>
                    <a:pt x="82" y="12"/>
                    <a:pt x="82" y="12"/>
                  </a:cubicBezTo>
                  <a:cubicBezTo>
                    <a:pt x="81" y="12"/>
                    <a:pt x="81" y="12"/>
                    <a:pt x="81" y="12"/>
                  </a:cubicBezTo>
                  <a:cubicBezTo>
                    <a:pt x="80" y="11"/>
                    <a:pt x="80" y="11"/>
                    <a:pt x="80" y="11"/>
                  </a:cubicBezTo>
                  <a:cubicBezTo>
                    <a:pt x="76" y="8"/>
                    <a:pt x="70" y="5"/>
                    <a:pt x="60" y="3"/>
                  </a:cubicBezTo>
                  <a:cubicBezTo>
                    <a:pt x="53" y="0"/>
                    <a:pt x="34" y="6"/>
                    <a:pt x="6" y="21"/>
                  </a:cubicBezTo>
                  <a:cubicBezTo>
                    <a:pt x="5" y="22"/>
                    <a:pt x="5" y="22"/>
                    <a:pt x="5" y="22"/>
                  </a:cubicBezTo>
                  <a:cubicBezTo>
                    <a:pt x="6" y="30"/>
                    <a:pt x="6" y="30"/>
                    <a:pt x="6" y="30"/>
                  </a:cubicBezTo>
                  <a:cubicBezTo>
                    <a:pt x="6" y="30"/>
                    <a:pt x="6" y="30"/>
                    <a:pt x="6" y="30"/>
                  </a:cubicBezTo>
                  <a:cubicBezTo>
                    <a:pt x="6" y="31"/>
                    <a:pt x="6" y="31"/>
                    <a:pt x="6" y="31"/>
                  </a:cubicBezTo>
                  <a:cubicBezTo>
                    <a:pt x="6" y="31"/>
                    <a:pt x="6" y="31"/>
                    <a:pt x="6" y="31"/>
                  </a:cubicBezTo>
                  <a:cubicBezTo>
                    <a:pt x="6" y="32"/>
                    <a:pt x="6" y="32"/>
                    <a:pt x="6" y="32"/>
                  </a:cubicBezTo>
                  <a:cubicBezTo>
                    <a:pt x="1" y="42"/>
                    <a:pt x="1" y="42"/>
                    <a:pt x="1" y="42"/>
                  </a:cubicBezTo>
                  <a:cubicBezTo>
                    <a:pt x="1" y="42"/>
                    <a:pt x="1" y="42"/>
                    <a:pt x="1" y="42"/>
                  </a:cubicBezTo>
                  <a:cubicBezTo>
                    <a:pt x="0" y="42"/>
                    <a:pt x="0" y="42"/>
                    <a:pt x="0" y="42"/>
                  </a:cubicBezTo>
                  <a:cubicBezTo>
                    <a:pt x="0" y="49"/>
                    <a:pt x="0" y="49"/>
                    <a:pt x="0" y="49"/>
                  </a:cubicBezTo>
                  <a:cubicBezTo>
                    <a:pt x="0" y="55"/>
                    <a:pt x="1" y="61"/>
                    <a:pt x="3" y="65"/>
                  </a:cubicBezTo>
                  <a:cubicBezTo>
                    <a:pt x="7" y="68"/>
                    <a:pt x="7" y="68"/>
                    <a:pt x="7" y="68"/>
                  </a:cubicBezTo>
                  <a:cubicBezTo>
                    <a:pt x="16" y="68"/>
                    <a:pt x="16" y="68"/>
                    <a:pt x="16" y="68"/>
                  </a:cubicBezTo>
                  <a:cubicBezTo>
                    <a:pt x="24" y="70"/>
                    <a:pt x="24" y="70"/>
                    <a:pt x="24" y="70"/>
                  </a:cubicBezTo>
                  <a:cubicBezTo>
                    <a:pt x="27" y="67"/>
                    <a:pt x="27" y="67"/>
                    <a:pt x="27" y="67"/>
                  </a:cubicBezTo>
                  <a:cubicBezTo>
                    <a:pt x="27" y="62"/>
                    <a:pt x="29" y="58"/>
                    <a:pt x="31" y="56"/>
                  </a:cubicBezTo>
                  <a:cubicBezTo>
                    <a:pt x="37" y="56"/>
                    <a:pt x="37" y="56"/>
                    <a:pt x="37" y="56"/>
                  </a:cubicBezTo>
                  <a:cubicBezTo>
                    <a:pt x="59" y="62"/>
                    <a:pt x="59" y="62"/>
                    <a:pt x="59" y="62"/>
                  </a:cubicBezTo>
                  <a:cubicBezTo>
                    <a:pt x="63" y="63"/>
                    <a:pt x="63" y="63"/>
                    <a:pt x="63" y="63"/>
                  </a:cubicBezTo>
                  <a:cubicBezTo>
                    <a:pt x="57" y="75"/>
                    <a:pt x="57" y="75"/>
                    <a:pt x="57" y="75"/>
                  </a:cubicBezTo>
                  <a:cubicBezTo>
                    <a:pt x="57" y="89"/>
                    <a:pt x="57" y="89"/>
                    <a:pt x="57" y="89"/>
                  </a:cubicBezTo>
                  <a:cubicBezTo>
                    <a:pt x="57" y="92"/>
                    <a:pt x="62" y="99"/>
                    <a:pt x="73" y="109"/>
                  </a:cubicBezTo>
                  <a:cubicBezTo>
                    <a:pt x="80" y="114"/>
                    <a:pt x="84" y="116"/>
                    <a:pt x="88" y="117"/>
                  </a:cubicBezTo>
                  <a:cubicBezTo>
                    <a:pt x="91" y="116"/>
                    <a:pt x="91" y="116"/>
                    <a:pt x="91" y="116"/>
                  </a:cubicBezTo>
                  <a:cubicBezTo>
                    <a:pt x="94" y="115"/>
                    <a:pt x="94" y="115"/>
                    <a:pt x="94" y="115"/>
                  </a:cubicBezTo>
                  <a:cubicBezTo>
                    <a:pt x="104" y="105"/>
                    <a:pt x="104" y="105"/>
                    <a:pt x="104" y="105"/>
                  </a:cubicBezTo>
                  <a:cubicBezTo>
                    <a:pt x="112" y="100"/>
                    <a:pt x="112" y="100"/>
                    <a:pt x="112" y="100"/>
                  </a:cubicBezTo>
                  <a:cubicBezTo>
                    <a:pt x="112" y="99"/>
                    <a:pt x="112" y="99"/>
                    <a:pt x="112" y="99"/>
                  </a:cubicBezTo>
                  <a:cubicBezTo>
                    <a:pt x="112" y="99"/>
                    <a:pt x="112" y="99"/>
                    <a:pt x="112" y="99"/>
                  </a:cubicBezTo>
                  <a:cubicBezTo>
                    <a:pt x="128" y="97"/>
                    <a:pt x="128" y="97"/>
                    <a:pt x="128" y="97"/>
                  </a:cubicBezTo>
                  <a:cubicBezTo>
                    <a:pt x="133" y="87"/>
                    <a:pt x="133" y="87"/>
                    <a:pt x="133" y="87"/>
                  </a:cubicBezTo>
                  <a:cubicBezTo>
                    <a:pt x="148" y="78"/>
                    <a:pt x="148" y="78"/>
                    <a:pt x="148" y="78"/>
                  </a:cubicBezTo>
                  <a:cubicBezTo>
                    <a:pt x="161" y="85"/>
                    <a:pt x="161" y="85"/>
                    <a:pt x="161" y="85"/>
                  </a:cubicBezTo>
                  <a:cubicBezTo>
                    <a:pt x="161" y="86"/>
                    <a:pt x="161" y="86"/>
                    <a:pt x="161" y="86"/>
                  </a:cubicBezTo>
                  <a:cubicBezTo>
                    <a:pt x="162" y="87"/>
                    <a:pt x="162" y="87"/>
                    <a:pt x="162" y="87"/>
                  </a:cubicBezTo>
                  <a:cubicBezTo>
                    <a:pt x="174" y="107"/>
                    <a:pt x="174" y="107"/>
                    <a:pt x="174" y="107"/>
                  </a:cubicBezTo>
                  <a:cubicBezTo>
                    <a:pt x="179" y="121"/>
                    <a:pt x="179" y="121"/>
                    <a:pt x="179" y="121"/>
                  </a:cubicBezTo>
                  <a:cubicBezTo>
                    <a:pt x="179" y="123"/>
                    <a:pt x="179" y="123"/>
                    <a:pt x="179" y="123"/>
                  </a:cubicBezTo>
                  <a:cubicBezTo>
                    <a:pt x="176" y="140"/>
                    <a:pt x="176" y="140"/>
                    <a:pt x="176" y="140"/>
                  </a:cubicBezTo>
                  <a:cubicBezTo>
                    <a:pt x="181" y="152"/>
                    <a:pt x="181" y="152"/>
                    <a:pt x="181" y="152"/>
                  </a:cubicBezTo>
                  <a:cubicBezTo>
                    <a:pt x="181" y="153"/>
                    <a:pt x="181" y="153"/>
                    <a:pt x="181" y="153"/>
                  </a:cubicBezTo>
                  <a:cubicBezTo>
                    <a:pt x="178" y="167"/>
                    <a:pt x="178" y="167"/>
                    <a:pt x="178" y="167"/>
                  </a:cubicBezTo>
                  <a:cubicBezTo>
                    <a:pt x="178" y="179"/>
                    <a:pt x="178" y="179"/>
                    <a:pt x="178" y="179"/>
                  </a:cubicBezTo>
                  <a:cubicBezTo>
                    <a:pt x="181" y="190"/>
                    <a:pt x="183" y="197"/>
                    <a:pt x="183" y="199"/>
                  </a:cubicBezTo>
                  <a:cubicBezTo>
                    <a:pt x="182" y="209"/>
                    <a:pt x="182" y="209"/>
                    <a:pt x="182" y="209"/>
                  </a:cubicBezTo>
                  <a:cubicBezTo>
                    <a:pt x="182" y="209"/>
                    <a:pt x="182" y="209"/>
                    <a:pt x="182" y="209"/>
                  </a:cubicBezTo>
                  <a:cubicBezTo>
                    <a:pt x="182" y="210"/>
                    <a:pt x="182" y="210"/>
                    <a:pt x="182" y="210"/>
                  </a:cubicBezTo>
                  <a:cubicBezTo>
                    <a:pt x="176" y="218"/>
                    <a:pt x="176" y="218"/>
                    <a:pt x="176" y="218"/>
                  </a:cubicBezTo>
                  <a:cubicBezTo>
                    <a:pt x="176" y="219"/>
                    <a:pt x="176" y="219"/>
                    <a:pt x="176" y="219"/>
                  </a:cubicBezTo>
                  <a:cubicBezTo>
                    <a:pt x="176" y="219"/>
                    <a:pt x="176" y="219"/>
                    <a:pt x="176" y="219"/>
                  </a:cubicBezTo>
                  <a:cubicBezTo>
                    <a:pt x="176" y="219"/>
                    <a:pt x="176" y="219"/>
                    <a:pt x="176" y="219"/>
                  </a:cubicBezTo>
                  <a:cubicBezTo>
                    <a:pt x="170" y="226"/>
                    <a:pt x="170" y="226"/>
                    <a:pt x="170" y="226"/>
                  </a:cubicBezTo>
                  <a:cubicBezTo>
                    <a:pt x="169" y="240"/>
                    <a:pt x="169" y="240"/>
                    <a:pt x="169" y="240"/>
                  </a:cubicBezTo>
                  <a:cubicBezTo>
                    <a:pt x="173" y="254"/>
                    <a:pt x="173" y="254"/>
                    <a:pt x="173" y="254"/>
                  </a:cubicBezTo>
                  <a:cubicBezTo>
                    <a:pt x="173" y="254"/>
                    <a:pt x="173" y="254"/>
                    <a:pt x="173" y="254"/>
                  </a:cubicBezTo>
                  <a:cubicBezTo>
                    <a:pt x="173" y="254"/>
                    <a:pt x="173" y="254"/>
                    <a:pt x="173" y="254"/>
                  </a:cubicBezTo>
                  <a:cubicBezTo>
                    <a:pt x="173" y="255"/>
                    <a:pt x="173" y="255"/>
                    <a:pt x="173" y="255"/>
                  </a:cubicBezTo>
                  <a:cubicBezTo>
                    <a:pt x="173" y="255"/>
                    <a:pt x="173" y="255"/>
                    <a:pt x="173" y="255"/>
                  </a:cubicBezTo>
                  <a:cubicBezTo>
                    <a:pt x="169" y="276"/>
                    <a:pt x="169" y="276"/>
                    <a:pt x="169" y="276"/>
                  </a:cubicBezTo>
                  <a:cubicBezTo>
                    <a:pt x="166" y="279"/>
                    <a:pt x="166" y="279"/>
                    <a:pt x="166" y="279"/>
                  </a:cubicBezTo>
                  <a:cubicBezTo>
                    <a:pt x="164" y="281"/>
                    <a:pt x="161" y="281"/>
                    <a:pt x="157" y="279"/>
                  </a:cubicBezTo>
                  <a:cubicBezTo>
                    <a:pt x="156" y="279"/>
                    <a:pt x="156" y="279"/>
                    <a:pt x="156" y="279"/>
                  </a:cubicBezTo>
                  <a:cubicBezTo>
                    <a:pt x="150" y="273"/>
                    <a:pt x="150" y="273"/>
                    <a:pt x="150" y="273"/>
                  </a:cubicBezTo>
                  <a:cubicBezTo>
                    <a:pt x="144" y="275"/>
                    <a:pt x="144" y="275"/>
                    <a:pt x="144" y="275"/>
                  </a:cubicBezTo>
                  <a:cubicBezTo>
                    <a:pt x="136" y="283"/>
                    <a:pt x="136" y="283"/>
                    <a:pt x="136" y="283"/>
                  </a:cubicBezTo>
                  <a:cubicBezTo>
                    <a:pt x="128" y="308"/>
                    <a:pt x="128" y="308"/>
                    <a:pt x="128" y="308"/>
                  </a:cubicBezTo>
                  <a:cubicBezTo>
                    <a:pt x="128" y="309"/>
                    <a:pt x="128" y="309"/>
                    <a:pt x="128" y="309"/>
                  </a:cubicBezTo>
                  <a:cubicBezTo>
                    <a:pt x="127" y="309"/>
                    <a:pt x="127" y="309"/>
                    <a:pt x="127" y="309"/>
                  </a:cubicBezTo>
                  <a:cubicBezTo>
                    <a:pt x="119" y="317"/>
                    <a:pt x="119" y="317"/>
                    <a:pt x="119" y="317"/>
                  </a:cubicBezTo>
                  <a:cubicBezTo>
                    <a:pt x="117" y="317"/>
                    <a:pt x="117" y="317"/>
                    <a:pt x="117" y="317"/>
                  </a:cubicBezTo>
                  <a:cubicBezTo>
                    <a:pt x="113" y="317"/>
                    <a:pt x="113" y="317"/>
                    <a:pt x="113" y="317"/>
                  </a:cubicBezTo>
                  <a:cubicBezTo>
                    <a:pt x="103" y="331"/>
                    <a:pt x="103" y="331"/>
                    <a:pt x="103" y="331"/>
                  </a:cubicBezTo>
                  <a:cubicBezTo>
                    <a:pt x="108" y="340"/>
                    <a:pt x="108" y="340"/>
                    <a:pt x="108" y="340"/>
                  </a:cubicBezTo>
                  <a:cubicBezTo>
                    <a:pt x="109" y="342"/>
                    <a:pt x="109" y="342"/>
                    <a:pt x="109" y="342"/>
                  </a:cubicBezTo>
                  <a:cubicBezTo>
                    <a:pt x="121" y="357"/>
                    <a:pt x="121" y="357"/>
                    <a:pt x="121" y="357"/>
                  </a:cubicBezTo>
                  <a:cubicBezTo>
                    <a:pt x="121" y="357"/>
                    <a:pt x="121" y="357"/>
                    <a:pt x="121" y="357"/>
                  </a:cubicBezTo>
                  <a:cubicBezTo>
                    <a:pt x="121" y="362"/>
                    <a:pt x="121" y="362"/>
                    <a:pt x="121" y="362"/>
                  </a:cubicBezTo>
                  <a:cubicBezTo>
                    <a:pt x="134" y="364"/>
                    <a:pt x="134" y="364"/>
                    <a:pt x="134" y="364"/>
                  </a:cubicBezTo>
                  <a:cubicBezTo>
                    <a:pt x="137" y="376"/>
                    <a:pt x="137" y="376"/>
                    <a:pt x="137" y="376"/>
                  </a:cubicBezTo>
                  <a:cubicBezTo>
                    <a:pt x="137" y="377"/>
                    <a:pt x="137" y="377"/>
                    <a:pt x="137" y="377"/>
                  </a:cubicBezTo>
                  <a:cubicBezTo>
                    <a:pt x="139" y="391"/>
                    <a:pt x="139" y="391"/>
                    <a:pt x="139" y="391"/>
                  </a:cubicBezTo>
                  <a:cubicBezTo>
                    <a:pt x="142" y="394"/>
                    <a:pt x="142" y="394"/>
                    <a:pt x="142" y="394"/>
                  </a:cubicBezTo>
                  <a:cubicBezTo>
                    <a:pt x="154" y="391"/>
                    <a:pt x="154" y="391"/>
                    <a:pt x="154" y="391"/>
                  </a:cubicBezTo>
                  <a:cubicBezTo>
                    <a:pt x="166" y="384"/>
                    <a:pt x="166" y="384"/>
                    <a:pt x="166" y="384"/>
                  </a:cubicBezTo>
                  <a:cubicBezTo>
                    <a:pt x="168" y="383"/>
                    <a:pt x="168" y="383"/>
                    <a:pt x="168" y="383"/>
                  </a:cubicBezTo>
                  <a:cubicBezTo>
                    <a:pt x="172" y="404"/>
                    <a:pt x="172" y="404"/>
                    <a:pt x="172" y="404"/>
                  </a:cubicBezTo>
                  <a:cubicBezTo>
                    <a:pt x="178" y="411"/>
                    <a:pt x="178" y="411"/>
                    <a:pt x="178" y="411"/>
                  </a:cubicBezTo>
                  <a:cubicBezTo>
                    <a:pt x="179" y="412"/>
                    <a:pt x="179" y="412"/>
                    <a:pt x="179" y="412"/>
                  </a:cubicBezTo>
                  <a:cubicBezTo>
                    <a:pt x="183" y="421"/>
                    <a:pt x="183" y="421"/>
                    <a:pt x="183" y="421"/>
                  </a:cubicBezTo>
                  <a:cubicBezTo>
                    <a:pt x="192" y="428"/>
                    <a:pt x="192" y="428"/>
                    <a:pt x="192" y="428"/>
                  </a:cubicBezTo>
                  <a:cubicBezTo>
                    <a:pt x="193" y="430"/>
                    <a:pt x="196" y="430"/>
                    <a:pt x="199" y="430"/>
                  </a:cubicBezTo>
                  <a:cubicBezTo>
                    <a:pt x="202" y="430"/>
                    <a:pt x="202" y="430"/>
                    <a:pt x="202" y="430"/>
                  </a:cubicBezTo>
                  <a:cubicBezTo>
                    <a:pt x="208" y="428"/>
                    <a:pt x="208" y="428"/>
                    <a:pt x="208" y="428"/>
                  </a:cubicBezTo>
                  <a:cubicBezTo>
                    <a:pt x="212" y="426"/>
                    <a:pt x="216" y="424"/>
                    <a:pt x="221" y="424"/>
                  </a:cubicBezTo>
                  <a:cubicBezTo>
                    <a:pt x="225" y="422"/>
                    <a:pt x="225" y="422"/>
                    <a:pt x="225" y="422"/>
                  </a:cubicBezTo>
                  <a:cubicBezTo>
                    <a:pt x="233" y="421"/>
                    <a:pt x="233" y="421"/>
                    <a:pt x="233" y="421"/>
                  </a:cubicBezTo>
                  <a:cubicBezTo>
                    <a:pt x="236" y="421"/>
                    <a:pt x="238" y="422"/>
                    <a:pt x="239" y="424"/>
                  </a:cubicBezTo>
                  <a:cubicBezTo>
                    <a:pt x="252" y="416"/>
                    <a:pt x="252" y="416"/>
                    <a:pt x="252" y="416"/>
                  </a:cubicBezTo>
                  <a:cubicBezTo>
                    <a:pt x="253" y="416"/>
                    <a:pt x="253" y="416"/>
                    <a:pt x="253" y="416"/>
                  </a:cubicBezTo>
                  <a:cubicBezTo>
                    <a:pt x="254" y="416"/>
                    <a:pt x="254" y="416"/>
                    <a:pt x="254" y="416"/>
                  </a:cubicBezTo>
                  <a:cubicBezTo>
                    <a:pt x="255" y="416"/>
                    <a:pt x="255" y="416"/>
                    <a:pt x="255" y="416"/>
                  </a:cubicBezTo>
                  <a:cubicBezTo>
                    <a:pt x="256" y="417"/>
                    <a:pt x="256" y="417"/>
                    <a:pt x="256" y="417"/>
                  </a:cubicBezTo>
                  <a:cubicBezTo>
                    <a:pt x="261" y="422"/>
                    <a:pt x="263" y="427"/>
                    <a:pt x="263" y="430"/>
                  </a:cubicBezTo>
                  <a:cubicBezTo>
                    <a:pt x="269" y="439"/>
                    <a:pt x="269" y="439"/>
                    <a:pt x="269" y="439"/>
                  </a:cubicBezTo>
                  <a:cubicBezTo>
                    <a:pt x="273" y="440"/>
                    <a:pt x="273" y="440"/>
                    <a:pt x="273" y="440"/>
                  </a:cubicBezTo>
                  <a:cubicBezTo>
                    <a:pt x="273" y="440"/>
                    <a:pt x="273" y="440"/>
                    <a:pt x="273" y="440"/>
                  </a:cubicBezTo>
                  <a:cubicBezTo>
                    <a:pt x="274" y="440"/>
                    <a:pt x="274" y="440"/>
                    <a:pt x="274" y="440"/>
                  </a:cubicBezTo>
                  <a:cubicBezTo>
                    <a:pt x="273" y="439"/>
                    <a:pt x="273" y="439"/>
                    <a:pt x="273" y="439"/>
                  </a:cubicBezTo>
                  <a:cubicBezTo>
                    <a:pt x="272" y="436"/>
                    <a:pt x="272" y="434"/>
                    <a:pt x="273" y="433"/>
                  </a:cubicBezTo>
                  <a:cubicBezTo>
                    <a:pt x="274" y="431"/>
                    <a:pt x="277" y="430"/>
                    <a:pt x="280" y="430"/>
                  </a:cubicBezTo>
                  <a:cubicBezTo>
                    <a:pt x="303" y="429"/>
                    <a:pt x="303" y="429"/>
                    <a:pt x="303" y="429"/>
                  </a:cubicBezTo>
                  <a:cubicBezTo>
                    <a:pt x="303" y="428"/>
                    <a:pt x="303" y="428"/>
                    <a:pt x="303" y="428"/>
                  </a:cubicBezTo>
                  <a:cubicBezTo>
                    <a:pt x="304" y="428"/>
                    <a:pt x="304" y="428"/>
                    <a:pt x="304" y="428"/>
                  </a:cubicBezTo>
                  <a:cubicBezTo>
                    <a:pt x="304" y="430"/>
                    <a:pt x="304" y="430"/>
                    <a:pt x="304" y="430"/>
                  </a:cubicBezTo>
                  <a:cubicBezTo>
                    <a:pt x="306" y="430"/>
                    <a:pt x="306" y="430"/>
                    <a:pt x="306" y="430"/>
                  </a:cubicBezTo>
                  <a:cubicBezTo>
                    <a:pt x="312" y="442"/>
                    <a:pt x="312" y="442"/>
                    <a:pt x="312" y="442"/>
                  </a:cubicBezTo>
                  <a:cubicBezTo>
                    <a:pt x="312" y="449"/>
                    <a:pt x="312" y="449"/>
                    <a:pt x="312" y="449"/>
                  </a:cubicBezTo>
                  <a:cubicBezTo>
                    <a:pt x="311" y="449"/>
                    <a:pt x="311" y="449"/>
                    <a:pt x="311" y="449"/>
                  </a:cubicBezTo>
                  <a:cubicBezTo>
                    <a:pt x="320" y="451"/>
                    <a:pt x="320" y="451"/>
                    <a:pt x="320" y="451"/>
                  </a:cubicBezTo>
                  <a:cubicBezTo>
                    <a:pt x="320" y="451"/>
                    <a:pt x="320" y="451"/>
                    <a:pt x="320" y="451"/>
                  </a:cubicBezTo>
                  <a:cubicBezTo>
                    <a:pt x="320" y="449"/>
                    <a:pt x="320" y="448"/>
                    <a:pt x="321" y="447"/>
                  </a:cubicBezTo>
                  <a:cubicBezTo>
                    <a:pt x="324" y="446"/>
                    <a:pt x="324" y="446"/>
                    <a:pt x="324" y="446"/>
                  </a:cubicBezTo>
                  <a:cubicBezTo>
                    <a:pt x="344" y="460"/>
                    <a:pt x="344" y="460"/>
                    <a:pt x="344" y="460"/>
                  </a:cubicBezTo>
                  <a:cubicBezTo>
                    <a:pt x="346" y="462"/>
                    <a:pt x="347" y="464"/>
                    <a:pt x="348" y="467"/>
                  </a:cubicBezTo>
                  <a:cubicBezTo>
                    <a:pt x="348" y="476"/>
                    <a:pt x="348" y="476"/>
                    <a:pt x="348" y="476"/>
                  </a:cubicBezTo>
                  <a:cubicBezTo>
                    <a:pt x="355" y="477"/>
                    <a:pt x="355" y="477"/>
                    <a:pt x="355" y="477"/>
                  </a:cubicBezTo>
                  <a:cubicBezTo>
                    <a:pt x="359" y="470"/>
                    <a:pt x="359" y="470"/>
                    <a:pt x="359" y="470"/>
                  </a:cubicBezTo>
                  <a:cubicBezTo>
                    <a:pt x="357" y="466"/>
                    <a:pt x="356" y="462"/>
                    <a:pt x="357" y="460"/>
                  </a:cubicBezTo>
                  <a:cubicBezTo>
                    <a:pt x="357" y="458"/>
                    <a:pt x="358" y="456"/>
                    <a:pt x="360" y="455"/>
                  </a:cubicBezTo>
                  <a:cubicBezTo>
                    <a:pt x="362" y="453"/>
                    <a:pt x="362" y="453"/>
                    <a:pt x="362" y="453"/>
                  </a:cubicBezTo>
                  <a:cubicBezTo>
                    <a:pt x="362" y="452"/>
                    <a:pt x="363" y="451"/>
                    <a:pt x="364" y="450"/>
                  </a:cubicBezTo>
                  <a:cubicBezTo>
                    <a:pt x="369" y="451"/>
                    <a:pt x="369" y="451"/>
                    <a:pt x="369" y="451"/>
                  </a:cubicBezTo>
                  <a:cubicBezTo>
                    <a:pt x="372" y="453"/>
                    <a:pt x="375" y="459"/>
                    <a:pt x="376" y="469"/>
                  </a:cubicBezTo>
                  <a:cubicBezTo>
                    <a:pt x="376" y="470"/>
                    <a:pt x="376" y="470"/>
                    <a:pt x="376" y="470"/>
                  </a:cubicBezTo>
                  <a:cubicBezTo>
                    <a:pt x="377" y="471"/>
                    <a:pt x="377" y="471"/>
                    <a:pt x="377" y="471"/>
                  </a:cubicBezTo>
                  <a:cubicBezTo>
                    <a:pt x="378" y="473"/>
                    <a:pt x="382" y="475"/>
                    <a:pt x="387" y="477"/>
                  </a:cubicBezTo>
                  <a:cubicBezTo>
                    <a:pt x="388" y="477"/>
                    <a:pt x="388" y="477"/>
                    <a:pt x="388" y="477"/>
                  </a:cubicBezTo>
                  <a:cubicBezTo>
                    <a:pt x="388" y="478"/>
                    <a:pt x="388" y="478"/>
                    <a:pt x="388" y="478"/>
                  </a:cubicBezTo>
                  <a:cubicBezTo>
                    <a:pt x="408" y="498"/>
                    <a:pt x="408" y="498"/>
                    <a:pt x="408" y="498"/>
                  </a:cubicBezTo>
                  <a:cubicBezTo>
                    <a:pt x="408" y="498"/>
                    <a:pt x="408" y="498"/>
                    <a:pt x="408" y="498"/>
                  </a:cubicBezTo>
                  <a:cubicBezTo>
                    <a:pt x="417" y="495"/>
                    <a:pt x="417" y="495"/>
                    <a:pt x="417" y="495"/>
                  </a:cubicBezTo>
                  <a:cubicBezTo>
                    <a:pt x="416" y="492"/>
                    <a:pt x="416" y="492"/>
                    <a:pt x="416" y="492"/>
                  </a:cubicBezTo>
                  <a:cubicBezTo>
                    <a:pt x="413" y="489"/>
                    <a:pt x="412" y="486"/>
                    <a:pt x="412" y="484"/>
                  </a:cubicBezTo>
                  <a:cubicBezTo>
                    <a:pt x="412" y="479"/>
                    <a:pt x="416" y="475"/>
                    <a:pt x="422" y="471"/>
                  </a:cubicBezTo>
                  <a:cubicBezTo>
                    <a:pt x="432" y="462"/>
                    <a:pt x="432" y="462"/>
                    <a:pt x="432" y="462"/>
                  </a:cubicBezTo>
                  <a:cubicBezTo>
                    <a:pt x="444" y="470"/>
                    <a:pt x="444" y="470"/>
                    <a:pt x="444" y="470"/>
                  </a:cubicBezTo>
                  <a:cubicBezTo>
                    <a:pt x="446" y="470"/>
                    <a:pt x="446" y="470"/>
                    <a:pt x="446" y="470"/>
                  </a:cubicBezTo>
                  <a:cubicBezTo>
                    <a:pt x="449" y="457"/>
                    <a:pt x="449" y="457"/>
                    <a:pt x="449" y="457"/>
                  </a:cubicBezTo>
                  <a:cubicBezTo>
                    <a:pt x="449" y="455"/>
                    <a:pt x="449" y="455"/>
                    <a:pt x="449" y="455"/>
                  </a:cubicBezTo>
                  <a:cubicBezTo>
                    <a:pt x="451" y="454"/>
                    <a:pt x="451" y="454"/>
                    <a:pt x="451" y="454"/>
                  </a:cubicBezTo>
                  <a:cubicBezTo>
                    <a:pt x="461" y="455"/>
                    <a:pt x="461" y="455"/>
                    <a:pt x="461" y="455"/>
                  </a:cubicBezTo>
                  <a:cubicBezTo>
                    <a:pt x="463" y="457"/>
                    <a:pt x="464" y="459"/>
                    <a:pt x="464" y="462"/>
                  </a:cubicBezTo>
                  <a:cubicBezTo>
                    <a:pt x="464" y="464"/>
                    <a:pt x="462" y="467"/>
                    <a:pt x="460" y="470"/>
                  </a:cubicBezTo>
                  <a:cubicBezTo>
                    <a:pt x="462" y="471"/>
                    <a:pt x="462" y="471"/>
                    <a:pt x="462" y="471"/>
                  </a:cubicBezTo>
                  <a:cubicBezTo>
                    <a:pt x="468" y="474"/>
                    <a:pt x="473" y="476"/>
                    <a:pt x="477" y="477"/>
                  </a:cubicBezTo>
                  <a:cubicBezTo>
                    <a:pt x="477" y="477"/>
                    <a:pt x="477" y="477"/>
                    <a:pt x="477" y="477"/>
                  </a:cubicBezTo>
                  <a:cubicBezTo>
                    <a:pt x="477" y="477"/>
                    <a:pt x="477" y="477"/>
                    <a:pt x="477" y="477"/>
                  </a:cubicBezTo>
                  <a:cubicBezTo>
                    <a:pt x="485" y="481"/>
                    <a:pt x="485" y="481"/>
                    <a:pt x="485" y="481"/>
                  </a:cubicBezTo>
                  <a:cubicBezTo>
                    <a:pt x="491" y="481"/>
                    <a:pt x="491" y="481"/>
                    <a:pt x="491" y="481"/>
                  </a:cubicBezTo>
                  <a:cubicBezTo>
                    <a:pt x="482" y="436"/>
                    <a:pt x="482" y="436"/>
                    <a:pt x="482" y="436"/>
                  </a:cubicBezTo>
                  <a:cubicBezTo>
                    <a:pt x="476" y="433"/>
                    <a:pt x="471" y="425"/>
                    <a:pt x="465" y="417"/>
                  </a:cubicBezTo>
                  <a:cubicBezTo>
                    <a:pt x="461" y="410"/>
                    <a:pt x="463" y="399"/>
                    <a:pt x="473" y="387"/>
                  </a:cubicBezTo>
                  <a:cubicBezTo>
                    <a:pt x="479" y="381"/>
                    <a:pt x="485" y="375"/>
                    <a:pt x="493" y="369"/>
                  </a:cubicBezTo>
                  <a:cubicBezTo>
                    <a:pt x="493" y="369"/>
                    <a:pt x="493" y="369"/>
                    <a:pt x="493" y="369"/>
                  </a:cubicBezTo>
                  <a:cubicBezTo>
                    <a:pt x="493" y="368"/>
                    <a:pt x="493" y="368"/>
                    <a:pt x="493" y="368"/>
                  </a:cubicBezTo>
                  <a:cubicBezTo>
                    <a:pt x="502" y="368"/>
                    <a:pt x="502" y="368"/>
                    <a:pt x="502" y="368"/>
                  </a:cubicBezTo>
                  <a:cubicBezTo>
                    <a:pt x="502" y="369"/>
                    <a:pt x="502" y="369"/>
                    <a:pt x="502" y="369"/>
                  </a:cubicBezTo>
                  <a:cubicBezTo>
                    <a:pt x="510" y="372"/>
                    <a:pt x="510" y="372"/>
                    <a:pt x="510" y="372"/>
                  </a:cubicBezTo>
                  <a:cubicBezTo>
                    <a:pt x="525" y="372"/>
                    <a:pt x="525" y="372"/>
                    <a:pt x="525" y="372"/>
                  </a:cubicBezTo>
                  <a:cubicBezTo>
                    <a:pt x="531" y="369"/>
                    <a:pt x="536" y="360"/>
                    <a:pt x="542" y="345"/>
                  </a:cubicBezTo>
                  <a:cubicBezTo>
                    <a:pt x="546" y="337"/>
                    <a:pt x="546" y="319"/>
                    <a:pt x="544" y="292"/>
                  </a:cubicBez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32" name="Freeform 32"/>
            <p:cNvSpPr/>
            <p:nvPr/>
          </p:nvSpPr>
          <p:spPr bwMode="auto">
            <a:xfrm>
              <a:off x="3759391" y="2723134"/>
              <a:ext cx="569912" cy="358775"/>
            </a:xfrm>
            <a:custGeom>
              <a:avLst/>
              <a:gdLst>
                <a:gd name="T0" fmla="*/ 300 w 329"/>
                <a:gd name="T1" fmla="*/ 6 h 207"/>
                <a:gd name="T2" fmla="*/ 272 w 329"/>
                <a:gd name="T3" fmla="*/ 9 h 207"/>
                <a:gd name="T4" fmla="*/ 205 w 329"/>
                <a:gd name="T5" fmla="*/ 32 h 207"/>
                <a:gd name="T6" fmla="*/ 207 w 329"/>
                <a:gd name="T7" fmla="*/ 47 h 207"/>
                <a:gd name="T8" fmla="*/ 162 w 329"/>
                <a:gd name="T9" fmla="*/ 40 h 207"/>
                <a:gd name="T10" fmla="*/ 128 w 329"/>
                <a:gd name="T11" fmla="*/ 0 h 207"/>
                <a:gd name="T12" fmla="*/ 114 w 329"/>
                <a:gd name="T13" fmla="*/ 16 h 207"/>
                <a:gd name="T14" fmla="*/ 97 w 329"/>
                <a:gd name="T15" fmla="*/ 6 h 207"/>
                <a:gd name="T16" fmla="*/ 90 w 329"/>
                <a:gd name="T17" fmla="*/ 15 h 207"/>
                <a:gd name="T18" fmla="*/ 77 w 329"/>
                <a:gd name="T19" fmla="*/ 19 h 207"/>
                <a:gd name="T20" fmla="*/ 10 w 329"/>
                <a:gd name="T21" fmla="*/ 97 h 207"/>
                <a:gd name="T22" fmla="*/ 17 w 329"/>
                <a:gd name="T23" fmla="*/ 115 h 207"/>
                <a:gd name="T24" fmla="*/ 16 w 329"/>
                <a:gd name="T25" fmla="*/ 116 h 207"/>
                <a:gd name="T26" fmla="*/ 26 w 329"/>
                <a:gd name="T27" fmla="*/ 157 h 207"/>
                <a:gd name="T28" fmla="*/ 0 w 329"/>
                <a:gd name="T29" fmla="*/ 174 h 207"/>
                <a:gd name="T30" fmla="*/ 12 w 329"/>
                <a:gd name="T31" fmla="*/ 186 h 207"/>
                <a:gd name="T32" fmla="*/ 14 w 329"/>
                <a:gd name="T33" fmla="*/ 189 h 207"/>
                <a:gd name="T34" fmla="*/ 49 w 329"/>
                <a:gd name="T35" fmla="*/ 207 h 207"/>
                <a:gd name="T36" fmla="*/ 63 w 329"/>
                <a:gd name="T37" fmla="*/ 192 h 207"/>
                <a:gd name="T38" fmla="*/ 87 w 329"/>
                <a:gd name="T39" fmla="*/ 181 h 207"/>
                <a:gd name="T40" fmla="*/ 89 w 329"/>
                <a:gd name="T41" fmla="*/ 184 h 207"/>
                <a:gd name="T42" fmla="*/ 89 w 329"/>
                <a:gd name="T43" fmla="*/ 185 h 207"/>
                <a:gd name="T44" fmla="*/ 113 w 329"/>
                <a:gd name="T45" fmla="*/ 201 h 207"/>
                <a:gd name="T46" fmla="*/ 140 w 329"/>
                <a:gd name="T47" fmla="*/ 191 h 207"/>
                <a:gd name="T48" fmla="*/ 162 w 329"/>
                <a:gd name="T49" fmla="*/ 190 h 207"/>
                <a:gd name="T50" fmla="*/ 164 w 329"/>
                <a:gd name="T51" fmla="*/ 188 h 207"/>
                <a:gd name="T52" fmla="*/ 181 w 329"/>
                <a:gd name="T53" fmla="*/ 167 h 207"/>
                <a:gd name="T54" fmla="*/ 190 w 329"/>
                <a:gd name="T55" fmla="*/ 162 h 207"/>
                <a:gd name="T56" fmla="*/ 191 w 329"/>
                <a:gd name="T57" fmla="*/ 162 h 207"/>
                <a:gd name="T58" fmla="*/ 196 w 329"/>
                <a:gd name="T59" fmla="*/ 164 h 207"/>
                <a:gd name="T60" fmla="*/ 204 w 329"/>
                <a:gd name="T61" fmla="*/ 134 h 207"/>
                <a:gd name="T62" fmla="*/ 213 w 329"/>
                <a:gd name="T63" fmla="*/ 131 h 207"/>
                <a:gd name="T64" fmla="*/ 225 w 329"/>
                <a:gd name="T65" fmla="*/ 105 h 207"/>
                <a:gd name="T66" fmla="*/ 229 w 329"/>
                <a:gd name="T67" fmla="*/ 91 h 207"/>
                <a:gd name="T68" fmla="*/ 244 w 329"/>
                <a:gd name="T69" fmla="*/ 85 h 207"/>
                <a:gd name="T70" fmla="*/ 245 w 329"/>
                <a:gd name="T71" fmla="*/ 83 h 207"/>
                <a:gd name="T72" fmla="*/ 256 w 329"/>
                <a:gd name="T73" fmla="*/ 73 h 207"/>
                <a:gd name="T74" fmla="*/ 249 w 329"/>
                <a:gd name="T75" fmla="*/ 72 h 207"/>
                <a:gd name="T76" fmla="*/ 250 w 329"/>
                <a:gd name="T77" fmla="*/ 67 h 207"/>
                <a:gd name="T78" fmla="*/ 252 w 329"/>
                <a:gd name="T79" fmla="*/ 66 h 207"/>
                <a:gd name="T80" fmla="*/ 268 w 329"/>
                <a:gd name="T81" fmla="*/ 59 h 207"/>
                <a:gd name="T82" fmla="*/ 307 w 329"/>
                <a:gd name="T83" fmla="*/ 31 h 207"/>
                <a:gd name="T84" fmla="*/ 324 w 329"/>
                <a:gd name="T85" fmla="*/ 36 h 207"/>
                <a:gd name="T86" fmla="*/ 321 w 329"/>
                <a:gd name="T87" fmla="*/ 22 h 207"/>
                <a:gd name="T88" fmla="*/ 323 w 329"/>
                <a:gd name="T89" fmla="*/ 21 h 207"/>
                <a:gd name="T90" fmla="*/ 327 w 329"/>
                <a:gd name="T91" fmla="*/ 9 h 207"/>
                <a:gd name="T92" fmla="*/ 323 w 329"/>
                <a:gd name="T93" fmla="*/ 11 h 207"/>
                <a:gd name="T94" fmla="*/ 310 w 329"/>
                <a:gd name="T95" fmla="*/ 13 h 207"/>
                <a:gd name="T96" fmla="*/ 307 w 329"/>
                <a:gd name="T97" fmla="*/ 13 h 207"/>
                <a:gd name="T98" fmla="*/ 306 w 329"/>
                <a:gd name="T99" fmla="*/ 10 h 207"/>
                <a:gd name="T100" fmla="*/ 301 w 329"/>
                <a:gd name="T101" fmla="*/ 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9" h="207">
                  <a:moveTo>
                    <a:pt x="301" y="6"/>
                  </a:moveTo>
                  <a:cubicBezTo>
                    <a:pt x="300" y="6"/>
                    <a:pt x="300" y="6"/>
                    <a:pt x="300" y="6"/>
                  </a:cubicBezTo>
                  <a:cubicBezTo>
                    <a:pt x="300" y="9"/>
                    <a:pt x="298" y="11"/>
                    <a:pt x="295" y="11"/>
                  </a:cubicBezTo>
                  <a:cubicBezTo>
                    <a:pt x="272" y="9"/>
                    <a:pt x="272" y="9"/>
                    <a:pt x="272" y="9"/>
                  </a:cubicBezTo>
                  <a:cubicBezTo>
                    <a:pt x="255" y="6"/>
                    <a:pt x="244" y="3"/>
                    <a:pt x="239" y="0"/>
                  </a:cubicBezTo>
                  <a:cubicBezTo>
                    <a:pt x="205" y="32"/>
                    <a:pt x="205" y="32"/>
                    <a:pt x="205" y="32"/>
                  </a:cubicBezTo>
                  <a:cubicBezTo>
                    <a:pt x="207" y="45"/>
                    <a:pt x="207" y="45"/>
                    <a:pt x="207" y="45"/>
                  </a:cubicBezTo>
                  <a:cubicBezTo>
                    <a:pt x="207" y="47"/>
                    <a:pt x="207" y="47"/>
                    <a:pt x="207" y="47"/>
                  </a:cubicBezTo>
                  <a:cubicBezTo>
                    <a:pt x="204" y="47"/>
                    <a:pt x="204" y="47"/>
                    <a:pt x="204" y="47"/>
                  </a:cubicBezTo>
                  <a:cubicBezTo>
                    <a:pt x="178" y="51"/>
                    <a:pt x="164" y="48"/>
                    <a:pt x="162" y="40"/>
                  </a:cubicBezTo>
                  <a:cubicBezTo>
                    <a:pt x="159" y="2"/>
                    <a:pt x="159" y="2"/>
                    <a:pt x="159" y="2"/>
                  </a:cubicBezTo>
                  <a:cubicBezTo>
                    <a:pt x="128" y="0"/>
                    <a:pt x="128" y="0"/>
                    <a:pt x="128" y="0"/>
                  </a:cubicBezTo>
                  <a:cubicBezTo>
                    <a:pt x="116" y="27"/>
                    <a:pt x="116" y="27"/>
                    <a:pt x="116" y="27"/>
                  </a:cubicBezTo>
                  <a:cubicBezTo>
                    <a:pt x="114" y="16"/>
                    <a:pt x="114" y="16"/>
                    <a:pt x="114" y="16"/>
                  </a:cubicBezTo>
                  <a:cubicBezTo>
                    <a:pt x="114" y="6"/>
                    <a:pt x="112" y="1"/>
                    <a:pt x="110" y="0"/>
                  </a:cubicBezTo>
                  <a:cubicBezTo>
                    <a:pt x="97" y="6"/>
                    <a:pt x="97" y="6"/>
                    <a:pt x="97" y="6"/>
                  </a:cubicBezTo>
                  <a:cubicBezTo>
                    <a:pt x="91" y="14"/>
                    <a:pt x="91" y="14"/>
                    <a:pt x="91" y="14"/>
                  </a:cubicBezTo>
                  <a:cubicBezTo>
                    <a:pt x="90" y="15"/>
                    <a:pt x="90" y="15"/>
                    <a:pt x="90" y="15"/>
                  </a:cubicBezTo>
                  <a:cubicBezTo>
                    <a:pt x="89" y="15"/>
                    <a:pt x="89" y="15"/>
                    <a:pt x="89" y="15"/>
                  </a:cubicBezTo>
                  <a:cubicBezTo>
                    <a:pt x="77" y="19"/>
                    <a:pt x="77" y="19"/>
                    <a:pt x="77" y="19"/>
                  </a:cubicBezTo>
                  <a:cubicBezTo>
                    <a:pt x="64" y="30"/>
                    <a:pt x="52" y="42"/>
                    <a:pt x="42" y="54"/>
                  </a:cubicBezTo>
                  <a:cubicBezTo>
                    <a:pt x="10" y="97"/>
                    <a:pt x="10" y="97"/>
                    <a:pt x="10" y="97"/>
                  </a:cubicBezTo>
                  <a:cubicBezTo>
                    <a:pt x="17" y="113"/>
                    <a:pt x="17" y="113"/>
                    <a:pt x="17" y="113"/>
                  </a:cubicBezTo>
                  <a:cubicBezTo>
                    <a:pt x="17" y="115"/>
                    <a:pt x="17" y="115"/>
                    <a:pt x="17" y="115"/>
                  </a:cubicBezTo>
                  <a:cubicBezTo>
                    <a:pt x="17" y="115"/>
                    <a:pt x="17" y="115"/>
                    <a:pt x="17" y="115"/>
                  </a:cubicBezTo>
                  <a:cubicBezTo>
                    <a:pt x="16" y="116"/>
                    <a:pt x="16" y="116"/>
                    <a:pt x="16" y="116"/>
                  </a:cubicBezTo>
                  <a:cubicBezTo>
                    <a:pt x="14" y="119"/>
                    <a:pt x="15" y="125"/>
                    <a:pt x="18" y="131"/>
                  </a:cubicBezTo>
                  <a:cubicBezTo>
                    <a:pt x="23" y="139"/>
                    <a:pt x="26" y="147"/>
                    <a:pt x="26" y="157"/>
                  </a:cubicBezTo>
                  <a:cubicBezTo>
                    <a:pt x="26" y="159"/>
                    <a:pt x="26" y="159"/>
                    <a:pt x="26" y="159"/>
                  </a:cubicBezTo>
                  <a:cubicBezTo>
                    <a:pt x="0" y="174"/>
                    <a:pt x="0" y="174"/>
                    <a:pt x="0" y="174"/>
                  </a:cubicBezTo>
                  <a:cubicBezTo>
                    <a:pt x="0" y="180"/>
                    <a:pt x="0" y="180"/>
                    <a:pt x="0" y="180"/>
                  </a:cubicBezTo>
                  <a:cubicBezTo>
                    <a:pt x="12" y="186"/>
                    <a:pt x="12" y="186"/>
                    <a:pt x="12" y="186"/>
                  </a:cubicBezTo>
                  <a:cubicBezTo>
                    <a:pt x="13" y="186"/>
                    <a:pt x="14" y="187"/>
                    <a:pt x="14" y="188"/>
                  </a:cubicBezTo>
                  <a:cubicBezTo>
                    <a:pt x="14" y="189"/>
                    <a:pt x="14" y="189"/>
                    <a:pt x="14" y="189"/>
                  </a:cubicBezTo>
                  <a:cubicBezTo>
                    <a:pt x="13" y="192"/>
                    <a:pt x="18" y="196"/>
                    <a:pt x="27" y="201"/>
                  </a:cubicBezTo>
                  <a:cubicBezTo>
                    <a:pt x="49" y="207"/>
                    <a:pt x="49" y="207"/>
                    <a:pt x="49" y="207"/>
                  </a:cubicBezTo>
                  <a:cubicBezTo>
                    <a:pt x="56" y="203"/>
                    <a:pt x="56" y="203"/>
                    <a:pt x="56" y="203"/>
                  </a:cubicBezTo>
                  <a:cubicBezTo>
                    <a:pt x="63" y="192"/>
                    <a:pt x="63" y="192"/>
                    <a:pt x="63" y="192"/>
                  </a:cubicBezTo>
                  <a:cubicBezTo>
                    <a:pt x="69" y="175"/>
                    <a:pt x="69" y="175"/>
                    <a:pt x="69" y="175"/>
                  </a:cubicBezTo>
                  <a:cubicBezTo>
                    <a:pt x="87" y="181"/>
                    <a:pt x="87" y="181"/>
                    <a:pt x="87" y="181"/>
                  </a:cubicBezTo>
                  <a:cubicBezTo>
                    <a:pt x="89" y="183"/>
                    <a:pt x="89" y="183"/>
                    <a:pt x="89" y="183"/>
                  </a:cubicBezTo>
                  <a:cubicBezTo>
                    <a:pt x="89" y="184"/>
                    <a:pt x="89" y="184"/>
                    <a:pt x="89" y="184"/>
                  </a:cubicBezTo>
                  <a:cubicBezTo>
                    <a:pt x="89" y="184"/>
                    <a:pt x="89" y="184"/>
                    <a:pt x="89" y="184"/>
                  </a:cubicBezTo>
                  <a:cubicBezTo>
                    <a:pt x="89" y="185"/>
                    <a:pt x="89" y="185"/>
                    <a:pt x="89" y="185"/>
                  </a:cubicBezTo>
                  <a:cubicBezTo>
                    <a:pt x="86" y="192"/>
                    <a:pt x="88" y="197"/>
                    <a:pt x="94" y="200"/>
                  </a:cubicBezTo>
                  <a:cubicBezTo>
                    <a:pt x="113" y="201"/>
                    <a:pt x="113" y="201"/>
                    <a:pt x="113" y="201"/>
                  </a:cubicBezTo>
                  <a:cubicBezTo>
                    <a:pt x="120" y="199"/>
                    <a:pt x="125" y="197"/>
                    <a:pt x="129" y="194"/>
                  </a:cubicBezTo>
                  <a:cubicBezTo>
                    <a:pt x="131" y="191"/>
                    <a:pt x="135" y="190"/>
                    <a:pt x="140" y="191"/>
                  </a:cubicBezTo>
                  <a:cubicBezTo>
                    <a:pt x="147" y="192"/>
                    <a:pt x="153" y="195"/>
                    <a:pt x="157" y="200"/>
                  </a:cubicBezTo>
                  <a:cubicBezTo>
                    <a:pt x="162" y="190"/>
                    <a:pt x="162" y="190"/>
                    <a:pt x="162" y="190"/>
                  </a:cubicBezTo>
                  <a:cubicBezTo>
                    <a:pt x="163" y="188"/>
                    <a:pt x="163" y="188"/>
                    <a:pt x="163" y="188"/>
                  </a:cubicBezTo>
                  <a:cubicBezTo>
                    <a:pt x="164" y="188"/>
                    <a:pt x="164" y="188"/>
                    <a:pt x="164" y="188"/>
                  </a:cubicBezTo>
                  <a:cubicBezTo>
                    <a:pt x="167" y="186"/>
                    <a:pt x="168" y="183"/>
                    <a:pt x="171" y="179"/>
                  </a:cubicBezTo>
                  <a:cubicBezTo>
                    <a:pt x="173" y="175"/>
                    <a:pt x="176" y="170"/>
                    <a:pt x="181" y="167"/>
                  </a:cubicBezTo>
                  <a:cubicBezTo>
                    <a:pt x="189" y="162"/>
                    <a:pt x="189" y="162"/>
                    <a:pt x="189" y="162"/>
                  </a:cubicBezTo>
                  <a:cubicBezTo>
                    <a:pt x="190" y="162"/>
                    <a:pt x="190" y="162"/>
                    <a:pt x="190" y="162"/>
                  </a:cubicBezTo>
                  <a:cubicBezTo>
                    <a:pt x="190" y="162"/>
                    <a:pt x="190" y="162"/>
                    <a:pt x="190" y="162"/>
                  </a:cubicBezTo>
                  <a:cubicBezTo>
                    <a:pt x="191" y="162"/>
                    <a:pt x="191" y="162"/>
                    <a:pt x="191" y="162"/>
                  </a:cubicBezTo>
                  <a:cubicBezTo>
                    <a:pt x="196" y="164"/>
                    <a:pt x="196" y="164"/>
                    <a:pt x="196" y="164"/>
                  </a:cubicBezTo>
                  <a:cubicBezTo>
                    <a:pt x="196" y="164"/>
                    <a:pt x="196" y="164"/>
                    <a:pt x="196" y="164"/>
                  </a:cubicBezTo>
                  <a:cubicBezTo>
                    <a:pt x="197" y="164"/>
                    <a:pt x="197" y="164"/>
                    <a:pt x="197" y="164"/>
                  </a:cubicBezTo>
                  <a:cubicBezTo>
                    <a:pt x="204" y="134"/>
                    <a:pt x="204" y="134"/>
                    <a:pt x="204" y="134"/>
                  </a:cubicBezTo>
                  <a:cubicBezTo>
                    <a:pt x="204" y="133"/>
                    <a:pt x="204" y="133"/>
                    <a:pt x="204" y="133"/>
                  </a:cubicBezTo>
                  <a:cubicBezTo>
                    <a:pt x="213" y="131"/>
                    <a:pt x="213" y="131"/>
                    <a:pt x="213" y="131"/>
                  </a:cubicBezTo>
                  <a:cubicBezTo>
                    <a:pt x="223" y="125"/>
                    <a:pt x="228" y="119"/>
                    <a:pt x="227" y="114"/>
                  </a:cubicBezTo>
                  <a:cubicBezTo>
                    <a:pt x="225" y="105"/>
                    <a:pt x="225" y="105"/>
                    <a:pt x="225" y="105"/>
                  </a:cubicBezTo>
                  <a:cubicBezTo>
                    <a:pt x="223" y="99"/>
                    <a:pt x="223" y="95"/>
                    <a:pt x="224" y="93"/>
                  </a:cubicBezTo>
                  <a:cubicBezTo>
                    <a:pt x="226" y="91"/>
                    <a:pt x="227" y="91"/>
                    <a:pt x="229" y="91"/>
                  </a:cubicBezTo>
                  <a:cubicBezTo>
                    <a:pt x="233" y="91"/>
                    <a:pt x="238" y="92"/>
                    <a:pt x="243" y="94"/>
                  </a:cubicBezTo>
                  <a:cubicBezTo>
                    <a:pt x="244" y="85"/>
                    <a:pt x="244" y="85"/>
                    <a:pt x="244" y="85"/>
                  </a:cubicBezTo>
                  <a:cubicBezTo>
                    <a:pt x="244" y="84"/>
                    <a:pt x="244" y="84"/>
                    <a:pt x="244" y="84"/>
                  </a:cubicBezTo>
                  <a:cubicBezTo>
                    <a:pt x="245" y="83"/>
                    <a:pt x="245" y="83"/>
                    <a:pt x="245" y="83"/>
                  </a:cubicBezTo>
                  <a:cubicBezTo>
                    <a:pt x="255" y="78"/>
                    <a:pt x="255" y="78"/>
                    <a:pt x="255" y="78"/>
                  </a:cubicBezTo>
                  <a:cubicBezTo>
                    <a:pt x="256" y="73"/>
                    <a:pt x="256" y="73"/>
                    <a:pt x="256" y="73"/>
                  </a:cubicBezTo>
                  <a:cubicBezTo>
                    <a:pt x="250" y="73"/>
                    <a:pt x="250" y="73"/>
                    <a:pt x="250" y="73"/>
                  </a:cubicBezTo>
                  <a:cubicBezTo>
                    <a:pt x="249" y="72"/>
                    <a:pt x="249" y="72"/>
                    <a:pt x="249" y="72"/>
                  </a:cubicBezTo>
                  <a:cubicBezTo>
                    <a:pt x="250" y="69"/>
                    <a:pt x="250" y="69"/>
                    <a:pt x="250" y="69"/>
                  </a:cubicBezTo>
                  <a:cubicBezTo>
                    <a:pt x="250" y="67"/>
                    <a:pt x="250" y="67"/>
                    <a:pt x="250" y="67"/>
                  </a:cubicBezTo>
                  <a:cubicBezTo>
                    <a:pt x="250" y="66"/>
                    <a:pt x="250" y="66"/>
                    <a:pt x="250" y="66"/>
                  </a:cubicBezTo>
                  <a:cubicBezTo>
                    <a:pt x="252" y="66"/>
                    <a:pt x="252" y="66"/>
                    <a:pt x="252" y="66"/>
                  </a:cubicBezTo>
                  <a:cubicBezTo>
                    <a:pt x="253" y="66"/>
                    <a:pt x="253" y="66"/>
                    <a:pt x="253" y="66"/>
                  </a:cubicBezTo>
                  <a:cubicBezTo>
                    <a:pt x="258" y="66"/>
                    <a:pt x="262" y="64"/>
                    <a:pt x="268" y="59"/>
                  </a:cubicBezTo>
                  <a:cubicBezTo>
                    <a:pt x="306" y="31"/>
                    <a:pt x="306" y="31"/>
                    <a:pt x="306" y="31"/>
                  </a:cubicBezTo>
                  <a:cubicBezTo>
                    <a:pt x="307" y="31"/>
                    <a:pt x="307" y="31"/>
                    <a:pt x="307" y="31"/>
                  </a:cubicBezTo>
                  <a:cubicBezTo>
                    <a:pt x="320" y="37"/>
                    <a:pt x="320" y="37"/>
                    <a:pt x="320" y="37"/>
                  </a:cubicBezTo>
                  <a:cubicBezTo>
                    <a:pt x="324" y="36"/>
                    <a:pt x="324" y="36"/>
                    <a:pt x="324" y="36"/>
                  </a:cubicBezTo>
                  <a:cubicBezTo>
                    <a:pt x="321" y="23"/>
                    <a:pt x="321" y="23"/>
                    <a:pt x="321" y="23"/>
                  </a:cubicBezTo>
                  <a:cubicBezTo>
                    <a:pt x="321" y="22"/>
                    <a:pt x="321" y="22"/>
                    <a:pt x="321" y="22"/>
                  </a:cubicBezTo>
                  <a:cubicBezTo>
                    <a:pt x="322" y="22"/>
                    <a:pt x="322" y="22"/>
                    <a:pt x="322" y="22"/>
                  </a:cubicBezTo>
                  <a:cubicBezTo>
                    <a:pt x="323" y="21"/>
                    <a:pt x="323" y="21"/>
                    <a:pt x="323" y="21"/>
                  </a:cubicBezTo>
                  <a:cubicBezTo>
                    <a:pt x="329" y="10"/>
                    <a:pt x="329" y="10"/>
                    <a:pt x="329" y="10"/>
                  </a:cubicBezTo>
                  <a:cubicBezTo>
                    <a:pt x="327" y="9"/>
                    <a:pt x="327" y="9"/>
                    <a:pt x="327" y="9"/>
                  </a:cubicBezTo>
                  <a:cubicBezTo>
                    <a:pt x="323" y="10"/>
                    <a:pt x="323" y="10"/>
                    <a:pt x="323" y="10"/>
                  </a:cubicBezTo>
                  <a:cubicBezTo>
                    <a:pt x="323" y="11"/>
                    <a:pt x="323" y="11"/>
                    <a:pt x="323" y="11"/>
                  </a:cubicBezTo>
                  <a:cubicBezTo>
                    <a:pt x="323" y="11"/>
                    <a:pt x="323" y="11"/>
                    <a:pt x="323" y="11"/>
                  </a:cubicBezTo>
                  <a:cubicBezTo>
                    <a:pt x="310" y="13"/>
                    <a:pt x="310" y="13"/>
                    <a:pt x="310" y="13"/>
                  </a:cubicBezTo>
                  <a:cubicBezTo>
                    <a:pt x="307" y="13"/>
                    <a:pt x="307" y="13"/>
                    <a:pt x="307" y="13"/>
                  </a:cubicBezTo>
                  <a:cubicBezTo>
                    <a:pt x="307" y="13"/>
                    <a:pt x="307" y="13"/>
                    <a:pt x="307" y="13"/>
                  </a:cubicBezTo>
                  <a:cubicBezTo>
                    <a:pt x="307" y="12"/>
                    <a:pt x="307" y="12"/>
                    <a:pt x="307" y="12"/>
                  </a:cubicBezTo>
                  <a:cubicBezTo>
                    <a:pt x="306" y="10"/>
                    <a:pt x="306" y="10"/>
                    <a:pt x="306" y="10"/>
                  </a:cubicBezTo>
                  <a:cubicBezTo>
                    <a:pt x="304" y="6"/>
                    <a:pt x="304" y="6"/>
                    <a:pt x="304" y="6"/>
                  </a:cubicBezTo>
                  <a:lnTo>
                    <a:pt x="301" y="6"/>
                  </a:lnTo>
                  <a:close/>
                </a:path>
              </a:pathLst>
            </a:custGeom>
            <a:solidFill>
              <a:schemeClr val="accent6">
                <a:lumMod val="60000"/>
                <a:lumOff val="40000"/>
              </a:schemeClr>
            </a:solidFill>
            <a:ln>
              <a:noFill/>
            </a:ln>
          </p:spPr>
          <p:txBody>
            <a:bodyPr vert="horz" wrap="square" lIns="91440" tIns="45720" rIns="91440" bIns="45720" numCol="1" anchor="t" anchorCtr="0" compatLnSpc="1"/>
            <a:lstStyle/>
            <a:p>
              <a:endParaRPr lang="zh-CN" altLang="en-US"/>
            </a:p>
          </p:txBody>
        </p:sp>
        <p:sp>
          <p:nvSpPr>
            <p:cNvPr id="33" name="Freeform 33"/>
            <p:cNvSpPr/>
            <p:nvPr/>
          </p:nvSpPr>
          <p:spPr bwMode="auto">
            <a:xfrm>
              <a:off x="3875278" y="3016822"/>
              <a:ext cx="496887" cy="384175"/>
            </a:xfrm>
            <a:custGeom>
              <a:avLst/>
              <a:gdLst>
                <a:gd name="T0" fmla="*/ 183 w 287"/>
                <a:gd name="T1" fmla="*/ 34 h 222"/>
                <a:gd name="T2" fmla="*/ 129 w 287"/>
                <a:gd name="T3" fmla="*/ 13 h 222"/>
                <a:gd name="T4" fmla="*/ 129 w 287"/>
                <a:gd name="T5" fmla="*/ 2 h 222"/>
                <a:gd name="T6" fmla="*/ 124 w 287"/>
                <a:gd name="T7" fmla="*/ 0 h 222"/>
                <a:gd name="T8" fmla="*/ 101 w 287"/>
                <a:gd name="T9" fmla="*/ 24 h 222"/>
                <a:gd name="T10" fmla="*/ 87 w 287"/>
                <a:gd name="T11" fmla="*/ 37 h 222"/>
                <a:gd name="T12" fmla="*/ 72 w 287"/>
                <a:gd name="T13" fmla="*/ 29 h 222"/>
                <a:gd name="T14" fmla="*/ 47 w 287"/>
                <a:gd name="T15" fmla="*/ 38 h 222"/>
                <a:gd name="T16" fmla="*/ 15 w 287"/>
                <a:gd name="T17" fmla="*/ 17 h 222"/>
                <a:gd name="T18" fmla="*/ 2 w 287"/>
                <a:gd name="T19" fmla="*/ 26 h 222"/>
                <a:gd name="T20" fmla="*/ 2 w 287"/>
                <a:gd name="T21" fmla="*/ 27 h 222"/>
                <a:gd name="T22" fmla="*/ 0 w 287"/>
                <a:gd name="T23" fmla="*/ 30 h 222"/>
                <a:gd name="T24" fmla="*/ 7 w 287"/>
                <a:gd name="T25" fmla="*/ 31 h 222"/>
                <a:gd name="T26" fmla="*/ 7 w 287"/>
                <a:gd name="T27" fmla="*/ 32 h 222"/>
                <a:gd name="T28" fmla="*/ 52 w 287"/>
                <a:gd name="T29" fmla="*/ 65 h 222"/>
                <a:gd name="T30" fmla="*/ 95 w 287"/>
                <a:gd name="T31" fmla="*/ 113 h 222"/>
                <a:gd name="T32" fmla="*/ 137 w 287"/>
                <a:gd name="T33" fmla="*/ 109 h 222"/>
                <a:gd name="T34" fmla="*/ 138 w 287"/>
                <a:gd name="T35" fmla="*/ 108 h 222"/>
                <a:gd name="T36" fmla="*/ 150 w 287"/>
                <a:gd name="T37" fmla="*/ 111 h 222"/>
                <a:gd name="T38" fmla="*/ 151 w 287"/>
                <a:gd name="T39" fmla="*/ 113 h 222"/>
                <a:gd name="T40" fmla="*/ 141 w 287"/>
                <a:gd name="T41" fmla="*/ 140 h 222"/>
                <a:gd name="T42" fmla="*/ 127 w 287"/>
                <a:gd name="T43" fmla="*/ 142 h 222"/>
                <a:gd name="T44" fmla="*/ 112 w 287"/>
                <a:gd name="T45" fmla="*/ 177 h 222"/>
                <a:gd name="T46" fmla="*/ 135 w 287"/>
                <a:gd name="T47" fmla="*/ 192 h 222"/>
                <a:gd name="T48" fmla="*/ 141 w 287"/>
                <a:gd name="T49" fmla="*/ 202 h 222"/>
                <a:gd name="T50" fmla="*/ 151 w 287"/>
                <a:gd name="T51" fmla="*/ 201 h 222"/>
                <a:gd name="T52" fmla="*/ 174 w 287"/>
                <a:gd name="T53" fmla="*/ 210 h 222"/>
                <a:gd name="T54" fmla="*/ 180 w 287"/>
                <a:gd name="T55" fmla="*/ 217 h 222"/>
                <a:gd name="T56" fmla="*/ 200 w 287"/>
                <a:gd name="T57" fmla="*/ 218 h 222"/>
                <a:gd name="T58" fmla="*/ 231 w 287"/>
                <a:gd name="T59" fmla="*/ 217 h 222"/>
                <a:gd name="T60" fmla="*/ 241 w 287"/>
                <a:gd name="T61" fmla="*/ 211 h 222"/>
                <a:gd name="T62" fmla="*/ 240 w 287"/>
                <a:gd name="T63" fmla="*/ 198 h 222"/>
                <a:gd name="T64" fmla="*/ 246 w 287"/>
                <a:gd name="T65" fmla="*/ 181 h 222"/>
                <a:gd name="T66" fmla="*/ 257 w 287"/>
                <a:gd name="T67" fmla="*/ 169 h 222"/>
                <a:gd name="T68" fmla="*/ 282 w 287"/>
                <a:gd name="T69" fmla="*/ 169 h 222"/>
                <a:gd name="T70" fmla="*/ 274 w 287"/>
                <a:gd name="T71" fmla="*/ 149 h 222"/>
                <a:gd name="T72" fmla="*/ 263 w 287"/>
                <a:gd name="T73" fmla="*/ 147 h 222"/>
                <a:gd name="T74" fmla="*/ 263 w 287"/>
                <a:gd name="T75" fmla="*/ 146 h 222"/>
                <a:gd name="T76" fmla="*/ 236 w 287"/>
                <a:gd name="T77" fmla="*/ 131 h 222"/>
                <a:gd name="T78" fmla="*/ 223 w 287"/>
                <a:gd name="T79" fmla="*/ 125 h 222"/>
                <a:gd name="T80" fmla="*/ 200 w 287"/>
                <a:gd name="T81" fmla="*/ 64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7" h="222">
                  <a:moveTo>
                    <a:pt x="200" y="64"/>
                  </a:moveTo>
                  <a:cubicBezTo>
                    <a:pt x="194" y="59"/>
                    <a:pt x="188" y="49"/>
                    <a:pt x="183" y="34"/>
                  </a:cubicBezTo>
                  <a:cubicBezTo>
                    <a:pt x="165" y="34"/>
                    <a:pt x="155" y="31"/>
                    <a:pt x="150" y="25"/>
                  </a:cubicBezTo>
                  <a:cubicBezTo>
                    <a:pt x="146" y="20"/>
                    <a:pt x="139" y="16"/>
                    <a:pt x="129" y="13"/>
                  </a:cubicBezTo>
                  <a:cubicBezTo>
                    <a:pt x="126" y="12"/>
                    <a:pt x="126" y="12"/>
                    <a:pt x="126" y="12"/>
                  </a:cubicBezTo>
                  <a:cubicBezTo>
                    <a:pt x="129" y="2"/>
                    <a:pt x="129" y="2"/>
                    <a:pt x="129" y="2"/>
                  </a:cubicBezTo>
                  <a:cubicBezTo>
                    <a:pt x="127" y="1"/>
                    <a:pt x="127" y="1"/>
                    <a:pt x="127" y="1"/>
                  </a:cubicBezTo>
                  <a:cubicBezTo>
                    <a:pt x="124" y="0"/>
                    <a:pt x="124" y="0"/>
                    <a:pt x="124" y="0"/>
                  </a:cubicBezTo>
                  <a:cubicBezTo>
                    <a:pt x="117" y="4"/>
                    <a:pt x="112" y="7"/>
                    <a:pt x="110" y="12"/>
                  </a:cubicBezTo>
                  <a:cubicBezTo>
                    <a:pt x="107" y="17"/>
                    <a:pt x="104" y="21"/>
                    <a:pt x="101" y="24"/>
                  </a:cubicBezTo>
                  <a:cubicBezTo>
                    <a:pt x="98" y="34"/>
                    <a:pt x="95" y="39"/>
                    <a:pt x="92" y="39"/>
                  </a:cubicBezTo>
                  <a:cubicBezTo>
                    <a:pt x="90" y="40"/>
                    <a:pt x="89" y="38"/>
                    <a:pt x="87" y="37"/>
                  </a:cubicBezTo>
                  <a:cubicBezTo>
                    <a:pt x="83" y="32"/>
                    <a:pt x="83" y="32"/>
                    <a:pt x="83" y="32"/>
                  </a:cubicBezTo>
                  <a:cubicBezTo>
                    <a:pt x="79" y="30"/>
                    <a:pt x="75" y="29"/>
                    <a:pt x="72" y="29"/>
                  </a:cubicBezTo>
                  <a:cubicBezTo>
                    <a:pt x="66" y="30"/>
                    <a:pt x="66" y="30"/>
                    <a:pt x="66" y="30"/>
                  </a:cubicBezTo>
                  <a:cubicBezTo>
                    <a:pt x="62" y="34"/>
                    <a:pt x="56" y="37"/>
                    <a:pt x="47" y="38"/>
                  </a:cubicBezTo>
                  <a:cubicBezTo>
                    <a:pt x="24" y="37"/>
                    <a:pt x="24" y="37"/>
                    <a:pt x="24" y="37"/>
                  </a:cubicBezTo>
                  <a:cubicBezTo>
                    <a:pt x="16" y="34"/>
                    <a:pt x="13" y="26"/>
                    <a:pt x="15" y="17"/>
                  </a:cubicBezTo>
                  <a:cubicBezTo>
                    <a:pt x="7" y="14"/>
                    <a:pt x="7" y="14"/>
                    <a:pt x="7" y="14"/>
                  </a:cubicBezTo>
                  <a:cubicBezTo>
                    <a:pt x="2" y="26"/>
                    <a:pt x="2" y="26"/>
                    <a:pt x="2" y="26"/>
                  </a:cubicBezTo>
                  <a:cubicBezTo>
                    <a:pt x="2" y="26"/>
                    <a:pt x="2" y="26"/>
                    <a:pt x="2" y="26"/>
                  </a:cubicBezTo>
                  <a:cubicBezTo>
                    <a:pt x="2" y="27"/>
                    <a:pt x="2" y="27"/>
                    <a:pt x="2" y="27"/>
                  </a:cubicBezTo>
                  <a:cubicBezTo>
                    <a:pt x="2" y="27"/>
                    <a:pt x="2" y="27"/>
                    <a:pt x="2" y="27"/>
                  </a:cubicBezTo>
                  <a:cubicBezTo>
                    <a:pt x="0" y="30"/>
                    <a:pt x="0" y="30"/>
                    <a:pt x="0" y="30"/>
                  </a:cubicBezTo>
                  <a:cubicBezTo>
                    <a:pt x="6" y="31"/>
                    <a:pt x="6" y="31"/>
                    <a:pt x="6" y="31"/>
                  </a:cubicBezTo>
                  <a:cubicBezTo>
                    <a:pt x="7" y="31"/>
                    <a:pt x="7" y="31"/>
                    <a:pt x="7" y="31"/>
                  </a:cubicBezTo>
                  <a:cubicBezTo>
                    <a:pt x="7" y="32"/>
                    <a:pt x="7" y="32"/>
                    <a:pt x="7" y="32"/>
                  </a:cubicBezTo>
                  <a:cubicBezTo>
                    <a:pt x="7" y="32"/>
                    <a:pt x="7" y="32"/>
                    <a:pt x="7" y="32"/>
                  </a:cubicBezTo>
                  <a:cubicBezTo>
                    <a:pt x="18" y="46"/>
                    <a:pt x="26" y="55"/>
                    <a:pt x="30" y="58"/>
                  </a:cubicBezTo>
                  <a:cubicBezTo>
                    <a:pt x="32" y="59"/>
                    <a:pt x="40" y="61"/>
                    <a:pt x="52" y="65"/>
                  </a:cubicBezTo>
                  <a:cubicBezTo>
                    <a:pt x="74" y="73"/>
                    <a:pt x="74" y="73"/>
                    <a:pt x="74" y="73"/>
                  </a:cubicBezTo>
                  <a:cubicBezTo>
                    <a:pt x="81" y="76"/>
                    <a:pt x="87" y="89"/>
                    <a:pt x="95" y="113"/>
                  </a:cubicBezTo>
                  <a:cubicBezTo>
                    <a:pt x="104" y="120"/>
                    <a:pt x="111" y="123"/>
                    <a:pt x="115" y="122"/>
                  </a:cubicBezTo>
                  <a:cubicBezTo>
                    <a:pt x="119" y="120"/>
                    <a:pt x="126" y="116"/>
                    <a:pt x="137" y="109"/>
                  </a:cubicBezTo>
                  <a:cubicBezTo>
                    <a:pt x="137" y="109"/>
                    <a:pt x="137" y="109"/>
                    <a:pt x="137" y="109"/>
                  </a:cubicBezTo>
                  <a:cubicBezTo>
                    <a:pt x="138" y="108"/>
                    <a:pt x="138" y="108"/>
                    <a:pt x="138" y="108"/>
                  </a:cubicBezTo>
                  <a:cubicBezTo>
                    <a:pt x="139" y="109"/>
                    <a:pt x="139" y="109"/>
                    <a:pt x="139" y="109"/>
                  </a:cubicBezTo>
                  <a:cubicBezTo>
                    <a:pt x="150" y="111"/>
                    <a:pt x="150" y="111"/>
                    <a:pt x="150" y="111"/>
                  </a:cubicBezTo>
                  <a:cubicBezTo>
                    <a:pt x="151" y="111"/>
                    <a:pt x="151" y="111"/>
                    <a:pt x="151" y="111"/>
                  </a:cubicBezTo>
                  <a:cubicBezTo>
                    <a:pt x="151" y="113"/>
                    <a:pt x="151" y="113"/>
                    <a:pt x="151" y="113"/>
                  </a:cubicBezTo>
                  <a:cubicBezTo>
                    <a:pt x="151" y="115"/>
                    <a:pt x="151" y="115"/>
                    <a:pt x="151" y="115"/>
                  </a:cubicBezTo>
                  <a:cubicBezTo>
                    <a:pt x="147" y="129"/>
                    <a:pt x="144" y="138"/>
                    <a:pt x="141" y="140"/>
                  </a:cubicBezTo>
                  <a:cubicBezTo>
                    <a:pt x="127" y="141"/>
                    <a:pt x="127" y="141"/>
                    <a:pt x="127" y="141"/>
                  </a:cubicBezTo>
                  <a:cubicBezTo>
                    <a:pt x="127" y="142"/>
                    <a:pt x="127" y="142"/>
                    <a:pt x="127" y="142"/>
                  </a:cubicBezTo>
                  <a:cubicBezTo>
                    <a:pt x="127" y="148"/>
                    <a:pt x="123" y="157"/>
                    <a:pt x="115" y="168"/>
                  </a:cubicBezTo>
                  <a:cubicBezTo>
                    <a:pt x="112" y="172"/>
                    <a:pt x="112" y="175"/>
                    <a:pt x="112" y="177"/>
                  </a:cubicBezTo>
                  <a:cubicBezTo>
                    <a:pt x="126" y="186"/>
                    <a:pt x="126" y="186"/>
                    <a:pt x="126" y="186"/>
                  </a:cubicBezTo>
                  <a:cubicBezTo>
                    <a:pt x="129" y="191"/>
                    <a:pt x="132" y="192"/>
                    <a:pt x="135" y="192"/>
                  </a:cubicBezTo>
                  <a:cubicBezTo>
                    <a:pt x="138" y="192"/>
                    <a:pt x="138" y="192"/>
                    <a:pt x="138" y="192"/>
                  </a:cubicBezTo>
                  <a:cubicBezTo>
                    <a:pt x="141" y="202"/>
                    <a:pt x="141" y="202"/>
                    <a:pt x="141" y="202"/>
                  </a:cubicBezTo>
                  <a:cubicBezTo>
                    <a:pt x="148" y="205"/>
                    <a:pt x="148" y="205"/>
                    <a:pt x="148" y="205"/>
                  </a:cubicBezTo>
                  <a:cubicBezTo>
                    <a:pt x="151" y="201"/>
                    <a:pt x="151" y="201"/>
                    <a:pt x="151" y="201"/>
                  </a:cubicBezTo>
                  <a:cubicBezTo>
                    <a:pt x="153" y="199"/>
                    <a:pt x="155" y="198"/>
                    <a:pt x="157" y="199"/>
                  </a:cubicBezTo>
                  <a:cubicBezTo>
                    <a:pt x="163" y="199"/>
                    <a:pt x="168" y="202"/>
                    <a:pt x="174" y="210"/>
                  </a:cubicBezTo>
                  <a:cubicBezTo>
                    <a:pt x="174" y="210"/>
                    <a:pt x="174" y="210"/>
                    <a:pt x="174" y="210"/>
                  </a:cubicBezTo>
                  <a:cubicBezTo>
                    <a:pt x="180" y="217"/>
                    <a:pt x="180" y="217"/>
                    <a:pt x="180" y="217"/>
                  </a:cubicBezTo>
                  <a:cubicBezTo>
                    <a:pt x="180" y="217"/>
                    <a:pt x="180" y="217"/>
                    <a:pt x="180" y="217"/>
                  </a:cubicBezTo>
                  <a:cubicBezTo>
                    <a:pt x="184" y="214"/>
                    <a:pt x="191" y="215"/>
                    <a:pt x="200" y="218"/>
                  </a:cubicBezTo>
                  <a:cubicBezTo>
                    <a:pt x="216" y="222"/>
                    <a:pt x="216" y="222"/>
                    <a:pt x="216" y="222"/>
                  </a:cubicBezTo>
                  <a:cubicBezTo>
                    <a:pt x="231" y="217"/>
                    <a:pt x="231" y="217"/>
                    <a:pt x="231" y="217"/>
                  </a:cubicBezTo>
                  <a:cubicBezTo>
                    <a:pt x="237" y="214"/>
                    <a:pt x="237" y="214"/>
                    <a:pt x="237" y="214"/>
                  </a:cubicBezTo>
                  <a:cubicBezTo>
                    <a:pt x="241" y="211"/>
                    <a:pt x="241" y="211"/>
                    <a:pt x="241" y="211"/>
                  </a:cubicBezTo>
                  <a:cubicBezTo>
                    <a:pt x="237" y="207"/>
                    <a:pt x="237" y="207"/>
                    <a:pt x="237" y="207"/>
                  </a:cubicBezTo>
                  <a:cubicBezTo>
                    <a:pt x="236" y="204"/>
                    <a:pt x="237" y="201"/>
                    <a:pt x="240" y="198"/>
                  </a:cubicBezTo>
                  <a:cubicBezTo>
                    <a:pt x="244" y="195"/>
                    <a:pt x="246" y="192"/>
                    <a:pt x="246" y="188"/>
                  </a:cubicBezTo>
                  <a:cubicBezTo>
                    <a:pt x="246" y="181"/>
                    <a:pt x="246" y="181"/>
                    <a:pt x="246" y="181"/>
                  </a:cubicBezTo>
                  <a:cubicBezTo>
                    <a:pt x="245" y="177"/>
                    <a:pt x="246" y="175"/>
                    <a:pt x="247" y="174"/>
                  </a:cubicBezTo>
                  <a:cubicBezTo>
                    <a:pt x="248" y="171"/>
                    <a:pt x="253" y="170"/>
                    <a:pt x="257" y="169"/>
                  </a:cubicBezTo>
                  <a:cubicBezTo>
                    <a:pt x="265" y="168"/>
                    <a:pt x="275" y="171"/>
                    <a:pt x="287" y="181"/>
                  </a:cubicBezTo>
                  <a:cubicBezTo>
                    <a:pt x="282" y="169"/>
                    <a:pt x="282" y="169"/>
                    <a:pt x="282" y="169"/>
                  </a:cubicBezTo>
                  <a:cubicBezTo>
                    <a:pt x="276" y="160"/>
                    <a:pt x="276" y="160"/>
                    <a:pt x="276" y="160"/>
                  </a:cubicBezTo>
                  <a:cubicBezTo>
                    <a:pt x="274" y="149"/>
                    <a:pt x="274" y="149"/>
                    <a:pt x="274" y="149"/>
                  </a:cubicBezTo>
                  <a:cubicBezTo>
                    <a:pt x="264" y="147"/>
                    <a:pt x="264" y="147"/>
                    <a:pt x="264" y="147"/>
                  </a:cubicBezTo>
                  <a:cubicBezTo>
                    <a:pt x="263" y="147"/>
                    <a:pt x="263" y="147"/>
                    <a:pt x="263" y="147"/>
                  </a:cubicBezTo>
                  <a:cubicBezTo>
                    <a:pt x="263" y="146"/>
                    <a:pt x="263" y="146"/>
                    <a:pt x="263" y="146"/>
                  </a:cubicBezTo>
                  <a:cubicBezTo>
                    <a:pt x="263" y="146"/>
                    <a:pt x="263" y="146"/>
                    <a:pt x="263" y="146"/>
                  </a:cubicBezTo>
                  <a:cubicBezTo>
                    <a:pt x="263" y="146"/>
                    <a:pt x="263" y="146"/>
                    <a:pt x="263" y="146"/>
                  </a:cubicBezTo>
                  <a:cubicBezTo>
                    <a:pt x="236" y="131"/>
                    <a:pt x="236" y="131"/>
                    <a:pt x="236" y="131"/>
                  </a:cubicBezTo>
                  <a:cubicBezTo>
                    <a:pt x="223" y="128"/>
                    <a:pt x="223" y="128"/>
                    <a:pt x="223" y="128"/>
                  </a:cubicBezTo>
                  <a:cubicBezTo>
                    <a:pt x="223" y="125"/>
                    <a:pt x="223" y="125"/>
                    <a:pt x="223" y="125"/>
                  </a:cubicBezTo>
                  <a:cubicBezTo>
                    <a:pt x="222" y="111"/>
                    <a:pt x="222" y="111"/>
                    <a:pt x="222" y="111"/>
                  </a:cubicBezTo>
                  <a:cubicBezTo>
                    <a:pt x="213" y="86"/>
                    <a:pt x="206" y="70"/>
                    <a:pt x="200" y="64"/>
                  </a:cubicBez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34" name="Freeform 34"/>
            <p:cNvSpPr/>
            <p:nvPr/>
          </p:nvSpPr>
          <p:spPr bwMode="auto">
            <a:xfrm>
              <a:off x="3616516" y="2281809"/>
              <a:ext cx="461962" cy="660400"/>
            </a:xfrm>
            <a:custGeom>
              <a:avLst/>
              <a:gdLst>
                <a:gd name="T0" fmla="*/ 240 w 267"/>
                <a:gd name="T1" fmla="*/ 113 h 381"/>
                <a:gd name="T2" fmla="*/ 212 w 267"/>
                <a:gd name="T3" fmla="*/ 105 h 381"/>
                <a:gd name="T4" fmla="*/ 211 w 267"/>
                <a:gd name="T5" fmla="*/ 79 h 381"/>
                <a:gd name="T6" fmla="*/ 203 w 267"/>
                <a:gd name="T7" fmla="*/ 70 h 381"/>
                <a:gd name="T8" fmla="*/ 177 w 267"/>
                <a:gd name="T9" fmla="*/ 58 h 381"/>
                <a:gd name="T10" fmla="*/ 178 w 267"/>
                <a:gd name="T11" fmla="*/ 37 h 381"/>
                <a:gd name="T12" fmla="*/ 172 w 267"/>
                <a:gd name="T13" fmla="*/ 31 h 381"/>
                <a:gd name="T14" fmla="*/ 159 w 267"/>
                <a:gd name="T15" fmla="*/ 23 h 381"/>
                <a:gd name="T16" fmla="*/ 151 w 267"/>
                <a:gd name="T17" fmla="*/ 0 h 381"/>
                <a:gd name="T18" fmla="*/ 135 w 267"/>
                <a:gd name="T19" fmla="*/ 13 h 381"/>
                <a:gd name="T20" fmla="*/ 118 w 267"/>
                <a:gd name="T21" fmla="*/ 37 h 381"/>
                <a:gd name="T22" fmla="*/ 108 w 267"/>
                <a:gd name="T23" fmla="*/ 51 h 381"/>
                <a:gd name="T24" fmla="*/ 89 w 267"/>
                <a:gd name="T25" fmla="*/ 60 h 381"/>
                <a:gd name="T26" fmla="*/ 67 w 267"/>
                <a:gd name="T27" fmla="*/ 60 h 381"/>
                <a:gd name="T28" fmla="*/ 48 w 267"/>
                <a:gd name="T29" fmla="*/ 76 h 381"/>
                <a:gd name="T30" fmla="*/ 36 w 267"/>
                <a:gd name="T31" fmla="*/ 69 h 381"/>
                <a:gd name="T32" fmla="*/ 25 w 267"/>
                <a:gd name="T33" fmla="*/ 49 h 381"/>
                <a:gd name="T34" fmla="*/ 12 w 267"/>
                <a:gd name="T35" fmla="*/ 73 h 381"/>
                <a:gd name="T36" fmla="*/ 11 w 267"/>
                <a:gd name="T37" fmla="*/ 74 h 381"/>
                <a:gd name="T38" fmla="*/ 22 w 267"/>
                <a:gd name="T39" fmla="*/ 127 h 381"/>
                <a:gd name="T40" fmla="*/ 27 w 267"/>
                <a:gd name="T41" fmla="*/ 142 h 381"/>
                <a:gd name="T42" fmla="*/ 9 w 267"/>
                <a:gd name="T43" fmla="*/ 152 h 381"/>
                <a:gd name="T44" fmla="*/ 36 w 267"/>
                <a:gd name="T45" fmla="*/ 182 h 381"/>
                <a:gd name="T46" fmla="*/ 36 w 267"/>
                <a:gd name="T47" fmla="*/ 183 h 381"/>
                <a:gd name="T48" fmla="*/ 28 w 267"/>
                <a:gd name="T49" fmla="*/ 213 h 381"/>
                <a:gd name="T50" fmla="*/ 12 w 267"/>
                <a:gd name="T51" fmla="*/ 224 h 381"/>
                <a:gd name="T52" fmla="*/ 27 w 267"/>
                <a:gd name="T53" fmla="*/ 272 h 381"/>
                <a:gd name="T54" fmla="*/ 37 w 267"/>
                <a:gd name="T55" fmla="*/ 288 h 381"/>
                <a:gd name="T56" fmla="*/ 24 w 267"/>
                <a:gd name="T57" fmla="*/ 315 h 381"/>
                <a:gd name="T58" fmla="*/ 15 w 267"/>
                <a:gd name="T59" fmla="*/ 342 h 381"/>
                <a:gd name="T60" fmla="*/ 16 w 267"/>
                <a:gd name="T61" fmla="*/ 362 h 381"/>
                <a:gd name="T62" fmla="*/ 20 w 267"/>
                <a:gd name="T63" fmla="*/ 366 h 381"/>
                <a:gd name="T64" fmla="*/ 21 w 267"/>
                <a:gd name="T65" fmla="*/ 370 h 381"/>
                <a:gd name="T66" fmla="*/ 21 w 267"/>
                <a:gd name="T67" fmla="*/ 371 h 381"/>
                <a:gd name="T68" fmla="*/ 71 w 267"/>
                <a:gd name="T69" fmla="*/ 376 h 381"/>
                <a:gd name="T70" fmla="*/ 85 w 267"/>
                <a:gd name="T71" fmla="*/ 352 h 381"/>
                <a:gd name="T72" fmla="*/ 158 w 267"/>
                <a:gd name="T73" fmla="*/ 268 h 381"/>
                <a:gd name="T74" fmla="*/ 190 w 267"/>
                <a:gd name="T75" fmla="*/ 249 h 381"/>
                <a:gd name="T76" fmla="*/ 177 w 267"/>
                <a:gd name="T77" fmla="*/ 237 h 381"/>
                <a:gd name="T78" fmla="*/ 174 w 267"/>
                <a:gd name="T79" fmla="*/ 224 h 381"/>
                <a:gd name="T80" fmla="*/ 132 w 267"/>
                <a:gd name="T81" fmla="*/ 181 h 381"/>
                <a:gd name="T82" fmla="*/ 92 w 267"/>
                <a:gd name="T83" fmla="*/ 173 h 381"/>
                <a:gd name="T84" fmla="*/ 77 w 267"/>
                <a:gd name="T85" fmla="*/ 152 h 381"/>
                <a:gd name="T86" fmla="*/ 101 w 267"/>
                <a:gd name="T87" fmla="*/ 112 h 381"/>
                <a:gd name="T88" fmla="*/ 107 w 267"/>
                <a:gd name="T89" fmla="*/ 93 h 381"/>
                <a:gd name="T90" fmla="*/ 157 w 267"/>
                <a:gd name="T91" fmla="*/ 102 h 381"/>
                <a:gd name="T92" fmla="*/ 154 w 267"/>
                <a:gd name="T93" fmla="*/ 122 h 381"/>
                <a:gd name="T94" fmla="*/ 182 w 267"/>
                <a:gd name="T95" fmla="*/ 145 h 381"/>
                <a:gd name="T96" fmla="*/ 227 w 267"/>
                <a:gd name="T97" fmla="*/ 185 h 381"/>
                <a:gd name="T98" fmla="*/ 251 w 267"/>
                <a:gd name="T99" fmla="*/ 155 h 381"/>
                <a:gd name="T100" fmla="*/ 255 w 267"/>
                <a:gd name="T101" fmla="*/ 141 h 381"/>
                <a:gd name="T102" fmla="*/ 266 w 267"/>
                <a:gd name="T103" fmla="*/ 133 h 381"/>
                <a:gd name="T104" fmla="*/ 247 w 267"/>
                <a:gd name="T105" fmla="*/ 118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7" h="381">
                  <a:moveTo>
                    <a:pt x="245" y="115"/>
                  </a:moveTo>
                  <a:cubicBezTo>
                    <a:pt x="240" y="113"/>
                    <a:pt x="240" y="113"/>
                    <a:pt x="240" y="113"/>
                  </a:cubicBezTo>
                  <a:cubicBezTo>
                    <a:pt x="240" y="113"/>
                    <a:pt x="240" y="113"/>
                    <a:pt x="240" y="113"/>
                  </a:cubicBezTo>
                  <a:cubicBezTo>
                    <a:pt x="240" y="113"/>
                    <a:pt x="240" y="113"/>
                    <a:pt x="240" y="113"/>
                  </a:cubicBezTo>
                  <a:cubicBezTo>
                    <a:pt x="236" y="109"/>
                    <a:pt x="236" y="109"/>
                    <a:pt x="236" y="109"/>
                  </a:cubicBezTo>
                  <a:cubicBezTo>
                    <a:pt x="219" y="104"/>
                    <a:pt x="219" y="104"/>
                    <a:pt x="219" y="104"/>
                  </a:cubicBezTo>
                  <a:cubicBezTo>
                    <a:pt x="215" y="104"/>
                    <a:pt x="215" y="104"/>
                    <a:pt x="215" y="104"/>
                  </a:cubicBezTo>
                  <a:cubicBezTo>
                    <a:pt x="212" y="105"/>
                    <a:pt x="212" y="105"/>
                    <a:pt x="212" y="105"/>
                  </a:cubicBezTo>
                  <a:cubicBezTo>
                    <a:pt x="205" y="93"/>
                    <a:pt x="205" y="93"/>
                    <a:pt x="205" y="93"/>
                  </a:cubicBezTo>
                  <a:cubicBezTo>
                    <a:pt x="206" y="92"/>
                    <a:pt x="206" y="92"/>
                    <a:pt x="206" y="92"/>
                  </a:cubicBezTo>
                  <a:cubicBezTo>
                    <a:pt x="211" y="86"/>
                    <a:pt x="211" y="86"/>
                    <a:pt x="211" y="86"/>
                  </a:cubicBezTo>
                  <a:cubicBezTo>
                    <a:pt x="211" y="79"/>
                    <a:pt x="211" y="79"/>
                    <a:pt x="211" y="79"/>
                  </a:cubicBezTo>
                  <a:cubicBezTo>
                    <a:pt x="211" y="78"/>
                    <a:pt x="211" y="78"/>
                    <a:pt x="211" y="78"/>
                  </a:cubicBezTo>
                  <a:cubicBezTo>
                    <a:pt x="214" y="73"/>
                    <a:pt x="214" y="73"/>
                    <a:pt x="214" y="73"/>
                  </a:cubicBezTo>
                  <a:cubicBezTo>
                    <a:pt x="212" y="71"/>
                    <a:pt x="212" y="71"/>
                    <a:pt x="212" y="71"/>
                  </a:cubicBezTo>
                  <a:cubicBezTo>
                    <a:pt x="203" y="70"/>
                    <a:pt x="203" y="70"/>
                    <a:pt x="203" y="70"/>
                  </a:cubicBezTo>
                  <a:cubicBezTo>
                    <a:pt x="203" y="70"/>
                    <a:pt x="203" y="70"/>
                    <a:pt x="203" y="70"/>
                  </a:cubicBezTo>
                  <a:cubicBezTo>
                    <a:pt x="187" y="67"/>
                    <a:pt x="187" y="67"/>
                    <a:pt x="187" y="67"/>
                  </a:cubicBezTo>
                  <a:cubicBezTo>
                    <a:pt x="186" y="67"/>
                    <a:pt x="186" y="67"/>
                    <a:pt x="186" y="67"/>
                  </a:cubicBezTo>
                  <a:cubicBezTo>
                    <a:pt x="177" y="58"/>
                    <a:pt x="177" y="58"/>
                    <a:pt x="177" y="58"/>
                  </a:cubicBezTo>
                  <a:cubicBezTo>
                    <a:pt x="177" y="57"/>
                    <a:pt x="177" y="57"/>
                    <a:pt x="177" y="57"/>
                  </a:cubicBezTo>
                  <a:cubicBezTo>
                    <a:pt x="174" y="51"/>
                    <a:pt x="174" y="51"/>
                    <a:pt x="174" y="51"/>
                  </a:cubicBezTo>
                  <a:cubicBezTo>
                    <a:pt x="173" y="50"/>
                    <a:pt x="173" y="50"/>
                    <a:pt x="173" y="50"/>
                  </a:cubicBezTo>
                  <a:cubicBezTo>
                    <a:pt x="178" y="37"/>
                    <a:pt x="178" y="37"/>
                    <a:pt x="178" y="37"/>
                  </a:cubicBezTo>
                  <a:cubicBezTo>
                    <a:pt x="178" y="28"/>
                    <a:pt x="178" y="28"/>
                    <a:pt x="178" y="28"/>
                  </a:cubicBezTo>
                  <a:cubicBezTo>
                    <a:pt x="177" y="25"/>
                    <a:pt x="177" y="25"/>
                    <a:pt x="177" y="25"/>
                  </a:cubicBezTo>
                  <a:cubicBezTo>
                    <a:pt x="172" y="30"/>
                    <a:pt x="172" y="30"/>
                    <a:pt x="172" y="30"/>
                  </a:cubicBezTo>
                  <a:cubicBezTo>
                    <a:pt x="172" y="31"/>
                    <a:pt x="172" y="31"/>
                    <a:pt x="172" y="31"/>
                  </a:cubicBezTo>
                  <a:cubicBezTo>
                    <a:pt x="171" y="33"/>
                    <a:pt x="171" y="33"/>
                    <a:pt x="171" y="33"/>
                  </a:cubicBezTo>
                  <a:cubicBezTo>
                    <a:pt x="169" y="31"/>
                    <a:pt x="169" y="31"/>
                    <a:pt x="169" y="31"/>
                  </a:cubicBezTo>
                  <a:cubicBezTo>
                    <a:pt x="168" y="30"/>
                    <a:pt x="168" y="30"/>
                    <a:pt x="168" y="30"/>
                  </a:cubicBezTo>
                  <a:cubicBezTo>
                    <a:pt x="159" y="23"/>
                    <a:pt x="159" y="23"/>
                    <a:pt x="159" y="23"/>
                  </a:cubicBezTo>
                  <a:cubicBezTo>
                    <a:pt x="157" y="22"/>
                    <a:pt x="157" y="22"/>
                    <a:pt x="157" y="22"/>
                  </a:cubicBezTo>
                  <a:cubicBezTo>
                    <a:pt x="157" y="20"/>
                    <a:pt x="157" y="20"/>
                    <a:pt x="157" y="20"/>
                  </a:cubicBezTo>
                  <a:cubicBezTo>
                    <a:pt x="156" y="7"/>
                    <a:pt x="156" y="7"/>
                    <a:pt x="156" y="7"/>
                  </a:cubicBezTo>
                  <a:cubicBezTo>
                    <a:pt x="151" y="0"/>
                    <a:pt x="151" y="0"/>
                    <a:pt x="151" y="0"/>
                  </a:cubicBezTo>
                  <a:cubicBezTo>
                    <a:pt x="142" y="1"/>
                    <a:pt x="142" y="1"/>
                    <a:pt x="142" y="1"/>
                  </a:cubicBezTo>
                  <a:cubicBezTo>
                    <a:pt x="137" y="11"/>
                    <a:pt x="137" y="11"/>
                    <a:pt x="137" y="11"/>
                  </a:cubicBezTo>
                  <a:cubicBezTo>
                    <a:pt x="136" y="12"/>
                    <a:pt x="136" y="12"/>
                    <a:pt x="136" y="12"/>
                  </a:cubicBezTo>
                  <a:cubicBezTo>
                    <a:pt x="135" y="13"/>
                    <a:pt x="135" y="13"/>
                    <a:pt x="135" y="13"/>
                  </a:cubicBezTo>
                  <a:cubicBezTo>
                    <a:pt x="121" y="10"/>
                    <a:pt x="121" y="10"/>
                    <a:pt x="121" y="10"/>
                  </a:cubicBezTo>
                  <a:cubicBezTo>
                    <a:pt x="118" y="23"/>
                    <a:pt x="118" y="23"/>
                    <a:pt x="118" y="23"/>
                  </a:cubicBezTo>
                  <a:cubicBezTo>
                    <a:pt x="118" y="36"/>
                    <a:pt x="118" y="36"/>
                    <a:pt x="118" y="36"/>
                  </a:cubicBezTo>
                  <a:cubicBezTo>
                    <a:pt x="118" y="37"/>
                    <a:pt x="118" y="37"/>
                    <a:pt x="118" y="37"/>
                  </a:cubicBezTo>
                  <a:cubicBezTo>
                    <a:pt x="110" y="49"/>
                    <a:pt x="110" y="49"/>
                    <a:pt x="110" y="49"/>
                  </a:cubicBezTo>
                  <a:cubicBezTo>
                    <a:pt x="110" y="50"/>
                    <a:pt x="110" y="50"/>
                    <a:pt x="110" y="50"/>
                  </a:cubicBezTo>
                  <a:cubicBezTo>
                    <a:pt x="109" y="51"/>
                    <a:pt x="109" y="51"/>
                    <a:pt x="109" y="51"/>
                  </a:cubicBezTo>
                  <a:cubicBezTo>
                    <a:pt x="108" y="51"/>
                    <a:pt x="108" y="51"/>
                    <a:pt x="108" y="51"/>
                  </a:cubicBezTo>
                  <a:cubicBezTo>
                    <a:pt x="99" y="51"/>
                    <a:pt x="99" y="51"/>
                    <a:pt x="99" y="51"/>
                  </a:cubicBezTo>
                  <a:cubicBezTo>
                    <a:pt x="90" y="59"/>
                    <a:pt x="90" y="59"/>
                    <a:pt x="90" y="59"/>
                  </a:cubicBezTo>
                  <a:cubicBezTo>
                    <a:pt x="89" y="60"/>
                    <a:pt x="89" y="60"/>
                    <a:pt x="89" y="60"/>
                  </a:cubicBezTo>
                  <a:cubicBezTo>
                    <a:pt x="89" y="60"/>
                    <a:pt x="89" y="60"/>
                    <a:pt x="89" y="60"/>
                  </a:cubicBezTo>
                  <a:cubicBezTo>
                    <a:pt x="88" y="60"/>
                    <a:pt x="88" y="60"/>
                    <a:pt x="88" y="60"/>
                  </a:cubicBezTo>
                  <a:cubicBezTo>
                    <a:pt x="87" y="59"/>
                    <a:pt x="87" y="59"/>
                    <a:pt x="87" y="59"/>
                  </a:cubicBezTo>
                  <a:cubicBezTo>
                    <a:pt x="70" y="54"/>
                    <a:pt x="70" y="54"/>
                    <a:pt x="70" y="54"/>
                  </a:cubicBezTo>
                  <a:cubicBezTo>
                    <a:pt x="67" y="60"/>
                    <a:pt x="67" y="60"/>
                    <a:pt x="67" y="60"/>
                  </a:cubicBezTo>
                  <a:cubicBezTo>
                    <a:pt x="67" y="61"/>
                    <a:pt x="67" y="61"/>
                    <a:pt x="67" y="61"/>
                  </a:cubicBezTo>
                  <a:cubicBezTo>
                    <a:pt x="60" y="73"/>
                    <a:pt x="60" y="73"/>
                    <a:pt x="60" y="73"/>
                  </a:cubicBezTo>
                  <a:cubicBezTo>
                    <a:pt x="59" y="75"/>
                    <a:pt x="57" y="76"/>
                    <a:pt x="55" y="77"/>
                  </a:cubicBezTo>
                  <a:cubicBezTo>
                    <a:pt x="48" y="76"/>
                    <a:pt x="48" y="76"/>
                    <a:pt x="48" y="76"/>
                  </a:cubicBezTo>
                  <a:cubicBezTo>
                    <a:pt x="38" y="71"/>
                    <a:pt x="38" y="71"/>
                    <a:pt x="38" y="71"/>
                  </a:cubicBezTo>
                  <a:cubicBezTo>
                    <a:pt x="37" y="70"/>
                    <a:pt x="37" y="70"/>
                    <a:pt x="37" y="70"/>
                  </a:cubicBezTo>
                  <a:cubicBezTo>
                    <a:pt x="36" y="70"/>
                    <a:pt x="36" y="70"/>
                    <a:pt x="36" y="70"/>
                  </a:cubicBezTo>
                  <a:cubicBezTo>
                    <a:pt x="36" y="69"/>
                    <a:pt x="36" y="69"/>
                    <a:pt x="36" y="69"/>
                  </a:cubicBezTo>
                  <a:cubicBezTo>
                    <a:pt x="34" y="54"/>
                    <a:pt x="34" y="54"/>
                    <a:pt x="34" y="54"/>
                  </a:cubicBezTo>
                  <a:cubicBezTo>
                    <a:pt x="31" y="44"/>
                    <a:pt x="31" y="44"/>
                    <a:pt x="31" y="44"/>
                  </a:cubicBezTo>
                  <a:cubicBezTo>
                    <a:pt x="29" y="40"/>
                    <a:pt x="29" y="40"/>
                    <a:pt x="29" y="40"/>
                  </a:cubicBezTo>
                  <a:cubicBezTo>
                    <a:pt x="25" y="49"/>
                    <a:pt x="25" y="49"/>
                    <a:pt x="25" y="49"/>
                  </a:cubicBezTo>
                  <a:cubicBezTo>
                    <a:pt x="25" y="49"/>
                    <a:pt x="25" y="49"/>
                    <a:pt x="25" y="49"/>
                  </a:cubicBezTo>
                  <a:cubicBezTo>
                    <a:pt x="25" y="49"/>
                    <a:pt x="25" y="49"/>
                    <a:pt x="25" y="49"/>
                  </a:cubicBezTo>
                  <a:cubicBezTo>
                    <a:pt x="18" y="59"/>
                    <a:pt x="18" y="59"/>
                    <a:pt x="18" y="59"/>
                  </a:cubicBezTo>
                  <a:cubicBezTo>
                    <a:pt x="12" y="73"/>
                    <a:pt x="12" y="73"/>
                    <a:pt x="12" y="73"/>
                  </a:cubicBezTo>
                  <a:cubicBezTo>
                    <a:pt x="12" y="73"/>
                    <a:pt x="12" y="73"/>
                    <a:pt x="12" y="73"/>
                  </a:cubicBezTo>
                  <a:cubicBezTo>
                    <a:pt x="12" y="73"/>
                    <a:pt x="12" y="73"/>
                    <a:pt x="12" y="73"/>
                  </a:cubicBezTo>
                  <a:cubicBezTo>
                    <a:pt x="12" y="74"/>
                    <a:pt x="12" y="74"/>
                    <a:pt x="12" y="74"/>
                  </a:cubicBezTo>
                  <a:cubicBezTo>
                    <a:pt x="11" y="74"/>
                    <a:pt x="11" y="74"/>
                    <a:pt x="11" y="74"/>
                  </a:cubicBezTo>
                  <a:cubicBezTo>
                    <a:pt x="6" y="82"/>
                    <a:pt x="6" y="82"/>
                    <a:pt x="6" y="82"/>
                  </a:cubicBezTo>
                  <a:cubicBezTo>
                    <a:pt x="6" y="84"/>
                    <a:pt x="4" y="88"/>
                    <a:pt x="0" y="93"/>
                  </a:cubicBezTo>
                  <a:cubicBezTo>
                    <a:pt x="4" y="107"/>
                    <a:pt x="4" y="107"/>
                    <a:pt x="4" y="107"/>
                  </a:cubicBezTo>
                  <a:cubicBezTo>
                    <a:pt x="22" y="127"/>
                    <a:pt x="22" y="127"/>
                    <a:pt x="22" y="127"/>
                  </a:cubicBezTo>
                  <a:cubicBezTo>
                    <a:pt x="22" y="127"/>
                    <a:pt x="22" y="127"/>
                    <a:pt x="22" y="127"/>
                  </a:cubicBezTo>
                  <a:cubicBezTo>
                    <a:pt x="28" y="140"/>
                    <a:pt x="28" y="140"/>
                    <a:pt x="28" y="140"/>
                  </a:cubicBezTo>
                  <a:cubicBezTo>
                    <a:pt x="28" y="141"/>
                    <a:pt x="28" y="141"/>
                    <a:pt x="28" y="141"/>
                  </a:cubicBezTo>
                  <a:cubicBezTo>
                    <a:pt x="27" y="142"/>
                    <a:pt x="27" y="142"/>
                    <a:pt x="27" y="142"/>
                  </a:cubicBezTo>
                  <a:cubicBezTo>
                    <a:pt x="27" y="142"/>
                    <a:pt x="27" y="142"/>
                    <a:pt x="27" y="142"/>
                  </a:cubicBezTo>
                  <a:cubicBezTo>
                    <a:pt x="22" y="149"/>
                    <a:pt x="22" y="149"/>
                    <a:pt x="22" y="149"/>
                  </a:cubicBezTo>
                  <a:cubicBezTo>
                    <a:pt x="21" y="150"/>
                    <a:pt x="21" y="150"/>
                    <a:pt x="21" y="150"/>
                  </a:cubicBezTo>
                  <a:cubicBezTo>
                    <a:pt x="9" y="152"/>
                    <a:pt x="9" y="152"/>
                    <a:pt x="9" y="152"/>
                  </a:cubicBezTo>
                  <a:cubicBezTo>
                    <a:pt x="10" y="162"/>
                    <a:pt x="10" y="162"/>
                    <a:pt x="10" y="162"/>
                  </a:cubicBezTo>
                  <a:cubicBezTo>
                    <a:pt x="19" y="167"/>
                    <a:pt x="19" y="167"/>
                    <a:pt x="19" y="167"/>
                  </a:cubicBezTo>
                  <a:cubicBezTo>
                    <a:pt x="32" y="170"/>
                    <a:pt x="32" y="170"/>
                    <a:pt x="32" y="170"/>
                  </a:cubicBezTo>
                  <a:cubicBezTo>
                    <a:pt x="36" y="182"/>
                    <a:pt x="36" y="182"/>
                    <a:pt x="36" y="182"/>
                  </a:cubicBezTo>
                  <a:cubicBezTo>
                    <a:pt x="36" y="182"/>
                    <a:pt x="36" y="182"/>
                    <a:pt x="36" y="182"/>
                  </a:cubicBezTo>
                  <a:cubicBezTo>
                    <a:pt x="36" y="182"/>
                    <a:pt x="36" y="182"/>
                    <a:pt x="36" y="182"/>
                  </a:cubicBezTo>
                  <a:cubicBezTo>
                    <a:pt x="36" y="183"/>
                    <a:pt x="36" y="183"/>
                    <a:pt x="36" y="183"/>
                  </a:cubicBezTo>
                  <a:cubicBezTo>
                    <a:pt x="36" y="183"/>
                    <a:pt x="36" y="183"/>
                    <a:pt x="36" y="183"/>
                  </a:cubicBezTo>
                  <a:cubicBezTo>
                    <a:pt x="33" y="204"/>
                    <a:pt x="33" y="204"/>
                    <a:pt x="33" y="204"/>
                  </a:cubicBezTo>
                  <a:cubicBezTo>
                    <a:pt x="33" y="204"/>
                    <a:pt x="33" y="204"/>
                    <a:pt x="33" y="204"/>
                  </a:cubicBezTo>
                  <a:cubicBezTo>
                    <a:pt x="33" y="204"/>
                    <a:pt x="33" y="204"/>
                    <a:pt x="33" y="204"/>
                  </a:cubicBezTo>
                  <a:cubicBezTo>
                    <a:pt x="28" y="213"/>
                    <a:pt x="28" y="213"/>
                    <a:pt x="28" y="213"/>
                  </a:cubicBezTo>
                  <a:cubicBezTo>
                    <a:pt x="28" y="215"/>
                    <a:pt x="28" y="215"/>
                    <a:pt x="28" y="215"/>
                  </a:cubicBezTo>
                  <a:cubicBezTo>
                    <a:pt x="27" y="215"/>
                    <a:pt x="27" y="215"/>
                    <a:pt x="27" y="215"/>
                  </a:cubicBezTo>
                  <a:cubicBezTo>
                    <a:pt x="12" y="218"/>
                    <a:pt x="12" y="218"/>
                    <a:pt x="12" y="218"/>
                  </a:cubicBezTo>
                  <a:cubicBezTo>
                    <a:pt x="12" y="224"/>
                    <a:pt x="12" y="224"/>
                    <a:pt x="12" y="224"/>
                  </a:cubicBezTo>
                  <a:cubicBezTo>
                    <a:pt x="7" y="237"/>
                    <a:pt x="7" y="237"/>
                    <a:pt x="7" y="237"/>
                  </a:cubicBezTo>
                  <a:cubicBezTo>
                    <a:pt x="6" y="252"/>
                    <a:pt x="6" y="252"/>
                    <a:pt x="6" y="252"/>
                  </a:cubicBezTo>
                  <a:cubicBezTo>
                    <a:pt x="9" y="261"/>
                    <a:pt x="9" y="261"/>
                    <a:pt x="9" y="261"/>
                  </a:cubicBezTo>
                  <a:cubicBezTo>
                    <a:pt x="27" y="272"/>
                    <a:pt x="27" y="272"/>
                    <a:pt x="27" y="272"/>
                  </a:cubicBezTo>
                  <a:cubicBezTo>
                    <a:pt x="28" y="273"/>
                    <a:pt x="28" y="273"/>
                    <a:pt x="28" y="273"/>
                  </a:cubicBezTo>
                  <a:cubicBezTo>
                    <a:pt x="36" y="286"/>
                    <a:pt x="36" y="286"/>
                    <a:pt x="36" y="286"/>
                  </a:cubicBezTo>
                  <a:cubicBezTo>
                    <a:pt x="36" y="287"/>
                    <a:pt x="36" y="287"/>
                    <a:pt x="36" y="287"/>
                  </a:cubicBezTo>
                  <a:cubicBezTo>
                    <a:pt x="37" y="288"/>
                    <a:pt x="37" y="288"/>
                    <a:pt x="37" y="288"/>
                  </a:cubicBezTo>
                  <a:cubicBezTo>
                    <a:pt x="36" y="288"/>
                    <a:pt x="36" y="288"/>
                    <a:pt x="36" y="288"/>
                  </a:cubicBezTo>
                  <a:cubicBezTo>
                    <a:pt x="26" y="309"/>
                    <a:pt x="26" y="309"/>
                    <a:pt x="26" y="309"/>
                  </a:cubicBezTo>
                  <a:cubicBezTo>
                    <a:pt x="24" y="315"/>
                    <a:pt x="24" y="315"/>
                    <a:pt x="24" y="315"/>
                  </a:cubicBezTo>
                  <a:cubicBezTo>
                    <a:pt x="24" y="315"/>
                    <a:pt x="24" y="315"/>
                    <a:pt x="24" y="315"/>
                  </a:cubicBezTo>
                  <a:cubicBezTo>
                    <a:pt x="18" y="329"/>
                    <a:pt x="18" y="329"/>
                    <a:pt x="18" y="329"/>
                  </a:cubicBezTo>
                  <a:cubicBezTo>
                    <a:pt x="15" y="340"/>
                    <a:pt x="15" y="340"/>
                    <a:pt x="15" y="340"/>
                  </a:cubicBezTo>
                  <a:cubicBezTo>
                    <a:pt x="15" y="342"/>
                    <a:pt x="15" y="342"/>
                    <a:pt x="15" y="342"/>
                  </a:cubicBezTo>
                  <a:cubicBezTo>
                    <a:pt x="15" y="342"/>
                    <a:pt x="15" y="342"/>
                    <a:pt x="15" y="342"/>
                  </a:cubicBezTo>
                  <a:cubicBezTo>
                    <a:pt x="12" y="345"/>
                    <a:pt x="10" y="347"/>
                    <a:pt x="9" y="351"/>
                  </a:cubicBezTo>
                  <a:cubicBezTo>
                    <a:pt x="8" y="352"/>
                    <a:pt x="8" y="353"/>
                    <a:pt x="9" y="354"/>
                  </a:cubicBezTo>
                  <a:cubicBezTo>
                    <a:pt x="10" y="355"/>
                    <a:pt x="10" y="355"/>
                    <a:pt x="10" y="355"/>
                  </a:cubicBezTo>
                  <a:cubicBezTo>
                    <a:pt x="16" y="362"/>
                    <a:pt x="16" y="362"/>
                    <a:pt x="16" y="362"/>
                  </a:cubicBezTo>
                  <a:cubicBezTo>
                    <a:pt x="16" y="362"/>
                    <a:pt x="16" y="362"/>
                    <a:pt x="16" y="362"/>
                  </a:cubicBezTo>
                  <a:cubicBezTo>
                    <a:pt x="16" y="362"/>
                    <a:pt x="16" y="362"/>
                    <a:pt x="16" y="362"/>
                  </a:cubicBezTo>
                  <a:cubicBezTo>
                    <a:pt x="19" y="366"/>
                    <a:pt x="19" y="366"/>
                    <a:pt x="19" y="366"/>
                  </a:cubicBezTo>
                  <a:cubicBezTo>
                    <a:pt x="20" y="366"/>
                    <a:pt x="20" y="366"/>
                    <a:pt x="20" y="366"/>
                  </a:cubicBezTo>
                  <a:cubicBezTo>
                    <a:pt x="20" y="366"/>
                    <a:pt x="20" y="366"/>
                    <a:pt x="20" y="366"/>
                  </a:cubicBezTo>
                  <a:cubicBezTo>
                    <a:pt x="21" y="368"/>
                    <a:pt x="21" y="368"/>
                    <a:pt x="21" y="368"/>
                  </a:cubicBezTo>
                  <a:cubicBezTo>
                    <a:pt x="21" y="368"/>
                    <a:pt x="21" y="368"/>
                    <a:pt x="21" y="368"/>
                  </a:cubicBezTo>
                  <a:cubicBezTo>
                    <a:pt x="21" y="370"/>
                    <a:pt x="21" y="370"/>
                    <a:pt x="21" y="370"/>
                  </a:cubicBezTo>
                  <a:cubicBezTo>
                    <a:pt x="21" y="370"/>
                    <a:pt x="21" y="370"/>
                    <a:pt x="21" y="370"/>
                  </a:cubicBezTo>
                  <a:cubicBezTo>
                    <a:pt x="21" y="371"/>
                    <a:pt x="21" y="371"/>
                    <a:pt x="21" y="371"/>
                  </a:cubicBezTo>
                  <a:cubicBezTo>
                    <a:pt x="21" y="371"/>
                    <a:pt x="21" y="371"/>
                    <a:pt x="21" y="371"/>
                  </a:cubicBezTo>
                  <a:cubicBezTo>
                    <a:pt x="21" y="371"/>
                    <a:pt x="21" y="371"/>
                    <a:pt x="21" y="371"/>
                  </a:cubicBezTo>
                  <a:cubicBezTo>
                    <a:pt x="22" y="374"/>
                    <a:pt x="22" y="374"/>
                    <a:pt x="22" y="374"/>
                  </a:cubicBezTo>
                  <a:cubicBezTo>
                    <a:pt x="27" y="376"/>
                    <a:pt x="27" y="376"/>
                    <a:pt x="27" y="376"/>
                  </a:cubicBezTo>
                  <a:cubicBezTo>
                    <a:pt x="49" y="381"/>
                    <a:pt x="49" y="381"/>
                    <a:pt x="49" y="381"/>
                  </a:cubicBezTo>
                  <a:cubicBezTo>
                    <a:pt x="57" y="381"/>
                    <a:pt x="63" y="379"/>
                    <a:pt x="71" y="376"/>
                  </a:cubicBezTo>
                  <a:cubicBezTo>
                    <a:pt x="78" y="373"/>
                    <a:pt x="84" y="373"/>
                    <a:pt x="92" y="374"/>
                  </a:cubicBezTo>
                  <a:cubicBezTo>
                    <a:pt x="93" y="369"/>
                    <a:pt x="93" y="369"/>
                    <a:pt x="93" y="369"/>
                  </a:cubicBezTo>
                  <a:cubicBezTo>
                    <a:pt x="86" y="353"/>
                    <a:pt x="86" y="353"/>
                    <a:pt x="86" y="353"/>
                  </a:cubicBezTo>
                  <a:cubicBezTo>
                    <a:pt x="85" y="352"/>
                    <a:pt x="85" y="352"/>
                    <a:pt x="85" y="352"/>
                  </a:cubicBezTo>
                  <a:cubicBezTo>
                    <a:pt x="86" y="352"/>
                    <a:pt x="86" y="352"/>
                    <a:pt x="86" y="352"/>
                  </a:cubicBezTo>
                  <a:cubicBezTo>
                    <a:pt x="120" y="304"/>
                    <a:pt x="120" y="304"/>
                    <a:pt x="120" y="304"/>
                  </a:cubicBezTo>
                  <a:cubicBezTo>
                    <a:pt x="157" y="268"/>
                    <a:pt x="157" y="268"/>
                    <a:pt x="157" y="268"/>
                  </a:cubicBezTo>
                  <a:cubicBezTo>
                    <a:pt x="158" y="268"/>
                    <a:pt x="158" y="268"/>
                    <a:pt x="158" y="268"/>
                  </a:cubicBezTo>
                  <a:cubicBezTo>
                    <a:pt x="169" y="264"/>
                    <a:pt x="169" y="264"/>
                    <a:pt x="169" y="264"/>
                  </a:cubicBezTo>
                  <a:cubicBezTo>
                    <a:pt x="176" y="257"/>
                    <a:pt x="176" y="257"/>
                    <a:pt x="176" y="257"/>
                  </a:cubicBezTo>
                  <a:cubicBezTo>
                    <a:pt x="176" y="257"/>
                    <a:pt x="176" y="257"/>
                    <a:pt x="176" y="257"/>
                  </a:cubicBezTo>
                  <a:cubicBezTo>
                    <a:pt x="180" y="253"/>
                    <a:pt x="185" y="251"/>
                    <a:pt x="190" y="249"/>
                  </a:cubicBezTo>
                  <a:cubicBezTo>
                    <a:pt x="186" y="246"/>
                    <a:pt x="186" y="246"/>
                    <a:pt x="186" y="246"/>
                  </a:cubicBezTo>
                  <a:cubicBezTo>
                    <a:pt x="178" y="238"/>
                    <a:pt x="178" y="238"/>
                    <a:pt x="178" y="238"/>
                  </a:cubicBezTo>
                  <a:cubicBezTo>
                    <a:pt x="178" y="237"/>
                    <a:pt x="178" y="237"/>
                    <a:pt x="178" y="237"/>
                  </a:cubicBezTo>
                  <a:cubicBezTo>
                    <a:pt x="177" y="237"/>
                    <a:pt x="177" y="237"/>
                    <a:pt x="177" y="237"/>
                  </a:cubicBezTo>
                  <a:cubicBezTo>
                    <a:pt x="171" y="230"/>
                    <a:pt x="171" y="230"/>
                    <a:pt x="171" y="230"/>
                  </a:cubicBezTo>
                  <a:cubicBezTo>
                    <a:pt x="171" y="229"/>
                    <a:pt x="171" y="229"/>
                    <a:pt x="171" y="229"/>
                  </a:cubicBezTo>
                  <a:cubicBezTo>
                    <a:pt x="171" y="227"/>
                    <a:pt x="171" y="227"/>
                    <a:pt x="171" y="227"/>
                  </a:cubicBezTo>
                  <a:cubicBezTo>
                    <a:pt x="174" y="224"/>
                    <a:pt x="174" y="224"/>
                    <a:pt x="174" y="224"/>
                  </a:cubicBezTo>
                  <a:cubicBezTo>
                    <a:pt x="166" y="226"/>
                    <a:pt x="166" y="226"/>
                    <a:pt x="166" y="226"/>
                  </a:cubicBezTo>
                  <a:cubicBezTo>
                    <a:pt x="149" y="221"/>
                    <a:pt x="149" y="221"/>
                    <a:pt x="149" y="221"/>
                  </a:cubicBezTo>
                  <a:cubicBezTo>
                    <a:pt x="142" y="218"/>
                    <a:pt x="138" y="215"/>
                    <a:pt x="137" y="210"/>
                  </a:cubicBezTo>
                  <a:cubicBezTo>
                    <a:pt x="133" y="200"/>
                    <a:pt x="132" y="190"/>
                    <a:pt x="132" y="181"/>
                  </a:cubicBezTo>
                  <a:cubicBezTo>
                    <a:pt x="130" y="184"/>
                    <a:pt x="127" y="185"/>
                    <a:pt x="124" y="185"/>
                  </a:cubicBezTo>
                  <a:cubicBezTo>
                    <a:pt x="111" y="182"/>
                    <a:pt x="111" y="182"/>
                    <a:pt x="111" y="182"/>
                  </a:cubicBezTo>
                  <a:cubicBezTo>
                    <a:pt x="103" y="176"/>
                    <a:pt x="103" y="176"/>
                    <a:pt x="103" y="176"/>
                  </a:cubicBezTo>
                  <a:cubicBezTo>
                    <a:pt x="92" y="173"/>
                    <a:pt x="92" y="173"/>
                    <a:pt x="92" y="173"/>
                  </a:cubicBezTo>
                  <a:cubicBezTo>
                    <a:pt x="88" y="173"/>
                    <a:pt x="88" y="173"/>
                    <a:pt x="88" y="173"/>
                  </a:cubicBezTo>
                  <a:cubicBezTo>
                    <a:pt x="84" y="173"/>
                    <a:pt x="81" y="172"/>
                    <a:pt x="78" y="170"/>
                  </a:cubicBezTo>
                  <a:cubicBezTo>
                    <a:pt x="75" y="167"/>
                    <a:pt x="73" y="165"/>
                    <a:pt x="72" y="163"/>
                  </a:cubicBezTo>
                  <a:cubicBezTo>
                    <a:pt x="71" y="158"/>
                    <a:pt x="72" y="155"/>
                    <a:pt x="77" y="152"/>
                  </a:cubicBezTo>
                  <a:cubicBezTo>
                    <a:pt x="81" y="149"/>
                    <a:pt x="86" y="144"/>
                    <a:pt x="90" y="138"/>
                  </a:cubicBezTo>
                  <a:cubicBezTo>
                    <a:pt x="86" y="132"/>
                    <a:pt x="84" y="127"/>
                    <a:pt x="86" y="121"/>
                  </a:cubicBezTo>
                  <a:cubicBezTo>
                    <a:pt x="86" y="121"/>
                    <a:pt x="86" y="121"/>
                    <a:pt x="86" y="121"/>
                  </a:cubicBezTo>
                  <a:cubicBezTo>
                    <a:pt x="87" y="118"/>
                    <a:pt x="92" y="115"/>
                    <a:pt x="101" y="112"/>
                  </a:cubicBezTo>
                  <a:cubicBezTo>
                    <a:pt x="101" y="109"/>
                    <a:pt x="103" y="107"/>
                    <a:pt x="104" y="107"/>
                  </a:cubicBezTo>
                  <a:cubicBezTo>
                    <a:pt x="113" y="107"/>
                    <a:pt x="113" y="107"/>
                    <a:pt x="113" y="107"/>
                  </a:cubicBezTo>
                  <a:cubicBezTo>
                    <a:pt x="112" y="106"/>
                    <a:pt x="112" y="106"/>
                    <a:pt x="112" y="106"/>
                  </a:cubicBezTo>
                  <a:cubicBezTo>
                    <a:pt x="106" y="102"/>
                    <a:pt x="104" y="98"/>
                    <a:pt x="107" y="93"/>
                  </a:cubicBezTo>
                  <a:cubicBezTo>
                    <a:pt x="112" y="90"/>
                    <a:pt x="112" y="90"/>
                    <a:pt x="112" y="90"/>
                  </a:cubicBezTo>
                  <a:cubicBezTo>
                    <a:pt x="117" y="88"/>
                    <a:pt x="124" y="88"/>
                    <a:pt x="131" y="92"/>
                  </a:cubicBezTo>
                  <a:cubicBezTo>
                    <a:pt x="145" y="102"/>
                    <a:pt x="145" y="102"/>
                    <a:pt x="145" y="102"/>
                  </a:cubicBezTo>
                  <a:cubicBezTo>
                    <a:pt x="157" y="102"/>
                    <a:pt x="157" y="102"/>
                    <a:pt x="157" y="102"/>
                  </a:cubicBezTo>
                  <a:cubicBezTo>
                    <a:pt x="162" y="105"/>
                    <a:pt x="162" y="105"/>
                    <a:pt x="162" y="105"/>
                  </a:cubicBezTo>
                  <a:cubicBezTo>
                    <a:pt x="163" y="110"/>
                    <a:pt x="163" y="110"/>
                    <a:pt x="163" y="110"/>
                  </a:cubicBezTo>
                  <a:cubicBezTo>
                    <a:pt x="163" y="113"/>
                    <a:pt x="161" y="115"/>
                    <a:pt x="159" y="115"/>
                  </a:cubicBezTo>
                  <a:cubicBezTo>
                    <a:pt x="156" y="115"/>
                    <a:pt x="154" y="118"/>
                    <a:pt x="154" y="122"/>
                  </a:cubicBezTo>
                  <a:cubicBezTo>
                    <a:pt x="160" y="136"/>
                    <a:pt x="160" y="136"/>
                    <a:pt x="160" y="136"/>
                  </a:cubicBezTo>
                  <a:cubicBezTo>
                    <a:pt x="163" y="131"/>
                    <a:pt x="167" y="128"/>
                    <a:pt x="171" y="127"/>
                  </a:cubicBezTo>
                  <a:cubicBezTo>
                    <a:pt x="172" y="127"/>
                    <a:pt x="175" y="129"/>
                    <a:pt x="177" y="131"/>
                  </a:cubicBezTo>
                  <a:cubicBezTo>
                    <a:pt x="179" y="134"/>
                    <a:pt x="180" y="139"/>
                    <a:pt x="182" y="145"/>
                  </a:cubicBezTo>
                  <a:cubicBezTo>
                    <a:pt x="182" y="152"/>
                    <a:pt x="184" y="157"/>
                    <a:pt x="186" y="160"/>
                  </a:cubicBezTo>
                  <a:cubicBezTo>
                    <a:pt x="191" y="167"/>
                    <a:pt x="191" y="167"/>
                    <a:pt x="191" y="167"/>
                  </a:cubicBezTo>
                  <a:cubicBezTo>
                    <a:pt x="198" y="176"/>
                    <a:pt x="202" y="183"/>
                    <a:pt x="203" y="188"/>
                  </a:cubicBezTo>
                  <a:cubicBezTo>
                    <a:pt x="227" y="185"/>
                    <a:pt x="227" y="185"/>
                    <a:pt x="227" y="185"/>
                  </a:cubicBezTo>
                  <a:cubicBezTo>
                    <a:pt x="237" y="179"/>
                    <a:pt x="237" y="179"/>
                    <a:pt x="237" y="179"/>
                  </a:cubicBezTo>
                  <a:cubicBezTo>
                    <a:pt x="247" y="167"/>
                    <a:pt x="247" y="167"/>
                    <a:pt x="247" y="167"/>
                  </a:cubicBezTo>
                  <a:cubicBezTo>
                    <a:pt x="251" y="156"/>
                    <a:pt x="251" y="156"/>
                    <a:pt x="251" y="156"/>
                  </a:cubicBezTo>
                  <a:cubicBezTo>
                    <a:pt x="251" y="155"/>
                    <a:pt x="251" y="155"/>
                    <a:pt x="251" y="155"/>
                  </a:cubicBezTo>
                  <a:cubicBezTo>
                    <a:pt x="251" y="155"/>
                    <a:pt x="251" y="155"/>
                    <a:pt x="251" y="155"/>
                  </a:cubicBezTo>
                  <a:cubicBezTo>
                    <a:pt x="254" y="142"/>
                    <a:pt x="254" y="142"/>
                    <a:pt x="254" y="142"/>
                  </a:cubicBezTo>
                  <a:cubicBezTo>
                    <a:pt x="254" y="142"/>
                    <a:pt x="254" y="142"/>
                    <a:pt x="254" y="142"/>
                  </a:cubicBezTo>
                  <a:cubicBezTo>
                    <a:pt x="255" y="141"/>
                    <a:pt x="255" y="141"/>
                    <a:pt x="255" y="141"/>
                  </a:cubicBezTo>
                  <a:cubicBezTo>
                    <a:pt x="256" y="141"/>
                    <a:pt x="256" y="141"/>
                    <a:pt x="256" y="141"/>
                  </a:cubicBezTo>
                  <a:cubicBezTo>
                    <a:pt x="265" y="135"/>
                    <a:pt x="265" y="135"/>
                    <a:pt x="265" y="135"/>
                  </a:cubicBezTo>
                  <a:cubicBezTo>
                    <a:pt x="267" y="133"/>
                    <a:pt x="267" y="133"/>
                    <a:pt x="267" y="133"/>
                  </a:cubicBezTo>
                  <a:cubicBezTo>
                    <a:pt x="266" y="133"/>
                    <a:pt x="266" y="133"/>
                    <a:pt x="266" y="133"/>
                  </a:cubicBezTo>
                  <a:cubicBezTo>
                    <a:pt x="251" y="128"/>
                    <a:pt x="251" y="128"/>
                    <a:pt x="251" y="128"/>
                  </a:cubicBezTo>
                  <a:cubicBezTo>
                    <a:pt x="250" y="128"/>
                    <a:pt x="250" y="128"/>
                    <a:pt x="250" y="128"/>
                  </a:cubicBezTo>
                  <a:cubicBezTo>
                    <a:pt x="250" y="127"/>
                    <a:pt x="250" y="127"/>
                    <a:pt x="250" y="127"/>
                  </a:cubicBezTo>
                  <a:cubicBezTo>
                    <a:pt x="247" y="118"/>
                    <a:pt x="247" y="118"/>
                    <a:pt x="247" y="118"/>
                  </a:cubicBezTo>
                  <a:lnTo>
                    <a:pt x="245" y="115"/>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35" name="Freeform 35"/>
            <p:cNvSpPr/>
            <p:nvPr/>
          </p:nvSpPr>
          <p:spPr bwMode="auto">
            <a:xfrm>
              <a:off x="4318191" y="3943922"/>
              <a:ext cx="138112" cy="336550"/>
            </a:xfrm>
            <a:custGeom>
              <a:avLst/>
              <a:gdLst>
                <a:gd name="T0" fmla="*/ 61 w 80"/>
                <a:gd name="T1" fmla="*/ 0 h 194"/>
                <a:gd name="T2" fmla="*/ 18 w 80"/>
                <a:gd name="T3" fmla="*/ 52 h 194"/>
                <a:gd name="T4" fmla="*/ 0 w 80"/>
                <a:gd name="T5" fmla="*/ 82 h 194"/>
                <a:gd name="T6" fmla="*/ 4 w 80"/>
                <a:gd name="T7" fmla="*/ 115 h 194"/>
                <a:gd name="T8" fmla="*/ 4 w 80"/>
                <a:gd name="T9" fmla="*/ 116 h 194"/>
                <a:gd name="T10" fmla="*/ 4 w 80"/>
                <a:gd name="T11" fmla="*/ 116 h 194"/>
                <a:gd name="T12" fmla="*/ 1 w 80"/>
                <a:gd name="T13" fmla="*/ 139 h 194"/>
                <a:gd name="T14" fmla="*/ 3 w 80"/>
                <a:gd name="T15" fmla="*/ 152 h 194"/>
                <a:gd name="T16" fmla="*/ 28 w 80"/>
                <a:gd name="T17" fmla="*/ 169 h 194"/>
                <a:gd name="T18" fmla="*/ 28 w 80"/>
                <a:gd name="T19" fmla="*/ 169 h 194"/>
                <a:gd name="T20" fmla="*/ 29 w 80"/>
                <a:gd name="T21" fmla="*/ 169 h 194"/>
                <a:gd name="T22" fmla="*/ 29 w 80"/>
                <a:gd name="T23" fmla="*/ 171 h 194"/>
                <a:gd name="T24" fmla="*/ 29 w 80"/>
                <a:gd name="T25" fmla="*/ 171 h 194"/>
                <a:gd name="T26" fmla="*/ 39 w 80"/>
                <a:gd name="T27" fmla="*/ 187 h 194"/>
                <a:gd name="T28" fmla="*/ 47 w 80"/>
                <a:gd name="T29" fmla="*/ 194 h 194"/>
                <a:gd name="T30" fmla="*/ 51 w 80"/>
                <a:gd name="T31" fmla="*/ 154 h 194"/>
                <a:gd name="T32" fmla="*/ 51 w 80"/>
                <a:gd name="T33" fmla="*/ 152 h 194"/>
                <a:gd name="T34" fmla="*/ 68 w 80"/>
                <a:gd name="T35" fmla="*/ 110 h 194"/>
                <a:gd name="T36" fmla="*/ 74 w 80"/>
                <a:gd name="T37" fmla="*/ 60 h 194"/>
                <a:gd name="T38" fmla="*/ 74 w 80"/>
                <a:gd name="T39" fmla="*/ 59 h 194"/>
                <a:gd name="T40" fmla="*/ 75 w 80"/>
                <a:gd name="T41" fmla="*/ 58 h 194"/>
                <a:gd name="T42" fmla="*/ 80 w 80"/>
                <a:gd name="T43" fmla="*/ 45 h 194"/>
                <a:gd name="T44" fmla="*/ 76 w 80"/>
                <a:gd name="T45" fmla="*/ 34 h 194"/>
                <a:gd name="T46" fmla="*/ 76 w 80"/>
                <a:gd name="T47" fmla="*/ 33 h 194"/>
                <a:gd name="T48" fmla="*/ 75 w 80"/>
                <a:gd name="T49" fmla="*/ 33 h 194"/>
                <a:gd name="T50" fmla="*/ 74 w 80"/>
                <a:gd name="T51" fmla="*/ 17 h 194"/>
                <a:gd name="T52" fmla="*/ 75 w 80"/>
                <a:gd name="T53" fmla="*/ 17 h 194"/>
                <a:gd name="T54" fmla="*/ 75 w 80"/>
                <a:gd name="T55" fmla="*/ 16 h 194"/>
                <a:gd name="T56" fmla="*/ 79 w 80"/>
                <a:gd name="T57" fmla="*/ 12 h 194"/>
                <a:gd name="T58" fmla="*/ 80 w 80"/>
                <a:gd name="T59" fmla="*/ 8 h 194"/>
                <a:gd name="T60" fmla="*/ 61 w 80"/>
                <a:gd name="T61"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0" h="194">
                  <a:moveTo>
                    <a:pt x="61" y="0"/>
                  </a:moveTo>
                  <a:cubicBezTo>
                    <a:pt x="41" y="13"/>
                    <a:pt x="28" y="31"/>
                    <a:pt x="18" y="52"/>
                  </a:cubicBezTo>
                  <a:cubicBezTo>
                    <a:pt x="11" y="71"/>
                    <a:pt x="4" y="80"/>
                    <a:pt x="0" y="82"/>
                  </a:cubicBezTo>
                  <a:cubicBezTo>
                    <a:pt x="4" y="115"/>
                    <a:pt x="4" y="115"/>
                    <a:pt x="4" y="115"/>
                  </a:cubicBezTo>
                  <a:cubicBezTo>
                    <a:pt x="4" y="116"/>
                    <a:pt x="4" y="116"/>
                    <a:pt x="4" y="116"/>
                  </a:cubicBezTo>
                  <a:cubicBezTo>
                    <a:pt x="4" y="116"/>
                    <a:pt x="4" y="116"/>
                    <a:pt x="4" y="116"/>
                  </a:cubicBezTo>
                  <a:cubicBezTo>
                    <a:pt x="1" y="139"/>
                    <a:pt x="1" y="139"/>
                    <a:pt x="1" y="139"/>
                  </a:cubicBezTo>
                  <a:cubicBezTo>
                    <a:pt x="0" y="146"/>
                    <a:pt x="1" y="151"/>
                    <a:pt x="3" y="152"/>
                  </a:cubicBezTo>
                  <a:cubicBezTo>
                    <a:pt x="28" y="169"/>
                    <a:pt x="28" y="169"/>
                    <a:pt x="28" y="169"/>
                  </a:cubicBezTo>
                  <a:cubicBezTo>
                    <a:pt x="28" y="169"/>
                    <a:pt x="28" y="169"/>
                    <a:pt x="28" y="169"/>
                  </a:cubicBezTo>
                  <a:cubicBezTo>
                    <a:pt x="29" y="169"/>
                    <a:pt x="29" y="169"/>
                    <a:pt x="29" y="169"/>
                  </a:cubicBezTo>
                  <a:cubicBezTo>
                    <a:pt x="29" y="171"/>
                    <a:pt x="29" y="171"/>
                    <a:pt x="29" y="171"/>
                  </a:cubicBezTo>
                  <a:cubicBezTo>
                    <a:pt x="29" y="171"/>
                    <a:pt x="29" y="171"/>
                    <a:pt x="29" y="171"/>
                  </a:cubicBezTo>
                  <a:cubicBezTo>
                    <a:pt x="31" y="176"/>
                    <a:pt x="34" y="181"/>
                    <a:pt x="39" y="187"/>
                  </a:cubicBezTo>
                  <a:cubicBezTo>
                    <a:pt x="41" y="191"/>
                    <a:pt x="45" y="193"/>
                    <a:pt x="47" y="194"/>
                  </a:cubicBezTo>
                  <a:cubicBezTo>
                    <a:pt x="51" y="154"/>
                    <a:pt x="51" y="154"/>
                    <a:pt x="51" y="154"/>
                  </a:cubicBezTo>
                  <a:cubicBezTo>
                    <a:pt x="51" y="152"/>
                    <a:pt x="51" y="152"/>
                    <a:pt x="51" y="152"/>
                  </a:cubicBezTo>
                  <a:cubicBezTo>
                    <a:pt x="68" y="110"/>
                    <a:pt x="68" y="110"/>
                    <a:pt x="68" y="110"/>
                  </a:cubicBezTo>
                  <a:cubicBezTo>
                    <a:pt x="74" y="60"/>
                    <a:pt x="74" y="60"/>
                    <a:pt x="74" y="60"/>
                  </a:cubicBezTo>
                  <a:cubicBezTo>
                    <a:pt x="74" y="59"/>
                    <a:pt x="74" y="59"/>
                    <a:pt x="74" y="59"/>
                  </a:cubicBezTo>
                  <a:cubicBezTo>
                    <a:pt x="75" y="58"/>
                    <a:pt x="75" y="58"/>
                    <a:pt x="75" y="58"/>
                  </a:cubicBezTo>
                  <a:cubicBezTo>
                    <a:pt x="80" y="45"/>
                    <a:pt x="80" y="45"/>
                    <a:pt x="80" y="45"/>
                  </a:cubicBezTo>
                  <a:cubicBezTo>
                    <a:pt x="76" y="34"/>
                    <a:pt x="76" y="34"/>
                    <a:pt x="76" y="34"/>
                  </a:cubicBezTo>
                  <a:cubicBezTo>
                    <a:pt x="76" y="33"/>
                    <a:pt x="76" y="33"/>
                    <a:pt x="76" y="33"/>
                  </a:cubicBezTo>
                  <a:cubicBezTo>
                    <a:pt x="75" y="33"/>
                    <a:pt x="75" y="33"/>
                    <a:pt x="75" y="33"/>
                  </a:cubicBezTo>
                  <a:cubicBezTo>
                    <a:pt x="74" y="17"/>
                    <a:pt x="74" y="17"/>
                    <a:pt x="74" y="17"/>
                  </a:cubicBezTo>
                  <a:cubicBezTo>
                    <a:pt x="75" y="17"/>
                    <a:pt x="75" y="17"/>
                    <a:pt x="75" y="17"/>
                  </a:cubicBezTo>
                  <a:cubicBezTo>
                    <a:pt x="75" y="16"/>
                    <a:pt x="75" y="16"/>
                    <a:pt x="75" y="16"/>
                  </a:cubicBezTo>
                  <a:cubicBezTo>
                    <a:pt x="79" y="12"/>
                    <a:pt x="79" y="12"/>
                    <a:pt x="79" y="12"/>
                  </a:cubicBezTo>
                  <a:cubicBezTo>
                    <a:pt x="80" y="8"/>
                    <a:pt x="80" y="8"/>
                    <a:pt x="80" y="8"/>
                  </a:cubicBezTo>
                  <a:lnTo>
                    <a:pt x="61" y="0"/>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sp>
          <p:nvSpPr>
            <p:cNvPr id="36" name="Freeform 36"/>
            <p:cNvSpPr/>
            <p:nvPr/>
          </p:nvSpPr>
          <p:spPr bwMode="auto">
            <a:xfrm>
              <a:off x="3292666" y="4539234"/>
              <a:ext cx="214312" cy="184150"/>
            </a:xfrm>
            <a:custGeom>
              <a:avLst/>
              <a:gdLst>
                <a:gd name="T0" fmla="*/ 56 w 124"/>
                <a:gd name="T1" fmla="*/ 11 h 106"/>
                <a:gd name="T2" fmla="*/ 54 w 124"/>
                <a:gd name="T3" fmla="*/ 14 h 106"/>
                <a:gd name="T4" fmla="*/ 54 w 124"/>
                <a:gd name="T5" fmla="*/ 14 h 106"/>
                <a:gd name="T6" fmla="*/ 54 w 124"/>
                <a:gd name="T7" fmla="*/ 15 h 106"/>
                <a:gd name="T8" fmla="*/ 29 w 124"/>
                <a:gd name="T9" fmla="*/ 22 h 106"/>
                <a:gd name="T10" fmla="*/ 30 w 124"/>
                <a:gd name="T11" fmla="*/ 25 h 106"/>
                <a:gd name="T12" fmla="*/ 38 w 124"/>
                <a:gd name="T13" fmla="*/ 34 h 106"/>
                <a:gd name="T14" fmla="*/ 35 w 124"/>
                <a:gd name="T15" fmla="*/ 34 h 106"/>
                <a:gd name="T16" fmla="*/ 24 w 124"/>
                <a:gd name="T17" fmla="*/ 40 h 106"/>
                <a:gd name="T18" fmla="*/ 6 w 124"/>
                <a:gd name="T19" fmla="*/ 54 h 106"/>
                <a:gd name="T20" fmla="*/ 10 w 124"/>
                <a:gd name="T21" fmla="*/ 95 h 106"/>
                <a:gd name="T22" fmla="*/ 28 w 124"/>
                <a:gd name="T23" fmla="*/ 97 h 106"/>
                <a:gd name="T24" fmla="*/ 29 w 124"/>
                <a:gd name="T25" fmla="*/ 97 h 106"/>
                <a:gd name="T26" fmla="*/ 29 w 124"/>
                <a:gd name="T27" fmla="*/ 97 h 106"/>
                <a:gd name="T28" fmla="*/ 47 w 124"/>
                <a:gd name="T29" fmla="*/ 106 h 106"/>
                <a:gd name="T30" fmla="*/ 66 w 124"/>
                <a:gd name="T31" fmla="*/ 103 h 106"/>
                <a:gd name="T32" fmla="*/ 95 w 124"/>
                <a:gd name="T33" fmla="*/ 80 h 106"/>
                <a:gd name="T34" fmla="*/ 95 w 124"/>
                <a:gd name="T35" fmla="*/ 80 h 106"/>
                <a:gd name="T36" fmla="*/ 97 w 124"/>
                <a:gd name="T37" fmla="*/ 79 h 106"/>
                <a:gd name="T38" fmla="*/ 105 w 124"/>
                <a:gd name="T39" fmla="*/ 76 h 106"/>
                <a:gd name="T40" fmla="*/ 103 w 124"/>
                <a:gd name="T41" fmla="*/ 51 h 106"/>
                <a:gd name="T42" fmla="*/ 103 w 124"/>
                <a:gd name="T43" fmla="*/ 49 h 106"/>
                <a:gd name="T44" fmla="*/ 114 w 124"/>
                <a:gd name="T45" fmla="*/ 34 h 106"/>
                <a:gd name="T46" fmla="*/ 114 w 124"/>
                <a:gd name="T47" fmla="*/ 33 h 106"/>
                <a:gd name="T48" fmla="*/ 114 w 124"/>
                <a:gd name="T49" fmla="*/ 33 h 106"/>
                <a:gd name="T50" fmla="*/ 123 w 124"/>
                <a:gd name="T51" fmla="*/ 26 h 106"/>
                <a:gd name="T52" fmla="*/ 120 w 124"/>
                <a:gd name="T53" fmla="*/ 7 h 106"/>
                <a:gd name="T54" fmla="*/ 112 w 124"/>
                <a:gd name="T55" fmla="*/ 0 h 106"/>
                <a:gd name="T56" fmla="*/ 113 w 124"/>
                <a:gd name="T57" fmla="*/ 9 h 106"/>
                <a:gd name="T58" fmla="*/ 97 w 124"/>
                <a:gd name="T59" fmla="*/ 6 h 106"/>
                <a:gd name="T60" fmla="*/ 89 w 124"/>
                <a:gd name="T61" fmla="*/ 11 h 106"/>
                <a:gd name="T62" fmla="*/ 89 w 124"/>
                <a:gd name="T63" fmla="*/ 11 h 106"/>
                <a:gd name="T64" fmla="*/ 89 w 124"/>
                <a:gd name="T65" fmla="*/ 11 h 106"/>
                <a:gd name="T66" fmla="*/ 56 w 124"/>
                <a:gd name="T67" fmla="*/ 1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06">
                  <a:moveTo>
                    <a:pt x="56" y="11"/>
                  </a:moveTo>
                  <a:cubicBezTo>
                    <a:pt x="54" y="14"/>
                    <a:pt x="54" y="14"/>
                    <a:pt x="54" y="14"/>
                  </a:cubicBezTo>
                  <a:cubicBezTo>
                    <a:pt x="54" y="14"/>
                    <a:pt x="54" y="14"/>
                    <a:pt x="54" y="14"/>
                  </a:cubicBezTo>
                  <a:cubicBezTo>
                    <a:pt x="54" y="15"/>
                    <a:pt x="54" y="15"/>
                    <a:pt x="54" y="15"/>
                  </a:cubicBezTo>
                  <a:cubicBezTo>
                    <a:pt x="29" y="22"/>
                    <a:pt x="29" y="22"/>
                    <a:pt x="29" y="22"/>
                  </a:cubicBezTo>
                  <a:cubicBezTo>
                    <a:pt x="30" y="25"/>
                    <a:pt x="30" y="25"/>
                    <a:pt x="30" y="25"/>
                  </a:cubicBezTo>
                  <a:cubicBezTo>
                    <a:pt x="38" y="34"/>
                    <a:pt x="38" y="34"/>
                    <a:pt x="38" y="34"/>
                  </a:cubicBezTo>
                  <a:cubicBezTo>
                    <a:pt x="37" y="34"/>
                    <a:pt x="36" y="34"/>
                    <a:pt x="35" y="34"/>
                  </a:cubicBezTo>
                  <a:cubicBezTo>
                    <a:pt x="24" y="40"/>
                    <a:pt x="24" y="40"/>
                    <a:pt x="24" y="40"/>
                  </a:cubicBezTo>
                  <a:cubicBezTo>
                    <a:pt x="6" y="54"/>
                    <a:pt x="6" y="54"/>
                    <a:pt x="6" y="54"/>
                  </a:cubicBezTo>
                  <a:cubicBezTo>
                    <a:pt x="0" y="62"/>
                    <a:pt x="1" y="75"/>
                    <a:pt x="10" y="95"/>
                  </a:cubicBezTo>
                  <a:cubicBezTo>
                    <a:pt x="28" y="97"/>
                    <a:pt x="28" y="97"/>
                    <a:pt x="28" y="97"/>
                  </a:cubicBezTo>
                  <a:cubicBezTo>
                    <a:pt x="29" y="97"/>
                    <a:pt x="29" y="97"/>
                    <a:pt x="29" y="97"/>
                  </a:cubicBezTo>
                  <a:cubicBezTo>
                    <a:pt x="29" y="97"/>
                    <a:pt x="29" y="97"/>
                    <a:pt x="29" y="97"/>
                  </a:cubicBezTo>
                  <a:cubicBezTo>
                    <a:pt x="47" y="106"/>
                    <a:pt x="47" y="106"/>
                    <a:pt x="47" y="106"/>
                  </a:cubicBezTo>
                  <a:cubicBezTo>
                    <a:pt x="66" y="103"/>
                    <a:pt x="66" y="103"/>
                    <a:pt x="66" y="103"/>
                  </a:cubicBezTo>
                  <a:cubicBezTo>
                    <a:pt x="74" y="101"/>
                    <a:pt x="83" y="94"/>
                    <a:pt x="95" y="80"/>
                  </a:cubicBezTo>
                  <a:cubicBezTo>
                    <a:pt x="95" y="80"/>
                    <a:pt x="95" y="80"/>
                    <a:pt x="95" y="80"/>
                  </a:cubicBezTo>
                  <a:cubicBezTo>
                    <a:pt x="97" y="79"/>
                    <a:pt x="97" y="79"/>
                    <a:pt x="97" y="79"/>
                  </a:cubicBezTo>
                  <a:cubicBezTo>
                    <a:pt x="105" y="76"/>
                    <a:pt x="105" y="76"/>
                    <a:pt x="105" y="76"/>
                  </a:cubicBezTo>
                  <a:cubicBezTo>
                    <a:pt x="103" y="51"/>
                    <a:pt x="103" y="51"/>
                    <a:pt x="103" y="51"/>
                  </a:cubicBezTo>
                  <a:cubicBezTo>
                    <a:pt x="103" y="49"/>
                    <a:pt x="103" y="49"/>
                    <a:pt x="103" y="49"/>
                  </a:cubicBezTo>
                  <a:cubicBezTo>
                    <a:pt x="114" y="34"/>
                    <a:pt x="114" y="34"/>
                    <a:pt x="114" y="34"/>
                  </a:cubicBezTo>
                  <a:cubicBezTo>
                    <a:pt x="114" y="33"/>
                    <a:pt x="114" y="33"/>
                    <a:pt x="114" y="33"/>
                  </a:cubicBezTo>
                  <a:cubicBezTo>
                    <a:pt x="114" y="33"/>
                    <a:pt x="114" y="33"/>
                    <a:pt x="114" y="33"/>
                  </a:cubicBezTo>
                  <a:cubicBezTo>
                    <a:pt x="123" y="26"/>
                    <a:pt x="123" y="26"/>
                    <a:pt x="123" y="26"/>
                  </a:cubicBezTo>
                  <a:cubicBezTo>
                    <a:pt x="124" y="19"/>
                    <a:pt x="123" y="12"/>
                    <a:pt x="120" y="7"/>
                  </a:cubicBezTo>
                  <a:cubicBezTo>
                    <a:pt x="118" y="2"/>
                    <a:pt x="115" y="0"/>
                    <a:pt x="112" y="0"/>
                  </a:cubicBezTo>
                  <a:cubicBezTo>
                    <a:pt x="113" y="9"/>
                    <a:pt x="113" y="9"/>
                    <a:pt x="113" y="9"/>
                  </a:cubicBezTo>
                  <a:cubicBezTo>
                    <a:pt x="97" y="6"/>
                    <a:pt x="97" y="6"/>
                    <a:pt x="97" y="6"/>
                  </a:cubicBezTo>
                  <a:cubicBezTo>
                    <a:pt x="89" y="11"/>
                    <a:pt x="89" y="11"/>
                    <a:pt x="89" y="11"/>
                  </a:cubicBezTo>
                  <a:cubicBezTo>
                    <a:pt x="89" y="11"/>
                    <a:pt x="89" y="11"/>
                    <a:pt x="89" y="11"/>
                  </a:cubicBezTo>
                  <a:cubicBezTo>
                    <a:pt x="89" y="11"/>
                    <a:pt x="89" y="11"/>
                    <a:pt x="89" y="11"/>
                  </a:cubicBezTo>
                  <a:lnTo>
                    <a:pt x="56" y="11"/>
                  </a:lnTo>
                  <a:close/>
                </a:path>
              </a:pathLst>
            </a:custGeom>
            <a:solidFill>
              <a:schemeClr val="bg1">
                <a:lumMod val="65000"/>
              </a:schemeClr>
            </a:solidFill>
            <a:ln>
              <a:noFill/>
            </a:ln>
          </p:spPr>
          <p:txBody>
            <a:bodyPr vert="horz" wrap="square" lIns="91440" tIns="45720" rIns="91440" bIns="45720" numCol="1" anchor="t" anchorCtr="0" compatLnSpc="1"/>
            <a:lstStyle/>
            <a:p>
              <a:endParaRPr lang="zh-CN" altLang="en-US"/>
            </a:p>
          </p:txBody>
        </p:sp>
      </p:grpSp>
      <p:sp>
        <p:nvSpPr>
          <p:cNvPr id="37" name="内容占位符 2"/>
          <p:cNvSpPr txBox="1"/>
          <p:nvPr/>
        </p:nvSpPr>
        <p:spPr>
          <a:xfrm>
            <a:off x="5039544" y="2259104"/>
            <a:ext cx="4104456" cy="3096344"/>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buClr>
                <a:srgbClr val="FF3300"/>
              </a:buClr>
              <a:buSzPct val="70000"/>
              <a:buFont typeface="Wingdings 2" pitchFamily="18" charset="2"/>
              <a:buChar char=""/>
              <a:defRPr/>
            </a:pPr>
            <a:r>
              <a:rPr lang="zh-CN" altLang="en-US" sz="2000" b="1" dirty="0">
                <a:solidFill>
                  <a:srgbClr val="FF3300"/>
                </a:solidFill>
                <a:latin typeface="华文中宋" panose="02010600040101010101" pitchFamily="2" charset="-122"/>
                <a:ea typeface="华文中宋" panose="02010600040101010101" pitchFamily="2" charset="-122"/>
              </a:rPr>
              <a:t>占比</a:t>
            </a:r>
            <a:r>
              <a:rPr lang="en-US" altLang="zh-CN" sz="2000" b="1" dirty="0">
                <a:solidFill>
                  <a:srgbClr val="FF3300"/>
                </a:solidFill>
                <a:latin typeface="华文中宋" panose="02010600040101010101" pitchFamily="2" charset="-122"/>
                <a:ea typeface="华文中宋" panose="02010600040101010101" pitchFamily="2" charset="-122"/>
              </a:rPr>
              <a:t>10%+</a:t>
            </a:r>
            <a:endParaRPr lang="en-US" altLang="zh-CN" sz="2000" b="1" dirty="0">
              <a:solidFill>
                <a:srgbClr val="FFFFFF"/>
              </a:solidFill>
              <a:latin typeface="华文中宋" panose="02010600040101010101" pitchFamily="2" charset="-122"/>
              <a:ea typeface="华文中宋" panose="02010600040101010101" pitchFamily="2" charset="-122"/>
            </a:endParaRPr>
          </a:p>
          <a:p>
            <a:pPr marL="0" indent="0">
              <a:buClr>
                <a:srgbClr val="FF3300"/>
              </a:buClr>
              <a:buSzPct val="70000"/>
              <a:buNone/>
              <a:defRPr/>
            </a:pPr>
            <a:r>
              <a:rPr kumimoji="0" lang="zh-CN" altLang="en-US" sz="2000" b="0" i="0" u="none" strike="noStrike" kern="1200" cap="none" spc="0" normalizeH="0" baseline="0" noProof="0" dirty="0">
                <a:ln>
                  <a:noFill/>
                </a:ln>
                <a:solidFill>
                  <a:srgbClr val="FFFFFF"/>
                </a:solidFill>
                <a:effectLst/>
                <a:uLnTx/>
                <a:uFillTx/>
                <a:latin typeface="华文中宋" panose="02010600040101010101" pitchFamily="2" charset="-122"/>
                <a:ea typeface="华文中宋" panose="02010600040101010101" pitchFamily="2" charset="-122"/>
                <a:cs typeface="+mn-cs"/>
              </a:rPr>
              <a:t>广东省、上海市、北京市 </a:t>
            </a:r>
            <a:endParaRPr lang="en-US" altLang="zh-CN" sz="2000" dirty="0">
              <a:solidFill>
                <a:srgbClr val="FFFFFF"/>
              </a:solidFill>
              <a:latin typeface="华文中宋" panose="02010600040101010101" pitchFamily="2" charset="-122"/>
              <a:ea typeface="华文中宋" panose="02010600040101010101" pitchFamily="2" charset="-122"/>
            </a:endParaRPr>
          </a:p>
          <a:p>
            <a:pPr>
              <a:buClr>
                <a:srgbClr val="FF6600"/>
              </a:buClr>
              <a:buSzPct val="70000"/>
              <a:buFont typeface="Wingdings 2" pitchFamily="18" charset="2"/>
              <a:buChar char="î"/>
              <a:defRPr/>
            </a:pPr>
            <a:r>
              <a:rPr lang="zh-CN" altLang="en-US" sz="2000" b="1" dirty="0">
                <a:solidFill>
                  <a:srgbClr val="FF6600"/>
                </a:solidFill>
                <a:latin typeface="华文中宋" panose="02010600040101010101" pitchFamily="2" charset="-122"/>
                <a:ea typeface="华文中宋" panose="02010600040101010101" pitchFamily="2" charset="-122"/>
              </a:rPr>
              <a:t>占比</a:t>
            </a:r>
            <a:r>
              <a:rPr lang="en-US" altLang="zh-CN" sz="2000" b="1" dirty="0">
                <a:solidFill>
                  <a:srgbClr val="FF6600"/>
                </a:solidFill>
                <a:latin typeface="华文中宋" panose="02010600040101010101" pitchFamily="2" charset="-122"/>
                <a:ea typeface="华文中宋" panose="02010600040101010101" pitchFamily="2" charset="-122"/>
              </a:rPr>
              <a:t>4%-10%</a:t>
            </a:r>
          </a:p>
          <a:p>
            <a:pPr marL="0" indent="0">
              <a:buClr>
                <a:srgbClr val="FF6600"/>
              </a:buClr>
              <a:buSzPct val="70000"/>
              <a:buNone/>
              <a:defRPr/>
            </a:pPr>
            <a:r>
              <a:rPr lang="zh-CN" altLang="en-US" sz="2000" dirty="0">
                <a:solidFill>
                  <a:srgbClr val="FFFFFF"/>
                </a:solidFill>
                <a:latin typeface="华文中宋" panose="02010600040101010101" pitchFamily="2" charset="-122"/>
                <a:ea typeface="华文中宋" panose="02010600040101010101" pitchFamily="2" charset="-122"/>
              </a:rPr>
              <a:t>江苏省、浙江省、湖南省</a:t>
            </a:r>
            <a:endParaRPr lang="en-US" altLang="zh-CN" sz="2000" dirty="0">
              <a:solidFill>
                <a:srgbClr val="FFFFFF"/>
              </a:solidFill>
              <a:latin typeface="华文中宋" panose="02010600040101010101" pitchFamily="2" charset="-122"/>
              <a:ea typeface="华文中宋" panose="02010600040101010101" pitchFamily="2" charset="-122"/>
            </a:endParaRPr>
          </a:p>
          <a:p>
            <a:pPr>
              <a:buClr>
                <a:srgbClr val="FF9933"/>
              </a:buClr>
              <a:buSzPct val="70000"/>
              <a:buFont typeface="Wingdings 2" pitchFamily="18" charset="2"/>
              <a:buChar char=""/>
              <a:defRPr/>
            </a:pPr>
            <a:r>
              <a:rPr lang="zh-CN" altLang="en-US" sz="2000" b="1" dirty="0">
                <a:solidFill>
                  <a:srgbClr val="FFC000"/>
                </a:solidFill>
                <a:latin typeface="华文中宋" panose="02010600040101010101" pitchFamily="2" charset="-122"/>
                <a:ea typeface="华文中宋" panose="02010600040101010101" pitchFamily="2" charset="-122"/>
              </a:rPr>
              <a:t>占比</a:t>
            </a:r>
            <a:r>
              <a:rPr lang="en-US" altLang="zh-CN" sz="2000" b="1" dirty="0">
                <a:solidFill>
                  <a:srgbClr val="FFC000"/>
                </a:solidFill>
                <a:latin typeface="华文中宋" panose="02010600040101010101" pitchFamily="2" charset="-122"/>
                <a:ea typeface="华文中宋" panose="02010600040101010101" pitchFamily="2" charset="-122"/>
              </a:rPr>
              <a:t>2%-4%</a:t>
            </a:r>
          </a:p>
          <a:p>
            <a:pPr marL="0" indent="0">
              <a:buClr>
                <a:srgbClr val="FF9933"/>
              </a:buClr>
              <a:buSzPct val="70000"/>
              <a:buNone/>
              <a:defRPr/>
            </a:pPr>
            <a:r>
              <a:rPr lang="zh-CN" altLang="en-US" sz="2000" dirty="0">
                <a:solidFill>
                  <a:srgbClr val="FFFFFF"/>
                </a:solidFill>
                <a:latin typeface="华文中宋" panose="02010600040101010101" pitchFamily="2" charset="-122"/>
                <a:ea typeface="华文中宋" panose="02010600040101010101" pitchFamily="2" charset="-122"/>
              </a:rPr>
              <a:t>四川省、山东省、湖北省、天津市</a:t>
            </a:r>
            <a:endParaRPr lang="en-US" altLang="zh-CN" sz="2000" dirty="0">
              <a:solidFill>
                <a:srgbClr val="FFFFFF"/>
              </a:solidFill>
              <a:latin typeface="华文中宋" panose="02010600040101010101" pitchFamily="2" charset="-122"/>
              <a:ea typeface="华文中宋" panose="02010600040101010101" pitchFamily="2" charset="-122"/>
            </a:endParaRPr>
          </a:p>
        </p:txBody>
      </p:sp>
      <p:sp>
        <p:nvSpPr>
          <p:cNvPr id="38" name="矩形 37"/>
          <p:cNvSpPr/>
          <p:nvPr/>
        </p:nvSpPr>
        <p:spPr>
          <a:xfrm>
            <a:off x="4509299" y="6481502"/>
            <a:ext cx="4527201" cy="259045"/>
          </a:xfrm>
          <a:prstGeom prst="rect">
            <a:avLst/>
          </a:prstGeom>
        </p:spPr>
        <p:txBody>
          <a:bodyPr wrap="none">
            <a:spAutoFit/>
          </a:bodyPr>
          <a:lstStyle/>
          <a:p>
            <a:pPr algn="r" latinLnBrk="1">
              <a:lnSpc>
                <a:spcPts val="1300"/>
              </a:lnSpc>
            </a:pPr>
            <a:r>
              <a:rPr lang="zh-CN" altLang="zh-CN" sz="1400" kern="100" dirty="0">
                <a:solidFill>
                  <a:srgbClr val="FFFFFF"/>
                </a:solidFill>
                <a:latin typeface="华文中宋" panose="02010600040101010101" pitchFamily="2" charset="-122"/>
                <a:ea typeface="华文中宋" panose="02010600040101010101" pitchFamily="2" charset="-122"/>
              </a:rPr>
              <a:t>数据来源：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媒介智讯 花费以</a:t>
            </a:r>
            <a:r>
              <a:rPr lang="en-US" altLang="zh-CN" sz="1400" kern="100" dirty="0">
                <a:solidFill>
                  <a:srgbClr val="FFFFFF"/>
                </a:solidFill>
                <a:latin typeface="华文中宋" panose="02010600040101010101" pitchFamily="2" charset="-122"/>
                <a:ea typeface="华文中宋" panose="02010600040101010101" pitchFamily="2" charset="-122"/>
              </a:rPr>
              <a:t>2015</a:t>
            </a:r>
            <a:r>
              <a:rPr lang="zh-CN" altLang="en-US" sz="1400" kern="100" dirty="0">
                <a:solidFill>
                  <a:srgbClr val="FFFFFF"/>
                </a:solidFill>
                <a:latin typeface="华文中宋" panose="02010600040101010101" pitchFamily="2" charset="-122"/>
                <a:ea typeface="华文中宋" panose="02010600040101010101" pitchFamily="2" charset="-122"/>
              </a:rPr>
              <a:t>年全年数据统计 </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grpSp>
        <p:nvGrpSpPr>
          <p:cNvPr id="39" name="Group 40"/>
          <p:cNvGrpSpPr>
            <a:grpSpLocks noChangeAspect="1"/>
          </p:cNvGrpSpPr>
          <p:nvPr/>
        </p:nvGrpSpPr>
        <p:grpSpPr bwMode="auto">
          <a:xfrm>
            <a:off x="3649044" y="2811613"/>
            <a:ext cx="328009" cy="569303"/>
            <a:chOff x="2558" y="1587"/>
            <a:chExt cx="348" cy="453"/>
          </a:xfrm>
        </p:grpSpPr>
        <p:sp>
          <p:nvSpPr>
            <p:cNvPr id="40"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F3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3" name="TextBox 42"/>
          <p:cNvSpPr txBox="1"/>
          <p:nvPr/>
        </p:nvSpPr>
        <p:spPr>
          <a:xfrm>
            <a:off x="3614100" y="2792400"/>
            <a:ext cx="381836" cy="230832"/>
          </a:xfrm>
          <a:prstGeom prst="rect">
            <a:avLst/>
          </a:prstGeom>
          <a:noFill/>
        </p:spPr>
        <p:txBody>
          <a:bodyPr wrap="none" rtlCol="0">
            <a:spAutoFit/>
          </a:bodyPr>
          <a:lstStyle/>
          <a:p>
            <a:r>
              <a:rPr lang="en-US" altLang="zh-CN" sz="900" dirty="0">
                <a:solidFill>
                  <a:schemeClr val="bg1"/>
                </a:solidFill>
              </a:rPr>
              <a:t>24%</a:t>
            </a:r>
            <a:endParaRPr lang="zh-CN" altLang="en-US" sz="900" dirty="0">
              <a:solidFill>
                <a:schemeClr val="bg1"/>
              </a:solidFill>
            </a:endParaRPr>
          </a:p>
        </p:txBody>
      </p:sp>
      <p:grpSp>
        <p:nvGrpSpPr>
          <p:cNvPr id="44" name="Group 40"/>
          <p:cNvGrpSpPr>
            <a:grpSpLocks noChangeAspect="1"/>
          </p:cNvGrpSpPr>
          <p:nvPr/>
        </p:nvGrpSpPr>
        <p:grpSpPr bwMode="auto">
          <a:xfrm>
            <a:off x="4175077" y="3735328"/>
            <a:ext cx="328009" cy="569303"/>
            <a:chOff x="2558" y="1587"/>
            <a:chExt cx="348" cy="453"/>
          </a:xfrm>
        </p:grpSpPr>
        <p:sp>
          <p:nvSpPr>
            <p:cNvPr id="45"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F3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8" name="TextBox 47"/>
          <p:cNvSpPr txBox="1"/>
          <p:nvPr/>
        </p:nvSpPr>
        <p:spPr>
          <a:xfrm>
            <a:off x="4139953" y="3713696"/>
            <a:ext cx="381836" cy="230832"/>
          </a:xfrm>
          <a:prstGeom prst="rect">
            <a:avLst/>
          </a:prstGeom>
          <a:noFill/>
        </p:spPr>
        <p:txBody>
          <a:bodyPr wrap="none" rtlCol="0">
            <a:spAutoFit/>
          </a:bodyPr>
          <a:lstStyle/>
          <a:p>
            <a:r>
              <a:rPr lang="en-US" altLang="zh-CN" sz="900" dirty="0">
                <a:solidFill>
                  <a:schemeClr val="bg1"/>
                </a:solidFill>
              </a:rPr>
              <a:t>16%</a:t>
            </a:r>
            <a:endParaRPr lang="zh-CN" altLang="en-US" sz="900" dirty="0">
              <a:solidFill>
                <a:schemeClr val="bg1"/>
              </a:solidFill>
            </a:endParaRPr>
          </a:p>
        </p:txBody>
      </p:sp>
      <p:grpSp>
        <p:nvGrpSpPr>
          <p:cNvPr id="49" name="Group 40"/>
          <p:cNvGrpSpPr>
            <a:grpSpLocks noChangeAspect="1"/>
          </p:cNvGrpSpPr>
          <p:nvPr/>
        </p:nvGrpSpPr>
        <p:grpSpPr bwMode="auto">
          <a:xfrm>
            <a:off x="3649044" y="4599501"/>
            <a:ext cx="328009" cy="569303"/>
            <a:chOff x="2558" y="1587"/>
            <a:chExt cx="348" cy="453"/>
          </a:xfrm>
        </p:grpSpPr>
        <p:sp>
          <p:nvSpPr>
            <p:cNvPr id="50"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F33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3" name="TextBox 52"/>
          <p:cNvSpPr txBox="1"/>
          <p:nvPr/>
        </p:nvSpPr>
        <p:spPr>
          <a:xfrm>
            <a:off x="3614100" y="4592600"/>
            <a:ext cx="381836" cy="230832"/>
          </a:xfrm>
          <a:prstGeom prst="rect">
            <a:avLst/>
          </a:prstGeom>
          <a:noFill/>
        </p:spPr>
        <p:txBody>
          <a:bodyPr wrap="none" rtlCol="0">
            <a:spAutoFit/>
          </a:bodyPr>
          <a:lstStyle/>
          <a:p>
            <a:r>
              <a:rPr lang="en-US" altLang="zh-CN" sz="900" dirty="0">
                <a:solidFill>
                  <a:schemeClr val="bg1"/>
                </a:solidFill>
              </a:rPr>
              <a:t>11%</a:t>
            </a:r>
            <a:endParaRPr lang="zh-CN" altLang="en-US" sz="900" dirty="0">
              <a:solidFill>
                <a:schemeClr val="bg1"/>
              </a:solidFill>
            </a:endParaRPr>
          </a:p>
        </p:txBody>
      </p:sp>
      <p:grpSp>
        <p:nvGrpSpPr>
          <p:cNvPr id="54" name="Group 40"/>
          <p:cNvGrpSpPr>
            <a:grpSpLocks noChangeAspect="1"/>
          </p:cNvGrpSpPr>
          <p:nvPr/>
        </p:nvGrpSpPr>
        <p:grpSpPr bwMode="auto">
          <a:xfrm>
            <a:off x="3937116" y="3519284"/>
            <a:ext cx="328009" cy="569303"/>
            <a:chOff x="2558" y="1587"/>
            <a:chExt cx="348" cy="453"/>
          </a:xfrm>
        </p:grpSpPr>
        <p:sp>
          <p:nvSpPr>
            <p:cNvPr id="55"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C61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8" name="TextBox 57"/>
          <p:cNvSpPr txBox="1"/>
          <p:nvPr/>
        </p:nvSpPr>
        <p:spPr>
          <a:xfrm>
            <a:off x="3902132" y="3500171"/>
            <a:ext cx="324128" cy="230832"/>
          </a:xfrm>
          <a:prstGeom prst="rect">
            <a:avLst/>
          </a:prstGeom>
          <a:noFill/>
        </p:spPr>
        <p:txBody>
          <a:bodyPr wrap="none" rtlCol="0">
            <a:spAutoFit/>
          </a:bodyPr>
          <a:lstStyle/>
          <a:p>
            <a:r>
              <a:rPr lang="en-US" altLang="zh-CN" sz="900" dirty="0">
                <a:solidFill>
                  <a:schemeClr val="bg1"/>
                </a:solidFill>
              </a:rPr>
              <a:t>7%</a:t>
            </a:r>
            <a:endParaRPr lang="zh-CN" altLang="en-US" sz="900" dirty="0">
              <a:solidFill>
                <a:schemeClr val="bg1"/>
              </a:solidFill>
            </a:endParaRPr>
          </a:p>
        </p:txBody>
      </p:sp>
      <p:grpSp>
        <p:nvGrpSpPr>
          <p:cNvPr id="59" name="Group 40"/>
          <p:cNvGrpSpPr>
            <a:grpSpLocks noChangeAspect="1"/>
          </p:cNvGrpSpPr>
          <p:nvPr/>
        </p:nvGrpSpPr>
        <p:grpSpPr bwMode="auto">
          <a:xfrm>
            <a:off x="4153280" y="4095445"/>
            <a:ext cx="328009" cy="569303"/>
            <a:chOff x="2558" y="1587"/>
            <a:chExt cx="348" cy="453"/>
          </a:xfrm>
        </p:grpSpPr>
        <p:sp>
          <p:nvSpPr>
            <p:cNvPr id="60"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C61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63" name="TextBox 62"/>
          <p:cNvSpPr txBox="1"/>
          <p:nvPr/>
        </p:nvSpPr>
        <p:spPr>
          <a:xfrm>
            <a:off x="4118156" y="4076235"/>
            <a:ext cx="324128" cy="230832"/>
          </a:xfrm>
          <a:prstGeom prst="rect">
            <a:avLst/>
          </a:prstGeom>
          <a:noFill/>
        </p:spPr>
        <p:txBody>
          <a:bodyPr wrap="none" rtlCol="0">
            <a:spAutoFit/>
          </a:bodyPr>
          <a:lstStyle/>
          <a:p>
            <a:r>
              <a:rPr lang="en-US" altLang="zh-CN" sz="900" dirty="0">
                <a:solidFill>
                  <a:schemeClr val="bg1"/>
                </a:solidFill>
              </a:rPr>
              <a:t>6%</a:t>
            </a:r>
            <a:endParaRPr lang="zh-CN" altLang="en-US" sz="900" dirty="0">
              <a:solidFill>
                <a:schemeClr val="bg1"/>
              </a:solidFill>
            </a:endParaRPr>
          </a:p>
        </p:txBody>
      </p:sp>
      <p:grpSp>
        <p:nvGrpSpPr>
          <p:cNvPr id="64" name="Group 40"/>
          <p:cNvGrpSpPr>
            <a:grpSpLocks noChangeAspect="1"/>
          </p:cNvGrpSpPr>
          <p:nvPr/>
        </p:nvGrpSpPr>
        <p:grpSpPr bwMode="auto">
          <a:xfrm>
            <a:off x="3382835" y="4239461"/>
            <a:ext cx="328009" cy="569303"/>
            <a:chOff x="2558" y="1587"/>
            <a:chExt cx="348" cy="453"/>
          </a:xfrm>
        </p:grpSpPr>
        <p:sp>
          <p:nvSpPr>
            <p:cNvPr id="65"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rgbClr val="FC611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68" name="TextBox 67"/>
          <p:cNvSpPr txBox="1"/>
          <p:nvPr/>
        </p:nvSpPr>
        <p:spPr>
          <a:xfrm>
            <a:off x="3347864" y="4220251"/>
            <a:ext cx="324128" cy="230832"/>
          </a:xfrm>
          <a:prstGeom prst="rect">
            <a:avLst/>
          </a:prstGeom>
          <a:noFill/>
        </p:spPr>
        <p:txBody>
          <a:bodyPr wrap="none" rtlCol="0">
            <a:spAutoFit/>
          </a:bodyPr>
          <a:lstStyle/>
          <a:p>
            <a:r>
              <a:rPr lang="en-US" altLang="zh-CN" sz="900" dirty="0">
                <a:solidFill>
                  <a:schemeClr val="bg1"/>
                </a:solidFill>
              </a:rPr>
              <a:t>6%</a:t>
            </a:r>
            <a:endParaRPr lang="zh-CN" altLang="en-US" sz="900" dirty="0">
              <a:solidFill>
                <a:schemeClr val="bg1"/>
              </a:solidFill>
            </a:endParaRPr>
          </a:p>
        </p:txBody>
      </p:sp>
      <p:grpSp>
        <p:nvGrpSpPr>
          <p:cNvPr id="69" name="Group 40"/>
          <p:cNvGrpSpPr>
            <a:grpSpLocks noChangeAspect="1"/>
          </p:cNvGrpSpPr>
          <p:nvPr/>
        </p:nvGrpSpPr>
        <p:grpSpPr bwMode="auto">
          <a:xfrm>
            <a:off x="3793080" y="2943317"/>
            <a:ext cx="328009" cy="569303"/>
            <a:chOff x="2558" y="1587"/>
            <a:chExt cx="348" cy="453"/>
          </a:xfrm>
        </p:grpSpPr>
        <p:sp>
          <p:nvSpPr>
            <p:cNvPr id="70"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3" name="TextBox 72"/>
          <p:cNvSpPr txBox="1"/>
          <p:nvPr/>
        </p:nvSpPr>
        <p:spPr>
          <a:xfrm>
            <a:off x="3758116" y="2936416"/>
            <a:ext cx="324128" cy="230832"/>
          </a:xfrm>
          <a:prstGeom prst="rect">
            <a:avLst/>
          </a:prstGeom>
          <a:noFill/>
        </p:spPr>
        <p:txBody>
          <a:bodyPr wrap="none" rtlCol="0">
            <a:spAutoFit/>
          </a:bodyPr>
          <a:lstStyle/>
          <a:p>
            <a:r>
              <a:rPr lang="en-US" altLang="zh-CN" sz="900" dirty="0">
                <a:solidFill>
                  <a:schemeClr val="bg1"/>
                </a:solidFill>
              </a:rPr>
              <a:t>2%</a:t>
            </a:r>
            <a:endParaRPr lang="zh-CN" altLang="en-US" sz="900" dirty="0">
              <a:solidFill>
                <a:schemeClr val="bg1"/>
              </a:solidFill>
            </a:endParaRPr>
          </a:p>
        </p:txBody>
      </p:sp>
      <p:grpSp>
        <p:nvGrpSpPr>
          <p:cNvPr id="74" name="Group 40"/>
          <p:cNvGrpSpPr>
            <a:grpSpLocks noChangeAspect="1"/>
          </p:cNvGrpSpPr>
          <p:nvPr/>
        </p:nvGrpSpPr>
        <p:grpSpPr bwMode="auto">
          <a:xfrm>
            <a:off x="3649044" y="3303259"/>
            <a:ext cx="328009" cy="569303"/>
            <a:chOff x="2558" y="1587"/>
            <a:chExt cx="348" cy="453"/>
          </a:xfrm>
        </p:grpSpPr>
        <p:sp>
          <p:nvSpPr>
            <p:cNvPr id="75"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8" name="TextBox 77"/>
          <p:cNvSpPr txBox="1"/>
          <p:nvPr/>
        </p:nvSpPr>
        <p:spPr>
          <a:xfrm>
            <a:off x="3614100" y="3281648"/>
            <a:ext cx="324128" cy="230832"/>
          </a:xfrm>
          <a:prstGeom prst="rect">
            <a:avLst/>
          </a:prstGeom>
          <a:noFill/>
        </p:spPr>
        <p:txBody>
          <a:bodyPr wrap="none" rtlCol="0">
            <a:spAutoFit/>
          </a:bodyPr>
          <a:lstStyle/>
          <a:p>
            <a:r>
              <a:rPr lang="en-US" altLang="zh-CN" sz="900" dirty="0">
                <a:solidFill>
                  <a:schemeClr val="bg1"/>
                </a:solidFill>
              </a:rPr>
              <a:t>3%</a:t>
            </a:r>
            <a:endParaRPr lang="zh-CN" altLang="en-US" sz="900" dirty="0">
              <a:solidFill>
                <a:schemeClr val="bg1"/>
              </a:solidFill>
            </a:endParaRPr>
          </a:p>
        </p:txBody>
      </p:sp>
      <p:grpSp>
        <p:nvGrpSpPr>
          <p:cNvPr id="79" name="Group 40"/>
          <p:cNvGrpSpPr>
            <a:grpSpLocks noChangeAspect="1"/>
          </p:cNvGrpSpPr>
          <p:nvPr/>
        </p:nvGrpSpPr>
        <p:grpSpPr bwMode="auto">
          <a:xfrm>
            <a:off x="3238799" y="3663284"/>
            <a:ext cx="328009" cy="569303"/>
            <a:chOff x="2558" y="1587"/>
            <a:chExt cx="348" cy="453"/>
          </a:xfrm>
        </p:grpSpPr>
        <p:sp>
          <p:nvSpPr>
            <p:cNvPr id="80"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83" name="TextBox 82"/>
          <p:cNvSpPr txBox="1"/>
          <p:nvPr/>
        </p:nvSpPr>
        <p:spPr>
          <a:xfrm>
            <a:off x="3203848" y="3641688"/>
            <a:ext cx="324128" cy="230832"/>
          </a:xfrm>
          <a:prstGeom prst="rect">
            <a:avLst/>
          </a:prstGeom>
          <a:noFill/>
        </p:spPr>
        <p:txBody>
          <a:bodyPr wrap="none" rtlCol="0">
            <a:spAutoFit/>
          </a:bodyPr>
          <a:lstStyle/>
          <a:p>
            <a:r>
              <a:rPr lang="en-US" altLang="zh-CN" sz="900" dirty="0">
                <a:solidFill>
                  <a:schemeClr val="bg1"/>
                </a:solidFill>
              </a:rPr>
              <a:t>3%</a:t>
            </a:r>
            <a:endParaRPr lang="zh-CN" altLang="en-US" sz="900" dirty="0">
              <a:solidFill>
                <a:schemeClr val="bg1"/>
              </a:solidFill>
            </a:endParaRPr>
          </a:p>
        </p:txBody>
      </p:sp>
      <p:grpSp>
        <p:nvGrpSpPr>
          <p:cNvPr id="84" name="Group 40"/>
          <p:cNvGrpSpPr>
            <a:grpSpLocks noChangeAspect="1"/>
          </p:cNvGrpSpPr>
          <p:nvPr/>
        </p:nvGrpSpPr>
        <p:grpSpPr bwMode="auto">
          <a:xfrm>
            <a:off x="2518691" y="3807284"/>
            <a:ext cx="328009" cy="569303"/>
            <a:chOff x="2558" y="1587"/>
            <a:chExt cx="348" cy="453"/>
          </a:xfrm>
        </p:grpSpPr>
        <p:sp>
          <p:nvSpPr>
            <p:cNvPr id="85" name="Freeform 41"/>
            <p:cNvSpPr/>
            <p:nvPr/>
          </p:nvSpPr>
          <p:spPr bwMode="auto">
            <a:xfrm>
              <a:off x="2586" y="1607"/>
              <a:ext cx="320" cy="169"/>
            </a:xfrm>
            <a:custGeom>
              <a:avLst/>
              <a:gdLst>
                <a:gd name="T0" fmla="*/ 273 w 320"/>
                <a:gd name="T1" fmla="*/ 83 h 169"/>
                <a:gd name="T2" fmla="*/ 320 w 320"/>
                <a:gd name="T3" fmla="*/ 169 h 169"/>
                <a:gd name="T4" fmla="*/ 0 w 320"/>
                <a:gd name="T5" fmla="*/ 169 h 169"/>
                <a:gd name="T6" fmla="*/ 0 w 320"/>
                <a:gd name="T7" fmla="*/ 0 h 169"/>
                <a:gd name="T8" fmla="*/ 320 w 320"/>
                <a:gd name="T9" fmla="*/ 0 h 169"/>
                <a:gd name="T10" fmla="*/ 273 w 320"/>
                <a:gd name="T11" fmla="*/ 83 h 169"/>
              </a:gdLst>
              <a:ahLst/>
              <a:cxnLst>
                <a:cxn ang="0">
                  <a:pos x="T0" y="T1"/>
                </a:cxn>
                <a:cxn ang="0">
                  <a:pos x="T2" y="T3"/>
                </a:cxn>
                <a:cxn ang="0">
                  <a:pos x="T4" y="T5"/>
                </a:cxn>
                <a:cxn ang="0">
                  <a:pos x="T6" y="T7"/>
                </a:cxn>
                <a:cxn ang="0">
                  <a:pos x="T8" y="T9"/>
                </a:cxn>
                <a:cxn ang="0">
                  <a:pos x="T10" y="T11"/>
                </a:cxn>
              </a:cxnLst>
              <a:rect l="0" t="0" r="r" b="b"/>
              <a:pathLst>
                <a:path w="320" h="169">
                  <a:moveTo>
                    <a:pt x="273" y="83"/>
                  </a:moveTo>
                  <a:lnTo>
                    <a:pt x="320" y="169"/>
                  </a:lnTo>
                  <a:lnTo>
                    <a:pt x="0" y="169"/>
                  </a:lnTo>
                  <a:lnTo>
                    <a:pt x="0" y="0"/>
                  </a:lnTo>
                  <a:lnTo>
                    <a:pt x="320" y="0"/>
                  </a:lnTo>
                  <a:lnTo>
                    <a:pt x="273" y="83"/>
                  </a:lnTo>
                  <a:close/>
                </a:path>
              </a:pathLst>
            </a:custGeom>
            <a:solidFill>
              <a:schemeClr val="accent6">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42"/>
            <p:cNvSpPr/>
            <p:nvPr/>
          </p:nvSpPr>
          <p:spPr bwMode="auto">
            <a:xfrm>
              <a:off x="2575" y="1587"/>
              <a:ext cx="15" cy="441"/>
            </a:xfrm>
            <a:custGeom>
              <a:avLst/>
              <a:gdLst>
                <a:gd name="T0" fmla="*/ 0 w 12"/>
                <a:gd name="T1" fmla="*/ 339 h 345"/>
                <a:gd name="T2" fmla="*/ 0 w 12"/>
                <a:gd name="T3" fmla="*/ 6 h 345"/>
                <a:gd name="T4" fmla="*/ 6 w 12"/>
                <a:gd name="T5" fmla="*/ 0 h 345"/>
                <a:gd name="T6" fmla="*/ 6 w 12"/>
                <a:gd name="T7" fmla="*/ 0 h 345"/>
                <a:gd name="T8" fmla="*/ 12 w 12"/>
                <a:gd name="T9" fmla="*/ 6 h 345"/>
                <a:gd name="T10" fmla="*/ 12 w 12"/>
                <a:gd name="T11" fmla="*/ 6 h 345"/>
                <a:gd name="T12" fmla="*/ 12 w 12"/>
                <a:gd name="T13" fmla="*/ 339 h 345"/>
                <a:gd name="T14" fmla="*/ 6 w 12"/>
                <a:gd name="T15" fmla="*/ 345 h 345"/>
                <a:gd name="T16" fmla="*/ 6 w 12"/>
                <a:gd name="T17" fmla="*/ 345 h 345"/>
                <a:gd name="T18" fmla="*/ 0 w 12"/>
                <a:gd name="T19" fmla="*/ 33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345">
                  <a:moveTo>
                    <a:pt x="0" y="339"/>
                  </a:moveTo>
                  <a:cubicBezTo>
                    <a:pt x="0" y="6"/>
                    <a:pt x="0" y="6"/>
                    <a:pt x="0" y="6"/>
                  </a:cubicBezTo>
                  <a:cubicBezTo>
                    <a:pt x="0" y="3"/>
                    <a:pt x="2" y="0"/>
                    <a:pt x="6" y="0"/>
                  </a:cubicBezTo>
                  <a:cubicBezTo>
                    <a:pt x="6" y="0"/>
                    <a:pt x="6" y="0"/>
                    <a:pt x="6" y="0"/>
                  </a:cubicBezTo>
                  <a:cubicBezTo>
                    <a:pt x="9" y="0"/>
                    <a:pt x="12" y="3"/>
                    <a:pt x="12" y="6"/>
                  </a:cubicBezTo>
                  <a:cubicBezTo>
                    <a:pt x="12" y="6"/>
                    <a:pt x="12" y="6"/>
                    <a:pt x="12" y="6"/>
                  </a:cubicBezTo>
                  <a:cubicBezTo>
                    <a:pt x="12" y="339"/>
                    <a:pt x="12" y="339"/>
                    <a:pt x="12" y="339"/>
                  </a:cubicBezTo>
                  <a:cubicBezTo>
                    <a:pt x="12" y="342"/>
                    <a:pt x="9" y="345"/>
                    <a:pt x="6" y="345"/>
                  </a:cubicBezTo>
                  <a:cubicBezTo>
                    <a:pt x="6" y="345"/>
                    <a:pt x="6" y="345"/>
                    <a:pt x="6" y="345"/>
                  </a:cubicBezTo>
                  <a:cubicBezTo>
                    <a:pt x="2" y="345"/>
                    <a:pt x="0" y="342"/>
                    <a:pt x="0" y="339"/>
                  </a:cubicBezTo>
                  <a:close/>
                </a:path>
              </a:pathLst>
            </a:custGeom>
            <a:solidFill>
              <a:srgbClr val="1C2B3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Oval 43"/>
            <p:cNvSpPr>
              <a:spLocks noChangeArrowheads="1"/>
            </p:cNvSpPr>
            <p:nvPr/>
          </p:nvSpPr>
          <p:spPr bwMode="auto">
            <a:xfrm>
              <a:off x="2558" y="2013"/>
              <a:ext cx="48" cy="27"/>
            </a:xfrm>
            <a:prstGeom prst="ellipse">
              <a:avLst/>
            </a:prstGeom>
            <a:solidFill>
              <a:srgbClr val="2B1C0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88" name="TextBox 87"/>
          <p:cNvSpPr txBox="1"/>
          <p:nvPr/>
        </p:nvSpPr>
        <p:spPr>
          <a:xfrm>
            <a:off x="2483768" y="3785704"/>
            <a:ext cx="324128" cy="230832"/>
          </a:xfrm>
          <a:prstGeom prst="rect">
            <a:avLst/>
          </a:prstGeom>
          <a:noFill/>
        </p:spPr>
        <p:txBody>
          <a:bodyPr wrap="none" rtlCol="0">
            <a:spAutoFit/>
          </a:bodyPr>
          <a:lstStyle/>
          <a:p>
            <a:r>
              <a:rPr lang="en-US" altLang="zh-CN" sz="900" dirty="0">
                <a:solidFill>
                  <a:schemeClr val="bg1"/>
                </a:solidFill>
              </a:rPr>
              <a:t>3%</a:t>
            </a:r>
            <a:endParaRPr lang="zh-CN" altLang="en-US" sz="900" dirty="0">
              <a:solidFill>
                <a:schemeClr val="bg1"/>
              </a:solidFill>
            </a:endParaRPr>
          </a:p>
        </p:txBody>
      </p:sp>
      <p:pic>
        <p:nvPicPr>
          <p:cNvPr id="89" name="图片 8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90" name="矩形 89"/>
          <p:cNvSpPr/>
          <p:nvPr/>
        </p:nvSpPr>
        <p:spPr>
          <a:xfrm>
            <a:off x="323528" y="5830047"/>
            <a:ext cx="4464674"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p>
            <a:pPr algn="ctr"/>
            <a:r>
              <a:rPr lang="en-US" altLang="zh-CN" sz="1400" b="1" dirty="0">
                <a:solidFill>
                  <a:schemeClr val="tx1"/>
                </a:solidFill>
                <a:latin typeface="华文中宋" panose="02010600040101010101" pitchFamily="2" charset="-122"/>
                <a:ea typeface="华文中宋" panose="02010600040101010101" pitchFamily="2" charset="-122"/>
              </a:rPr>
              <a:t>2015</a:t>
            </a:r>
            <a:r>
              <a:rPr lang="zh-CN" altLang="en-US" sz="1400" b="1" dirty="0">
                <a:solidFill>
                  <a:schemeClr val="tx1"/>
                </a:solidFill>
                <a:latin typeface="华文中宋" panose="02010600040101010101" pitchFamily="2" charset="-122"/>
                <a:ea typeface="华文中宋" panose="02010600040101010101" pitchFamily="2" charset="-122"/>
              </a:rPr>
              <a:t>年互联网企业广告花费省份占比</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6" name="标题 1"/>
          <p:cNvSpPr txBox="1"/>
          <p:nvPr/>
        </p:nvSpPr>
        <p:spPr>
          <a:xfrm>
            <a:off x="378375" y="260648"/>
            <a:ext cx="8419898"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西北、西南区域的广告投放也随互联网发展逐步增长</a:t>
            </a:r>
          </a:p>
        </p:txBody>
      </p:sp>
      <p:grpSp>
        <p:nvGrpSpPr>
          <p:cNvPr id="42" name="组合 41"/>
          <p:cNvGrpSpPr/>
          <p:nvPr/>
        </p:nvGrpSpPr>
        <p:grpSpPr>
          <a:xfrm>
            <a:off x="323528" y="1772816"/>
            <a:ext cx="4464674" cy="3948968"/>
            <a:chOff x="611379" y="1183259"/>
            <a:chExt cx="4279899" cy="3540125"/>
          </a:xfrm>
          <a:solidFill>
            <a:schemeClr val="bg1">
              <a:lumMod val="75000"/>
            </a:schemeClr>
          </a:solidFill>
        </p:grpSpPr>
        <p:sp>
          <p:nvSpPr>
            <p:cNvPr id="43" name="Freeform 5"/>
            <p:cNvSpPr/>
            <p:nvPr/>
          </p:nvSpPr>
          <p:spPr bwMode="auto">
            <a:xfrm>
              <a:off x="2048066" y="2310384"/>
              <a:ext cx="1196975" cy="1012825"/>
            </a:xfrm>
            <a:custGeom>
              <a:avLst/>
              <a:gdLst>
                <a:gd name="T0" fmla="*/ 407 w 692"/>
                <a:gd name="T1" fmla="*/ 233 h 585"/>
                <a:gd name="T2" fmla="*/ 391 w 692"/>
                <a:gd name="T3" fmla="*/ 243 h 585"/>
                <a:gd name="T4" fmla="*/ 337 w 692"/>
                <a:gd name="T5" fmla="*/ 194 h 585"/>
                <a:gd name="T6" fmla="*/ 298 w 692"/>
                <a:gd name="T7" fmla="*/ 162 h 585"/>
                <a:gd name="T8" fmla="*/ 302 w 692"/>
                <a:gd name="T9" fmla="*/ 119 h 585"/>
                <a:gd name="T10" fmla="*/ 258 w 692"/>
                <a:gd name="T11" fmla="*/ 131 h 585"/>
                <a:gd name="T12" fmla="*/ 224 w 692"/>
                <a:gd name="T13" fmla="*/ 88 h 585"/>
                <a:gd name="T14" fmla="*/ 209 w 692"/>
                <a:gd name="T15" fmla="*/ 37 h 585"/>
                <a:gd name="T16" fmla="*/ 195 w 692"/>
                <a:gd name="T17" fmla="*/ 11 h 585"/>
                <a:gd name="T18" fmla="*/ 159 w 692"/>
                <a:gd name="T19" fmla="*/ 23 h 585"/>
                <a:gd name="T20" fmla="*/ 135 w 692"/>
                <a:gd name="T21" fmla="*/ 48 h 585"/>
                <a:gd name="T22" fmla="*/ 74 w 692"/>
                <a:gd name="T23" fmla="*/ 67 h 585"/>
                <a:gd name="T24" fmla="*/ 38 w 692"/>
                <a:gd name="T25" fmla="*/ 110 h 585"/>
                <a:gd name="T26" fmla="*/ 3 w 692"/>
                <a:gd name="T27" fmla="*/ 139 h 585"/>
                <a:gd name="T28" fmla="*/ 50 w 692"/>
                <a:gd name="T29" fmla="*/ 180 h 585"/>
                <a:gd name="T30" fmla="*/ 85 w 692"/>
                <a:gd name="T31" fmla="*/ 192 h 585"/>
                <a:gd name="T32" fmla="*/ 170 w 692"/>
                <a:gd name="T33" fmla="*/ 227 h 585"/>
                <a:gd name="T34" fmla="*/ 230 w 692"/>
                <a:gd name="T35" fmla="*/ 214 h 585"/>
                <a:gd name="T36" fmla="*/ 282 w 692"/>
                <a:gd name="T37" fmla="*/ 237 h 585"/>
                <a:gd name="T38" fmla="*/ 327 w 692"/>
                <a:gd name="T39" fmla="*/ 254 h 585"/>
                <a:gd name="T40" fmla="*/ 397 w 692"/>
                <a:gd name="T41" fmla="*/ 307 h 585"/>
                <a:gd name="T42" fmla="*/ 416 w 692"/>
                <a:gd name="T43" fmla="*/ 333 h 585"/>
                <a:gd name="T44" fmla="*/ 411 w 692"/>
                <a:gd name="T45" fmla="*/ 437 h 585"/>
                <a:gd name="T46" fmla="*/ 383 w 692"/>
                <a:gd name="T47" fmla="*/ 488 h 585"/>
                <a:gd name="T48" fmla="*/ 340 w 692"/>
                <a:gd name="T49" fmla="*/ 505 h 585"/>
                <a:gd name="T50" fmla="*/ 379 w 692"/>
                <a:gd name="T51" fmla="*/ 534 h 585"/>
                <a:gd name="T52" fmla="*/ 397 w 692"/>
                <a:gd name="T53" fmla="*/ 527 h 585"/>
                <a:gd name="T54" fmla="*/ 399 w 692"/>
                <a:gd name="T55" fmla="*/ 508 h 585"/>
                <a:gd name="T56" fmla="*/ 419 w 692"/>
                <a:gd name="T57" fmla="*/ 488 h 585"/>
                <a:gd name="T58" fmla="*/ 437 w 692"/>
                <a:gd name="T59" fmla="*/ 503 h 585"/>
                <a:gd name="T60" fmla="*/ 489 w 692"/>
                <a:gd name="T61" fmla="*/ 524 h 585"/>
                <a:gd name="T62" fmla="*/ 507 w 692"/>
                <a:gd name="T63" fmla="*/ 555 h 585"/>
                <a:gd name="T64" fmla="*/ 553 w 692"/>
                <a:gd name="T65" fmla="*/ 569 h 585"/>
                <a:gd name="T66" fmla="*/ 553 w 692"/>
                <a:gd name="T67" fmla="*/ 541 h 585"/>
                <a:gd name="T68" fmla="*/ 558 w 692"/>
                <a:gd name="T69" fmla="*/ 530 h 585"/>
                <a:gd name="T70" fmla="*/ 581 w 692"/>
                <a:gd name="T71" fmla="*/ 492 h 585"/>
                <a:gd name="T72" fmla="*/ 584 w 692"/>
                <a:gd name="T73" fmla="*/ 466 h 585"/>
                <a:gd name="T74" fmla="*/ 607 w 692"/>
                <a:gd name="T75" fmla="*/ 440 h 585"/>
                <a:gd name="T76" fmla="*/ 641 w 692"/>
                <a:gd name="T77" fmla="*/ 434 h 585"/>
                <a:gd name="T78" fmla="*/ 676 w 692"/>
                <a:gd name="T79" fmla="*/ 421 h 585"/>
                <a:gd name="T80" fmla="*/ 687 w 692"/>
                <a:gd name="T81" fmla="*/ 369 h 585"/>
                <a:gd name="T82" fmla="*/ 626 w 692"/>
                <a:gd name="T83" fmla="*/ 331 h 585"/>
                <a:gd name="T84" fmla="*/ 600 w 692"/>
                <a:gd name="T85" fmla="*/ 372 h 585"/>
                <a:gd name="T86" fmla="*/ 618 w 692"/>
                <a:gd name="T87" fmla="*/ 387 h 585"/>
                <a:gd name="T88" fmla="*/ 615 w 692"/>
                <a:gd name="T89" fmla="*/ 409 h 585"/>
                <a:gd name="T90" fmla="*/ 590 w 692"/>
                <a:gd name="T91" fmla="*/ 417 h 585"/>
                <a:gd name="T92" fmla="*/ 567 w 692"/>
                <a:gd name="T93" fmla="*/ 431 h 585"/>
                <a:gd name="T94" fmla="*/ 550 w 692"/>
                <a:gd name="T95" fmla="*/ 414 h 585"/>
                <a:gd name="T96" fmla="*/ 540 w 692"/>
                <a:gd name="T97" fmla="*/ 389 h 585"/>
                <a:gd name="T98" fmla="*/ 532 w 692"/>
                <a:gd name="T99" fmla="*/ 361 h 585"/>
                <a:gd name="T100" fmla="*/ 495 w 692"/>
                <a:gd name="T101" fmla="*/ 315 h 585"/>
                <a:gd name="T102" fmla="*/ 453 w 692"/>
                <a:gd name="T103" fmla="*/ 284 h 585"/>
                <a:gd name="T104" fmla="*/ 455 w 692"/>
                <a:gd name="T105" fmla="*/ 254 h 585"/>
                <a:gd name="T106" fmla="*/ 493 w 692"/>
                <a:gd name="T107" fmla="*/ 215 h 585"/>
                <a:gd name="T108" fmla="*/ 448 w 692"/>
                <a:gd name="T109" fmla="*/ 216 h 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2" h="585">
                  <a:moveTo>
                    <a:pt x="411" y="211"/>
                  </a:moveTo>
                  <a:cubicBezTo>
                    <a:pt x="402" y="211"/>
                    <a:pt x="402" y="211"/>
                    <a:pt x="402" y="211"/>
                  </a:cubicBezTo>
                  <a:cubicBezTo>
                    <a:pt x="399" y="218"/>
                    <a:pt x="399" y="218"/>
                    <a:pt x="399" y="218"/>
                  </a:cubicBezTo>
                  <a:cubicBezTo>
                    <a:pt x="404" y="224"/>
                    <a:pt x="404" y="224"/>
                    <a:pt x="404" y="224"/>
                  </a:cubicBezTo>
                  <a:cubicBezTo>
                    <a:pt x="404" y="224"/>
                    <a:pt x="404" y="224"/>
                    <a:pt x="404" y="224"/>
                  </a:cubicBezTo>
                  <a:cubicBezTo>
                    <a:pt x="404" y="225"/>
                    <a:pt x="404" y="225"/>
                    <a:pt x="404" y="225"/>
                  </a:cubicBezTo>
                  <a:cubicBezTo>
                    <a:pt x="407" y="233"/>
                    <a:pt x="407" y="233"/>
                    <a:pt x="407" y="233"/>
                  </a:cubicBezTo>
                  <a:cubicBezTo>
                    <a:pt x="407" y="233"/>
                    <a:pt x="407" y="233"/>
                    <a:pt x="407" y="233"/>
                  </a:cubicBezTo>
                  <a:cubicBezTo>
                    <a:pt x="407" y="235"/>
                    <a:pt x="407" y="235"/>
                    <a:pt x="407" y="235"/>
                  </a:cubicBezTo>
                  <a:cubicBezTo>
                    <a:pt x="406" y="236"/>
                    <a:pt x="406" y="236"/>
                    <a:pt x="406" y="236"/>
                  </a:cubicBezTo>
                  <a:cubicBezTo>
                    <a:pt x="393" y="242"/>
                    <a:pt x="393" y="242"/>
                    <a:pt x="393" y="242"/>
                  </a:cubicBezTo>
                  <a:cubicBezTo>
                    <a:pt x="392" y="243"/>
                    <a:pt x="392" y="243"/>
                    <a:pt x="392" y="243"/>
                  </a:cubicBezTo>
                  <a:cubicBezTo>
                    <a:pt x="392" y="243"/>
                    <a:pt x="392" y="243"/>
                    <a:pt x="392" y="243"/>
                  </a:cubicBezTo>
                  <a:cubicBezTo>
                    <a:pt x="391" y="243"/>
                    <a:pt x="391" y="243"/>
                    <a:pt x="391" y="243"/>
                  </a:cubicBezTo>
                  <a:cubicBezTo>
                    <a:pt x="391" y="243"/>
                    <a:pt x="391" y="243"/>
                    <a:pt x="391" y="243"/>
                  </a:cubicBezTo>
                  <a:cubicBezTo>
                    <a:pt x="380" y="242"/>
                    <a:pt x="375" y="239"/>
                    <a:pt x="373" y="235"/>
                  </a:cubicBezTo>
                  <a:cubicBezTo>
                    <a:pt x="370" y="227"/>
                    <a:pt x="370" y="227"/>
                    <a:pt x="370" y="227"/>
                  </a:cubicBezTo>
                  <a:cubicBezTo>
                    <a:pt x="351" y="224"/>
                    <a:pt x="351" y="224"/>
                    <a:pt x="351" y="224"/>
                  </a:cubicBezTo>
                  <a:cubicBezTo>
                    <a:pt x="346" y="201"/>
                    <a:pt x="346" y="201"/>
                    <a:pt x="346" y="201"/>
                  </a:cubicBezTo>
                  <a:cubicBezTo>
                    <a:pt x="343" y="200"/>
                    <a:pt x="340" y="198"/>
                    <a:pt x="338" y="196"/>
                  </a:cubicBezTo>
                  <a:cubicBezTo>
                    <a:pt x="337" y="194"/>
                    <a:pt x="337" y="194"/>
                    <a:pt x="337" y="194"/>
                  </a:cubicBezTo>
                  <a:cubicBezTo>
                    <a:pt x="334" y="190"/>
                    <a:pt x="332" y="188"/>
                    <a:pt x="328" y="187"/>
                  </a:cubicBezTo>
                  <a:cubicBezTo>
                    <a:pt x="323" y="185"/>
                    <a:pt x="319" y="182"/>
                    <a:pt x="315" y="176"/>
                  </a:cubicBezTo>
                  <a:cubicBezTo>
                    <a:pt x="308" y="172"/>
                    <a:pt x="308" y="172"/>
                    <a:pt x="308" y="172"/>
                  </a:cubicBezTo>
                  <a:cubicBezTo>
                    <a:pt x="308" y="172"/>
                    <a:pt x="308" y="172"/>
                    <a:pt x="308" y="172"/>
                  </a:cubicBezTo>
                  <a:cubicBezTo>
                    <a:pt x="308" y="172"/>
                    <a:pt x="308" y="172"/>
                    <a:pt x="308" y="172"/>
                  </a:cubicBezTo>
                  <a:cubicBezTo>
                    <a:pt x="308" y="172"/>
                    <a:pt x="308" y="172"/>
                    <a:pt x="308" y="172"/>
                  </a:cubicBezTo>
                  <a:cubicBezTo>
                    <a:pt x="298" y="162"/>
                    <a:pt x="298" y="162"/>
                    <a:pt x="298" y="162"/>
                  </a:cubicBezTo>
                  <a:cubicBezTo>
                    <a:pt x="298" y="162"/>
                    <a:pt x="298" y="162"/>
                    <a:pt x="298" y="162"/>
                  </a:cubicBezTo>
                  <a:cubicBezTo>
                    <a:pt x="295" y="154"/>
                    <a:pt x="295" y="154"/>
                    <a:pt x="295" y="154"/>
                  </a:cubicBezTo>
                  <a:cubicBezTo>
                    <a:pt x="295" y="153"/>
                    <a:pt x="295" y="153"/>
                    <a:pt x="295" y="153"/>
                  </a:cubicBezTo>
                  <a:cubicBezTo>
                    <a:pt x="315" y="126"/>
                    <a:pt x="315" y="126"/>
                    <a:pt x="315" y="126"/>
                  </a:cubicBezTo>
                  <a:cubicBezTo>
                    <a:pt x="315" y="125"/>
                    <a:pt x="316" y="123"/>
                    <a:pt x="315" y="123"/>
                  </a:cubicBezTo>
                  <a:cubicBezTo>
                    <a:pt x="312" y="114"/>
                    <a:pt x="312" y="114"/>
                    <a:pt x="312" y="114"/>
                  </a:cubicBezTo>
                  <a:cubicBezTo>
                    <a:pt x="302" y="119"/>
                    <a:pt x="302" y="119"/>
                    <a:pt x="302" y="119"/>
                  </a:cubicBezTo>
                  <a:cubicBezTo>
                    <a:pt x="301" y="119"/>
                    <a:pt x="301" y="119"/>
                    <a:pt x="301" y="119"/>
                  </a:cubicBezTo>
                  <a:cubicBezTo>
                    <a:pt x="301" y="119"/>
                    <a:pt x="301" y="119"/>
                    <a:pt x="301" y="119"/>
                  </a:cubicBezTo>
                  <a:cubicBezTo>
                    <a:pt x="300" y="119"/>
                    <a:pt x="300" y="119"/>
                    <a:pt x="300" y="119"/>
                  </a:cubicBezTo>
                  <a:cubicBezTo>
                    <a:pt x="274" y="121"/>
                    <a:pt x="274" y="121"/>
                    <a:pt x="274" y="121"/>
                  </a:cubicBezTo>
                  <a:cubicBezTo>
                    <a:pt x="263" y="123"/>
                    <a:pt x="263" y="123"/>
                    <a:pt x="263" y="123"/>
                  </a:cubicBezTo>
                  <a:cubicBezTo>
                    <a:pt x="260" y="127"/>
                    <a:pt x="260" y="127"/>
                    <a:pt x="260" y="127"/>
                  </a:cubicBezTo>
                  <a:cubicBezTo>
                    <a:pt x="258" y="131"/>
                    <a:pt x="258" y="131"/>
                    <a:pt x="258" y="131"/>
                  </a:cubicBezTo>
                  <a:cubicBezTo>
                    <a:pt x="255" y="134"/>
                    <a:pt x="252" y="136"/>
                    <a:pt x="246" y="134"/>
                  </a:cubicBezTo>
                  <a:cubicBezTo>
                    <a:pt x="246" y="134"/>
                    <a:pt x="246" y="134"/>
                    <a:pt x="246" y="134"/>
                  </a:cubicBezTo>
                  <a:cubicBezTo>
                    <a:pt x="246" y="134"/>
                    <a:pt x="246" y="134"/>
                    <a:pt x="246" y="134"/>
                  </a:cubicBezTo>
                  <a:cubicBezTo>
                    <a:pt x="237" y="127"/>
                    <a:pt x="237" y="127"/>
                    <a:pt x="237" y="127"/>
                  </a:cubicBezTo>
                  <a:cubicBezTo>
                    <a:pt x="236" y="112"/>
                    <a:pt x="236" y="112"/>
                    <a:pt x="236" y="112"/>
                  </a:cubicBezTo>
                  <a:cubicBezTo>
                    <a:pt x="231" y="108"/>
                    <a:pt x="228" y="105"/>
                    <a:pt x="227" y="102"/>
                  </a:cubicBezTo>
                  <a:cubicBezTo>
                    <a:pt x="224" y="88"/>
                    <a:pt x="224" y="88"/>
                    <a:pt x="224" y="88"/>
                  </a:cubicBezTo>
                  <a:cubicBezTo>
                    <a:pt x="218" y="81"/>
                    <a:pt x="218" y="81"/>
                    <a:pt x="218" y="81"/>
                  </a:cubicBezTo>
                  <a:cubicBezTo>
                    <a:pt x="212" y="75"/>
                    <a:pt x="212" y="75"/>
                    <a:pt x="212" y="75"/>
                  </a:cubicBezTo>
                  <a:cubicBezTo>
                    <a:pt x="209" y="74"/>
                    <a:pt x="209" y="74"/>
                    <a:pt x="209" y="74"/>
                  </a:cubicBezTo>
                  <a:cubicBezTo>
                    <a:pt x="220" y="60"/>
                    <a:pt x="220" y="60"/>
                    <a:pt x="220" y="60"/>
                  </a:cubicBezTo>
                  <a:cubicBezTo>
                    <a:pt x="222" y="52"/>
                    <a:pt x="222" y="52"/>
                    <a:pt x="222" y="52"/>
                  </a:cubicBezTo>
                  <a:cubicBezTo>
                    <a:pt x="210" y="37"/>
                    <a:pt x="210" y="37"/>
                    <a:pt x="210" y="37"/>
                  </a:cubicBezTo>
                  <a:cubicBezTo>
                    <a:pt x="209" y="37"/>
                    <a:pt x="209" y="37"/>
                    <a:pt x="209" y="37"/>
                  </a:cubicBezTo>
                  <a:cubicBezTo>
                    <a:pt x="209" y="36"/>
                    <a:pt x="209" y="36"/>
                    <a:pt x="209" y="36"/>
                  </a:cubicBezTo>
                  <a:cubicBezTo>
                    <a:pt x="204" y="24"/>
                    <a:pt x="204" y="24"/>
                    <a:pt x="204" y="24"/>
                  </a:cubicBezTo>
                  <a:cubicBezTo>
                    <a:pt x="204" y="23"/>
                    <a:pt x="204" y="23"/>
                    <a:pt x="204" y="23"/>
                  </a:cubicBezTo>
                  <a:cubicBezTo>
                    <a:pt x="204" y="23"/>
                    <a:pt x="204" y="23"/>
                    <a:pt x="204" y="23"/>
                  </a:cubicBezTo>
                  <a:cubicBezTo>
                    <a:pt x="203" y="17"/>
                    <a:pt x="203" y="17"/>
                    <a:pt x="203" y="17"/>
                  </a:cubicBezTo>
                  <a:cubicBezTo>
                    <a:pt x="195" y="11"/>
                    <a:pt x="195" y="11"/>
                    <a:pt x="195" y="11"/>
                  </a:cubicBezTo>
                  <a:cubicBezTo>
                    <a:pt x="195" y="11"/>
                    <a:pt x="195" y="11"/>
                    <a:pt x="195" y="11"/>
                  </a:cubicBezTo>
                  <a:cubicBezTo>
                    <a:pt x="195" y="11"/>
                    <a:pt x="195" y="11"/>
                    <a:pt x="195" y="11"/>
                  </a:cubicBezTo>
                  <a:cubicBezTo>
                    <a:pt x="195" y="11"/>
                    <a:pt x="195" y="11"/>
                    <a:pt x="195" y="11"/>
                  </a:cubicBezTo>
                  <a:cubicBezTo>
                    <a:pt x="186" y="1"/>
                    <a:pt x="186" y="1"/>
                    <a:pt x="186" y="1"/>
                  </a:cubicBezTo>
                  <a:cubicBezTo>
                    <a:pt x="175" y="0"/>
                    <a:pt x="175" y="0"/>
                    <a:pt x="175" y="0"/>
                  </a:cubicBezTo>
                  <a:cubicBezTo>
                    <a:pt x="163" y="3"/>
                    <a:pt x="163" y="3"/>
                    <a:pt x="163" y="3"/>
                  </a:cubicBezTo>
                  <a:cubicBezTo>
                    <a:pt x="161" y="6"/>
                    <a:pt x="161" y="6"/>
                    <a:pt x="161" y="6"/>
                  </a:cubicBezTo>
                  <a:cubicBezTo>
                    <a:pt x="159" y="23"/>
                    <a:pt x="159" y="23"/>
                    <a:pt x="159" y="23"/>
                  </a:cubicBezTo>
                  <a:cubicBezTo>
                    <a:pt x="159" y="41"/>
                    <a:pt x="159" y="41"/>
                    <a:pt x="159" y="41"/>
                  </a:cubicBezTo>
                  <a:cubicBezTo>
                    <a:pt x="158" y="42"/>
                    <a:pt x="158" y="42"/>
                    <a:pt x="158" y="42"/>
                  </a:cubicBezTo>
                  <a:cubicBezTo>
                    <a:pt x="146" y="46"/>
                    <a:pt x="146" y="46"/>
                    <a:pt x="146" y="46"/>
                  </a:cubicBezTo>
                  <a:cubicBezTo>
                    <a:pt x="146" y="46"/>
                    <a:pt x="146" y="46"/>
                    <a:pt x="146" y="46"/>
                  </a:cubicBezTo>
                  <a:cubicBezTo>
                    <a:pt x="146" y="47"/>
                    <a:pt x="146" y="47"/>
                    <a:pt x="146" y="47"/>
                  </a:cubicBezTo>
                  <a:cubicBezTo>
                    <a:pt x="146" y="47"/>
                    <a:pt x="146" y="47"/>
                    <a:pt x="146" y="47"/>
                  </a:cubicBezTo>
                  <a:cubicBezTo>
                    <a:pt x="135" y="48"/>
                    <a:pt x="135" y="48"/>
                    <a:pt x="135" y="48"/>
                  </a:cubicBezTo>
                  <a:cubicBezTo>
                    <a:pt x="130" y="51"/>
                    <a:pt x="124" y="54"/>
                    <a:pt x="117" y="56"/>
                  </a:cubicBezTo>
                  <a:cubicBezTo>
                    <a:pt x="116" y="57"/>
                    <a:pt x="116" y="57"/>
                    <a:pt x="116" y="57"/>
                  </a:cubicBezTo>
                  <a:cubicBezTo>
                    <a:pt x="116" y="57"/>
                    <a:pt x="116" y="57"/>
                    <a:pt x="116" y="57"/>
                  </a:cubicBezTo>
                  <a:cubicBezTo>
                    <a:pt x="115" y="57"/>
                    <a:pt x="115" y="57"/>
                    <a:pt x="115" y="57"/>
                  </a:cubicBezTo>
                  <a:cubicBezTo>
                    <a:pt x="95" y="52"/>
                    <a:pt x="95" y="52"/>
                    <a:pt x="95" y="52"/>
                  </a:cubicBezTo>
                  <a:cubicBezTo>
                    <a:pt x="86" y="61"/>
                    <a:pt x="86" y="61"/>
                    <a:pt x="86" y="61"/>
                  </a:cubicBezTo>
                  <a:cubicBezTo>
                    <a:pt x="84" y="63"/>
                    <a:pt x="80" y="66"/>
                    <a:pt x="74" y="67"/>
                  </a:cubicBezTo>
                  <a:cubicBezTo>
                    <a:pt x="62" y="77"/>
                    <a:pt x="62" y="77"/>
                    <a:pt x="62" y="77"/>
                  </a:cubicBezTo>
                  <a:cubicBezTo>
                    <a:pt x="55" y="88"/>
                    <a:pt x="55" y="88"/>
                    <a:pt x="55" y="88"/>
                  </a:cubicBezTo>
                  <a:cubicBezTo>
                    <a:pt x="55" y="88"/>
                    <a:pt x="55" y="88"/>
                    <a:pt x="55" y="88"/>
                  </a:cubicBezTo>
                  <a:cubicBezTo>
                    <a:pt x="54" y="89"/>
                    <a:pt x="54" y="89"/>
                    <a:pt x="54" y="89"/>
                  </a:cubicBezTo>
                  <a:cubicBezTo>
                    <a:pt x="51" y="94"/>
                    <a:pt x="48" y="99"/>
                    <a:pt x="45" y="100"/>
                  </a:cubicBezTo>
                  <a:cubicBezTo>
                    <a:pt x="38" y="109"/>
                    <a:pt x="38" y="109"/>
                    <a:pt x="38" y="109"/>
                  </a:cubicBezTo>
                  <a:cubicBezTo>
                    <a:pt x="38" y="110"/>
                    <a:pt x="38" y="110"/>
                    <a:pt x="38" y="110"/>
                  </a:cubicBezTo>
                  <a:cubicBezTo>
                    <a:pt x="37" y="111"/>
                    <a:pt x="37" y="111"/>
                    <a:pt x="37" y="111"/>
                  </a:cubicBezTo>
                  <a:cubicBezTo>
                    <a:pt x="33" y="114"/>
                    <a:pt x="33" y="114"/>
                    <a:pt x="33" y="114"/>
                  </a:cubicBezTo>
                  <a:cubicBezTo>
                    <a:pt x="30" y="115"/>
                    <a:pt x="27" y="116"/>
                    <a:pt x="25" y="116"/>
                  </a:cubicBezTo>
                  <a:cubicBezTo>
                    <a:pt x="10" y="114"/>
                    <a:pt x="10" y="114"/>
                    <a:pt x="10" y="114"/>
                  </a:cubicBezTo>
                  <a:cubicBezTo>
                    <a:pt x="6" y="120"/>
                    <a:pt x="6" y="120"/>
                    <a:pt x="6" y="120"/>
                  </a:cubicBezTo>
                  <a:cubicBezTo>
                    <a:pt x="0" y="130"/>
                    <a:pt x="0" y="130"/>
                    <a:pt x="0" y="130"/>
                  </a:cubicBezTo>
                  <a:cubicBezTo>
                    <a:pt x="3" y="139"/>
                    <a:pt x="3" y="139"/>
                    <a:pt x="3" y="139"/>
                  </a:cubicBezTo>
                  <a:cubicBezTo>
                    <a:pt x="2" y="163"/>
                    <a:pt x="2" y="163"/>
                    <a:pt x="2" y="163"/>
                  </a:cubicBezTo>
                  <a:cubicBezTo>
                    <a:pt x="6" y="170"/>
                    <a:pt x="6" y="170"/>
                    <a:pt x="6" y="170"/>
                  </a:cubicBezTo>
                  <a:cubicBezTo>
                    <a:pt x="6" y="171"/>
                    <a:pt x="6" y="171"/>
                    <a:pt x="6" y="171"/>
                  </a:cubicBezTo>
                  <a:cubicBezTo>
                    <a:pt x="8" y="176"/>
                    <a:pt x="8" y="176"/>
                    <a:pt x="8" y="176"/>
                  </a:cubicBezTo>
                  <a:cubicBezTo>
                    <a:pt x="16" y="176"/>
                    <a:pt x="16" y="176"/>
                    <a:pt x="16" y="176"/>
                  </a:cubicBezTo>
                  <a:cubicBezTo>
                    <a:pt x="31" y="179"/>
                    <a:pt x="31" y="179"/>
                    <a:pt x="31" y="179"/>
                  </a:cubicBezTo>
                  <a:cubicBezTo>
                    <a:pt x="50" y="180"/>
                    <a:pt x="50" y="180"/>
                    <a:pt x="50" y="180"/>
                  </a:cubicBezTo>
                  <a:cubicBezTo>
                    <a:pt x="58" y="179"/>
                    <a:pt x="58" y="179"/>
                    <a:pt x="58" y="179"/>
                  </a:cubicBezTo>
                  <a:cubicBezTo>
                    <a:pt x="59" y="179"/>
                    <a:pt x="59" y="179"/>
                    <a:pt x="59" y="179"/>
                  </a:cubicBezTo>
                  <a:cubicBezTo>
                    <a:pt x="60" y="179"/>
                    <a:pt x="60" y="179"/>
                    <a:pt x="60" y="179"/>
                  </a:cubicBezTo>
                  <a:cubicBezTo>
                    <a:pt x="76" y="185"/>
                    <a:pt x="76" y="185"/>
                    <a:pt x="76" y="185"/>
                  </a:cubicBezTo>
                  <a:cubicBezTo>
                    <a:pt x="76" y="185"/>
                    <a:pt x="76" y="185"/>
                    <a:pt x="76" y="185"/>
                  </a:cubicBezTo>
                  <a:cubicBezTo>
                    <a:pt x="77" y="185"/>
                    <a:pt x="77" y="185"/>
                    <a:pt x="77" y="185"/>
                  </a:cubicBezTo>
                  <a:cubicBezTo>
                    <a:pt x="85" y="192"/>
                    <a:pt x="85" y="192"/>
                    <a:pt x="85" y="192"/>
                  </a:cubicBezTo>
                  <a:cubicBezTo>
                    <a:pt x="104" y="199"/>
                    <a:pt x="104" y="199"/>
                    <a:pt x="104" y="199"/>
                  </a:cubicBezTo>
                  <a:cubicBezTo>
                    <a:pt x="104" y="199"/>
                    <a:pt x="104" y="199"/>
                    <a:pt x="104" y="199"/>
                  </a:cubicBezTo>
                  <a:cubicBezTo>
                    <a:pt x="116" y="206"/>
                    <a:pt x="116" y="206"/>
                    <a:pt x="116" y="206"/>
                  </a:cubicBezTo>
                  <a:cubicBezTo>
                    <a:pt x="146" y="233"/>
                    <a:pt x="146" y="233"/>
                    <a:pt x="146" y="233"/>
                  </a:cubicBezTo>
                  <a:cubicBezTo>
                    <a:pt x="159" y="239"/>
                    <a:pt x="159" y="239"/>
                    <a:pt x="159" y="239"/>
                  </a:cubicBezTo>
                  <a:cubicBezTo>
                    <a:pt x="165" y="237"/>
                    <a:pt x="165" y="237"/>
                    <a:pt x="165" y="237"/>
                  </a:cubicBezTo>
                  <a:cubicBezTo>
                    <a:pt x="170" y="227"/>
                    <a:pt x="170" y="227"/>
                    <a:pt x="170" y="227"/>
                  </a:cubicBezTo>
                  <a:cubicBezTo>
                    <a:pt x="167" y="210"/>
                    <a:pt x="167" y="210"/>
                    <a:pt x="167" y="210"/>
                  </a:cubicBezTo>
                  <a:cubicBezTo>
                    <a:pt x="167" y="205"/>
                    <a:pt x="171" y="202"/>
                    <a:pt x="178" y="199"/>
                  </a:cubicBezTo>
                  <a:cubicBezTo>
                    <a:pt x="180" y="199"/>
                    <a:pt x="180" y="199"/>
                    <a:pt x="180" y="199"/>
                  </a:cubicBezTo>
                  <a:cubicBezTo>
                    <a:pt x="217" y="221"/>
                    <a:pt x="217" y="221"/>
                    <a:pt x="217" y="221"/>
                  </a:cubicBezTo>
                  <a:cubicBezTo>
                    <a:pt x="221" y="219"/>
                    <a:pt x="221" y="219"/>
                    <a:pt x="221" y="219"/>
                  </a:cubicBezTo>
                  <a:cubicBezTo>
                    <a:pt x="229" y="214"/>
                    <a:pt x="229" y="214"/>
                    <a:pt x="229" y="214"/>
                  </a:cubicBezTo>
                  <a:cubicBezTo>
                    <a:pt x="230" y="214"/>
                    <a:pt x="230" y="214"/>
                    <a:pt x="230" y="214"/>
                  </a:cubicBezTo>
                  <a:cubicBezTo>
                    <a:pt x="235" y="215"/>
                    <a:pt x="235" y="215"/>
                    <a:pt x="235" y="215"/>
                  </a:cubicBezTo>
                  <a:cubicBezTo>
                    <a:pt x="243" y="209"/>
                    <a:pt x="243" y="209"/>
                    <a:pt x="243" y="209"/>
                  </a:cubicBezTo>
                  <a:cubicBezTo>
                    <a:pt x="244" y="208"/>
                    <a:pt x="244" y="208"/>
                    <a:pt x="244" y="208"/>
                  </a:cubicBezTo>
                  <a:cubicBezTo>
                    <a:pt x="246" y="210"/>
                    <a:pt x="246" y="210"/>
                    <a:pt x="246" y="210"/>
                  </a:cubicBezTo>
                  <a:cubicBezTo>
                    <a:pt x="268" y="225"/>
                    <a:pt x="268" y="225"/>
                    <a:pt x="268" y="225"/>
                  </a:cubicBezTo>
                  <a:cubicBezTo>
                    <a:pt x="268" y="225"/>
                    <a:pt x="268" y="225"/>
                    <a:pt x="268" y="225"/>
                  </a:cubicBezTo>
                  <a:cubicBezTo>
                    <a:pt x="282" y="237"/>
                    <a:pt x="282" y="237"/>
                    <a:pt x="282" y="237"/>
                  </a:cubicBezTo>
                  <a:cubicBezTo>
                    <a:pt x="286" y="239"/>
                    <a:pt x="291" y="244"/>
                    <a:pt x="295" y="250"/>
                  </a:cubicBezTo>
                  <a:cubicBezTo>
                    <a:pt x="302" y="257"/>
                    <a:pt x="302" y="257"/>
                    <a:pt x="302" y="257"/>
                  </a:cubicBezTo>
                  <a:cubicBezTo>
                    <a:pt x="307" y="256"/>
                    <a:pt x="307" y="256"/>
                    <a:pt x="307" y="256"/>
                  </a:cubicBezTo>
                  <a:cubicBezTo>
                    <a:pt x="313" y="245"/>
                    <a:pt x="313" y="245"/>
                    <a:pt x="313" y="245"/>
                  </a:cubicBezTo>
                  <a:cubicBezTo>
                    <a:pt x="326" y="254"/>
                    <a:pt x="326" y="254"/>
                    <a:pt x="326" y="254"/>
                  </a:cubicBezTo>
                  <a:cubicBezTo>
                    <a:pt x="326" y="254"/>
                    <a:pt x="326" y="254"/>
                    <a:pt x="326" y="254"/>
                  </a:cubicBezTo>
                  <a:cubicBezTo>
                    <a:pt x="327" y="254"/>
                    <a:pt x="327" y="254"/>
                    <a:pt x="327" y="254"/>
                  </a:cubicBezTo>
                  <a:cubicBezTo>
                    <a:pt x="327" y="254"/>
                    <a:pt x="327" y="254"/>
                    <a:pt x="327" y="254"/>
                  </a:cubicBezTo>
                  <a:cubicBezTo>
                    <a:pt x="337" y="267"/>
                    <a:pt x="337" y="267"/>
                    <a:pt x="337" y="267"/>
                  </a:cubicBezTo>
                  <a:cubicBezTo>
                    <a:pt x="365" y="287"/>
                    <a:pt x="365" y="287"/>
                    <a:pt x="365" y="287"/>
                  </a:cubicBezTo>
                  <a:cubicBezTo>
                    <a:pt x="365" y="287"/>
                    <a:pt x="365" y="287"/>
                    <a:pt x="365" y="287"/>
                  </a:cubicBezTo>
                  <a:cubicBezTo>
                    <a:pt x="373" y="296"/>
                    <a:pt x="373" y="296"/>
                    <a:pt x="373" y="296"/>
                  </a:cubicBezTo>
                  <a:cubicBezTo>
                    <a:pt x="396" y="290"/>
                    <a:pt x="396" y="290"/>
                    <a:pt x="396" y="290"/>
                  </a:cubicBezTo>
                  <a:cubicBezTo>
                    <a:pt x="397" y="307"/>
                    <a:pt x="397" y="307"/>
                    <a:pt x="397" y="307"/>
                  </a:cubicBezTo>
                  <a:cubicBezTo>
                    <a:pt x="408" y="318"/>
                    <a:pt x="408" y="318"/>
                    <a:pt x="408" y="318"/>
                  </a:cubicBezTo>
                  <a:cubicBezTo>
                    <a:pt x="408" y="318"/>
                    <a:pt x="408" y="318"/>
                    <a:pt x="408" y="318"/>
                  </a:cubicBezTo>
                  <a:cubicBezTo>
                    <a:pt x="408" y="318"/>
                    <a:pt x="408" y="318"/>
                    <a:pt x="408" y="318"/>
                  </a:cubicBezTo>
                  <a:cubicBezTo>
                    <a:pt x="416" y="331"/>
                    <a:pt x="416" y="331"/>
                    <a:pt x="416" y="331"/>
                  </a:cubicBezTo>
                  <a:cubicBezTo>
                    <a:pt x="416" y="332"/>
                    <a:pt x="416" y="332"/>
                    <a:pt x="416" y="332"/>
                  </a:cubicBezTo>
                  <a:cubicBezTo>
                    <a:pt x="416" y="332"/>
                    <a:pt x="416" y="332"/>
                    <a:pt x="416" y="332"/>
                  </a:cubicBezTo>
                  <a:cubicBezTo>
                    <a:pt x="416" y="333"/>
                    <a:pt x="416" y="333"/>
                    <a:pt x="416" y="333"/>
                  </a:cubicBezTo>
                  <a:cubicBezTo>
                    <a:pt x="425" y="375"/>
                    <a:pt x="425" y="375"/>
                    <a:pt x="425" y="375"/>
                  </a:cubicBezTo>
                  <a:cubicBezTo>
                    <a:pt x="434" y="392"/>
                    <a:pt x="434" y="392"/>
                    <a:pt x="434" y="392"/>
                  </a:cubicBezTo>
                  <a:cubicBezTo>
                    <a:pt x="422" y="423"/>
                    <a:pt x="422" y="423"/>
                    <a:pt x="422" y="423"/>
                  </a:cubicBezTo>
                  <a:cubicBezTo>
                    <a:pt x="422" y="425"/>
                    <a:pt x="422" y="425"/>
                    <a:pt x="422" y="425"/>
                  </a:cubicBezTo>
                  <a:cubicBezTo>
                    <a:pt x="412" y="427"/>
                    <a:pt x="412" y="427"/>
                    <a:pt x="412" y="427"/>
                  </a:cubicBezTo>
                  <a:cubicBezTo>
                    <a:pt x="412" y="436"/>
                    <a:pt x="412" y="436"/>
                    <a:pt x="412" y="436"/>
                  </a:cubicBezTo>
                  <a:cubicBezTo>
                    <a:pt x="411" y="437"/>
                    <a:pt x="411" y="437"/>
                    <a:pt x="411" y="437"/>
                  </a:cubicBezTo>
                  <a:cubicBezTo>
                    <a:pt x="401" y="454"/>
                    <a:pt x="401" y="454"/>
                    <a:pt x="401" y="454"/>
                  </a:cubicBezTo>
                  <a:cubicBezTo>
                    <a:pt x="400" y="454"/>
                    <a:pt x="400" y="454"/>
                    <a:pt x="400" y="454"/>
                  </a:cubicBezTo>
                  <a:cubicBezTo>
                    <a:pt x="385" y="455"/>
                    <a:pt x="385" y="455"/>
                    <a:pt x="385" y="455"/>
                  </a:cubicBezTo>
                  <a:cubicBezTo>
                    <a:pt x="371" y="467"/>
                    <a:pt x="371" y="467"/>
                    <a:pt x="371" y="467"/>
                  </a:cubicBezTo>
                  <a:cubicBezTo>
                    <a:pt x="373" y="469"/>
                    <a:pt x="375" y="470"/>
                    <a:pt x="379" y="472"/>
                  </a:cubicBezTo>
                  <a:cubicBezTo>
                    <a:pt x="385" y="474"/>
                    <a:pt x="386" y="479"/>
                    <a:pt x="383" y="487"/>
                  </a:cubicBezTo>
                  <a:cubicBezTo>
                    <a:pt x="383" y="488"/>
                    <a:pt x="383" y="488"/>
                    <a:pt x="383" y="488"/>
                  </a:cubicBezTo>
                  <a:cubicBezTo>
                    <a:pt x="373" y="498"/>
                    <a:pt x="373" y="498"/>
                    <a:pt x="373" y="498"/>
                  </a:cubicBezTo>
                  <a:cubicBezTo>
                    <a:pt x="372" y="498"/>
                    <a:pt x="372" y="498"/>
                    <a:pt x="372" y="498"/>
                  </a:cubicBezTo>
                  <a:cubicBezTo>
                    <a:pt x="371" y="499"/>
                    <a:pt x="371" y="499"/>
                    <a:pt x="371" y="499"/>
                  </a:cubicBezTo>
                  <a:cubicBezTo>
                    <a:pt x="371" y="499"/>
                    <a:pt x="371" y="499"/>
                    <a:pt x="371" y="499"/>
                  </a:cubicBezTo>
                  <a:cubicBezTo>
                    <a:pt x="370" y="499"/>
                    <a:pt x="370" y="499"/>
                    <a:pt x="370" y="499"/>
                  </a:cubicBezTo>
                  <a:cubicBezTo>
                    <a:pt x="341" y="495"/>
                    <a:pt x="341" y="495"/>
                    <a:pt x="341" y="495"/>
                  </a:cubicBezTo>
                  <a:cubicBezTo>
                    <a:pt x="340" y="505"/>
                    <a:pt x="340" y="505"/>
                    <a:pt x="340" y="505"/>
                  </a:cubicBezTo>
                  <a:cubicBezTo>
                    <a:pt x="343" y="527"/>
                    <a:pt x="343" y="527"/>
                    <a:pt x="343" y="527"/>
                  </a:cubicBezTo>
                  <a:cubicBezTo>
                    <a:pt x="368" y="537"/>
                    <a:pt x="368" y="537"/>
                    <a:pt x="368" y="537"/>
                  </a:cubicBezTo>
                  <a:cubicBezTo>
                    <a:pt x="368" y="539"/>
                    <a:pt x="368" y="539"/>
                    <a:pt x="368" y="539"/>
                  </a:cubicBezTo>
                  <a:cubicBezTo>
                    <a:pt x="368" y="539"/>
                    <a:pt x="368" y="539"/>
                    <a:pt x="368" y="539"/>
                  </a:cubicBezTo>
                  <a:cubicBezTo>
                    <a:pt x="377" y="536"/>
                    <a:pt x="377" y="536"/>
                    <a:pt x="377" y="536"/>
                  </a:cubicBezTo>
                  <a:cubicBezTo>
                    <a:pt x="377" y="535"/>
                    <a:pt x="377" y="535"/>
                    <a:pt x="377" y="535"/>
                  </a:cubicBezTo>
                  <a:cubicBezTo>
                    <a:pt x="379" y="534"/>
                    <a:pt x="379" y="534"/>
                    <a:pt x="379" y="534"/>
                  </a:cubicBezTo>
                  <a:cubicBezTo>
                    <a:pt x="379" y="536"/>
                    <a:pt x="379" y="536"/>
                    <a:pt x="379" y="536"/>
                  </a:cubicBezTo>
                  <a:cubicBezTo>
                    <a:pt x="380" y="536"/>
                    <a:pt x="380" y="536"/>
                    <a:pt x="380" y="536"/>
                  </a:cubicBezTo>
                  <a:cubicBezTo>
                    <a:pt x="387" y="539"/>
                    <a:pt x="387" y="539"/>
                    <a:pt x="387" y="539"/>
                  </a:cubicBezTo>
                  <a:cubicBezTo>
                    <a:pt x="397" y="539"/>
                    <a:pt x="397" y="539"/>
                    <a:pt x="397" y="539"/>
                  </a:cubicBezTo>
                  <a:cubicBezTo>
                    <a:pt x="400" y="539"/>
                    <a:pt x="400" y="539"/>
                    <a:pt x="400" y="539"/>
                  </a:cubicBezTo>
                  <a:cubicBezTo>
                    <a:pt x="397" y="527"/>
                    <a:pt x="397" y="527"/>
                    <a:pt x="397" y="527"/>
                  </a:cubicBezTo>
                  <a:cubicBezTo>
                    <a:pt x="397" y="527"/>
                    <a:pt x="397" y="527"/>
                    <a:pt x="397" y="527"/>
                  </a:cubicBezTo>
                  <a:cubicBezTo>
                    <a:pt x="397" y="527"/>
                    <a:pt x="397" y="527"/>
                    <a:pt x="397" y="527"/>
                  </a:cubicBezTo>
                  <a:cubicBezTo>
                    <a:pt x="394" y="515"/>
                    <a:pt x="394" y="515"/>
                    <a:pt x="394" y="515"/>
                  </a:cubicBezTo>
                  <a:cubicBezTo>
                    <a:pt x="394" y="514"/>
                    <a:pt x="394" y="514"/>
                    <a:pt x="394" y="514"/>
                  </a:cubicBezTo>
                  <a:cubicBezTo>
                    <a:pt x="394" y="513"/>
                    <a:pt x="394" y="513"/>
                    <a:pt x="394" y="513"/>
                  </a:cubicBezTo>
                  <a:cubicBezTo>
                    <a:pt x="395" y="513"/>
                    <a:pt x="395" y="513"/>
                    <a:pt x="395" y="513"/>
                  </a:cubicBezTo>
                  <a:cubicBezTo>
                    <a:pt x="395" y="512"/>
                    <a:pt x="395" y="512"/>
                    <a:pt x="395" y="512"/>
                  </a:cubicBezTo>
                  <a:cubicBezTo>
                    <a:pt x="399" y="508"/>
                    <a:pt x="399" y="508"/>
                    <a:pt x="399" y="508"/>
                  </a:cubicBezTo>
                  <a:cubicBezTo>
                    <a:pt x="400" y="506"/>
                    <a:pt x="400" y="506"/>
                    <a:pt x="400" y="506"/>
                  </a:cubicBezTo>
                  <a:cubicBezTo>
                    <a:pt x="400" y="506"/>
                    <a:pt x="400" y="506"/>
                    <a:pt x="400" y="506"/>
                  </a:cubicBezTo>
                  <a:cubicBezTo>
                    <a:pt x="400" y="506"/>
                    <a:pt x="400" y="506"/>
                    <a:pt x="400" y="506"/>
                  </a:cubicBezTo>
                  <a:cubicBezTo>
                    <a:pt x="407" y="497"/>
                    <a:pt x="407" y="497"/>
                    <a:pt x="407" y="497"/>
                  </a:cubicBezTo>
                  <a:cubicBezTo>
                    <a:pt x="408" y="496"/>
                    <a:pt x="408" y="496"/>
                    <a:pt x="408" y="496"/>
                  </a:cubicBezTo>
                  <a:cubicBezTo>
                    <a:pt x="419" y="488"/>
                    <a:pt x="419" y="488"/>
                    <a:pt x="419" y="488"/>
                  </a:cubicBezTo>
                  <a:cubicBezTo>
                    <a:pt x="419" y="488"/>
                    <a:pt x="419" y="488"/>
                    <a:pt x="419" y="488"/>
                  </a:cubicBezTo>
                  <a:cubicBezTo>
                    <a:pt x="419" y="487"/>
                    <a:pt x="419" y="487"/>
                    <a:pt x="419" y="487"/>
                  </a:cubicBezTo>
                  <a:cubicBezTo>
                    <a:pt x="420" y="487"/>
                    <a:pt x="420" y="487"/>
                    <a:pt x="420" y="487"/>
                  </a:cubicBezTo>
                  <a:cubicBezTo>
                    <a:pt x="420" y="487"/>
                    <a:pt x="420" y="487"/>
                    <a:pt x="420" y="487"/>
                  </a:cubicBezTo>
                  <a:cubicBezTo>
                    <a:pt x="433" y="485"/>
                    <a:pt x="433" y="485"/>
                    <a:pt x="433" y="485"/>
                  </a:cubicBezTo>
                  <a:cubicBezTo>
                    <a:pt x="433" y="489"/>
                    <a:pt x="433" y="489"/>
                    <a:pt x="433" y="489"/>
                  </a:cubicBezTo>
                  <a:cubicBezTo>
                    <a:pt x="433" y="493"/>
                    <a:pt x="434" y="496"/>
                    <a:pt x="434" y="498"/>
                  </a:cubicBezTo>
                  <a:cubicBezTo>
                    <a:pt x="437" y="503"/>
                    <a:pt x="437" y="503"/>
                    <a:pt x="437" y="503"/>
                  </a:cubicBezTo>
                  <a:cubicBezTo>
                    <a:pt x="441" y="511"/>
                    <a:pt x="441" y="511"/>
                    <a:pt x="441" y="511"/>
                  </a:cubicBezTo>
                  <a:cubicBezTo>
                    <a:pt x="453" y="518"/>
                    <a:pt x="453" y="518"/>
                    <a:pt x="453" y="518"/>
                  </a:cubicBezTo>
                  <a:cubicBezTo>
                    <a:pt x="486" y="521"/>
                    <a:pt x="486" y="521"/>
                    <a:pt x="486" y="521"/>
                  </a:cubicBezTo>
                  <a:cubicBezTo>
                    <a:pt x="487" y="521"/>
                    <a:pt x="487" y="521"/>
                    <a:pt x="487" y="521"/>
                  </a:cubicBezTo>
                  <a:cubicBezTo>
                    <a:pt x="489" y="521"/>
                    <a:pt x="489" y="521"/>
                    <a:pt x="489" y="521"/>
                  </a:cubicBezTo>
                  <a:cubicBezTo>
                    <a:pt x="489" y="523"/>
                    <a:pt x="489" y="523"/>
                    <a:pt x="489" y="523"/>
                  </a:cubicBezTo>
                  <a:cubicBezTo>
                    <a:pt x="489" y="524"/>
                    <a:pt x="489" y="524"/>
                    <a:pt x="489" y="524"/>
                  </a:cubicBezTo>
                  <a:cubicBezTo>
                    <a:pt x="488" y="535"/>
                    <a:pt x="488" y="535"/>
                    <a:pt x="488" y="535"/>
                  </a:cubicBezTo>
                  <a:cubicBezTo>
                    <a:pt x="498" y="545"/>
                    <a:pt x="498" y="545"/>
                    <a:pt x="498" y="545"/>
                  </a:cubicBezTo>
                  <a:cubicBezTo>
                    <a:pt x="505" y="548"/>
                    <a:pt x="505" y="548"/>
                    <a:pt x="505" y="548"/>
                  </a:cubicBezTo>
                  <a:cubicBezTo>
                    <a:pt x="506" y="549"/>
                    <a:pt x="506" y="549"/>
                    <a:pt x="506" y="549"/>
                  </a:cubicBezTo>
                  <a:cubicBezTo>
                    <a:pt x="506" y="550"/>
                    <a:pt x="506" y="550"/>
                    <a:pt x="506" y="550"/>
                  </a:cubicBezTo>
                  <a:cubicBezTo>
                    <a:pt x="507" y="551"/>
                    <a:pt x="507" y="551"/>
                    <a:pt x="507" y="551"/>
                  </a:cubicBezTo>
                  <a:cubicBezTo>
                    <a:pt x="507" y="555"/>
                    <a:pt x="507" y="555"/>
                    <a:pt x="507" y="555"/>
                  </a:cubicBezTo>
                  <a:cubicBezTo>
                    <a:pt x="507" y="561"/>
                    <a:pt x="507" y="561"/>
                    <a:pt x="507" y="561"/>
                  </a:cubicBezTo>
                  <a:cubicBezTo>
                    <a:pt x="504" y="573"/>
                    <a:pt x="504" y="573"/>
                    <a:pt x="504" y="573"/>
                  </a:cubicBezTo>
                  <a:cubicBezTo>
                    <a:pt x="508" y="576"/>
                    <a:pt x="508" y="576"/>
                    <a:pt x="508" y="576"/>
                  </a:cubicBezTo>
                  <a:cubicBezTo>
                    <a:pt x="513" y="576"/>
                    <a:pt x="517" y="576"/>
                    <a:pt x="521" y="579"/>
                  </a:cubicBezTo>
                  <a:cubicBezTo>
                    <a:pt x="535" y="585"/>
                    <a:pt x="535" y="585"/>
                    <a:pt x="535" y="585"/>
                  </a:cubicBezTo>
                  <a:cubicBezTo>
                    <a:pt x="544" y="579"/>
                    <a:pt x="544" y="579"/>
                    <a:pt x="544" y="579"/>
                  </a:cubicBezTo>
                  <a:cubicBezTo>
                    <a:pt x="553" y="569"/>
                    <a:pt x="553" y="569"/>
                    <a:pt x="553" y="569"/>
                  </a:cubicBezTo>
                  <a:cubicBezTo>
                    <a:pt x="553" y="565"/>
                    <a:pt x="553" y="565"/>
                    <a:pt x="553" y="565"/>
                  </a:cubicBezTo>
                  <a:cubicBezTo>
                    <a:pt x="554" y="564"/>
                    <a:pt x="554" y="564"/>
                    <a:pt x="554" y="564"/>
                  </a:cubicBezTo>
                  <a:cubicBezTo>
                    <a:pt x="555" y="563"/>
                    <a:pt x="555" y="563"/>
                    <a:pt x="555" y="563"/>
                  </a:cubicBezTo>
                  <a:cubicBezTo>
                    <a:pt x="556" y="562"/>
                    <a:pt x="556" y="562"/>
                    <a:pt x="556" y="562"/>
                  </a:cubicBezTo>
                  <a:cubicBezTo>
                    <a:pt x="556" y="560"/>
                    <a:pt x="556" y="560"/>
                    <a:pt x="556" y="560"/>
                  </a:cubicBezTo>
                  <a:cubicBezTo>
                    <a:pt x="553" y="548"/>
                    <a:pt x="553" y="548"/>
                    <a:pt x="553" y="548"/>
                  </a:cubicBezTo>
                  <a:cubicBezTo>
                    <a:pt x="553" y="541"/>
                    <a:pt x="553" y="541"/>
                    <a:pt x="553" y="541"/>
                  </a:cubicBezTo>
                  <a:cubicBezTo>
                    <a:pt x="552" y="540"/>
                    <a:pt x="552" y="540"/>
                    <a:pt x="552" y="540"/>
                  </a:cubicBezTo>
                  <a:cubicBezTo>
                    <a:pt x="552" y="540"/>
                    <a:pt x="552" y="540"/>
                    <a:pt x="552" y="540"/>
                  </a:cubicBezTo>
                  <a:cubicBezTo>
                    <a:pt x="553" y="539"/>
                    <a:pt x="553" y="539"/>
                    <a:pt x="553" y="539"/>
                  </a:cubicBezTo>
                  <a:cubicBezTo>
                    <a:pt x="553" y="539"/>
                    <a:pt x="553" y="539"/>
                    <a:pt x="553" y="539"/>
                  </a:cubicBezTo>
                  <a:cubicBezTo>
                    <a:pt x="558" y="531"/>
                    <a:pt x="558" y="531"/>
                    <a:pt x="558" y="531"/>
                  </a:cubicBezTo>
                  <a:cubicBezTo>
                    <a:pt x="558" y="530"/>
                    <a:pt x="558" y="530"/>
                    <a:pt x="558" y="530"/>
                  </a:cubicBezTo>
                  <a:cubicBezTo>
                    <a:pt x="558" y="530"/>
                    <a:pt x="558" y="530"/>
                    <a:pt x="558" y="530"/>
                  </a:cubicBezTo>
                  <a:cubicBezTo>
                    <a:pt x="568" y="523"/>
                    <a:pt x="568" y="523"/>
                    <a:pt x="568" y="523"/>
                  </a:cubicBezTo>
                  <a:cubicBezTo>
                    <a:pt x="569" y="523"/>
                    <a:pt x="569" y="523"/>
                    <a:pt x="569" y="523"/>
                  </a:cubicBezTo>
                  <a:cubicBezTo>
                    <a:pt x="589" y="523"/>
                    <a:pt x="589" y="523"/>
                    <a:pt x="589" y="523"/>
                  </a:cubicBezTo>
                  <a:cubicBezTo>
                    <a:pt x="592" y="522"/>
                    <a:pt x="592" y="522"/>
                    <a:pt x="592" y="522"/>
                  </a:cubicBezTo>
                  <a:cubicBezTo>
                    <a:pt x="591" y="512"/>
                    <a:pt x="591" y="512"/>
                    <a:pt x="591" y="512"/>
                  </a:cubicBezTo>
                  <a:cubicBezTo>
                    <a:pt x="588" y="503"/>
                    <a:pt x="588" y="503"/>
                    <a:pt x="588" y="503"/>
                  </a:cubicBezTo>
                  <a:cubicBezTo>
                    <a:pt x="581" y="492"/>
                    <a:pt x="581" y="492"/>
                    <a:pt x="581" y="492"/>
                  </a:cubicBezTo>
                  <a:cubicBezTo>
                    <a:pt x="581" y="491"/>
                    <a:pt x="581" y="491"/>
                    <a:pt x="581" y="491"/>
                  </a:cubicBezTo>
                  <a:cubicBezTo>
                    <a:pt x="581" y="491"/>
                    <a:pt x="581" y="491"/>
                    <a:pt x="581" y="491"/>
                  </a:cubicBezTo>
                  <a:cubicBezTo>
                    <a:pt x="581" y="476"/>
                    <a:pt x="581" y="476"/>
                    <a:pt x="581" y="476"/>
                  </a:cubicBezTo>
                  <a:cubicBezTo>
                    <a:pt x="581" y="475"/>
                    <a:pt x="581" y="475"/>
                    <a:pt x="581" y="475"/>
                  </a:cubicBezTo>
                  <a:cubicBezTo>
                    <a:pt x="581" y="475"/>
                    <a:pt x="581" y="475"/>
                    <a:pt x="581" y="475"/>
                  </a:cubicBezTo>
                  <a:cubicBezTo>
                    <a:pt x="584" y="466"/>
                    <a:pt x="584" y="466"/>
                    <a:pt x="584" y="466"/>
                  </a:cubicBezTo>
                  <a:cubicBezTo>
                    <a:pt x="584" y="466"/>
                    <a:pt x="584" y="466"/>
                    <a:pt x="584" y="466"/>
                  </a:cubicBezTo>
                  <a:cubicBezTo>
                    <a:pt x="585" y="465"/>
                    <a:pt x="585" y="465"/>
                    <a:pt x="585" y="465"/>
                  </a:cubicBezTo>
                  <a:cubicBezTo>
                    <a:pt x="585" y="465"/>
                    <a:pt x="585" y="465"/>
                    <a:pt x="585" y="465"/>
                  </a:cubicBezTo>
                  <a:cubicBezTo>
                    <a:pt x="601" y="442"/>
                    <a:pt x="601" y="442"/>
                    <a:pt x="601" y="442"/>
                  </a:cubicBezTo>
                  <a:cubicBezTo>
                    <a:pt x="602" y="441"/>
                    <a:pt x="602" y="441"/>
                    <a:pt x="602" y="441"/>
                  </a:cubicBezTo>
                  <a:cubicBezTo>
                    <a:pt x="603" y="441"/>
                    <a:pt x="603" y="441"/>
                    <a:pt x="603" y="441"/>
                  </a:cubicBezTo>
                  <a:cubicBezTo>
                    <a:pt x="604" y="440"/>
                    <a:pt x="604" y="440"/>
                    <a:pt x="604" y="440"/>
                  </a:cubicBezTo>
                  <a:cubicBezTo>
                    <a:pt x="607" y="440"/>
                    <a:pt x="607" y="440"/>
                    <a:pt x="607" y="440"/>
                  </a:cubicBezTo>
                  <a:cubicBezTo>
                    <a:pt x="614" y="441"/>
                    <a:pt x="614" y="441"/>
                    <a:pt x="614" y="441"/>
                  </a:cubicBezTo>
                  <a:cubicBezTo>
                    <a:pt x="627" y="449"/>
                    <a:pt x="627" y="449"/>
                    <a:pt x="627" y="449"/>
                  </a:cubicBezTo>
                  <a:cubicBezTo>
                    <a:pt x="637" y="451"/>
                    <a:pt x="637" y="451"/>
                    <a:pt x="637" y="451"/>
                  </a:cubicBezTo>
                  <a:cubicBezTo>
                    <a:pt x="638" y="447"/>
                    <a:pt x="638" y="447"/>
                    <a:pt x="638" y="447"/>
                  </a:cubicBezTo>
                  <a:cubicBezTo>
                    <a:pt x="636" y="446"/>
                    <a:pt x="636" y="446"/>
                    <a:pt x="636" y="446"/>
                  </a:cubicBezTo>
                  <a:cubicBezTo>
                    <a:pt x="636" y="444"/>
                    <a:pt x="636" y="444"/>
                    <a:pt x="636" y="444"/>
                  </a:cubicBezTo>
                  <a:cubicBezTo>
                    <a:pt x="636" y="440"/>
                    <a:pt x="638" y="437"/>
                    <a:pt x="641" y="434"/>
                  </a:cubicBezTo>
                  <a:cubicBezTo>
                    <a:pt x="652" y="426"/>
                    <a:pt x="652" y="426"/>
                    <a:pt x="652" y="426"/>
                  </a:cubicBezTo>
                  <a:cubicBezTo>
                    <a:pt x="653" y="426"/>
                    <a:pt x="653" y="426"/>
                    <a:pt x="653" y="426"/>
                  </a:cubicBezTo>
                  <a:cubicBezTo>
                    <a:pt x="653" y="426"/>
                    <a:pt x="653" y="426"/>
                    <a:pt x="653" y="426"/>
                  </a:cubicBezTo>
                  <a:cubicBezTo>
                    <a:pt x="653" y="425"/>
                    <a:pt x="653" y="425"/>
                    <a:pt x="653" y="425"/>
                  </a:cubicBezTo>
                  <a:cubicBezTo>
                    <a:pt x="659" y="423"/>
                    <a:pt x="663" y="422"/>
                    <a:pt x="665" y="422"/>
                  </a:cubicBezTo>
                  <a:cubicBezTo>
                    <a:pt x="675" y="421"/>
                    <a:pt x="675" y="421"/>
                    <a:pt x="675" y="421"/>
                  </a:cubicBezTo>
                  <a:cubicBezTo>
                    <a:pt x="676" y="421"/>
                    <a:pt x="676" y="421"/>
                    <a:pt x="676" y="421"/>
                  </a:cubicBezTo>
                  <a:cubicBezTo>
                    <a:pt x="676" y="421"/>
                    <a:pt x="676" y="421"/>
                    <a:pt x="676" y="421"/>
                  </a:cubicBezTo>
                  <a:cubicBezTo>
                    <a:pt x="682" y="422"/>
                    <a:pt x="682" y="422"/>
                    <a:pt x="682" y="422"/>
                  </a:cubicBezTo>
                  <a:cubicBezTo>
                    <a:pt x="686" y="407"/>
                    <a:pt x="686" y="407"/>
                    <a:pt x="686" y="407"/>
                  </a:cubicBezTo>
                  <a:cubicBezTo>
                    <a:pt x="686" y="397"/>
                    <a:pt x="686" y="397"/>
                    <a:pt x="686" y="397"/>
                  </a:cubicBezTo>
                  <a:cubicBezTo>
                    <a:pt x="686" y="390"/>
                    <a:pt x="686" y="386"/>
                    <a:pt x="688" y="384"/>
                  </a:cubicBezTo>
                  <a:cubicBezTo>
                    <a:pt x="692" y="377"/>
                    <a:pt x="692" y="377"/>
                    <a:pt x="692" y="377"/>
                  </a:cubicBezTo>
                  <a:cubicBezTo>
                    <a:pt x="687" y="369"/>
                    <a:pt x="687" y="369"/>
                    <a:pt x="687" y="369"/>
                  </a:cubicBezTo>
                  <a:cubicBezTo>
                    <a:pt x="680" y="364"/>
                    <a:pt x="680" y="364"/>
                    <a:pt x="680" y="364"/>
                  </a:cubicBezTo>
                  <a:cubicBezTo>
                    <a:pt x="665" y="360"/>
                    <a:pt x="665" y="360"/>
                    <a:pt x="665" y="360"/>
                  </a:cubicBezTo>
                  <a:cubicBezTo>
                    <a:pt x="661" y="360"/>
                    <a:pt x="656" y="357"/>
                    <a:pt x="647" y="349"/>
                  </a:cubicBezTo>
                  <a:cubicBezTo>
                    <a:pt x="638" y="345"/>
                    <a:pt x="638" y="345"/>
                    <a:pt x="638" y="345"/>
                  </a:cubicBezTo>
                  <a:cubicBezTo>
                    <a:pt x="637" y="345"/>
                    <a:pt x="637" y="345"/>
                    <a:pt x="637" y="345"/>
                  </a:cubicBezTo>
                  <a:cubicBezTo>
                    <a:pt x="637" y="344"/>
                    <a:pt x="637" y="344"/>
                    <a:pt x="637" y="344"/>
                  </a:cubicBezTo>
                  <a:cubicBezTo>
                    <a:pt x="626" y="331"/>
                    <a:pt x="626" y="331"/>
                    <a:pt x="626" y="331"/>
                  </a:cubicBezTo>
                  <a:cubicBezTo>
                    <a:pt x="615" y="331"/>
                    <a:pt x="615" y="331"/>
                    <a:pt x="615" y="331"/>
                  </a:cubicBezTo>
                  <a:cubicBezTo>
                    <a:pt x="615" y="330"/>
                    <a:pt x="615" y="330"/>
                    <a:pt x="615" y="330"/>
                  </a:cubicBezTo>
                  <a:cubicBezTo>
                    <a:pt x="614" y="330"/>
                    <a:pt x="614" y="330"/>
                    <a:pt x="614" y="330"/>
                  </a:cubicBezTo>
                  <a:cubicBezTo>
                    <a:pt x="605" y="326"/>
                    <a:pt x="605" y="326"/>
                    <a:pt x="605" y="326"/>
                  </a:cubicBezTo>
                  <a:cubicBezTo>
                    <a:pt x="600" y="333"/>
                    <a:pt x="600" y="333"/>
                    <a:pt x="600" y="333"/>
                  </a:cubicBezTo>
                  <a:cubicBezTo>
                    <a:pt x="598" y="361"/>
                    <a:pt x="598" y="361"/>
                    <a:pt x="598" y="361"/>
                  </a:cubicBezTo>
                  <a:cubicBezTo>
                    <a:pt x="600" y="372"/>
                    <a:pt x="600" y="372"/>
                    <a:pt x="600" y="372"/>
                  </a:cubicBezTo>
                  <a:cubicBezTo>
                    <a:pt x="604" y="372"/>
                    <a:pt x="604" y="372"/>
                    <a:pt x="604" y="372"/>
                  </a:cubicBezTo>
                  <a:cubicBezTo>
                    <a:pt x="605" y="373"/>
                    <a:pt x="605" y="373"/>
                    <a:pt x="605" y="373"/>
                  </a:cubicBezTo>
                  <a:cubicBezTo>
                    <a:pt x="614" y="375"/>
                    <a:pt x="614" y="375"/>
                    <a:pt x="614" y="375"/>
                  </a:cubicBezTo>
                  <a:cubicBezTo>
                    <a:pt x="614" y="376"/>
                    <a:pt x="614" y="376"/>
                    <a:pt x="614" y="376"/>
                  </a:cubicBezTo>
                  <a:cubicBezTo>
                    <a:pt x="614" y="377"/>
                    <a:pt x="614" y="377"/>
                    <a:pt x="614" y="377"/>
                  </a:cubicBezTo>
                  <a:cubicBezTo>
                    <a:pt x="618" y="387"/>
                    <a:pt x="618" y="387"/>
                    <a:pt x="618" y="387"/>
                  </a:cubicBezTo>
                  <a:cubicBezTo>
                    <a:pt x="618" y="387"/>
                    <a:pt x="618" y="387"/>
                    <a:pt x="618" y="387"/>
                  </a:cubicBezTo>
                  <a:cubicBezTo>
                    <a:pt x="618" y="387"/>
                    <a:pt x="618" y="387"/>
                    <a:pt x="618" y="387"/>
                  </a:cubicBezTo>
                  <a:cubicBezTo>
                    <a:pt x="618" y="387"/>
                    <a:pt x="618" y="387"/>
                    <a:pt x="618" y="387"/>
                  </a:cubicBezTo>
                  <a:cubicBezTo>
                    <a:pt x="618" y="388"/>
                    <a:pt x="618" y="388"/>
                    <a:pt x="618" y="388"/>
                  </a:cubicBezTo>
                  <a:cubicBezTo>
                    <a:pt x="616" y="407"/>
                    <a:pt x="616" y="407"/>
                    <a:pt x="616" y="407"/>
                  </a:cubicBezTo>
                  <a:cubicBezTo>
                    <a:pt x="616" y="408"/>
                    <a:pt x="616" y="408"/>
                    <a:pt x="616" y="408"/>
                  </a:cubicBezTo>
                  <a:cubicBezTo>
                    <a:pt x="616" y="409"/>
                    <a:pt x="616" y="409"/>
                    <a:pt x="616" y="409"/>
                  </a:cubicBezTo>
                  <a:cubicBezTo>
                    <a:pt x="615" y="409"/>
                    <a:pt x="615" y="409"/>
                    <a:pt x="615" y="409"/>
                  </a:cubicBezTo>
                  <a:cubicBezTo>
                    <a:pt x="612" y="411"/>
                    <a:pt x="610" y="412"/>
                    <a:pt x="607" y="414"/>
                  </a:cubicBezTo>
                  <a:cubicBezTo>
                    <a:pt x="606" y="415"/>
                    <a:pt x="606" y="415"/>
                    <a:pt x="606" y="415"/>
                  </a:cubicBezTo>
                  <a:cubicBezTo>
                    <a:pt x="605" y="414"/>
                    <a:pt x="605" y="414"/>
                    <a:pt x="605" y="414"/>
                  </a:cubicBezTo>
                  <a:cubicBezTo>
                    <a:pt x="604" y="414"/>
                    <a:pt x="604" y="414"/>
                    <a:pt x="604" y="414"/>
                  </a:cubicBezTo>
                  <a:cubicBezTo>
                    <a:pt x="600" y="413"/>
                    <a:pt x="600" y="413"/>
                    <a:pt x="600" y="413"/>
                  </a:cubicBezTo>
                  <a:cubicBezTo>
                    <a:pt x="590" y="417"/>
                    <a:pt x="590" y="417"/>
                    <a:pt x="590" y="417"/>
                  </a:cubicBezTo>
                  <a:cubicBezTo>
                    <a:pt x="590" y="417"/>
                    <a:pt x="590" y="417"/>
                    <a:pt x="590" y="417"/>
                  </a:cubicBezTo>
                  <a:cubicBezTo>
                    <a:pt x="590" y="418"/>
                    <a:pt x="590" y="418"/>
                    <a:pt x="590" y="418"/>
                  </a:cubicBezTo>
                  <a:cubicBezTo>
                    <a:pt x="591" y="419"/>
                    <a:pt x="591" y="419"/>
                    <a:pt x="591" y="419"/>
                  </a:cubicBezTo>
                  <a:cubicBezTo>
                    <a:pt x="593" y="435"/>
                    <a:pt x="593" y="435"/>
                    <a:pt x="593" y="435"/>
                  </a:cubicBezTo>
                  <a:cubicBezTo>
                    <a:pt x="593" y="438"/>
                    <a:pt x="592" y="439"/>
                    <a:pt x="589" y="440"/>
                  </a:cubicBezTo>
                  <a:cubicBezTo>
                    <a:pt x="582" y="440"/>
                    <a:pt x="582" y="440"/>
                    <a:pt x="582" y="440"/>
                  </a:cubicBezTo>
                  <a:cubicBezTo>
                    <a:pt x="578" y="439"/>
                    <a:pt x="577" y="438"/>
                    <a:pt x="575" y="436"/>
                  </a:cubicBezTo>
                  <a:cubicBezTo>
                    <a:pt x="567" y="431"/>
                    <a:pt x="567" y="431"/>
                    <a:pt x="567" y="431"/>
                  </a:cubicBezTo>
                  <a:cubicBezTo>
                    <a:pt x="567" y="430"/>
                    <a:pt x="567" y="430"/>
                    <a:pt x="567" y="430"/>
                  </a:cubicBezTo>
                  <a:cubicBezTo>
                    <a:pt x="566" y="430"/>
                    <a:pt x="566" y="430"/>
                    <a:pt x="566" y="430"/>
                  </a:cubicBezTo>
                  <a:cubicBezTo>
                    <a:pt x="566" y="429"/>
                    <a:pt x="566" y="429"/>
                    <a:pt x="566" y="429"/>
                  </a:cubicBezTo>
                  <a:cubicBezTo>
                    <a:pt x="562" y="419"/>
                    <a:pt x="562" y="419"/>
                    <a:pt x="562" y="419"/>
                  </a:cubicBezTo>
                  <a:cubicBezTo>
                    <a:pt x="561" y="418"/>
                    <a:pt x="558" y="416"/>
                    <a:pt x="552" y="414"/>
                  </a:cubicBezTo>
                  <a:cubicBezTo>
                    <a:pt x="551" y="414"/>
                    <a:pt x="551" y="414"/>
                    <a:pt x="551" y="414"/>
                  </a:cubicBezTo>
                  <a:cubicBezTo>
                    <a:pt x="550" y="414"/>
                    <a:pt x="550" y="414"/>
                    <a:pt x="550" y="414"/>
                  </a:cubicBezTo>
                  <a:cubicBezTo>
                    <a:pt x="542" y="408"/>
                    <a:pt x="542" y="408"/>
                    <a:pt x="542" y="408"/>
                  </a:cubicBezTo>
                  <a:cubicBezTo>
                    <a:pt x="541" y="408"/>
                    <a:pt x="541" y="408"/>
                    <a:pt x="541" y="408"/>
                  </a:cubicBezTo>
                  <a:cubicBezTo>
                    <a:pt x="541" y="407"/>
                    <a:pt x="541" y="407"/>
                    <a:pt x="541" y="407"/>
                  </a:cubicBezTo>
                  <a:cubicBezTo>
                    <a:pt x="541" y="407"/>
                    <a:pt x="541" y="407"/>
                    <a:pt x="541" y="407"/>
                  </a:cubicBezTo>
                  <a:cubicBezTo>
                    <a:pt x="538" y="397"/>
                    <a:pt x="538" y="397"/>
                    <a:pt x="538" y="397"/>
                  </a:cubicBezTo>
                  <a:cubicBezTo>
                    <a:pt x="539" y="389"/>
                    <a:pt x="539" y="389"/>
                    <a:pt x="539" y="389"/>
                  </a:cubicBezTo>
                  <a:cubicBezTo>
                    <a:pt x="540" y="389"/>
                    <a:pt x="540" y="389"/>
                    <a:pt x="540" y="389"/>
                  </a:cubicBezTo>
                  <a:cubicBezTo>
                    <a:pt x="540" y="388"/>
                    <a:pt x="540" y="388"/>
                    <a:pt x="540" y="388"/>
                  </a:cubicBezTo>
                  <a:cubicBezTo>
                    <a:pt x="540" y="388"/>
                    <a:pt x="540" y="388"/>
                    <a:pt x="540" y="388"/>
                  </a:cubicBezTo>
                  <a:cubicBezTo>
                    <a:pt x="544" y="384"/>
                    <a:pt x="544" y="384"/>
                    <a:pt x="544" y="384"/>
                  </a:cubicBezTo>
                  <a:cubicBezTo>
                    <a:pt x="544" y="381"/>
                    <a:pt x="544" y="381"/>
                    <a:pt x="544" y="381"/>
                  </a:cubicBezTo>
                  <a:cubicBezTo>
                    <a:pt x="540" y="370"/>
                    <a:pt x="540" y="370"/>
                    <a:pt x="540" y="370"/>
                  </a:cubicBezTo>
                  <a:cubicBezTo>
                    <a:pt x="532" y="362"/>
                    <a:pt x="532" y="362"/>
                    <a:pt x="532" y="362"/>
                  </a:cubicBezTo>
                  <a:cubicBezTo>
                    <a:pt x="532" y="361"/>
                    <a:pt x="532" y="361"/>
                    <a:pt x="532" y="361"/>
                  </a:cubicBezTo>
                  <a:cubicBezTo>
                    <a:pt x="529" y="336"/>
                    <a:pt x="529" y="336"/>
                    <a:pt x="529" y="336"/>
                  </a:cubicBezTo>
                  <a:cubicBezTo>
                    <a:pt x="523" y="330"/>
                    <a:pt x="523" y="330"/>
                    <a:pt x="523" y="330"/>
                  </a:cubicBezTo>
                  <a:cubicBezTo>
                    <a:pt x="522" y="330"/>
                    <a:pt x="522" y="330"/>
                    <a:pt x="522" y="330"/>
                  </a:cubicBezTo>
                  <a:cubicBezTo>
                    <a:pt x="522" y="329"/>
                    <a:pt x="522" y="329"/>
                    <a:pt x="522" y="329"/>
                  </a:cubicBezTo>
                  <a:cubicBezTo>
                    <a:pt x="522" y="329"/>
                    <a:pt x="522" y="329"/>
                    <a:pt x="522" y="329"/>
                  </a:cubicBezTo>
                  <a:cubicBezTo>
                    <a:pt x="517" y="318"/>
                    <a:pt x="517" y="318"/>
                    <a:pt x="517" y="318"/>
                  </a:cubicBezTo>
                  <a:cubicBezTo>
                    <a:pt x="495" y="315"/>
                    <a:pt x="495" y="315"/>
                    <a:pt x="495" y="315"/>
                  </a:cubicBezTo>
                  <a:cubicBezTo>
                    <a:pt x="490" y="313"/>
                    <a:pt x="486" y="310"/>
                    <a:pt x="484" y="305"/>
                  </a:cubicBezTo>
                  <a:cubicBezTo>
                    <a:pt x="474" y="305"/>
                    <a:pt x="474" y="305"/>
                    <a:pt x="474" y="305"/>
                  </a:cubicBezTo>
                  <a:cubicBezTo>
                    <a:pt x="470" y="304"/>
                    <a:pt x="467" y="301"/>
                    <a:pt x="462" y="297"/>
                  </a:cubicBezTo>
                  <a:cubicBezTo>
                    <a:pt x="461" y="296"/>
                    <a:pt x="461" y="296"/>
                    <a:pt x="461" y="296"/>
                  </a:cubicBezTo>
                  <a:cubicBezTo>
                    <a:pt x="459" y="293"/>
                    <a:pt x="456" y="290"/>
                    <a:pt x="454" y="285"/>
                  </a:cubicBezTo>
                  <a:cubicBezTo>
                    <a:pt x="454" y="285"/>
                    <a:pt x="454" y="285"/>
                    <a:pt x="454" y="285"/>
                  </a:cubicBezTo>
                  <a:cubicBezTo>
                    <a:pt x="453" y="284"/>
                    <a:pt x="453" y="284"/>
                    <a:pt x="453" y="284"/>
                  </a:cubicBezTo>
                  <a:cubicBezTo>
                    <a:pt x="451" y="275"/>
                    <a:pt x="451" y="275"/>
                    <a:pt x="451" y="275"/>
                  </a:cubicBezTo>
                  <a:cubicBezTo>
                    <a:pt x="451" y="275"/>
                    <a:pt x="451" y="275"/>
                    <a:pt x="451" y="275"/>
                  </a:cubicBezTo>
                  <a:cubicBezTo>
                    <a:pt x="451" y="274"/>
                    <a:pt x="451" y="274"/>
                    <a:pt x="451" y="274"/>
                  </a:cubicBezTo>
                  <a:cubicBezTo>
                    <a:pt x="451" y="273"/>
                    <a:pt x="451" y="273"/>
                    <a:pt x="451" y="273"/>
                  </a:cubicBezTo>
                  <a:cubicBezTo>
                    <a:pt x="451" y="273"/>
                    <a:pt x="451" y="273"/>
                    <a:pt x="451" y="273"/>
                  </a:cubicBezTo>
                  <a:cubicBezTo>
                    <a:pt x="455" y="255"/>
                    <a:pt x="455" y="255"/>
                    <a:pt x="455" y="255"/>
                  </a:cubicBezTo>
                  <a:cubicBezTo>
                    <a:pt x="455" y="254"/>
                    <a:pt x="455" y="254"/>
                    <a:pt x="455" y="254"/>
                  </a:cubicBezTo>
                  <a:cubicBezTo>
                    <a:pt x="459" y="246"/>
                    <a:pt x="459" y="246"/>
                    <a:pt x="459" y="246"/>
                  </a:cubicBezTo>
                  <a:cubicBezTo>
                    <a:pt x="459" y="245"/>
                    <a:pt x="459" y="245"/>
                    <a:pt x="459" y="245"/>
                  </a:cubicBezTo>
                  <a:cubicBezTo>
                    <a:pt x="459" y="245"/>
                    <a:pt x="459" y="245"/>
                    <a:pt x="459" y="245"/>
                  </a:cubicBezTo>
                  <a:cubicBezTo>
                    <a:pt x="459" y="245"/>
                    <a:pt x="459" y="245"/>
                    <a:pt x="459" y="245"/>
                  </a:cubicBezTo>
                  <a:cubicBezTo>
                    <a:pt x="482" y="235"/>
                    <a:pt x="482" y="235"/>
                    <a:pt x="482" y="235"/>
                  </a:cubicBezTo>
                  <a:cubicBezTo>
                    <a:pt x="492" y="224"/>
                    <a:pt x="492" y="224"/>
                    <a:pt x="492" y="224"/>
                  </a:cubicBezTo>
                  <a:cubicBezTo>
                    <a:pt x="493" y="215"/>
                    <a:pt x="493" y="215"/>
                    <a:pt x="493" y="215"/>
                  </a:cubicBezTo>
                  <a:cubicBezTo>
                    <a:pt x="492" y="208"/>
                    <a:pt x="492" y="208"/>
                    <a:pt x="492" y="208"/>
                  </a:cubicBezTo>
                  <a:cubicBezTo>
                    <a:pt x="488" y="201"/>
                    <a:pt x="486" y="196"/>
                    <a:pt x="486" y="193"/>
                  </a:cubicBezTo>
                  <a:cubicBezTo>
                    <a:pt x="481" y="193"/>
                    <a:pt x="481" y="193"/>
                    <a:pt x="481" y="193"/>
                  </a:cubicBezTo>
                  <a:cubicBezTo>
                    <a:pt x="473" y="193"/>
                    <a:pt x="473" y="193"/>
                    <a:pt x="473" y="193"/>
                  </a:cubicBezTo>
                  <a:cubicBezTo>
                    <a:pt x="471" y="193"/>
                    <a:pt x="466" y="199"/>
                    <a:pt x="459" y="207"/>
                  </a:cubicBezTo>
                  <a:cubicBezTo>
                    <a:pt x="449" y="216"/>
                    <a:pt x="449" y="216"/>
                    <a:pt x="449" y="216"/>
                  </a:cubicBezTo>
                  <a:cubicBezTo>
                    <a:pt x="448" y="216"/>
                    <a:pt x="448" y="216"/>
                    <a:pt x="448" y="216"/>
                  </a:cubicBezTo>
                  <a:cubicBezTo>
                    <a:pt x="448" y="217"/>
                    <a:pt x="448" y="217"/>
                    <a:pt x="448" y="217"/>
                  </a:cubicBezTo>
                  <a:cubicBezTo>
                    <a:pt x="440" y="219"/>
                    <a:pt x="434" y="220"/>
                    <a:pt x="431" y="219"/>
                  </a:cubicBezTo>
                  <a:lnTo>
                    <a:pt x="411" y="211"/>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44" name="Freeform 6"/>
            <p:cNvSpPr/>
            <p:nvPr/>
          </p:nvSpPr>
          <p:spPr bwMode="auto">
            <a:xfrm>
              <a:off x="3014853" y="2638997"/>
              <a:ext cx="423862" cy="760413"/>
            </a:xfrm>
            <a:custGeom>
              <a:avLst/>
              <a:gdLst>
                <a:gd name="T0" fmla="*/ 72 w 245"/>
                <a:gd name="T1" fmla="*/ 137 h 439"/>
                <a:gd name="T2" fmla="*/ 92 w 245"/>
                <a:gd name="T3" fmla="*/ 153 h 439"/>
                <a:gd name="T4" fmla="*/ 106 w 245"/>
                <a:gd name="T5" fmla="*/ 164 h 439"/>
                <a:gd name="T6" fmla="*/ 133 w 245"/>
                <a:gd name="T7" fmla="*/ 174 h 439"/>
                <a:gd name="T8" fmla="*/ 133 w 245"/>
                <a:gd name="T9" fmla="*/ 176 h 439"/>
                <a:gd name="T10" fmla="*/ 141 w 245"/>
                <a:gd name="T11" fmla="*/ 188 h 439"/>
                <a:gd name="T12" fmla="*/ 134 w 245"/>
                <a:gd name="T13" fmla="*/ 207 h 439"/>
                <a:gd name="T14" fmla="*/ 133 w 245"/>
                <a:gd name="T15" fmla="*/ 219 h 439"/>
                <a:gd name="T16" fmla="*/ 126 w 245"/>
                <a:gd name="T17" fmla="*/ 240 h 439"/>
                <a:gd name="T18" fmla="*/ 106 w 245"/>
                <a:gd name="T19" fmla="*/ 238 h 439"/>
                <a:gd name="T20" fmla="*/ 84 w 245"/>
                <a:gd name="T21" fmla="*/ 252 h 439"/>
                <a:gd name="T22" fmla="*/ 88 w 245"/>
                <a:gd name="T23" fmla="*/ 269 h 439"/>
                <a:gd name="T24" fmla="*/ 65 w 245"/>
                <a:gd name="T25" fmla="*/ 264 h 439"/>
                <a:gd name="T26" fmla="*/ 47 w 245"/>
                <a:gd name="T27" fmla="*/ 257 h 439"/>
                <a:gd name="T28" fmla="*/ 29 w 245"/>
                <a:gd name="T29" fmla="*/ 299 h 439"/>
                <a:gd name="T30" fmla="*/ 35 w 245"/>
                <a:gd name="T31" fmla="*/ 310 h 439"/>
                <a:gd name="T32" fmla="*/ 39 w 245"/>
                <a:gd name="T33" fmla="*/ 321 h 439"/>
                <a:gd name="T34" fmla="*/ 40 w 245"/>
                <a:gd name="T35" fmla="*/ 338 h 439"/>
                <a:gd name="T36" fmla="*/ 4 w 245"/>
                <a:gd name="T37" fmla="*/ 345 h 439"/>
                <a:gd name="T38" fmla="*/ 4 w 245"/>
                <a:gd name="T39" fmla="*/ 370 h 439"/>
                <a:gd name="T40" fmla="*/ 9 w 245"/>
                <a:gd name="T41" fmla="*/ 386 h 439"/>
                <a:gd name="T42" fmla="*/ 50 w 245"/>
                <a:gd name="T43" fmla="*/ 384 h 439"/>
                <a:gd name="T44" fmla="*/ 64 w 245"/>
                <a:gd name="T45" fmla="*/ 395 h 439"/>
                <a:gd name="T46" fmla="*/ 76 w 245"/>
                <a:gd name="T47" fmla="*/ 404 h 439"/>
                <a:gd name="T48" fmla="*/ 87 w 245"/>
                <a:gd name="T49" fmla="*/ 396 h 439"/>
                <a:gd name="T50" fmla="*/ 115 w 245"/>
                <a:gd name="T51" fmla="*/ 415 h 439"/>
                <a:gd name="T52" fmla="*/ 148 w 245"/>
                <a:gd name="T53" fmla="*/ 417 h 439"/>
                <a:gd name="T54" fmla="*/ 158 w 245"/>
                <a:gd name="T55" fmla="*/ 423 h 439"/>
                <a:gd name="T56" fmla="*/ 158 w 245"/>
                <a:gd name="T57" fmla="*/ 424 h 439"/>
                <a:gd name="T58" fmla="*/ 171 w 245"/>
                <a:gd name="T59" fmla="*/ 437 h 439"/>
                <a:gd name="T60" fmla="*/ 187 w 245"/>
                <a:gd name="T61" fmla="*/ 425 h 439"/>
                <a:gd name="T62" fmla="*/ 181 w 245"/>
                <a:gd name="T63" fmla="*/ 416 h 439"/>
                <a:gd name="T64" fmla="*/ 187 w 245"/>
                <a:gd name="T65" fmla="*/ 391 h 439"/>
                <a:gd name="T66" fmla="*/ 203 w 245"/>
                <a:gd name="T67" fmla="*/ 390 h 439"/>
                <a:gd name="T68" fmla="*/ 183 w 245"/>
                <a:gd name="T69" fmla="*/ 369 h 439"/>
                <a:gd name="T70" fmla="*/ 177 w 245"/>
                <a:gd name="T71" fmla="*/ 361 h 439"/>
                <a:gd name="T72" fmla="*/ 184 w 245"/>
                <a:gd name="T73" fmla="*/ 352 h 439"/>
                <a:gd name="T74" fmla="*/ 229 w 245"/>
                <a:gd name="T75" fmla="*/ 354 h 439"/>
                <a:gd name="T76" fmla="*/ 245 w 245"/>
                <a:gd name="T77" fmla="*/ 352 h 439"/>
                <a:gd name="T78" fmla="*/ 219 w 245"/>
                <a:gd name="T79" fmla="*/ 285 h 439"/>
                <a:gd name="T80" fmla="*/ 207 w 245"/>
                <a:gd name="T81" fmla="*/ 279 h 439"/>
                <a:gd name="T82" fmla="*/ 205 w 245"/>
                <a:gd name="T83" fmla="*/ 262 h 439"/>
                <a:gd name="T84" fmla="*/ 209 w 245"/>
                <a:gd name="T85" fmla="*/ 145 h 439"/>
                <a:gd name="T86" fmla="*/ 211 w 245"/>
                <a:gd name="T87" fmla="*/ 123 h 439"/>
                <a:gd name="T88" fmla="*/ 223 w 245"/>
                <a:gd name="T89" fmla="*/ 104 h 439"/>
                <a:gd name="T90" fmla="*/ 210 w 245"/>
                <a:gd name="T91" fmla="*/ 85 h 439"/>
                <a:gd name="T92" fmla="*/ 209 w 245"/>
                <a:gd name="T93" fmla="*/ 68 h 439"/>
                <a:gd name="T94" fmla="*/ 209 w 245"/>
                <a:gd name="T95" fmla="*/ 66 h 439"/>
                <a:gd name="T96" fmla="*/ 220 w 245"/>
                <a:gd name="T97" fmla="*/ 28 h 439"/>
                <a:gd name="T98" fmla="*/ 228 w 245"/>
                <a:gd name="T99" fmla="*/ 17 h 439"/>
                <a:gd name="T100" fmla="*/ 237 w 245"/>
                <a:gd name="T101" fmla="*/ 9 h 439"/>
                <a:gd name="T102" fmla="*/ 224 w 245"/>
                <a:gd name="T103" fmla="*/ 0 h 439"/>
                <a:gd name="T104" fmla="*/ 203 w 245"/>
                <a:gd name="T105" fmla="*/ 8 h 439"/>
                <a:gd name="T106" fmla="*/ 184 w 245"/>
                <a:gd name="T107" fmla="*/ 26 h 439"/>
                <a:gd name="T108" fmla="*/ 158 w 245"/>
                <a:gd name="T109" fmla="*/ 44 h 439"/>
                <a:gd name="T110" fmla="*/ 147 w 245"/>
                <a:gd name="T111" fmla="*/ 54 h 439"/>
                <a:gd name="T112" fmla="*/ 140 w 245"/>
                <a:gd name="T113" fmla="*/ 90 h 439"/>
                <a:gd name="T114" fmla="*/ 138 w 245"/>
                <a:gd name="T115" fmla="*/ 100 h 439"/>
                <a:gd name="T116" fmla="*/ 131 w 245"/>
                <a:gd name="T117" fmla="*/ 110 h 439"/>
                <a:gd name="T118" fmla="*/ 130 w 245"/>
                <a:gd name="T119" fmla="*/ 111 h 439"/>
                <a:gd name="T120" fmla="*/ 115 w 245"/>
                <a:gd name="T121" fmla="*/ 113 h 439"/>
                <a:gd name="T122" fmla="*/ 114 w 245"/>
                <a:gd name="T123" fmla="*/ 113 h 439"/>
                <a:gd name="T124" fmla="*/ 81 w 245"/>
                <a:gd name="T125" fmla="*/ 10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5" h="439">
                  <a:moveTo>
                    <a:pt x="81" y="100"/>
                  </a:moveTo>
                  <a:cubicBezTo>
                    <a:pt x="78" y="100"/>
                    <a:pt x="78" y="100"/>
                    <a:pt x="78" y="100"/>
                  </a:cubicBezTo>
                  <a:cubicBezTo>
                    <a:pt x="72" y="137"/>
                    <a:pt x="72" y="137"/>
                    <a:pt x="72" y="137"/>
                  </a:cubicBezTo>
                  <a:cubicBezTo>
                    <a:pt x="82" y="149"/>
                    <a:pt x="82" y="149"/>
                    <a:pt x="82" y="149"/>
                  </a:cubicBezTo>
                  <a:cubicBezTo>
                    <a:pt x="92" y="153"/>
                    <a:pt x="92" y="153"/>
                    <a:pt x="92" y="153"/>
                  </a:cubicBezTo>
                  <a:cubicBezTo>
                    <a:pt x="92" y="153"/>
                    <a:pt x="92" y="153"/>
                    <a:pt x="92" y="153"/>
                  </a:cubicBezTo>
                  <a:cubicBezTo>
                    <a:pt x="92" y="153"/>
                    <a:pt x="92" y="153"/>
                    <a:pt x="92" y="153"/>
                  </a:cubicBezTo>
                  <a:cubicBezTo>
                    <a:pt x="93" y="154"/>
                    <a:pt x="93" y="154"/>
                    <a:pt x="93" y="154"/>
                  </a:cubicBezTo>
                  <a:cubicBezTo>
                    <a:pt x="106" y="164"/>
                    <a:pt x="106" y="164"/>
                    <a:pt x="106" y="164"/>
                  </a:cubicBezTo>
                  <a:cubicBezTo>
                    <a:pt x="123" y="168"/>
                    <a:pt x="123" y="168"/>
                    <a:pt x="123" y="168"/>
                  </a:cubicBezTo>
                  <a:cubicBezTo>
                    <a:pt x="124" y="168"/>
                    <a:pt x="124" y="168"/>
                    <a:pt x="124" y="168"/>
                  </a:cubicBezTo>
                  <a:cubicBezTo>
                    <a:pt x="133" y="174"/>
                    <a:pt x="133" y="174"/>
                    <a:pt x="133" y="174"/>
                  </a:cubicBezTo>
                  <a:cubicBezTo>
                    <a:pt x="133" y="174"/>
                    <a:pt x="133" y="174"/>
                    <a:pt x="133" y="174"/>
                  </a:cubicBezTo>
                  <a:cubicBezTo>
                    <a:pt x="133" y="174"/>
                    <a:pt x="133" y="174"/>
                    <a:pt x="133" y="174"/>
                  </a:cubicBezTo>
                  <a:cubicBezTo>
                    <a:pt x="133" y="176"/>
                    <a:pt x="133" y="176"/>
                    <a:pt x="133" y="176"/>
                  </a:cubicBezTo>
                  <a:cubicBezTo>
                    <a:pt x="140" y="185"/>
                    <a:pt x="140" y="185"/>
                    <a:pt x="140" y="185"/>
                  </a:cubicBezTo>
                  <a:cubicBezTo>
                    <a:pt x="141" y="187"/>
                    <a:pt x="141" y="187"/>
                    <a:pt x="141" y="187"/>
                  </a:cubicBezTo>
                  <a:cubicBezTo>
                    <a:pt x="141" y="188"/>
                    <a:pt x="141" y="188"/>
                    <a:pt x="141" y="188"/>
                  </a:cubicBezTo>
                  <a:cubicBezTo>
                    <a:pt x="135" y="197"/>
                    <a:pt x="135" y="197"/>
                    <a:pt x="135" y="197"/>
                  </a:cubicBezTo>
                  <a:cubicBezTo>
                    <a:pt x="133" y="199"/>
                    <a:pt x="133" y="202"/>
                    <a:pt x="133" y="207"/>
                  </a:cubicBezTo>
                  <a:cubicBezTo>
                    <a:pt x="134" y="207"/>
                    <a:pt x="134" y="207"/>
                    <a:pt x="134" y="207"/>
                  </a:cubicBezTo>
                  <a:cubicBezTo>
                    <a:pt x="134" y="218"/>
                    <a:pt x="134" y="218"/>
                    <a:pt x="134" y="218"/>
                  </a:cubicBezTo>
                  <a:cubicBezTo>
                    <a:pt x="133" y="219"/>
                    <a:pt x="133" y="219"/>
                    <a:pt x="133" y="219"/>
                  </a:cubicBezTo>
                  <a:cubicBezTo>
                    <a:pt x="133" y="219"/>
                    <a:pt x="133" y="219"/>
                    <a:pt x="133" y="219"/>
                  </a:cubicBezTo>
                  <a:cubicBezTo>
                    <a:pt x="128" y="237"/>
                    <a:pt x="128" y="237"/>
                    <a:pt x="128" y="237"/>
                  </a:cubicBezTo>
                  <a:cubicBezTo>
                    <a:pt x="127" y="240"/>
                    <a:pt x="127" y="240"/>
                    <a:pt x="127" y="240"/>
                  </a:cubicBezTo>
                  <a:cubicBezTo>
                    <a:pt x="126" y="240"/>
                    <a:pt x="126" y="240"/>
                    <a:pt x="126" y="240"/>
                  </a:cubicBezTo>
                  <a:cubicBezTo>
                    <a:pt x="124" y="239"/>
                    <a:pt x="124" y="239"/>
                    <a:pt x="124" y="239"/>
                  </a:cubicBezTo>
                  <a:cubicBezTo>
                    <a:pt x="116" y="238"/>
                    <a:pt x="116" y="238"/>
                    <a:pt x="116" y="238"/>
                  </a:cubicBezTo>
                  <a:cubicBezTo>
                    <a:pt x="106" y="238"/>
                    <a:pt x="106" y="238"/>
                    <a:pt x="106" y="238"/>
                  </a:cubicBezTo>
                  <a:cubicBezTo>
                    <a:pt x="97" y="241"/>
                    <a:pt x="97" y="241"/>
                    <a:pt x="97" y="241"/>
                  </a:cubicBezTo>
                  <a:cubicBezTo>
                    <a:pt x="87" y="250"/>
                    <a:pt x="87" y="250"/>
                    <a:pt x="87" y="250"/>
                  </a:cubicBezTo>
                  <a:cubicBezTo>
                    <a:pt x="84" y="252"/>
                    <a:pt x="84" y="252"/>
                    <a:pt x="84" y="252"/>
                  </a:cubicBezTo>
                  <a:cubicBezTo>
                    <a:pt x="98" y="259"/>
                    <a:pt x="98" y="259"/>
                    <a:pt x="98" y="259"/>
                  </a:cubicBezTo>
                  <a:cubicBezTo>
                    <a:pt x="96" y="261"/>
                    <a:pt x="96" y="261"/>
                    <a:pt x="96" y="261"/>
                  </a:cubicBezTo>
                  <a:cubicBezTo>
                    <a:pt x="96" y="264"/>
                    <a:pt x="93" y="267"/>
                    <a:pt x="88" y="269"/>
                  </a:cubicBezTo>
                  <a:cubicBezTo>
                    <a:pt x="79" y="270"/>
                    <a:pt x="79" y="270"/>
                    <a:pt x="79" y="270"/>
                  </a:cubicBezTo>
                  <a:cubicBezTo>
                    <a:pt x="65" y="264"/>
                    <a:pt x="65" y="264"/>
                    <a:pt x="65" y="264"/>
                  </a:cubicBezTo>
                  <a:cubicBezTo>
                    <a:pt x="65" y="264"/>
                    <a:pt x="65" y="264"/>
                    <a:pt x="65" y="264"/>
                  </a:cubicBezTo>
                  <a:cubicBezTo>
                    <a:pt x="65" y="264"/>
                    <a:pt x="65" y="264"/>
                    <a:pt x="65" y="264"/>
                  </a:cubicBezTo>
                  <a:cubicBezTo>
                    <a:pt x="53" y="257"/>
                    <a:pt x="53" y="257"/>
                    <a:pt x="53" y="257"/>
                  </a:cubicBezTo>
                  <a:cubicBezTo>
                    <a:pt x="47" y="257"/>
                    <a:pt x="47" y="257"/>
                    <a:pt x="47" y="257"/>
                  </a:cubicBezTo>
                  <a:cubicBezTo>
                    <a:pt x="32" y="279"/>
                    <a:pt x="32" y="279"/>
                    <a:pt x="32" y="279"/>
                  </a:cubicBezTo>
                  <a:cubicBezTo>
                    <a:pt x="29" y="286"/>
                    <a:pt x="29" y="286"/>
                    <a:pt x="29" y="286"/>
                  </a:cubicBezTo>
                  <a:cubicBezTo>
                    <a:pt x="29" y="299"/>
                    <a:pt x="29" y="299"/>
                    <a:pt x="29" y="299"/>
                  </a:cubicBezTo>
                  <a:cubicBezTo>
                    <a:pt x="35" y="309"/>
                    <a:pt x="35" y="309"/>
                    <a:pt x="35" y="309"/>
                  </a:cubicBezTo>
                  <a:cubicBezTo>
                    <a:pt x="35" y="310"/>
                    <a:pt x="35" y="310"/>
                    <a:pt x="35" y="310"/>
                  </a:cubicBezTo>
                  <a:cubicBezTo>
                    <a:pt x="35" y="310"/>
                    <a:pt x="35" y="310"/>
                    <a:pt x="35" y="310"/>
                  </a:cubicBezTo>
                  <a:cubicBezTo>
                    <a:pt x="35" y="310"/>
                    <a:pt x="35" y="310"/>
                    <a:pt x="35" y="310"/>
                  </a:cubicBezTo>
                  <a:cubicBezTo>
                    <a:pt x="39" y="320"/>
                    <a:pt x="39" y="320"/>
                    <a:pt x="39" y="320"/>
                  </a:cubicBezTo>
                  <a:cubicBezTo>
                    <a:pt x="39" y="321"/>
                    <a:pt x="39" y="321"/>
                    <a:pt x="39" y="321"/>
                  </a:cubicBezTo>
                  <a:cubicBezTo>
                    <a:pt x="39" y="335"/>
                    <a:pt x="39" y="335"/>
                    <a:pt x="39" y="335"/>
                  </a:cubicBezTo>
                  <a:cubicBezTo>
                    <a:pt x="39" y="337"/>
                    <a:pt x="39" y="337"/>
                    <a:pt x="39" y="337"/>
                  </a:cubicBezTo>
                  <a:cubicBezTo>
                    <a:pt x="40" y="338"/>
                    <a:pt x="40" y="338"/>
                    <a:pt x="40" y="338"/>
                  </a:cubicBezTo>
                  <a:cubicBezTo>
                    <a:pt x="30" y="340"/>
                    <a:pt x="30" y="340"/>
                    <a:pt x="30" y="340"/>
                  </a:cubicBezTo>
                  <a:cubicBezTo>
                    <a:pt x="12" y="340"/>
                    <a:pt x="12" y="340"/>
                    <a:pt x="12" y="340"/>
                  </a:cubicBezTo>
                  <a:cubicBezTo>
                    <a:pt x="4" y="345"/>
                    <a:pt x="4" y="345"/>
                    <a:pt x="4" y="345"/>
                  </a:cubicBezTo>
                  <a:cubicBezTo>
                    <a:pt x="0" y="351"/>
                    <a:pt x="0" y="351"/>
                    <a:pt x="0" y="351"/>
                  </a:cubicBezTo>
                  <a:cubicBezTo>
                    <a:pt x="1" y="352"/>
                    <a:pt x="1" y="352"/>
                    <a:pt x="1" y="352"/>
                  </a:cubicBezTo>
                  <a:cubicBezTo>
                    <a:pt x="4" y="370"/>
                    <a:pt x="4" y="370"/>
                    <a:pt x="4" y="370"/>
                  </a:cubicBezTo>
                  <a:cubicBezTo>
                    <a:pt x="5" y="370"/>
                    <a:pt x="5" y="370"/>
                    <a:pt x="5" y="370"/>
                  </a:cubicBezTo>
                  <a:cubicBezTo>
                    <a:pt x="5" y="377"/>
                    <a:pt x="5" y="377"/>
                    <a:pt x="5" y="377"/>
                  </a:cubicBezTo>
                  <a:cubicBezTo>
                    <a:pt x="9" y="386"/>
                    <a:pt x="9" y="386"/>
                    <a:pt x="9" y="386"/>
                  </a:cubicBezTo>
                  <a:cubicBezTo>
                    <a:pt x="22" y="394"/>
                    <a:pt x="22" y="394"/>
                    <a:pt x="22" y="394"/>
                  </a:cubicBezTo>
                  <a:cubicBezTo>
                    <a:pt x="41" y="390"/>
                    <a:pt x="41" y="390"/>
                    <a:pt x="41" y="390"/>
                  </a:cubicBezTo>
                  <a:cubicBezTo>
                    <a:pt x="50" y="384"/>
                    <a:pt x="50" y="384"/>
                    <a:pt x="50" y="384"/>
                  </a:cubicBezTo>
                  <a:cubicBezTo>
                    <a:pt x="51" y="383"/>
                    <a:pt x="51" y="383"/>
                    <a:pt x="51" y="383"/>
                  </a:cubicBezTo>
                  <a:cubicBezTo>
                    <a:pt x="59" y="383"/>
                    <a:pt x="59" y="383"/>
                    <a:pt x="59" y="383"/>
                  </a:cubicBezTo>
                  <a:cubicBezTo>
                    <a:pt x="64" y="395"/>
                    <a:pt x="64" y="395"/>
                    <a:pt x="64" y="395"/>
                  </a:cubicBezTo>
                  <a:cubicBezTo>
                    <a:pt x="67" y="398"/>
                    <a:pt x="70" y="401"/>
                    <a:pt x="71" y="404"/>
                  </a:cubicBezTo>
                  <a:cubicBezTo>
                    <a:pt x="75" y="404"/>
                    <a:pt x="75" y="404"/>
                    <a:pt x="75" y="404"/>
                  </a:cubicBezTo>
                  <a:cubicBezTo>
                    <a:pt x="76" y="404"/>
                    <a:pt x="76" y="404"/>
                    <a:pt x="76" y="404"/>
                  </a:cubicBezTo>
                  <a:cubicBezTo>
                    <a:pt x="78" y="404"/>
                    <a:pt x="78" y="404"/>
                    <a:pt x="78" y="404"/>
                  </a:cubicBezTo>
                  <a:cubicBezTo>
                    <a:pt x="78" y="403"/>
                    <a:pt x="78" y="403"/>
                    <a:pt x="78" y="403"/>
                  </a:cubicBezTo>
                  <a:cubicBezTo>
                    <a:pt x="87" y="396"/>
                    <a:pt x="87" y="396"/>
                    <a:pt x="87" y="396"/>
                  </a:cubicBezTo>
                  <a:cubicBezTo>
                    <a:pt x="95" y="410"/>
                    <a:pt x="95" y="410"/>
                    <a:pt x="95" y="410"/>
                  </a:cubicBezTo>
                  <a:cubicBezTo>
                    <a:pt x="103" y="415"/>
                    <a:pt x="103" y="415"/>
                    <a:pt x="103" y="415"/>
                  </a:cubicBezTo>
                  <a:cubicBezTo>
                    <a:pt x="115" y="415"/>
                    <a:pt x="115" y="415"/>
                    <a:pt x="115" y="415"/>
                  </a:cubicBezTo>
                  <a:cubicBezTo>
                    <a:pt x="124" y="414"/>
                    <a:pt x="124" y="414"/>
                    <a:pt x="124" y="414"/>
                  </a:cubicBezTo>
                  <a:cubicBezTo>
                    <a:pt x="126" y="414"/>
                    <a:pt x="126" y="414"/>
                    <a:pt x="126" y="414"/>
                  </a:cubicBezTo>
                  <a:cubicBezTo>
                    <a:pt x="148" y="417"/>
                    <a:pt x="148" y="417"/>
                    <a:pt x="148" y="417"/>
                  </a:cubicBezTo>
                  <a:cubicBezTo>
                    <a:pt x="149" y="417"/>
                    <a:pt x="149" y="417"/>
                    <a:pt x="149" y="417"/>
                  </a:cubicBezTo>
                  <a:cubicBezTo>
                    <a:pt x="149" y="418"/>
                    <a:pt x="149" y="418"/>
                    <a:pt x="149" y="418"/>
                  </a:cubicBezTo>
                  <a:cubicBezTo>
                    <a:pt x="158" y="423"/>
                    <a:pt x="158" y="423"/>
                    <a:pt x="158" y="423"/>
                  </a:cubicBezTo>
                  <a:cubicBezTo>
                    <a:pt x="158" y="423"/>
                    <a:pt x="158" y="423"/>
                    <a:pt x="158" y="423"/>
                  </a:cubicBezTo>
                  <a:cubicBezTo>
                    <a:pt x="158" y="423"/>
                    <a:pt x="158" y="423"/>
                    <a:pt x="158" y="423"/>
                  </a:cubicBezTo>
                  <a:cubicBezTo>
                    <a:pt x="158" y="424"/>
                    <a:pt x="158" y="424"/>
                    <a:pt x="158" y="424"/>
                  </a:cubicBezTo>
                  <a:cubicBezTo>
                    <a:pt x="166" y="430"/>
                    <a:pt x="166" y="430"/>
                    <a:pt x="166" y="430"/>
                  </a:cubicBezTo>
                  <a:cubicBezTo>
                    <a:pt x="166" y="431"/>
                    <a:pt x="166" y="431"/>
                    <a:pt x="166" y="431"/>
                  </a:cubicBezTo>
                  <a:cubicBezTo>
                    <a:pt x="171" y="437"/>
                    <a:pt x="171" y="437"/>
                    <a:pt x="171" y="437"/>
                  </a:cubicBezTo>
                  <a:cubicBezTo>
                    <a:pt x="177" y="439"/>
                    <a:pt x="177" y="439"/>
                    <a:pt x="177" y="439"/>
                  </a:cubicBezTo>
                  <a:cubicBezTo>
                    <a:pt x="187" y="438"/>
                    <a:pt x="187" y="438"/>
                    <a:pt x="187" y="438"/>
                  </a:cubicBezTo>
                  <a:cubicBezTo>
                    <a:pt x="187" y="425"/>
                    <a:pt x="187" y="425"/>
                    <a:pt x="187" y="425"/>
                  </a:cubicBezTo>
                  <a:cubicBezTo>
                    <a:pt x="182" y="417"/>
                    <a:pt x="182" y="417"/>
                    <a:pt x="182" y="417"/>
                  </a:cubicBezTo>
                  <a:cubicBezTo>
                    <a:pt x="181" y="417"/>
                    <a:pt x="181" y="417"/>
                    <a:pt x="181" y="417"/>
                  </a:cubicBezTo>
                  <a:cubicBezTo>
                    <a:pt x="181" y="416"/>
                    <a:pt x="181" y="416"/>
                    <a:pt x="181" y="416"/>
                  </a:cubicBezTo>
                  <a:cubicBezTo>
                    <a:pt x="178" y="400"/>
                    <a:pt x="178" y="400"/>
                    <a:pt x="178" y="400"/>
                  </a:cubicBezTo>
                  <a:cubicBezTo>
                    <a:pt x="186" y="392"/>
                    <a:pt x="186" y="392"/>
                    <a:pt x="186" y="392"/>
                  </a:cubicBezTo>
                  <a:cubicBezTo>
                    <a:pt x="187" y="391"/>
                    <a:pt x="187" y="391"/>
                    <a:pt x="187" y="391"/>
                  </a:cubicBezTo>
                  <a:cubicBezTo>
                    <a:pt x="187" y="391"/>
                    <a:pt x="187" y="391"/>
                    <a:pt x="187" y="391"/>
                  </a:cubicBezTo>
                  <a:cubicBezTo>
                    <a:pt x="195" y="390"/>
                    <a:pt x="195" y="390"/>
                    <a:pt x="195" y="390"/>
                  </a:cubicBezTo>
                  <a:cubicBezTo>
                    <a:pt x="203" y="390"/>
                    <a:pt x="203" y="390"/>
                    <a:pt x="203" y="390"/>
                  </a:cubicBezTo>
                  <a:cubicBezTo>
                    <a:pt x="205" y="387"/>
                    <a:pt x="205" y="387"/>
                    <a:pt x="205" y="387"/>
                  </a:cubicBezTo>
                  <a:cubicBezTo>
                    <a:pt x="200" y="380"/>
                    <a:pt x="200" y="380"/>
                    <a:pt x="200" y="380"/>
                  </a:cubicBezTo>
                  <a:cubicBezTo>
                    <a:pt x="183" y="369"/>
                    <a:pt x="183" y="369"/>
                    <a:pt x="183" y="369"/>
                  </a:cubicBezTo>
                  <a:cubicBezTo>
                    <a:pt x="178" y="362"/>
                    <a:pt x="178" y="362"/>
                    <a:pt x="178" y="362"/>
                  </a:cubicBezTo>
                  <a:cubicBezTo>
                    <a:pt x="178" y="361"/>
                    <a:pt x="178" y="361"/>
                    <a:pt x="178" y="361"/>
                  </a:cubicBezTo>
                  <a:cubicBezTo>
                    <a:pt x="177" y="361"/>
                    <a:pt x="177" y="361"/>
                    <a:pt x="177" y="361"/>
                  </a:cubicBezTo>
                  <a:cubicBezTo>
                    <a:pt x="178" y="360"/>
                    <a:pt x="178" y="360"/>
                    <a:pt x="178" y="360"/>
                  </a:cubicBezTo>
                  <a:cubicBezTo>
                    <a:pt x="183" y="350"/>
                    <a:pt x="183" y="350"/>
                    <a:pt x="183" y="350"/>
                  </a:cubicBezTo>
                  <a:cubicBezTo>
                    <a:pt x="184" y="352"/>
                    <a:pt x="184" y="352"/>
                    <a:pt x="184" y="352"/>
                  </a:cubicBezTo>
                  <a:cubicBezTo>
                    <a:pt x="196" y="355"/>
                    <a:pt x="196" y="355"/>
                    <a:pt x="196" y="355"/>
                  </a:cubicBezTo>
                  <a:cubicBezTo>
                    <a:pt x="228" y="354"/>
                    <a:pt x="228" y="354"/>
                    <a:pt x="228" y="354"/>
                  </a:cubicBezTo>
                  <a:cubicBezTo>
                    <a:pt x="229" y="354"/>
                    <a:pt x="229" y="354"/>
                    <a:pt x="229" y="354"/>
                  </a:cubicBezTo>
                  <a:cubicBezTo>
                    <a:pt x="229" y="354"/>
                    <a:pt x="229" y="354"/>
                    <a:pt x="229" y="354"/>
                  </a:cubicBezTo>
                  <a:cubicBezTo>
                    <a:pt x="238" y="357"/>
                    <a:pt x="238" y="357"/>
                    <a:pt x="238" y="357"/>
                  </a:cubicBezTo>
                  <a:cubicBezTo>
                    <a:pt x="245" y="352"/>
                    <a:pt x="245" y="352"/>
                    <a:pt x="245" y="352"/>
                  </a:cubicBezTo>
                  <a:cubicBezTo>
                    <a:pt x="241" y="333"/>
                    <a:pt x="241" y="333"/>
                    <a:pt x="241" y="333"/>
                  </a:cubicBezTo>
                  <a:cubicBezTo>
                    <a:pt x="230" y="326"/>
                    <a:pt x="230" y="326"/>
                    <a:pt x="230" y="326"/>
                  </a:cubicBezTo>
                  <a:cubicBezTo>
                    <a:pt x="220" y="320"/>
                    <a:pt x="217" y="307"/>
                    <a:pt x="219" y="285"/>
                  </a:cubicBezTo>
                  <a:cubicBezTo>
                    <a:pt x="209" y="280"/>
                    <a:pt x="209" y="280"/>
                    <a:pt x="209" y="280"/>
                  </a:cubicBezTo>
                  <a:cubicBezTo>
                    <a:pt x="208" y="279"/>
                    <a:pt x="208" y="279"/>
                    <a:pt x="208" y="279"/>
                  </a:cubicBezTo>
                  <a:cubicBezTo>
                    <a:pt x="207" y="279"/>
                    <a:pt x="207" y="279"/>
                    <a:pt x="207" y="279"/>
                  </a:cubicBezTo>
                  <a:cubicBezTo>
                    <a:pt x="207" y="278"/>
                    <a:pt x="207" y="278"/>
                    <a:pt x="207" y="278"/>
                  </a:cubicBezTo>
                  <a:cubicBezTo>
                    <a:pt x="207" y="278"/>
                    <a:pt x="207" y="278"/>
                    <a:pt x="207" y="278"/>
                  </a:cubicBezTo>
                  <a:cubicBezTo>
                    <a:pt x="205" y="262"/>
                    <a:pt x="205" y="262"/>
                    <a:pt x="205" y="262"/>
                  </a:cubicBezTo>
                  <a:cubicBezTo>
                    <a:pt x="218" y="200"/>
                    <a:pt x="218" y="200"/>
                    <a:pt x="218" y="200"/>
                  </a:cubicBezTo>
                  <a:cubicBezTo>
                    <a:pt x="213" y="182"/>
                    <a:pt x="210" y="170"/>
                    <a:pt x="210" y="163"/>
                  </a:cubicBezTo>
                  <a:cubicBezTo>
                    <a:pt x="209" y="145"/>
                    <a:pt x="209" y="145"/>
                    <a:pt x="209" y="145"/>
                  </a:cubicBezTo>
                  <a:cubicBezTo>
                    <a:pt x="210" y="125"/>
                    <a:pt x="210" y="125"/>
                    <a:pt x="210" y="125"/>
                  </a:cubicBezTo>
                  <a:cubicBezTo>
                    <a:pt x="210" y="124"/>
                    <a:pt x="210" y="124"/>
                    <a:pt x="210" y="124"/>
                  </a:cubicBezTo>
                  <a:cubicBezTo>
                    <a:pt x="211" y="123"/>
                    <a:pt x="211" y="123"/>
                    <a:pt x="211" y="123"/>
                  </a:cubicBezTo>
                  <a:cubicBezTo>
                    <a:pt x="211" y="123"/>
                    <a:pt x="211" y="123"/>
                    <a:pt x="211" y="123"/>
                  </a:cubicBezTo>
                  <a:cubicBezTo>
                    <a:pt x="223" y="114"/>
                    <a:pt x="223" y="114"/>
                    <a:pt x="223" y="114"/>
                  </a:cubicBezTo>
                  <a:cubicBezTo>
                    <a:pt x="223" y="104"/>
                    <a:pt x="223" y="104"/>
                    <a:pt x="223" y="104"/>
                  </a:cubicBezTo>
                  <a:cubicBezTo>
                    <a:pt x="223" y="102"/>
                    <a:pt x="222" y="98"/>
                    <a:pt x="219" y="93"/>
                  </a:cubicBezTo>
                  <a:cubicBezTo>
                    <a:pt x="211" y="85"/>
                    <a:pt x="211" y="85"/>
                    <a:pt x="211" y="85"/>
                  </a:cubicBezTo>
                  <a:cubicBezTo>
                    <a:pt x="210" y="85"/>
                    <a:pt x="210" y="85"/>
                    <a:pt x="210" y="85"/>
                  </a:cubicBezTo>
                  <a:cubicBezTo>
                    <a:pt x="210" y="83"/>
                    <a:pt x="210" y="83"/>
                    <a:pt x="210" y="83"/>
                  </a:cubicBezTo>
                  <a:cubicBezTo>
                    <a:pt x="209" y="68"/>
                    <a:pt x="209" y="68"/>
                    <a:pt x="209" y="68"/>
                  </a:cubicBezTo>
                  <a:cubicBezTo>
                    <a:pt x="209" y="68"/>
                    <a:pt x="209" y="68"/>
                    <a:pt x="209" y="68"/>
                  </a:cubicBezTo>
                  <a:cubicBezTo>
                    <a:pt x="208" y="67"/>
                    <a:pt x="208" y="67"/>
                    <a:pt x="208" y="67"/>
                  </a:cubicBezTo>
                  <a:cubicBezTo>
                    <a:pt x="209" y="66"/>
                    <a:pt x="209" y="66"/>
                    <a:pt x="209" y="66"/>
                  </a:cubicBezTo>
                  <a:cubicBezTo>
                    <a:pt x="209" y="66"/>
                    <a:pt x="209" y="66"/>
                    <a:pt x="209" y="66"/>
                  </a:cubicBezTo>
                  <a:cubicBezTo>
                    <a:pt x="225" y="46"/>
                    <a:pt x="225" y="46"/>
                    <a:pt x="225" y="46"/>
                  </a:cubicBezTo>
                  <a:cubicBezTo>
                    <a:pt x="225" y="37"/>
                    <a:pt x="225" y="37"/>
                    <a:pt x="225" y="37"/>
                  </a:cubicBezTo>
                  <a:cubicBezTo>
                    <a:pt x="220" y="28"/>
                    <a:pt x="220" y="28"/>
                    <a:pt x="220" y="28"/>
                  </a:cubicBezTo>
                  <a:cubicBezTo>
                    <a:pt x="220" y="28"/>
                    <a:pt x="220" y="28"/>
                    <a:pt x="220" y="28"/>
                  </a:cubicBezTo>
                  <a:cubicBezTo>
                    <a:pt x="220" y="26"/>
                    <a:pt x="220" y="26"/>
                    <a:pt x="220" y="26"/>
                  </a:cubicBezTo>
                  <a:cubicBezTo>
                    <a:pt x="228" y="17"/>
                    <a:pt x="228" y="17"/>
                    <a:pt x="228" y="17"/>
                  </a:cubicBezTo>
                  <a:cubicBezTo>
                    <a:pt x="228" y="16"/>
                    <a:pt x="228" y="16"/>
                    <a:pt x="228" y="16"/>
                  </a:cubicBezTo>
                  <a:cubicBezTo>
                    <a:pt x="228" y="16"/>
                    <a:pt x="228" y="16"/>
                    <a:pt x="228" y="16"/>
                  </a:cubicBezTo>
                  <a:cubicBezTo>
                    <a:pt x="237" y="9"/>
                    <a:pt x="237" y="9"/>
                    <a:pt x="237" y="9"/>
                  </a:cubicBezTo>
                  <a:cubicBezTo>
                    <a:pt x="235" y="1"/>
                    <a:pt x="235" y="1"/>
                    <a:pt x="235" y="1"/>
                  </a:cubicBezTo>
                  <a:cubicBezTo>
                    <a:pt x="231" y="1"/>
                    <a:pt x="231" y="1"/>
                    <a:pt x="231" y="1"/>
                  </a:cubicBezTo>
                  <a:cubicBezTo>
                    <a:pt x="224" y="0"/>
                    <a:pt x="224" y="0"/>
                    <a:pt x="224" y="0"/>
                  </a:cubicBezTo>
                  <a:cubicBezTo>
                    <a:pt x="221" y="15"/>
                    <a:pt x="221" y="15"/>
                    <a:pt x="221" y="15"/>
                  </a:cubicBezTo>
                  <a:cubicBezTo>
                    <a:pt x="219" y="14"/>
                    <a:pt x="219" y="14"/>
                    <a:pt x="219" y="14"/>
                  </a:cubicBezTo>
                  <a:cubicBezTo>
                    <a:pt x="203" y="8"/>
                    <a:pt x="203" y="8"/>
                    <a:pt x="203" y="8"/>
                  </a:cubicBezTo>
                  <a:cubicBezTo>
                    <a:pt x="194" y="6"/>
                    <a:pt x="194" y="6"/>
                    <a:pt x="194" y="6"/>
                  </a:cubicBezTo>
                  <a:cubicBezTo>
                    <a:pt x="197" y="21"/>
                    <a:pt x="197" y="21"/>
                    <a:pt x="197" y="21"/>
                  </a:cubicBezTo>
                  <a:cubicBezTo>
                    <a:pt x="184" y="26"/>
                    <a:pt x="184" y="26"/>
                    <a:pt x="184" y="26"/>
                  </a:cubicBezTo>
                  <a:cubicBezTo>
                    <a:pt x="164" y="36"/>
                    <a:pt x="164" y="36"/>
                    <a:pt x="164" y="36"/>
                  </a:cubicBezTo>
                  <a:cubicBezTo>
                    <a:pt x="158" y="44"/>
                    <a:pt x="158" y="44"/>
                    <a:pt x="158" y="44"/>
                  </a:cubicBezTo>
                  <a:cubicBezTo>
                    <a:pt x="158" y="44"/>
                    <a:pt x="158" y="44"/>
                    <a:pt x="158" y="44"/>
                  </a:cubicBezTo>
                  <a:cubicBezTo>
                    <a:pt x="158" y="45"/>
                    <a:pt x="158" y="45"/>
                    <a:pt x="158" y="45"/>
                  </a:cubicBezTo>
                  <a:cubicBezTo>
                    <a:pt x="158" y="45"/>
                    <a:pt x="158" y="45"/>
                    <a:pt x="158" y="45"/>
                  </a:cubicBezTo>
                  <a:cubicBezTo>
                    <a:pt x="147" y="54"/>
                    <a:pt x="147" y="54"/>
                    <a:pt x="147" y="54"/>
                  </a:cubicBezTo>
                  <a:cubicBezTo>
                    <a:pt x="146" y="68"/>
                    <a:pt x="146" y="68"/>
                    <a:pt x="146" y="68"/>
                  </a:cubicBezTo>
                  <a:cubicBezTo>
                    <a:pt x="146" y="69"/>
                    <a:pt x="146" y="69"/>
                    <a:pt x="146" y="69"/>
                  </a:cubicBezTo>
                  <a:cubicBezTo>
                    <a:pt x="140" y="90"/>
                    <a:pt x="140" y="90"/>
                    <a:pt x="140" y="90"/>
                  </a:cubicBezTo>
                  <a:cubicBezTo>
                    <a:pt x="141" y="90"/>
                    <a:pt x="141" y="90"/>
                    <a:pt x="141" y="90"/>
                  </a:cubicBezTo>
                  <a:cubicBezTo>
                    <a:pt x="138" y="100"/>
                    <a:pt x="138" y="100"/>
                    <a:pt x="138" y="100"/>
                  </a:cubicBezTo>
                  <a:cubicBezTo>
                    <a:pt x="138" y="100"/>
                    <a:pt x="138" y="100"/>
                    <a:pt x="138" y="100"/>
                  </a:cubicBezTo>
                  <a:cubicBezTo>
                    <a:pt x="138" y="100"/>
                    <a:pt x="138" y="100"/>
                    <a:pt x="138" y="100"/>
                  </a:cubicBezTo>
                  <a:cubicBezTo>
                    <a:pt x="138" y="101"/>
                    <a:pt x="138" y="101"/>
                    <a:pt x="138" y="101"/>
                  </a:cubicBezTo>
                  <a:cubicBezTo>
                    <a:pt x="131" y="110"/>
                    <a:pt x="131" y="110"/>
                    <a:pt x="131" y="110"/>
                  </a:cubicBezTo>
                  <a:cubicBezTo>
                    <a:pt x="130" y="110"/>
                    <a:pt x="130" y="110"/>
                    <a:pt x="130" y="110"/>
                  </a:cubicBezTo>
                  <a:cubicBezTo>
                    <a:pt x="130" y="111"/>
                    <a:pt x="130" y="111"/>
                    <a:pt x="130" y="111"/>
                  </a:cubicBezTo>
                  <a:cubicBezTo>
                    <a:pt x="130" y="111"/>
                    <a:pt x="130" y="111"/>
                    <a:pt x="130" y="111"/>
                  </a:cubicBezTo>
                  <a:cubicBezTo>
                    <a:pt x="129" y="111"/>
                    <a:pt x="129" y="111"/>
                    <a:pt x="129" y="111"/>
                  </a:cubicBezTo>
                  <a:cubicBezTo>
                    <a:pt x="115" y="113"/>
                    <a:pt x="115" y="113"/>
                    <a:pt x="115" y="113"/>
                  </a:cubicBezTo>
                  <a:cubicBezTo>
                    <a:pt x="115" y="113"/>
                    <a:pt x="115" y="113"/>
                    <a:pt x="115" y="113"/>
                  </a:cubicBezTo>
                  <a:cubicBezTo>
                    <a:pt x="115" y="114"/>
                    <a:pt x="115" y="114"/>
                    <a:pt x="115" y="114"/>
                  </a:cubicBezTo>
                  <a:cubicBezTo>
                    <a:pt x="114" y="113"/>
                    <a:pt x="114" y="113"/>
                    <a:pt x="114" y="113"/>
                  </a:cubicBezTo>
                  <a:cubicBezTo>
                    <a:pt x="114" y="113"/>
                    <a:pt x="114" y="113"/>
                    <a:pt x="114" y="113"/>
                  </a:cubicBezTo>
                  <a:cubicBezTo>
                    <a:pt x="92" y="106"/>
                    <a:pt x="92" y="106"/>
                    <a:pt x="92" y="106"/>
                  </a:cubicBezTo>
                  <a:cubicBezTo>
                    <a:pt x="92" y="105"/>
                    <a:pt x="92" y="105"/>
                    <a:pt x="92" y="105"/>
                  </a:cubicBezTo>
                  <a:lnTo>
                    <a:pt x="81" y="100"/>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45" name="Freeform 7"/>
            <p:cNvSpPr/>
            <p:nvPr/>
          </p:nvSpPr>
          <p:spPr bwMode="auto">
            <a:xfrm>
              <a:off x="3306953" y="3558159"/>
              <a:ext cx="455612" cy="528638"/>
            </a:xfrm>
            <a:custGeom>
              <a:avLst/>
              <a:gdLst>
                <a:gd name="T0" fmla="*/ 227 w 263"/>
                <a:gd name="T1" fmla="*/ 52 h 305"/>
                <a:gd name="T2" fmla="*/ 222 w 263"/>
                <a:gd name="T3" fmla="*/ 41 h 305"/>
                <a:gd name="T4" fmla="*/ 218 w 263"/>
                <a:gd name="T5" fmla="*/ 19 h 305"/>
                <a:gd name="T6" fmla="*/ 207 w 263"/>
                <a:gd name="T7" fmla="*/ 26 h 305"/>
                <a:gd name="T8" fmla="*/ 190 w 263"/>
                <a:gd name="T9" fmla="*/ 23 h 305"/>
                <a:gd name="T10" fmla="*/ 190 w 263"/>
                <a:gd name="T11" fmla="*/ 11 h 305"/>
                <a:gd name="T12" fmla="*/ 185 w 263"/>
                <a:gd name="T13" fmla="*/ 16 h 305"/>
                <a:gd name="T14" fmla="*/ 165 w 263"/>
                <a:gd name="T15" fmla="*/ 34 h 305"/>
                <a:gd name="T16" fmla="*/ 162 w 263"/>
                <a:gd name="T17" fmla="*/ 34 h 305"/>
                <a:gd name="T18" fmla="*/ 150 w 263"/>
                <a:gd name="T19" fmla="*/ 25 h 305"/>
                <a:gd name="T20" fmla="*/ 140 w 263"/>
                <a:gd name="T21" fmla="*/ 21 h 305"/>
                <a:gd name="T22" fmla="*/ 114 w 263"/>
                <a:gd name="T23" fmla="*/ 13 h 305"/>
                <a:gd name="T24" fmla="*/ 100 w 263"/>
                <a:gd name="T25" fmla="*/ 6 h 305"/>
                <a:gd name="T26" fmla="*/ 71 w 263"/>
                <a:gd name="T27" fmla="*/ 1 h 305"/>
                <a:gd name="T28" fmla="*/ 60 w 263"/>
                <a:gd name="T29" fmla="*/ 25 h 305"/>
                <a:gd name="T30" fmla="*/ 52 w 263"/>
                <a:gd name="T31" fmla="*/ 25 h 305"/>
                <a:gd name="T32" fmla="*/ 22 w 263"/>
                <a:gd name="T33" fmla="*/ 40 h 305"/>
                <a:gd name="T34" fmla="*/ 20 w 263"/>
                <a:gd name="T35" fmla="*/ 111 h 305"/>
                <a:gd name="T36" fmla="*/ 14 w 263"/>
                <a:gd name="T37" fmla="*/ 127 h 305"/>
                <a:gd name="T38" fmla="*/ 1 w 263"/>
                <a:gd name="T39" fmla="*/ 166 h 305"/>
                <a:gd name="T40" fmla="*/ 11 w 263"/>
                <a:gd name="T41" fmla="*/ 170 h 305"/>
                <a:gd name="T42" fmla="*/ 26 w 263"/>
                <a:gd name="T43" fmla="*/ 192 h 305"/>
                <a:gd name="T44" fmla="*/ 21 w 263"/>
                <a:gd name="T45" fmla="*/ 201 h 305"/>
                <a:gd name="T46" fmla="*/ 37 w 263"/>
                <a:gd name="T47" fmla="*/ 240 h 305"/>
                <a:gd name="T48" fmla="*/ 58 w 263"/>
                <a:gd name="T49" fmla="*/ 230 h 305"/>
                <a:gd name="T50" fmla="*/ 70 w 263"/>
                <a:gd name="T51" fmla="*/ 230 h 305"/>
                <a:gd name="T52" fmla="*/ 80 w 263"/>
                <a:gd name="T53" fmla="*/ 213 h 305"/>
                <a:gd name="T54" fmla="*/ 104 w 263"/>
                <a:gd name="T55" fmla="*/ 206 h 305"/>
                <a:gd name="T56" fmla="*/ 117 w 263"/>
                <a:gd name="T57" fmla="*/ 230 h 305"/>
                <a:gd name="T58" fmla="*/ 123 w 263"/>
                <a:gd name="T59" fmla="*/ 251 h 305"/>
                <a:gd name="T60" fmla="*/ 108 w 263"/>
                <a:gd name="T61" fmla="*/ 281 h 305"/>
                <a:gd name="T62" fmla="*/ 128 w 263"/>
                <a:gd name="T63" fmla="*/ 284 h 305"/>
                <a:gd name="T64" fmla="*/ 135 w 263"/>
                <a:gd name="T65" fmla="*/ 303 h 305"/>
                <a:gd name="T66" fmla="*/ 156 w 263"/>
                <a:gd name="T67" fmla="*/ 298 h 305"/>
                <a:gd name="T68" fmla="*/ 165 w 263"/>
                <a:gd name="T69" fmla="*/ 271 h 305"/>
                <a:gd name="T70" fmla="*/ 205 w 263"/>
                <a:gd name="T71" fmla="*/ 287 h 305"/>
                <a:gd name="T72" fmla="*/ 194 w 263"/>
                <a:gd name="T73" fmla="*/ 261 h 305"/>
                <a:gd name="T74" fmla="*/ 195 w 263"/>
                <a:gd name="T75" fmla="*/ 259 h 305"/>
                <a:gd name="T76" fmla="*/ 253 w 263"/>
                <a:gd name="T77" fmla="*/ 252 h 305"/>
                <a:gd name="T78" fmla="*/ 253 w 263"/>
                <a:gd name="T79" fmla="*/ 251 h 305"/>
                <a:gd name="T80" fmla="*/ 253 w 263"/>
                <a:gd name="T81" fmla="*/ 248 h 305"/>
                <a:gd name="T82" fmla="*/ 252 w 263"/>
                <a:gd name="T83" fmla="*/ 216 h 305"/>
                <a:gd name="T84" fmla="*/ 259 w 263"/>
                <a:gd name="T85" fmla="*/ 204 h 305"/>
                <a:gd name="T86" fmla="*/ 247 w 263"/>
                <a:gd name="T87" fmla="*/ 192 h 305"/>
                <a:gd name="T88" fmla="*/ 241 w 263"/>
                <a:gd name="T89" fmla="*/ 150 h 305"/>
                <a:gd name="T90" fmla="*/ 229 w 263"/>
                <a:gd name="T91" fmla="*/ 155 h 305"/>
                <a:gd name="T92" fmla="*/ 227 w 263"/>
                <a:gd name="T93" fmla="*/ 128 h 305"/>
                <a:gd name="T94" fmla="*/ 247 w 263"/>
                <a:gd name="T95" fmla="*/ 76 h 305"/>
                <a:gd name="T96" fmla="*/ 228 w 263"/>
                <a:gd name="T97" fmla="*/ 5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63" h="305">
                  <a:moveTo>
                    <a:pt x="228" y="53"/>
                  </a:moveTo>
                  <a:cubicBezTo>
                    <a:pt x="228" y="52"/>
                    <a:pt x="228" y="52"/>
                    <a:pt x="228" y="52"/>
                  </a:cubicBezTo>
                  <a:cubicBezTo>
                    <a:pt x="227" y="52"/>
                    <a:pt x="227" y="52"/>
                    <a:pt x="227" y="52"/>
                  </a:cubicBezTo>
                  <a:cubicBezTo>
                    <a:pt x="227" y="51"/>
                    <a:pt x="227" y="51"/>
                    <a:pt x="227" y="51"/>
                  </a:cubicBezTo>
                  <a:cubicBezTo>
                    <a:pt x="222" y="42"/>
                    <a:pt x="222" y="42"/>
                    <a:pt x="222" y="42"/>
                  </a:cubicBezTo>
                  <a:cubicBezTo>
                    <a:pt x="222" y="41"/>
                    <a:pt x="222" y="41"/>
                    <a:pt x="222" y="41"/>
                  </a:cubicBezTo>
                  <a:cubicBezTo>
                    <a:pt x="222" y="40"/>
                    <a:pt x="222" y="40"/>
                    <a:pt x="222" y="40"/>
                  </a:cubicBezTo>
                  <a:cubicBezTo>
                    <a:pt x="223" y="25"/>
                    <a:pt x="223" y="25"/>
                    <a:pt x="223" y="25"/>
                  </a:cubicBezTo>
                  <a:cubicBezTo>
                    <a:pt x="223" y="23"/>
                    <a:pt x="221" y="22"/>
                    <a:pt x="218" y="19"/>
                  </a:cubicBezTo>
                  <a:cubicBezTo>
                    <a:pt x="214" y="19"/>
                    <a:pt x="214" y="19"/>
                    <a:pt x="214" y="19"/>
                  </a:cubicBezTo>
                  <a:cubicBezTo>
                    <a:pt x="208" y="26"/>
                    <a:pt x="208" y="26"/>
                    <a:pt x="208" y="26"/>
                  </a:cubicBezTo>
                  <a:cubicBezTo>
                    <a:pt x="207" y="26"/>
                    <a:pt x="207" y="26"/>
                    <a:pt x="207" y="26"/>
                  </a:cubicBezTo>
                  <a:cubicBezTo>
                    <a:pt x="207" y="26"/>
                    <a:pt x="207" y="26"/>
                    <a:pt x="207" y="26"/>
                  </a:cubicBezTo>
                  <a:cubicBezTo>
                    <a:pt x="192" y="34"/>
                    <a:pt x="192" y="34"/>
                    <a:pt x="192" y="34"/>
                  </a:cubicBezTo>
                  <a:cubicBezTo>
                    <a:pt x="190" y="23"/>
                    <a:pt x="190" y="23"/>
                    <a:pt x="190" y="23"/>
                  </a:cubicBezTo>
                  <a:cubicBezTo>
                    <a:pt x="190" y="22"/>
                    <a:pt x="190" y="22"/>
                    <a:pt x="190" y="22"/>
                  </a:cubicBezTo>
                  <a:cubicBezTo>
                    <a:pt x="191" y="17"/>
                    <a:pt x="191" y="17"/>
                    <a:pt x="191" y="17"/>
                  </a:cubicBezTo>
                  <a:cubicBezTo>
                    <a:pt x="190" y="11"/>
                    <a:pt x="190" y="11"/>
                    <a:pt x="190" y="11"/>
                  </a:cubicBezTo>
                  <a:cubicBezTo>
                    <a:pt x="188" y="11"/>
                    <a:pt x="188" y="11"/>
                    <a:pt x="188" y="11"/>
                  </a:cubicBezTo>
                  <a:cubicBezTo>
                    <a:pt x="185" y="16"/>
                    <a:pt x="185" y="16"/>
                    <a:pt x="185" y="16"/>
                  </a:cubicBezTo>
                  <a:cubicBezTo>
                    <a:pt x="185" y="16"/>
                    <a:pt x="185" y="16"/>
                    <a:pt x="185" y="16"/>
                  </a:cubicBezTo>
                  <a:cubicBezTo>
                    <a:pt x="185" y="16"/>
                    <a:pt x="185" y="16"/>
                    <a:pt x="185" y="16"/>
                  </a:cubicBezTo>
                  <a:cubicBezTo>
                    <a:pt x="166" y="33"/>
                    <a:pt x="166" y="33"/>
                    <a:pt x="166" y="33"/>
                  </a:cubicBezTo>
                  <a:cubicBezTo>
                    <a:pt x="165" y="34"/>
                    <a:pt x="165" y="34"/>
                    <a:pt x="165" y="34"/>
                  </a:cubicBezTo>
                  <a:cubicBezTo>
                    <a:pt x="165" y="34"/>
                    <a:pt x="165" y="34"/>
                    <a:pt x="165" y="34"/>
                  </a:cubicBezTo>
                  <a:cubicBezTo>
                    <a:pt x="164" y="34"/>
                    <a:pt x="164" y="34"/>
                    <a:pt x="164" y="34"/>
                  </a:cubicBezTo>
                  <a:cubicBezTo>
                    <a:pt x="162" y="34"/>
                    <a:pt x="162" y="34"/>
                    <a:pt x="162" y="34"/>
                  </a:cubicBezTo>
                  <a:cubicBezTo>
                    <a:pt x="157" y="31"/>
                    <a:pt x="157" y="31"/>
                    <a:pt x="157" y="31"/>
                  </a:cubicBezTo>
                  <a:cubicBezTo>
                    <a:pt x="156" y="31"/>
                    <a:pt x="156" y="31"/>
                    <a:pt x="156" y="31"/>
                  </a:cubicBezTo>
                  <a:cubicBezTo>
                    <a:pt x="150" y="25"/>
                    <a:pt x="150" y="25"/>
                    <a:pt x="150" y="25"/>
                  </a:cubicBezTo>
                  <a:cubicBezTo>
                    <a:pt x="140" y="22"/>
                    <a:pt x="140" y="22"/>
                    <a:pt x="140" y="22"/>
                  </a:cubicBezTo>
                  <a:cubicBezTo>
                    <a:pt x="140" y="22"/>
                    <a:pt x="140" y="22"/>
                    <a:pt x="140" y="22"/>
                  </a:cubicBezTo>
                  <a:cubicBezTo>
                    <a:pt x="140" y="21"/>
                    <a:pt x="140" y="21"/>
                    <a:pt x="140" y="21"/>
                  </a:cubicBezTo>
                  <a:cubicBezTo>
                    <a:pt x="134" y="17"/>
                    <a:pt x="134" y="17"/>
                    <a:pt x="134" y="17"/>
                  </a:cubicBezTo>
                  <a:cubicBezTo>
                    <a:pt x="114" y="13"/>
                    <a:pt x="114" y="13"/>
                    <a:pt x="114" y="13"/>
                  </a:cubicBezTo>
                  <a:cubicBezTo>
                    <a:pt x="114" y="13"/>
                    <a:pt x="114" y="13"/>
                    <a:pt x="114" y="13"/>
                  </a:cubicBezTo>
                  <a:cubicBezTo>
                    <a:pt x="113" y="13"/>
                    <a:pt x="113" y="13"/>
                    <a:pt x="113" y="13"/>
                  </a:cubicBezTo>
                  <a:cubicBezTo>
                    <a:pt x="100" y="6"/>
                    <a:pt x="100" y="6"/>
                    <a:pt x="100" y="6"/>
                  </a:cubicBezTo>
                  <a:cubicBezTo>
                    <a:pt x="100" y="6"/>
                    <a:pt x="100" y="6"/>
                    <a:pt x="100" y="6"/>
                  </a:cubicBezTo>
                  <a:cubicBezTo>
                    <a:pt x="89" y="2"/>
                    <a:pt x="89" y="2"/>
                    <a:pt x="89" y="2"/>
                  </a:cubicBezTo>
                  <a:cubicBezTo>
                    <a:pt x="76" y="0"/>
                    <a:pt x="76" y="0"/>
                    <a:pt x="76" y="0"/>
                  </a:cubicBezTo>
                  <a:cubicBezTo>
                    <a:pt x="71" y="1"/>
                    <a:pt x="71" y="1"/>
                    <a:pt x="71" y="1"/>
                  </a:cubicBezTo>
                  <a:cubicBezTo>
                    <a:pt x="76" y="23"/>
                    <a:pt x="76" y="23"/>
                    <a:pt x="76" y="23"/>
                  </a:cubicBezTo>
                  <a:cubicBezTo>
                    <a:pt x="74" y="23"/>
                    <a:pt x="74" y="23"/>
                    <a:pt x="74" y="23"/>
                  </a:cubicBezTo>
                  <a:cubicBezTo>
                    <a:pt x="60" y="25"/>
                    <a:pt x="60" y="25"/>
                    <a:pt x="60" y="25"/>
                  </a:cubicBezTo>
                  <a:cubicBezTo>
                    <a:pt x="53" y="25"/>
                    <a:pt x="53" y="25"/>
                    <a:pt x="53" y="25"/>
                  </a:cubicBezTo>
                  <a:cubicBezTo>
                    <a:pt x="52" y="25"/>
                    <a:pt x="52" y="25"/>
                    <a:pt x="52" y="25"/>
                  </a:cubicBezTo>
                  <a:cubicBezTo>
                    <a:pt x="52" y="25"/>
                    <a:pt x="52" y="25"/>
                    <a:pt x="52" y="25"/>
                  </a:cubicBezTo>
                  <a:cubicBezTo>
                    <a:pt x="45" y="20"/>
                    <a:pt x="45" y="20"/>
                    <a:pt x="45" y="20"/>
                  </a:cubicBezTo>
                  <a:cubicBezTo>
                    <a:pt x="33" y="25"/>
                    <a:pt x="33" y="25"/>
                    <a:pt x="33" y="25"/>
                  </a:cubicBezTo>
                  <a:cubicBezTo>
                    <a:pt x="22" y="40"/>
                    <a:pt x="22" y="40"/>
                    <a:pt x="22" y="40"/>
                  </a:cubicBezTo>
                  <a:cubicBezTo>
                    <a:pt x="12" y="66"/>
                    <a:pt x="12" y="66"/>
                    <a:pt x="12" y="66"/>
                  </a:cubicBezTo>
                  <a:cubicBezTo>
                    <a:pt x="15" y="94"/>
                    <a:pt x="15" y="94"/>
                    <a:pt x="15" y="94"/>
                  </a:cubicBezTo>
                  <a:cubicBezTo>
                    <a:pt x="20" y="111"/>
                    <a:pt x="20" y="111"/>
                    <a:pt x="20" y="111"/>
                  </a:cubicBezTo>
                  <a:cubicBezTo>
                    <a:pt x="20" y="113"/>
                    <a:pt x="20" y="113"/>
                    <a:pt x="20" y="114"/>
                  </a:cubicBezTo>
                  <a:cubicBezTo>
                    <a:pt x="18" y="114"/>
                    <a:pt x="18" y="114"/>
                    <a:pt x="18" y="114"/>
                  </a:cubicBezTo>
                  <a:cubicBezTo>
                    <a:pt x="15" y="116"/>
                    <a:pt x="14" y="121"/>
                    <a:pt x="14" y="127"/>
                  </a:cubicBezTo>
                  <a:cubicBezTo>
                    <a:pt x="20" y="151"/>
                    <a:pt x="20" y="151"/>
                    <a:pt x="20" y="151"/>
                  </a:cubicBezTo>
                  <a:cubicBezTo>
                    <a:pt x="18" y="153"/>
                    <a:pt x="18" y="153"/>
                    <a:pt x="18" y="153"/>
                  </a:cubicBezTo>
                  <a:cubicBezTo>
                    <a:pt x="8" y="159"/>
                    <a:pt x="2" y="164"/>
                    <a:pt x="1" y="166"/>
                  </a:cubicBezTo>
                  <a:cubicBezTo>
                    <a:pt x="0" y="175"/>
                    <a:pt x="0" y="175"/>
                    <a:pt x="0" y="175"/>
                  </a:cubicBezTo>
                  <a:cubicBezTo>
                    <a:pt x="11" y="170"/>
                    <a:pt x="11" y="170"/>
                    <a:pt x="11" y="170"/>
                  </a:cubicBezTo>
                  <a:cubicBezTo>
                    <a:pt x="11" y="170"/>
                    <a:pt x="11" y="170"/>
                    <a:pt x="11" y="170"/>
                  </a:cubicBezTo>
                  <a:cubicBezTo>
                    <a:pt x="12" y="170"/>
                    <a:pt x="12" y="170"/>
                    <a:pt x="12" y="170"/>
                  </a:cubicBezTo>
                  <a:cubicBezTo>
                    <a:pt x="19" y="170"/>
                    <a:pt x="23" y="172"/>
                    <a:pt x="24" y="178"/>
                  </a:cubicBezTo>
                  <a:cubicBezTo>
                    <a:pt x="26" y="192"/>
                    <a:pt x="26" y="192"/>
                    <a:pt x="26" y="192"/>
                  </a:cubicBezTo>
                  <a:cubicBezTo>
                    <a:pt x="25" y="193"/>
                    <a:pt x="25" y="193"/>
                    <a:pt x="25" y="193"/>
                  </a:cubicBezTo>
                  <a:cubicBezTo>
                    <a:pt x="24" y="195"/>
                    <a:pt x="24" y="195"/>
                    <a:pt x="24" y="195"/>
                  </a:cubicBezTo>
                  <a:cubicBezTo>
                    <a:pt x="22" y="196"/>
                    <a:pt x="21" y="198"/>
                    <a:pt x="21" y="201"/>
                  </a:cubicBezTo>
                  <a:cubicBezTo>
                    <a:pt x="19" y="215"/>
                    <a:pt x="19" y="215"/>
                    <a:pt x="19" y="215"/>
                  </a:cubicBezTo>
                  <a:cubicBezTo>
                    <a:pt x="20" y="219"/>
                    <a:pt x="22" y="223"/>
                    <a:pt x="24" y="225"/>
                  </a:cubicBezTo>
                  <a:cubicBezTo>
                    <a:pt x="37" y="240"/>
                    <a:pt x="37" y="240"/>
                    <a:pt x="37" y="240"/>
                  </a:cubicBezTo>
                  <a:cubicBezTo>
                    <a:pt x="48" y="231"/>
                    <a:pt x="48" y="231"/>
                    <a:pt x="48" y="231"/>
                  </a:cubicBezTo>
                  <a:cubicBezTo>
                    <a:pt x="57" y="230"/>
                    <a:pt x="57" y="230"/>
                    <a:pt x="57" y="230"/>
                  </a:cubicBezTo>
                  <a:cubicBezTo>
                    <a:pt x="58" y="230"/>
                    <a:pt x="58" y="230"/>
                    <a:pt x="58" y="230"/>
                  </a:cubicBezTo>
                  <a:cubicBezTo>
                    <a:pt x="59" y="231"/>
                    <a:pt x="59" y="231"/>
                    <a:pt x="59" y="231"/>
                  </a:cubicBezTo>
                  <a:cubicBezTo>
                    <a:pt x="65" y="233"/>
                    <a:pt x="65" y="233"/>
                    <a:pt x="65" y="233"/>
                  </a:cubicBezTo>
                  <a:cubicBezTo>
                    <a:pt x="66" y="233"/>
                    <a:pt x="68" y="232"/>
                    <a:pt x="70" y="230"/>
                  </a:cubicBezTo>
                  <a:cubicBezTo>
                    <a:pt x="76" y="223"/>
                    <a:pt x="76" y="223"/>
                    <a:pt x="76" y="223"/>
                  </a:cubicBezTo>
                  <a:cubicBezTo>
                    <a:pt x="74" y="218"/>
                    <a:pt x="74" y="218"/>
                    <a:pt x="74" y="218"/>
                  </a:cubicBezTo>
                  <a:cubicBezTo>
                    <a:pt x="76" y="216"/>
                    <a:pt x="77" y="215"/>
                    <a:pt x="80" y="213"/>
                  </a:cubicBezTo>
                  <a:cubicBezTo>
                    <a:pt x="94" y="213"/>
                    <a:pt x="94" y="213"/>
                    <a:pt x="94" y="213"/>
                  </a:cubicBezTo>
                  <a:cubicBezTo>
                    <a:pt x="97" y="215"/>
                    <a:pt x="99" y="214"/>
                    <a:pt x="99" y="213"/>
                  </a:cubicBezTo>
                  <a:cubicBezTo>
                    <a:pt x="100" y="209"/>
                    <a:pt x="102" y="207"/>
                    <a:pt x="104" y="206"/>
                  </a:cubicBezTo>
                  <a:cubicBezTo>
                    <a:pt x="106" y="206"/>
                    <a:pt x="109" y="206"/>
                    <a:pt x="111" y="208"/>
                  </a:cubicBezTo>
                  <a:cubicBezTo>
                    <a:pt x="115" y="212"/>
                    <a:pt x="118" y="215"/>
                    <a:pt x="118" y="219"/>
                  </a:cubicBezTo>
                  <a:cubicBezTo>
                    <a:pt x="117" y="230"/>
                    <a:pt x="117" y="230"/>
                    <a:pt x="117" y="230"/>
                  </a:cubicBezTo>
                  <a:cubicBezTo>
                    <a:pt x="119" y="232"/>
                    <a:pt x="119" y="232"/>
                    <a:pt x="119" y="232"/>
                  </a:cubicBezTo>
                  <a:cubicBezTo>
                    <a:pt x="123" y="235"/>
                    <a:pt x="125" y="238"/>
                    <a:pt x="125" y="240"/>
                  </a:cubicBezTo>
                  <a:cubicBezTo>
                    <a:pt x="123" y="251"/>
                    <a:pt x="123" y="251"/>
                    <a:pt x="123" y="251"/>
                  </a:cubicBezTo>
                  <a:cubicBezTo>
                    <a:pt x="121" y="257"/>
                    <a:pt x="119" y="261"/>
                    <a:pt x="117" y="263"/>
                  </a:cubicBezTo>
                  <a:cubicBezTo>
                    <a:pt x="117" y="262"/>
                    <a:pt x="117" y="262"/>
                    <a:pt x="117" y="262"/>
                  </a:cubicBezTo>
                  <a:cubicBezTo>
                    <a:pt x="108" y="281"/>
                    <a:pt x="108" y="281"/>
                    <a:pt x="108" y="281"/>
                  </a:cubicBezTo>
                  <a:cubicBezTo>
                    <a:pt x="111" y="283"/>
                    <a:pt x="111" y="283"/>
                    <a:pt x="111" y="283"/>
                  </a:cubicBezTo>
                  <a:cubicBezTo>
                    <a:pt x="125" y="283"/>
                    <a:pt x="125" y="283"/>
                    <a:pt x="125" y="283"/>
                  </a:cubicBezTo>
                  <a:cubicBezTo>
                    <a:pt x="128" y="284"/>
                    <a:pt x="128" y="284"/>
                    <a:pt x="128" y="284"/>
                  </a:cubicBezTo>
                  <a:cubicBezTo>
                    <a:pt x="127" y="287"/>
                    <a:pt x="127" y="287"/>
                    <a:pt x="127" y="287"/>
                  </a:cubicBezTo>
                  <a:cubicBezTo>
                    <a:pt x="125" y="293"/>
                    <a:pt x="125" y="297"/>
                    <a:pt x="125" y="300"/>
                  </a:cubicBezTo>
                  <a:cubicBezTo>
                    <a:pt x="130" y="303"/>
                    <a:pt x="133" y="305"/>
                    <a:pt x="135" y="303"/>
                  </a:cubicBezTo>
                  <a:cubicBezTo>
                    <a:pt x="144" y="300"/>
                    <a:pt x="144" y="300"/>
                    <a:pt x="144" y="300"/>
                  </a:cubicBezTo>
                  <a:cubicBezTo>
                    <a:pt x="148" y="298"/>
                    <a:pt x="148" y="298"/>
                    <a:pt x="148" y="298"/>
                  </a:cubicBezTo>
                  <a:cubicBezTo>
                    <a:pt x="156" y="298"/>
                    <a:pt x="156" y="298"/>
                    <a:pt x="156" y="298"/>
                  </a:cubicBezTo>
                  <a:cubicBezTo>
                    <a:pt x="164" y="289"/>
                    <a:pt x="164" y="289"/>
                    <a:pt x="164" y="289"/>
                  </a:cubicBezTo>
                  <a:cubicBezTo>
                    <a:pt x="164" y="279"/>
                    <a:pt x="164" y="279"/>
                    <a:pt x="164" y="279"/>
                  </a:cubicBezTo>
                  <a:cubicBezTo>
                    <a:pt x="163" y="275"/>
                    <a:pt x="164" y="273"/>
                    <a:pt x="165" y="271"/>
                  </a:cubicBezTo>
                  <a:cubicBezTo>
                    <a:pt x="167" y="269"/>
                    <a:pt x="172" y="269"/>
                    <a:pt x="179" y="274"/>
                  </a:cubicBezTo>
                  <a:cubicBezTo>
                    <a:pt x="194" y="283"/>
                    <a:pt x="194" y="283"/>
                    <a:pt x="194" y="283"/>
                  </a:cubicBezTo>
                  <a:cubicBezTo>
                    <a:pt x="199" y="286"/>
                    <a:pt x="202" y="287"/>
                    <a:pt x="205" y="287"/>
                  </a:cubicBezTo>
                  <a:cubicBezTo>
                    <a:pt x="205" y="287"/>
                    <a:pt x="205" y="287"/>
                    <a:pt x="205" y="287"/>
                  </a:cubicBezTo>
                  <a:cubicBezTo>
                    <a:pt x="206" y="284"/>
                    <a:pt x="205" y="280"/>
                    <a:pt x="202" y="274"/>
                  </a:cubicBezTo>
                  <a:cubicBezTo>
                    <a:pt x="194" y="261"/>
                    <a:pt x="194" y="261"/>
                    <a:pt x="194" y="261"/>
                  </a:cubicBezTo>
                  <a:cubicBezTo>
                    <a:pt x="194" y="260"/>
                    <a:pt x="194" y="260"/>
                    <a:pt x="194" y="260"/>
                  </a:cubicBezTo>
                  <a:cubicBezTo>
                    <a:pt x="195" y="260"/>
                    <a:pt x="195" y="260"/>
                    <a:pt x="195" y="260"/>
                  </a:cubicBezTo>
                  <a:cubicBezTo>
                    <a:pt x="195" y="259"/>
                    <a:pt x="195" y="259"/>
                    <a:pt x="195" y="259"/>
                  </a:cubicBezTo>
                  <a:cubicBezTo>
                    <a:pt x="203" y="248"/>
                    <a:pt x="211" y="244"/>
                    <a:pt x="221" y="248"/>
                  </a:cubicBezTo>
                  <a:cubicBezTo>
                    <a:pt x="244" y="258"/>
                    <a:pt x="244" y="258"/>
                    <a:pt x="244" y="258"/>
                  </a:cubicBezTo>
                  <a:cubicBezTo>
                    <a:pt x="253" y="252"/>
                    <a:pt x="253" y="252"/>
                    <a:pt x="253" y="252"/>
                  </a:cubicBezTo>
                  <a:cubicBezTo>
                    <a:pt x="253" y="252"/>
                    <a:pt x="253" y="252"/>
                    <a:pt x="253" y="252"/>
                  </a:cubicBezTo>
                  <a:cubicBezTo>
                    <a:pt x="253" y="252"/>
                    <a:pt x="253" y="252"/>
                    <a:pt x="253" y="252"/>
                  </a:cubicBezTo>
                  <a:cubicBezTo>
                    <a:pt x="253" y="251"/>
                    <a:pt x="253" y="251"/>
                    <a:pt x="253" y="251"/>
                  </a:cubicBezTo>
                  <a:cubicBezTo>
                    <a:pt x="252" y="250"/>
                    <a:pt x="252" y="250"/>
                    <a:pt x="252" y="250"/>
                  </a:cubicBezTo>
                  <a:cubicBezTo>
                    <a:pt x="253" y="249"/>
                    <a:pt x="253" y="249"/>
                    <a:pt x="253" y="249"/>
                  </a:cubicBezTo>
                  <a:cubicBezTo>
                    <a:pt x="253" y="248"/>
                    <a:pt x="253" y="248"/>
                    <a:pt x="253" y="248"/>
                  </a:cubicBezTo>
                  <a:cubicBezTo>
                    <a:pt x="261" y="236"/>
                    <a:pt x="263" y="227"/>
                    <a:pt x="261" y="222"/>
                  </a:cubicBezTo>
                  <a:cubicBezTo>
                    <a:pt x="259" y="218"/>
                    <a:pt x="256" y="216"/>
                    <a:pt x="253" y="216"/>
                  </a:cubicBezTo>
                  <a:cubicBezTo>
                    <a:pt x="252" y="216"/>
                    <a:pt x="252" y="216"/>
                    <a:pt x="252" y="216"/>
                  </a:cubicBezTo>
                  <a:cubicBezTo>
                    <a:pt x="250" y="210"/>
                    <a:pt x="250" y="210"/>
                    <a:pt x="250" y="210"/>
                  </a:cubicBezTo>
                  <a:cubicBezTo>
                    <a:pt x="252" y="210"/>
                    <a:pt x="252" y="210"/>
                    <a:pt x="252" y="210"/>
                  </a:cubicBezTo>
                  <a:cubicBezTo>
                    <a:pt x="256" y="208"/>
                    <a:pt x="258" y="206"/>
                    <a:pt x="259" y="204"/>
                  </a:cubicBezTo>
                  <a:cubicBezTo>
                    <a:pt x="257" y="201"/>
                    <a:pt x="257" y="201"/>
                    <a:pt x="257" y="201"/>
                  </a:cubicBezTo>
                  <a:cubicBezTo>
                    <a:pt x="247" y="192"/>
                    <a:pt x="247" y="192"/>
                    <a:pt x="247" y="192"/>
                  </a:cubicBezTo>
                  <a:cubicBezTo>
                    <a:pt x="247" y="192"/>
                    <a:pt x="247" y="192"/>
                    <a:pt x="247" y="192"/>
                  </a:cubicBezTo>
                  <a:cubicBezTo>
                    <a:pt x="247" y="191"/>
                    <a:pt x="247" y="191"/>
                    <a:pt x="247" y="191"/>
                  </a:cubicBezTo>
                  <a:cubicBezTo>
                    <a:pt x="242" y="178"/>
                    <a:pt x="242" y="178"/>
                    <a:pt x="242" y="178"/>
                  </a:cubicBezTo>
                  <a:cubicBezTo>
                    <a:pt x="241" y="167"/>
                    <a:pt x="239" y="158"/>
                    <a:pt x="241" y="150"/>
                  </a:cubicBezTo>
                  <a:cubicBezTo>
                    <a:pt x="241" y="144"/>
                    <a:pt x="241" y="144"/>
                    <a:pt x="241" y="144"/>
                  </a:cubicBezTo>
                  <a:cubicBezTo>
                    <a:pt x="235" y="149"/>
                    <a:pt x="235" y="149"/>
                    <a:pt x="235" y="149"/>
                  </a:cubicBezTo>
                  <a:cubicBezTo>
                    <a:pt x="229" y="155"/>
                    <a:pt x="229" y="155"/>
                    <a:pt x="229" y="155"/>
                  </a:cubicBezTo>
                  <a:cubicBezTo>
                    <a:pt x="227" y="130"/>
                    <a:pt x="227" y="130"/>
                    <a:pt x="227" y="130"/>
                  </a:cubicBezTo>
                  <a:cubicBezTo>
                    <a:pt x="227" y="130"/>
                    <a:pt x="227" y="130"/>
                    <a:pt x="227" y="130"/>
                  </a:cubicBezTo>
                  <a:cubicBezTo>
                    <a:pt x="227" y="128"/>
                    <a:pt x="227" y="128"/>
                    <a:pt x="227" y="128"/>
                  </a:cubicBezTo>
                  <a:cubicBezTo>
                    <a:pt x="228" y="128"/>
                    <a:pt x="228" y="128"/>
                    <a:pt x="228" y="128"/>
                  </a:cubicBezTo>
                  <a:cubicBezTo>
                    <a:pt x="241" y="109"/>
                    <a:pt x="250" y="97"/>
                    <a:pt x="253" y="94"/>
                  </a:cubicBezTo>
                  <a:cubicBezTo>
                    <a:pt x="247" y="76"/>
                    <a:pt x="247" y="76"/>
                    <a:pt x="247" y="76"/>
                  </a:cubicBezTo>
                  <a:cubicBezTo>
                    <a:pt x="245" y="67"/>
                    <a:pt x="244" y="62"/>
                    <a:pt x="244" y="59"/>
                  </a:cubicBezTo>
                  <a:cubicBezTo>
                    <a:pt x="233" y="54"/>
                    <a:pt x="233" y="54"/>
                    <a:pt x="233" y="54"/>
                  </a:cubicBezTo>
                  <a:lnTo>
                    <a:pt x="228" y="53"/>
                  </a:lnTo>
                  <a:close/>
                </a:path>
              </a:pathLst>
            </a:custGeom>
            <a:grpFill/>
            <a:ln>
              <a:noFill/>
            </a:ln>
          </p:spPr>
          <p:txBody>
            <a:bodyPr vert="horz" wrap="square" lIns="91440" tIns="45720" rIns="91440" bIns="45720" numCol="1" anchor="t" anchorCtr="0" compatLnSpc="1"/>
            <a:lstStyle/>
            <a:p>
              <a:endParaRPr lang="zh-CN" altLang="en-US"/>
            </a:p>
          </p:txBody>
        </p:sp>
        <p:sp>
          <p:nvSpPr>
            <p:cNvPr id="46" name="Freeform 8"/>
            <p:cNvSpPr/>
            <p:nvPr/>
          </p:nvSpPr>
          <p:spPr bwMode="auto">
            <a:xfrm>
              <a:off x="3256153" y="3258122"/>
              <a:ext cx="641350" cy="400050"/>
            </a:xfrm>
            <a:custGeom>
              <a:avLst/>
              <a:gdLst>
                <a:gd name="T0" fmla="*/ 49 w 371"/>
                <a:gd name="T1" fmla="*/ 6 h 231"/>
                <a:gd name="T2" fmla="*/ 65 w 371"/>
                <a:gd name="T3" fmla="*/ 18 h 231"/>
                <a:gd name="T4" fmla="*/ 74 w 371"/>
                <a:gd name="T5" fmla="*/ 30 h 231"/>
                <a:gd name="T6" fmla="*/ 67 w 371"/>
                <a:gd name="T7" fmla="*/ 39 h 231"/>
                <a:gd name="T8" fmla="*/ 46 w 371"/>
                <a:gd name="T9" fmla="*/ 44 h 231"/>
                <a:gd name="T10" fmla="*/ 48 w 371"/>
                <a:gd name="T11" fmla="*/ 56 h 231"/>
                <a:gd name="T12" fmla="*/ 54 w 371"/>
                <a:gd name="T13" fmla="*/ 82 h 231"/>
                <a:gd name="T14" fmla="*/ 68 w 371"/>
                <a:gd name="T15" fmla="*/ 86 h 231"/>
                <a:gd name="T16" fmla="*/ 69 w 371"/>
                <a:gd name="T17" fmla="*/ 87 h 231"/>
                <a:gd name="T18" fmla="*/ 77 w 371"/>
                <a:gd name="T19" fmla="*/ 99 h 231"/>
                <a:gd name="T20" fmla="*/ 81 w 371"/>
                <a:gd name="T21" fmla="*/ 110 h 231"/>
                <a:gd name="T22" fmla="*/ 61 w 371"/>
                <a:gd name="T23" fmla="*/ 139 h 231"/>
                <a:gd name="T24" fmla="*/ 2 w 371"/>
                <a:gd name="T25" fmla="*/ 154 h 231"/>
                <a:gd name="T26" fmla="*/ 7 w 371"/>
                <a:gd name="T27" fmla="*/ 176 h 231"/>
                <a:gd name="T28" fmla="*/ 29 w 371"/>
                <a:gd name="T29" fmla="*/ 216 h 231"/>
                <a:gd name="T30" fmla="*/ 30 w 371"/>
                <a:gd name="T31" fmla="*/ 217 h 231"/>
                <a:gd name="T32" fmla="*/ 39 w 371"/>
                <a:gd name="T33" fmla="*/ 229 h 231"/>
                <a:gd name="T34" fmla="*/ 46 w 371"/>
                <a:gd name="T35" fmla="*/ 209 h 231"/>
                <a:gd name="T36" fmla="*/ 59 w 371"/>
                <a:gd name="T37" fmla="*/ 193 h 231"/>
                <a:gd name="T38" fmla="*/ 85 w 371"/>
                <a:gd name="T39" fmla="*/ 192 h 231"/>
                <a:gd name="T40" fmla="*/ 96 w 371"/>
                <a:gd name="T41" fmla="*/ 168 h 231"/>
                <a:gd name="T42" fmla="*/ 121 w 371"/>
                <a:gd name="T43" fmla="*/ 168 h 231"/>
                <a:gd name="T44" fmla="*/ 166 w 371"/>
                <a:gd name="T45" fmla="*/ 184 h 231"/>
                <a:gd name="T46" fmla="*/ 167 w 371"/>
                <a:gd name="T47" fmla="*/ 184 h 231"/>
                <a:gd name="T48" fmla="*/ 183 w 371"/>
                <a:gd name="T49" fmla="*/ 193 h 231"/>
                <a:gd name="T50" fmla="*/ 183 w 371"/>
                <a:gd name="T51" fmla="*/ 193 h 231"/>
                <a:gd name="T52" fmla="*/ 200 w 371"/>
                <a:gd name="T53" fmla="*/ 193 h 231"/>
                <a:gd name="T54" fmla="*/ 215 w 371"/>
                <a:gd name="T55" fmla="*/ 175 h 231"/>
                <a:gd name="T56" fmla="*/ 225 w 371"/>
                <a:gd name="T57" fmla="*/ 181 h 231"/>
                <a:gd name="T58" fmla="*/ 226 w 371"/>
                <a:gd name="T59" fmla="*/ 196 h 231"/>
                <a:gd name="T60" fmla="*/ 241 w 371"/>
                <a:gd name="T61" fmla="*/ 186 h 231"/>
                <a:gd name="T62" fmla="*/ 250 w 371"/>
                <a:gd name="T63" fmla="*/ 186 h 231"/>
                <a:gd name="T64" fmla="*/ 258 w 371"/>
                <a:gd name="T65" fmla="*/ 213 h 231"/>
                <a:gd name="T66" fmla="*/ 294 w 371"/>
                <a:gd name="T67" fmla="*/ 196 h 231"/>
                <a:gd name="T68" fmla="*/ 326 w 371"/>
                <a:gd name="T69" fmla="*/ 182 h 231"/>
                <a:gd name="T70" fmla="*/ 359 w 371"/>
                <a:gd name="T71" fmla="*/ 173 h 231"/>
                <a:gd name="T72" fmla="*/ 368 w 371"/>
                <a:gd name="T73" fmla="*/ 167 h 231"/>
                <a:gd name="T74" fmla="*/ 348 w 371"/>
                <a:gd name="T75" fmla="*/ 116 h 231"/>
                <a:gd name="T76" fmla="*/ 357 w 371"/>
                <a:gd name="T77" fmla="*/ 101 h 231"/>
                <a:gd name="T78" fmla="*/ 336 w 371"/>
                <a:gd name="T79" fmla="*/ 94 h 231"/>
                <a:gd name="T80" fmla="*/ 326 w 371"/>
                <a:gd name="T81" fmla="*/ 82 h 231"/>
                <a:gd name="T82" fmla="*/ 325 w 371"/>
                <a:gd name="T83" fmla="*/ 81 h 231"/>
                <a:gd name="T84" fmla="*/ 283 w 371"/>
                <a:gd name="T85" fmla="*/ 71 h 231"/>
                <a:gd name="T86" fmla="*/ 246 w 371"/>
                <a:gd name="T87" fmla="*/ 70 h 231"/>
                <a:gd name="T88" fmla="*/ 163 w 371"/>
                <a:gd name="T89" fmla="*/ 37 h 231"/>
                <a:gd name="T90" fmla="*/ 109 w 371"/>
                <a:gd name="T91" fmla="*/ 0 h 231"/>
                <a:gd name="T92" fmla="*/ 56 w 371"/>
                <a:gd name="T93" fmla="*/ 3 h 231"/>
                <a:gd name="T94" fmla="*/ 47 w 371"/>
                <a:gd name="T95"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1" h="231">
                  <a:moveTo>
                    <a:pt x="47" y="0"/>
                  </a:moveTo>
                  <a:cubicBezTo>
                    <a:pt x="46" y="3"/>
                    <a:pt x="46" y="3"/>
                    <a:pt x="46" y="3"/>
                  </a:cubicBezTo>
                  <a:cubicBezTo>
                    <a:pt x="49" y="6"/>
                    <a:pt x="49" y="6"/>
                    <a:pt x="49" y="6"/>
                  </a:cubicBezTo>
                  <a:cubicBezTo>
                    <a:pt x="65" y="17"/>
                    <a:pt x="65" y="17"/>
                    <a:pt x="65" y="17"/>
                  </a:cubicBezTo>
                  <a:cubicBezTo>
                    <a:pt x="65" y="17"/>
                    <a:pt x="65" y="17"/>
                    <a:pt x="65" y="17"/>
                  </a:cubicBezTo>
                  <a:cubicBezTo>
                    <a:pt x="65" y="18"/>
                    <a:pt x="65" y="18"/>
                    <a:pt x="65" y="18"/>
                  </a:cubicBezTo>
                  <a:cubicBezTo>
                    <a:pt x="65" y="18"/>
                    <a:pt x="65" y="18"/>
                    <a:pt x="65" y="18"/>
                  </a:cubicBezTo>
                  <a:cubicBezTo>
                    <a:pt x="75" y="29"/>
                    <a:pt x="75" y="29"/>
                    <a:pt x="75" y="29"/>
                  </a:cubicBezTo>
                  <a:cubicBezTo>
                    <a:pt x="74" y="30"/>
                    <a:pt x="74" y="30"/>
                    <a:pt x="74" y="30"/>
                  </a:cubicBezTo>
                  <a:cubicBezTo>
                    <a:pt x="68" y="37"/>
                    <a:pt x="68" y="37"/>
                    <a:pt x="68" y="37"/>
                  </a:cubicBezTo>
                  <a:cubicBezTo>
                    <a:pt x="67" y="38"/>
                    <a:pt x="67" y="38"/>
                    <a:pt x="67" y="38"/>
                  </a:cubicBezTo>
                  <a:cubicBezTo>
                    <a:pt x="67" y="39"/>
                    <a:pt x="67" y="39"/>
                    <a:pt x="67" y="39"/>
                  </a:cubicBezTo>
                  <a:cubicBezTo>
                    <a:pt x="56" y="39"/>
                    <a:pt x="56" y="39"/>
                    <a:pt x="56" y="39"/>
                  </a:cubicBezTo>
                  <a:cubicBezTo>
                    <a:pt x="50" y="40"/>
                    <a:pt x="50" y="40"/>
                    <a:pt x="50" y="40"/>
                  </a:cubicBezTo>
                  <a:cubicBezTo>
                    <a:pt x="46" y="44"/>
                    <a:pt x="46" y="44"/>
                    <a:pt x="46" y="44"/>
                  </a:cubicBezTo>
                  <a:cubicBezTo>
                    <a:pt x="48" y="50"/>
                    <a:pt x="48" y="50"/>
                    <a:pt x="48" y="50"/>
                  </a:cubicBezTo>
                  <a:cubicBezTo>
                    <a:pt x="48" y="50"/>
                    <a:pt x="48" y="50"/>
                    <a:pt x="48" y="50"/>
                  </a:cubicBezTo>
                  <a:cubicBezTo>
                    <a:pt x="48" y="56"/>
                    <a:pt x="48" y="56"/>
                    <a:pt x="48" y="56"/>
                  </a:cubicBezTo>
                  <a:cubicBezTo>
                    <a:pt x="54" y="64"/>
                    <a:pt x="54" y="64"/>
                    <a:pt x="54" y="64"/>
                  </a:cubicBezTo>
                  <a:cubicBezTo>
                    <a:pt x="54" y="65"/>
                    <a:pt x="54" y="65"/>
                    <a:pt x="54" y="65"/>
                  </a:cubicBezTo>
                  <a:cubicBezTo>
                    <a:pt x="54" y="82"/>
                    <a:pt x="54" y="82"/>
                    <a:pt x="54" y="82"/>
                  </a:cubicBezTo>
                  <a:cubicBezTo>
                    <a:pt x="59" y="84"/>
                    <a:pt x="59" y="84"/>
                    <a:pt x="59" y="84"/>
                  </a:cubicBezTo>
                  <a:cubicBezTo>
                    <a:pt x="67" y="86"/>
                    <a:pt x="67" y="86"/>
                    <a:pt x="67" y="86"/>
                  </a:cubicBezTo>
                  <a:cubicBezTo>
                    <a:pt x="68" y="86"/>
                    <a:pt x="68" y="86"/>
                    <a:pt x="68" y="86"/>
                  </a:cubicBezTo>
                  <a:cubicBezTo>
                    <a:pt x="68" y="86"/>
                    <a:pt x="68" y="86"/>
                    <a:pt x="68" y="86"/>
                  </a:cubicBezTo>
                  <a:cubicBezTo>
                    <a:pt x="68" y="87"/>
                    <a:pt x="68" y="87"/>
                    <a:pt x="68" y="87"/>
                  </a:cubicBezTo>
                  <a:cubicBezTo>
                    <a:pt x="69" y="87"/>
                    <a:pt x="69" y="87"/>
                    <a:pt x="69" y="87"/>
                  </a:cubicBezTo>
                  <a:cubicBezTo>
                    <a:pt x="77" y="98"/>
                    <a:pt x="77" y="98"/>
                    <a:pt x="77" y="98"/>
                  </a:cubicBezTo>
                  <a:cubicBezTo>
                    <a:pt x="77" y="99"/>
                    <a:pt x="77" y="99"/>
                    <a:pt x="77" y="99"/>
                  </a:cubicBezTo>
                  <a:cubicBezTo>
                    <a:pt x="77" y="99"/>
                    <a:pt x="77" y="99"/>
                    <a:pt x="77" y="99"/>
                  </a:cubicBezTo>
                  <a:cubicBezTo>
                    <a:pt x="81" y="110"/>
                    <a:pt x="81" y="110"/>
                    <a:pt x="81" y="110"/>
                  </a:cubicBezTo>
                  <a:cubicBezTo>
                    <a:pt x="81" y="110"/>
                    <a:pt x="81" y="110"/>
                    <a:pt x="81" y="110"/>
                  </a:cubicBezTo>
                  <a:cubicBezTo>
                    <a:pt x="81" y="110"/>
                    <a:pt x="81" y="110"/>
                    <a:pt x="81" y="110"/>
                  </a:cubicBezTo>
                  <a:cubicBezTo>
                    <a:pt x="81" y="118"/>
                    <a:pt x="81" y="118"/>
                    <a:pt x="81" y="118"/>
                  </a:cubicBezTo>
                  <a:cubicBezTo>
                    <a:pt x="81" y="122"/>
                    <a:pt x="79" y="125"/>
                    <a:pt x="78" y="128"/>
                  </a:cubicBezTo>
                  <a:cubicBezTo>
                    <a:pt x="75" y="132"/>
                    <a:pt x="70" y="136"/>
                    <a:pt x="61" y="139"/>
                  </a:cubicBezTo>
                  <a:cubicBezTo>
                    <a:pt x="41" y="152"/>
                    <a:pt x="41" y="152"/>
                    <a:pt x="41" y="152"/>
                  </a:cubicBezTo>
                  <a:cubicBezTo>
                    <a:pt x="40" y="152"/>
                    <a:pt x="40" y="152"/>
                    <a:pt x="40" y="152"/>
                  </a:cubicBezTo>
                  <a:cubicBezTo>
                    <a:pt x="2" y="154"/>
                    <a:pt x="2" y="154"/>
                    <a:pt x="2" y="154"/>
                  </a:cubicBezTo>
                  <a:cubicBezTo>
                    <a:pt x="0" y="163"/>
                    <a:pt x="0" y="163"/>
                    <a:pt x="0" y="163"/>
                  </a:cubicBezTo>
                  <a:cubicBezTo>
                    <a:pt x="7" y="175"/>
                    <a:pt x="7" y="175"/>
                    <a:pt x="7" y="175"/>
                  </a:cubicBezTo>
                  <a:cubicBezTo>
                    <a:pt x="7" y="176"/>
                    <a:pt x="7" y="176"/>
                    <a:pt x="7" y="176"/>
                  </a:cubicBezTo>
                  <a:cubicBezTo>
                    <a:pt x="7" y="176"/>
                    <a:pt x="7" y="176"/>
                    <a:pt x="7" y="176"/>
                  </a:cubicBezTo>
                  <a:cubicBezTo>
                    <a:pt x="8" y="192"/>
                    <a:pt x="8" y="192"/>
                    <a:pt x="8" y="192"/>
                  </a:cubicBezTo>
                  <a:cubicBezTo>
                    <a:pt x="29" y="216"/>
                    <a:pt x="29" y="216"/>
                    <a:pt x="29" y="216"/>
                  </a:cubicBezTo>
                  <a:cubicBezTo>
                    <a:pt x="30" y="216"/>
                    <a:pt x="30" y="216"/>
                    <a:pt x="30" y="216"/>
                  </a:cubicBezTo>
                  <a:cubicBezTo>
                    <a:pt x="30" y="216"/>
                    <a:pt x="30" y="216"/>
                    <a:pt x="30" y="216"/>
                  </a:cubicBezTo>
                  <a:cubicBezTo>
                    <a:pt x="30" y="217"/>
                    <a:pt x="30" y="217"/>
                    <a:pt x="30" y="217"/>
                  </a:cubicBezTo>
                  <a:cubicBezTo>
                    <a:pt x="38" y="231"/>
                    <a:pt x="38" y="231"/>
                    <a:pt x="38" y="231"/>
                  </a:cubicBezTo>
                  <a:cubicBezTo>
                    <a:pt x="39" y="229"/>
                    <a:pt x="39" y="229"/>
                    <a:pt x="39" y="229"/>
                  </a:cubicBezTo>
                  <a:cubicBezTo>
                    <a:pt x="39" y="229"/>
                    <a:pt x="39" y="229"/>
                    <a:pt x="39" y="229"/>
                  </a:cubicBezTo>
                  <a:cubicBezTo>
                    <a:pt x="45" y="210"/>
                    <a:pt x="45" y="210"/>
                    <a:pt x="45" y="210"/>
                  </a:cubicBezTo>
                  <a:cubicBezTo>
                    <a:pt x="45" y="210"/>
                    <a:pt x="45" y="210"/>
                    <a:pt x="45" y="210"/>
                  </a:cubicBezTo>
                  <a:cubicBezTo>
                    <a:pt x="46" y="209"/>
                    <a:pt x="46" y="209"/>
                    <a:pt x="46" y="209"/>
                  </a:cubicBezTo>
                  <a:cubicBezTo>
                    <a:pt x="46" y="209"/>
                    <a:pt x="46" y="209"/>
                    <a:pt x="46" y="209"/>
                  </a:cubicBezTo>
                  <a:cubicBezTo>
                    <a:pt x="58" y="193"/>
                    <a:pt x="58" y="193"/>
                    <a:pt x="58" y="193"/>
                  </a:cubicBezTo>
                  <a:cubicBezTo>
                    <a:pt x="59" y="193"/>
                    <a:pt x="59" y="193"/>
                    <a:pt x="59" y="193"/>
                  </a:cubicBezTo>
                  <a:cubicBezTo>
                    <a:pt x="74" y="186"/>
                    <a:pt x="74" y="186"/>
                    <a:pt x="74" y="186"/>
                  </a:cubicBezTo>
                  <a:cubicBezTo>
                    <a:pt x="75" y="186"/>
                    <a:pt x="75" y="186"/>
                    <a:pt x="75" y="186"/>
                  </a:cubicBezTo>
                  <a:cubicBezTo>
                    <a:pt x="85" y="192"/>
                    <a:pt x="85" y="192"/>
                    <a:pt x="85" y="192"/>
                  </a:cubicBezTo>
                  <a:cubicBezTo>
                    <a:pt x="98" y="190"/>
                    <a:pt x="98" y="190"/>
                    <a:pt x="98" y="190"/>
                  </a:cubicBezTo>
                  <a:cubicBezTo>
                    <a:pt x="93" y="169"/>
                    <a:pt x="93" y="169"/>
                    <a:pt x="93" y="169"/>
                  </a:cubicBezTo>
                  <a:cubicBezTo>
                    <a:pt x="96" y="168"/>
                    <a:pt x="96" y="168"/>
                    <a:pt x="96" y="168"/>
                  </a:cubicBezTo>
                  <a:cubicBezTo>
                    <a:pt x="107" y="167"/>
                    <a:pt x="107" y="167"/>
                    <a:pt x="107" y="167"/>
                  </a:cubicBezTo>
                  <a:cubicBezTo>
                    <a:pt x="119" y="168"/>
                    <a:pt x="119" y="168"/>
                    <a:pt x="119" y="168"/>
                  </a:cubicBezTo>
                  <a:cubicBezTo>
                    <a:pt x="121" y="168"/>
                    <a:pt x="121" y="168"/>
                    <a:pt x="121" y="168"/>
                  </a:cubicBezTo>
                  <a:cubicBezTo>
                    <a:pt x="121" y="168"/>
                    <a:pt x="121" y="168"/>
                    <a:pt x="121" y="168"/>
                  </a:cubicBezTo>
                  <a:cubicBezTo>
                    <a:pt x="145" y="179"/>
                    <a:pt x="145" y="179"/>
                    <a:pt x="145" y="179"/>
                  </a:cubicBezTo>
                  <a:cubicBezTo>
                    <a:pt x="166" y="184"/>
                    <a:pt x="166" y="184"/>
                    <a:pt x="166" y="184"/>
                  </a:cubicBezTo>
                  <a:cubicBezTo>
                    <a:pt x="166" y="184"/>
                    <a:pt x="166" y="184"/>
                    <a:pt x="166" y="184"/>
                  </a:cubicBezTo>
                  <a:cubicBezTo>
                    <a:pt x="166" y="184"/>
                    <a:pt x="166" y="184"/>
                    <a:pt x="166" y="184"/>
                  </a:cubicBezTo>
                  <a:cubicBezTo>
                    <a:pt x="167" y="184"/>
                    <a:pt x="167" y="184"/>
                    <a:pt x="167" y="184"/>
                  </a:cubicBezTo>
                  <a:cubicBezTo>
                    <a:pt x="174" y="189"/>
                    <a:pt x="174" y="189"/>
                    <a:pt x="174" y="189"/>
                  </a:cubicBezTo>
                  <a:cubicBezTo>
                    <a:pt x="183" y="192"/>
                    <a:pt x="183" y="192"/>
                    <a:pt x="183" y="192"/>
                  </a:cubicBezTo>
                  <a:cubicBezTo>
                    <a:pt x="183" y="193"/>
                    <a:pt x="183" y="193"/>
                    <a:pt x="183" y="193"/>
                  </a:cubicBezTo>
                  <a:cubicBezTo>
                    <a:pt x="183" y="193"/>
                    <a:pt x="183" y="193"/>
                    <a:pt x="183" y="193"/>
                  </a:cubicBezTo>
                  <a:cubicBezTo>
                    <a:pt x="183" y="193"/>
                    <a:pt x="183" y="193"/>
                    <a:pt x="183" y="193"/>
                  </a:cubicBezTo>
                  <a:cubicBezTo>
                    <a:pt x="183" y="193"/>
                    <a:pt x="183" y="193"/>
                    <a:pt x="183" y="193"/>
                  </a:cubicBezTo>
                  <a:cubicBezTo>
                    <a:pt x="189" y="198"/>
                    <a:pt x="189" y="198"/>
                    <a:pt x="189" y="198"/>
                  </a:cubicBezTo>
                  <a:cubicBezTo>
                    <a:pt x="193" y="199"/>
                    <a:pt x="193" y="199"/>
                    <a:pt x="193" y="199"/>
                  </a:cubicBezTo>
                  <a:cubicBezTo>
                    <a:pt x="200" y="193"/>
                    <a:pt x="200" y="193"/>
                    <a:pt x="200" y="193"/>
                  </a:cubicBezTo>
                  <a:cubicBezTo>
                    <a:pt x="200" y="193"/>
                    <a:pt x="200" y="193"/>
                    <a:pt x="200" y="193"/>
                  </a:cubicBezTo>
                  <a:cubicBezTo>
                    <a:pt x="210" y="185"/>
                    <a:pt x="210" y="185"/>
                    <a:pt x="210" y="185"/>
                  </a:cubicBezTo>
                  <a:cubicBezTo>
                    <a:pt x="215" y="175"/>
                    <a:pt x="215" y="175"/>
                    <a:pt x="215" y="175"/>
                  </a:cubicBezTo>
                  <a:cubicBezTo>
                    <a:pt x="225" y="180"/>
                    <a:pt x="225" y="180"/>
                    <a:pt x="225" y="180"/>
                  </a:cubicBezTo>
                  <a:cubicBezTo>
                    <a:pt x="225" y="181"/>
                    <a:pt x="225" y="181"/>
                    <a:pt x="225" y="181"/>
                  </a:cubicBezTo>
                  <a:cubicBezTo>
                    <a:pt x="225" y="181"/>
                    <a:pt x="225" y="181"/>
                    <a:pt x="225" y="181"/>
                  </a:cubicBezTo>
                  <a:cubicBezTo>
                    <a:pt x="228" y="189"/>
                    <a:pt x="228" y="189"/>
                    <a:pt x="228" y="189"/>
                  </a:cubicBezTo>
                  <a:cubicBezTo>
                    <a:pt x="228" y="191"/>
                    <a:pt x="228" y="191"/>
                    <a:pt x="228" y="191"/>
                  </a:cubicBezTo>
                  <a:cubicBezTo>
                    <a:pt x="226" y="196"/>
                    <a:pt x="226" y="196"/>
                    <a:pt x="226" y="196"/>
                  </a:cubicBezTo>
                  <a:cubicBezTo>
                    <a:pt x="227" y="197"/>
                    <a:pt x="227" y="197"/>
                    <a:pt x="227" y="197"/>
                  </a:cubicBezTo>
                  <a:cubicBezTo>
                    <a:pt x="233" y="194"/>
                    <a:pt x="233" y="194"/>
                    <a:pt x="233" y="194"/>
                  </a:cubicBezTo>
                  <a:cubicBezTo>
                    <a:pt x="241" y="186"/>
                    <a:pt x="241" y="186"/>
                    <a:pt x="241" y="186"/>
                  </a:cubicBezTo>
                  <a:cubicBezTo>
                    <a:pt x="249" y="186"/>
                    <a:pt x="249" y="186"/>
                    <a:pt x="249" y="186"/>
                  </a:cubicBezTo>
                  <a:cubicBezTo>
                    <a:pt x="249" y="186"/>
                    <a:pt x="249" y="186"/>
                    <a:pt x="249" y="186"/>
                  </a:cubicBezTo>
                  <a:cubicBezTo>
                    <a:pt x="250" y="186"/>
                    <a:pt x="250" y="186"/>
                    <a:pt x="250" y="186"/>
                  </a:cubicBezTo>
                  <a:cubicBezTo>
                    <a:pt x="255" y="190"/>
                    <a:pt x="255" y="190"/>
                    <a:pt x="255" y="190"/>
                  </a:cubicBezTo>
                  <a:cubicBezTo>
                    <a:pt x="259" y="193"/>
                    <a:pt x="260" y="196"/>
                    <a:pt x="259" y="199"/>
                  </a:cubicBezTo>
                  <a:cubicBezTo>
                    <a:pt x="258" y="213"/>
                    <a:pt x="258" y="213"/>
                    <a:pt x="258" y="213"/>
                  </a:cubicBezTo>
                  <a:cubicBezTo>
                    <a:pt x="262" y="219"/>
                    <a:pt x="262" y="219"/>
                    <a:pt x="262" y="219"/>
                  </a:cubicBezTo>
                  <a:cubicBezTo>
                    <a:pt x="263" y="220"/>
                    <a:pt x="263" y="220"/>
                    <a:pt x="263" y="220"/>
                  </a:cubicBezTo>
                  <a:cubicBezTo>
                    <a:pt x="278" y="204"/>
                    <a:pt x="288" y="196"/>
                    <a:pt x="294" y="196"/>
                  </a:cubicBezTo>
                  <a:cubicBezTo>
                    <a:pt x="310" y="196"/>
                    <a:pt x="310" y="196"/>
                    <a:pt x="310" y="196"/>
                  </a:cubicBezTo>
                  <a:cubicBezTo>
                    <a:pt x="314" y="189"/>
                    <a:pt x="314" y="189"/>
                    <a:pt x="314" y="189"/>
                  </a:cubicBezTo>
                  <a:cubicBezTo>
                    <a:pt x="326" y="182"/>
                    <a:pt x="326" y="182"/>
                    <a:pt x="326" y="182"/>
                  </a:cubicBezTo>
                  <a:cubicBezTo>
                    <a:pt x="327" y="182"/>
                    <a:pt x="327" y="182"/>
                    <a:pt x="327" y="182"/>
                  </a:cubicBezTo>
                  <a:cubicBezTo>
                    <a:pt x="343" y="181"/>
                    <a:pt x="343" y="181"/>
                    <a:pt x="343" y="181"/>
                  </a:cubicBezTo>
                  <a:cubicBezTo>
                    <a:pt x="359" y="173"/>
                    <a:pt x="359" y="173"/>
                    <a:pt x="359" y="173"/>
                  </a:cubicBezTo>
                  <a:cubicBezTo>
                    <a:pt x="359" y="172"/>
                    <a:pt x="359" y="172"/>
                    <a:pt x="359" y="172"/>
                  </a:cubicBezTo>
                  <a:cubicBezTo>
                    <a:pt x="370" y="172"/>
                    <a:pt x="370" y="172"/>
                    <a:pt x="370" y="172"/>
                  </a:cubicBezTo>
                  <a:cubicBezTo>
                    <a:pt x="368" y="167"/>
                    <a:pt x="368" y="167"/>
                    <a:pt x="368" y="167"/>
                  </a:cubicBezTo>
                  <a:cubicBezTo>
                    <a:pt x="368" y="166"/>
                    <a:pt x="368" y="166"/>
                    <a:pt x="368" y="166"/>
                  </a:cubicBezTo>
                  <a:cubicBezTo>
                    <a:pt x="371" y="164"/>
                    <a:pt x="371" y="164"/>
                    <a:pt x="371" y="164"/>
                  </a:cubicBezTo>
                  <a:cubicBezTo>
                    <a:pt x="348" y="116"/>
                    <a:pt x="348" y="116"/>
                    <a:pt x="348" y="116"/>
                  </a:cubicBezTo>
                  <a:cubicBezTo>
                    <a:pt x="348" y="114"/>
                    <a:pt x="348" y="114"/>
                    <a:pt x="348" y="114"/>
                  </a:cubicBezTo>
                  <a:cubicBezTo>
                    <a:pt x="348" y="114"/>
                    <a:pt x="348" y="114"/>
                    <a:pt x="348" y="114"/>
                  </a:cubicBezTo>
                  <a:cubicBezTo>
                    <a:pt x="357" y="101"/>
                    <a:pt x="357" y="101"/>
                    <a:pt x="357" y="101"/>
                  </a:cubicBezTo>
                  <a:cubicBezTo>
                    <a:pt x="354" y="97"/>
                    <a:pt x="354" y="97"/>
                    <a:pt x="354" y="97"/>
                  </a:cubicBezTo>
                  <a:cubicBezTo>
                    <a:pt x="338" y="94"/>
                    <a:pt x="338" y="94"/>
                    <a:pt x="338" y="94"/>
                  </a:cubicBezTo>
                  <a:cubicBezTo>
                    <a:pt x="336" y="94"/>
                    <a:pt x="336" y="94"/>
                    <a:pt x="336" y="94"/>
                  </a:cubicBezTo>
                  <a:cubicBezTo>
                    <a:pt x="336" y="94"/>
                    <a:pt x="336" y="94"/>
                    <a:pt x="336" y="94"/>
                  </a:cubicBezTo>
                  <a:cubicBezTo>
                    <a:pt x="336" y="93"/>
                    <a:pt x="336" y="93"/>
                    <a:pt x="336" y="93"/>
                  </a:cubicBezTo>
                  <a:cubicBezTo>
                    <a:pt x="326" y="82"/>
                    <a:pt x="326" y="82"/>
                    <a:pt x="326" y="82"/>
                  </a:cubicBezTo>
                  <a:cubicBezTo>
                    <a:pt x="326" y="80"/>
                    <a:pt x="326" y="80"/>
                    <a:pt x="326" y="80"/>
                  </a:cubicBezTo>
                  <a:cubicBezTo>
                    <a:pt x="326" y="80"/>
                    <a:pt x="326" y="80"/>
                    <a:pt x="326" y="80"/>
                  </a:cubicBezTo>
                  <a:cubicBezTo>
                    <a:pt x="325" y="81"/>
                    <a:pt x="325" y="81"/>
                    <a:pt x="325" y="81"/>
                  </a:cubicBezTo>
                  <a:cubicBezTo>
                    <a:pt x="316" y="75"/>
                    <a:pt x="316" y="75"/>
                    <a:pt x="316" y="75"/>
                  </a:cubicBezTo>
                  <a:cubicBezTo>
                    <a:pt x="312" y="80"/>
                    <a:pt x="308" y="84"/>
                    <a:pt x="303" y="85"/>
                  </a:cubicBezTo>
                  <a:cubicBezTo>
                    <a:pt x="299" y="87"/>
                    <a:pt x="292" y="82"/>
                    <a:pt x="283" y="71"/>
                  </a:cubicBezTo>
                  <a:cubicBezTo>
                    <a:pt x="278" y="65"/>
                    <a:pt x="278" y="65"/>
                    <a:pt x="278" y="65"/>
                  </a:cubicBezTo>
                  <a:cubicBezTo>
                    <a:pt x="277" y="64"/>
                    <a:pt x="273" y="65"/>
                    <a:pt x="266" y="68"/>
                  </a:cubicBezTo>
                  <a:cubicBezTo>
                    <a:pt x="256" y="71"/>
                    <a:pt x="249" y="72"/>
                    <a:pt x="246" y="70"/>
                  </a:cubicBezTo>
                  <a:cubicBezTo>
                    <a:pt x="243" y="67"/>
                    <a:pt x="242" y="61"/>
                    <a:pt x="243" y="53"/>
                  </a:cubicBezTo>
                  <a:cubicBezTo>
                    <a:pt x="244" y="46"/>
                    <a:pt x="243" y="43"/>
                    <a:pt x="242" y="41"/>
                  </a:cubicBezTo>
                  <a:cubicBezTo>
                    <a:pt x="163" y="37"/>
                    <a:pt x="163" y="37"/>
                    <a:pt x="163" y="37"/>
                  </a:cubicBezTo>
                  <a:cubicBezTo>
                    <a:pt x="156" y="34"/>
                    <a:pt x="150" y="31"/>
                    <a:pt x="147" y="28"/>
                  </a:cubicBezTo>
                  <a:cubicBezTo>
                    <a:pt x="135" y="25"/>
                    <a:pt x="135" y="25"/>
                    <a:pt x="135" y="25"/>
                  </a:cubicBezTo>
                  <a:cubicBezTo>
                    <a:pt x="130" y="23"/>
                    <a:pt x="121" y="15"/>
                    <a:pt x="109" y="0"/>
                  </a:cubicBezTo>
                  <a:cubicBezTo>
                    <a:pt x="101" y="6"/>
                    <a:pt x="101" y="6"/>
                    <a:pt x="101" y="6"/>
                  </a:cubicBezTo>
                  <a:cubicBezTo>
                    <a:pt x="89" y="3"/>
                    <a:pt x="89" y="3"/>
                    <a:pt x="89" y="3"/>
                  </a:cubicBezTo>
                  <a:cubicBezTo>
                    <a:pt x="56" y="3"/>
                    <a:pt x="56" y="3"/>
                    <a:pt x="56" y="3"/>
                  </a:cubicBezTo>
                  <a:cubicBezTo>
                    <a:pt x="56" y="3"/>
                    <a:pt x="56" y="3"/>
                    <a:pt x="56" y="3"/>
                  </a:cubicBezTo>
                  <a:cubicBezTo>
                    <a:pt x="56" y="3"/>
                    <a:pt x="56" y="3"/>
                    <a:pt x="56" y="3"/>
                  </a:cubicBezTo>
                  <a:lnTo>
                    <a:pt x="47" y="0"/>
                  </a:lnTo>
                  <a:close/>
                </a:path>
              </a:pathLst>
            </a:custGeom>
            <a:grpFill/>
            <a:ln>
              <a:noFill/>
            </a:ln>
          </p:spPr>
          <p:txBody>
            <a:bodyPr vert="horz" wrap="square" lIns="91440" tIns="45720" rIns="91440" bIns="45720" numCol="1" anchor="t" anchorCtr="0" compatLnSpc="1"/>
            <a:lstStyle/>
            <a:p>
              <a:endParaRPr lang="zh-CN" altLang="en-US"/>
            </a:p>
          </p:txBody>
        </p:sp>
        <p:sp>
          <p:nvSpPr>
            <p:cNvPr id="47" name="Freeform 9"/>
            <p:cNvSpPr/>
            <p:nvPr/>
          </p:nvSpPr>
          <p:spPr bwMode="auto">
            <a:xfrm>
              <a:off x="3853053" y="2511997"/>
              <a:ext cx="104775" cy="152400"/>
            </a:xfrm>
            <a:custGeom>
              <a:avLst/>
              <a:gdLst>
                <a:gd name="T0" fmla="*/ 35 w 61"/>
                <a:gd name="T1" fmla="*/ 1 h 88"/>
                <a:gd name="T2" fmla="*/ 34 w 61"/>
                <a:gd name="T3" fmla="*/ 0 h 88"/>
                <a:gd name="T4" fmla="*/ 25 w 61"/>
                <a:gd name="T5" fmla="*/ 9 h 88"/>
                <a:gd name="T6" fmla="*/ 23 w 61"/>
                <a:gd name="T7" fmla="*/ 8 h 88"/>
                <a:gd name="T8" fmla="*/ 22 w 61"/>
                <a:gd name="T9" fmla="*/ 9 h 88"/>
                <a:gd name="T10" fmla="*/ 23 w 61"/>
                <a:gd name="T11" fmla="*/ 9 h 88"/>
                <a:gd name="T12" fmla="*/ 17 w 61"/>
                <a:gd name="T13" fmla="*/ 15 h 88"/>
                <a:gd name="T14" fmla="*/ 15 w 61"/>
                <a:gd name="T15" fmla="*/ 16 h 88"/>
                <a:gd name="T16" fmla="*/ 8 w 61"/>
                <a:gd name="T17" fmla="*/ 20 h 88"/>
                <a:gd name="T18" fmla="*/ 8 w 61"/>
                <a:gd name="T19" fmla="*/ 24 h 88"/>
                <a:gd name="T20" fmla="*/ 3 w 61"/>
                <a:gd name="T21" fmla="*/ 37 h 88"/>
                <a:gd name="T22" fmla="*/ 1 w 61"/>
                <a:gd name="T23" fmla="*/ 45 h 88"/>
                <a:gd name="T24" fmla="*/ 0 w 61"/>
                <a:gd name="T25" fmla="*/ 58 h 88"/>
                <a:gd name="T26" fmla="*/ 4 w 61"/>
                <a:gd name="T27" fmla="*/ 76 h 88"/>
                <a:gd name="T28" fmla="*/ 14 w 61"/>
                <a:gd name="T29" fmla="*/ 84 h 88"/>
                <a:gd name="T30" fmla="*/ 28 w 61"/>
                <a:gd name="T31" fmla="*/ 88 h 88"/>
                <a:gd name="T32" fmla="*/ 42 w 61"/>
                <a:gd name="T33" fmla="*/ 82 h 88"/>
                <a:gd name="T34" fmla="*/ 39 w 61"/>
                <a:gd name="T35" fmla="*/ 76 h 88"/>
                <a:gd name="T36" fmla="*/ 39 w 61"/>
                <a:gd name="T37" fmla="*/ 74 h 88"/>
                <a:gd name="T38" fmla="*/ 39 w 61"/>
                <a:gd name="T39" fmla="*/ 74 h 88"/>
                <a:gd name="T40" fmla="*/ 40 w 61"/>
                <a:gd name="T41" fmla="*/ 68 h 88"/>
                <a:gd name="T42" fmla="*/ 40 w 61"/>
                <a:gd name="T43" fmla="*/ 68 h 88"/>
                <a:gd name="T44" fmla="*/ 46 w 61"/>
                <a:gd name="T45" fmla="*/ 56 h 88"/>
                <a:gd name="T46" fmla="*/ 58 w 61"/>
                <a:gd name="T47" fmla="*/ 56 h 88"/>
                <a:gd name="T48" fmla="*/ 61 w 61"/>
                <a:gd name="T49" fmla="*/ 55 h 88"/>
                <a:gd name="T50" fmla="*/ 49 w 61"/>
                <a:gd name="T51" fmla="*/ 36 h 88"/>
                <a:gd name="T52" fmla="*/ 45 w 61"/>
                <a:gd name="T53" fmla="*/ 30 h 88"/>
                <a:gd name="T54" fmla="*/ 40 w 61"/>
                <a:gd name="T55" fmla="*/ 13 h 88"/>
                <a:gd name="T56" fmla="*/ 35 w 61"/>
                <a:gd name="T57" fmla="*/ 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1" h="88">
                  <a:moveTo>
                    <a:pt x="35" y="1"/>
                  </a:moveTo>
                  <a:cubicBezTo>
                    <a:pt x="34" y="0"/>
                    <a:pt x="34" y="0"/>
                    <a:pt x="34" y="0"/>
                  </a:cubicBezTo>
                  <a:cubicBezTo>
                    <a:pt x="31" y="0"/>
                    <a:pt x="28" y="3"/>
                    <a:pt x="25" y="9"/>
                  </a:cubicBezTo>
                  <a:cubicBezTo>
                    <a:pt x="23" y="8"/>
                    <a:pt x="23" y="8"/>
                    <a:pt x="23" y="8"/>
                  </a:cubicBezTo>
                  <a:cubicBezTo>
                    <a:pt x="22" y="9"/>
                    <a:pt x="22" y="9"/>
                    <a:pt x="22" y="9"/>
                  </a:cubicBezTo>
                  <a:cubicBezTo>
                    <a:pt x="23" y="9"/>
                    <a:pt x="23" y="9"/>
                    <a:pt x="23" y="9"/>
                  </a:cubicBezTo>
                  <a:cubicBezTo>
                    <a:pt x="17" y="15"/>
                    <a:pt x="17" y="15"/>
                    <a:pt x="17" y="15"/>
                  </a:cubicBezTo>
                  <a:cubicBezTo>
                    <a:pt x="15" y="16"/>
                    <a:pt x="15" y="16"/>
                    <a:pt x="15" y="16"/>
                  </a:cubicBezTo>
                  <a:cubicBezTo>
                    <a:pt x="8" y="20"/>
                    <a:pt x="8" y="20"/>
                    <a:pt x="8" y="20"/>
                  </a:cubicBezTo>
                  <a:cubicBezTo>
                    <a:pt x="8" y="24"/>
                    <a:pt x="8" y="24"/>
                    <a:pt x="8" y="24"/>
                  </a:cubicBezTo>
                  <a:cubicBezTo>
                    <a:pt x="8" y="31"/>
                    <a:pt x="6" y="36"/>
                    <a:pt x="3" y="37"/>
                  </a:cubicBezTo>
                  <a:cubicBezTo>
                    <a:pt x="1" y="45"/>
                    <a:pt x="1" y="45"/>
                    <a:pt x="1" y="45"/>
                  </a:cubicBezTo>
                  <a:cubicBezTo>
                    <a:pt x="0" y="46"/>
                    <a:pt x="0" y="51"/>
                    <a:pt x="0" y="58"/>
                  </a:cubicBezTo>
                  <a:cubicBezTo>
                    <a:pt x="4" y="76"/>
                    <a:pt x="4" y="76"/>
                    <a:pt x="4" y="76"/>
                  </a:cubicBezTo>
                  <a:cubicBezTo>
                    <a:pt x="5" y="79"/>
                    <a:pt x="8" y="82"/>
                    <a:pt x="14" y="84"/>
                  </a:cubicBezTo>
                  <a:cubicBezTo>
                    <a:pt x="28" y="88"/>
                    <a:pt x="28" y="88"/>
                    <a:pt x="28" y="88"/>
                  </a:cubicBezTo>
                  <a:cubicBezTo>
                    <a:pt x="32" y="88"/>
                    <a:pt x="37" y="86"/>
                    <a:pt x="42" y="82"/>
                  </a:cubicBezTo>
                  <a:cubicBezTo>
                    <a:pt x="39" y="76"/>
                    <a:pt x="39" y="76"/>
                    <a:pt x="39" y="76"/>
                  </a:cubicBezTo>
                  <a:cubicBezTo>
                    <a:pt x="39" y="74"/>
                    <a:pt x="39" y="74"/>
                    <a:pt x="39" y="74"/>
                  </a:cubicBezTo>
                  <a:cubicBezTo>
                    <a:pt x="39" y="74"/>
                    <a:pt x="39" y="74"/>
                    <a:pt x="39" y="74"/>
                  </a:cubicBezTo>
                  <a:cubicBezTo>
                    <a:pt x="40" y="68"/>
                    <a:pt x="40" y="68"/>
                    <a:pt x="40" y="68"/>
                  </a:cubicBezTo>
                  <a:cubicBezTo>
                    <a:pt x="40" y="68"/>
                    <a:pt x="40" y="68"/>
                    <a:pt x="40" y="68"/>
                  </a:cubicBezTo>
                  <a:cubicBezTo>
                    <a:pt x="46" y="56"/>
                    <a:pt x="46" y="56"/>
                    <a:pt x="46" y="56"/>
                  </a:cubicBezTo>
                  <a:cubicBezTo>
                    <a:pt x="58" y="56"/>
                    <a:pt x="58" y="56"/>
                    <a:pt x="58" y="56"/>
                  </a:cubicBezTo>
                  <a:cubicBezTo>
                    <a:pt x="61" y="55"/>
                    <a:pt x="61" y="55"/>
                    <a:pt x="61" y="55"/>
                  </a:cubicBezTo>
                  <a:cubicBezTo>
                    <a:pt x="60" y="51"/>
                    <a:pt x="56" y="45"/>
                    <a:pt x="49" y="36"/>
                  </a:cubicBezTo>
                  <a:cubicBezTo>
                    <a:pt x="45" y="30"/>
                    <a:pt x="45" y="30"/>
                    <a:pt x="45" y="30"/>
                  </a:cubicBezTo>
                  <a:cubicBezTo>
                    <a:pt x="43" y="25"/>
                    <a:pt x="40" y="20"/>
                    <a:pt x="40" y="13"/>
                  </a:cubicBezTo>
                  <a:cubicBezTo>
                    <a:pt x="39" y="7"/>
                    <a:pt x="37" y="3"/>
                    <a:pt x="35" y="1"/>
                  </a:cubicBezTo>
                  <a:close/>
                </a:path>
              </a:pathLst>
            </a:custGeom>
            <a:grpFill/>
            <a:ln>
              <a:noFill/>
            </a:ln>
          </p:spPr>
          <p:txBody>
            <a:bodyPr vert="horz" wrap="square" lIns="91440" tIns="45720" rIns="91440" bIns="45720" numCol="1" anchor="t" anchorCtr="0" compatLnSpc="1"/>
            <a:lstStyle/>
            <a:p>
              <a:endParaRPr lang="zh-CN" altLang="en-US"/>
            </a:p>
          </p:txBody>
        </p:sp>
        <p:sp>
          <p:nvSpPr>
            <p:cNvPr id="48" name="Freeform 10"/>
            <p:cNvSpPr/>
            <p:nvPr/>
          </p:nvSpPr>
          <p:spPr bwMode="auto">
            <a:xfrm>
              <a:off x="3748278" y="2443734"/>
              <a:ext cx="141287" cy="150813"/>
            </a:xfrm>
            <a:custGeom>
              <a:avLst/>
              <a:gdLst>
                <a:gd name="T0" fmla="*/ 40 w 81"/>
                <a:gd name="T1" fmla="*/ 18 h 87"/>
                <a:gd name="T2" fmla="*/ 39 w 81"/>
                <a:gd name="T3" fmla="*/ 20 h 87"/>
                <a:gd name="T4" fmla="*/ 37 w 81"/>
                <a:gd name="T5" fmla="*/ 19 h 87"/>
                <a:gd name="T6" fmla="*/ 29 w 81"/>
                <a:gd name="T7" fmla="*/ 18 h 87"/>
                <a:gd name="T8" fmla="*/ 29 w 81"/>
                <a:gd name="T9" fmla="*/ 22 h 87"/>
                <a:gd name="T10" fmla="*/ 29 w 81"/>
                <a:gd name="T11" fmla="*/ 23 h 87"/>
                <a:gd name="T12" fmla="*/ 27 w 81"/>
                <a:gd name="T13" fmla="*/ 23 h 87"/>
                <a:gd name="T14" fmla="*/ 14 w 81"/>
                <a:gd name="T15" fmla="*/ 28 h 87"/>
                <a:gd name="T16" fmla="*/ 14 w 81"/>
                <a:gd name="T17" fmla="*/ 30 h 87"/>
                <a:gd name="T18" fmla="*/ 18 w 81"/>
                <a:gd name="T19" fmla="*/ 43 h 87"/>
                <a:gd name="T20" fmla="*/ 19 w 81"/>
                <a:gd name="T21" fmla="*/ 44 h 87"/>
                <a:gd name="T22" fmla="*/ 18 w 81"/>
                <a:gd name="T23" fmla="*/ 46 h 87"/>
                <a:gd name="T24" fmla="*/ 3 w 81"/>
                <a:gd name="T25" fmla="*/ 62 h 87"/>
                <a:gd name="T26" fmla="*/ 0 w 81"/>
                <a:gd name="T27" fmla="*/ 68 h 87"/>
                <a:gd name="T28" fmla="*/ 4 w 81"/>
                <a:gd name="T29" fmla="*/ 73 h 87"/>
                <a:gd name="T30" fmla="*/ 11 w 81"/>
                <a:gd name="T31" fmla="*/ 76 h 87"/>
                <a:gd name="T32" fmla="*/ 16 w 81"/>
                <a:gd name="T33" fmla="*/ 76 h 87"/>
                <a:gd name="T34" fmla="*/ 30 w 81"/>
                <a:gd name="T35" fmla="*/ 80 h 87"/>
                <a:gd name="T36" fmla="*/ 36 w 81"/>
                <a:gd name="T37" fmla="*/ 84 h 87"/>
                <a:gd name="T38" fmla="*/ 47 w 81"/>
                <a:gd name="T39" fmla="*/ 87 h 87"/>
                <a:gd name="T40" fmla="*/ 55 w 81"/>
                <a:gd name="T41" fmla="*/ 80 h 87"/>
                <a:gd name="T42" fmla="*/ 60 w 81"/>
                <a:gd name="T43" fmla="*/ 75 h 87"/>
                <a:gd name="T44" fmla="*/ 63 w 81"/>
                <a:gd name="T45" fmla="*/ 63 h 87"/>
                <a:gd name="T46" fmla="*/ 60 w 81"/>
                <a:gd name="T47" fmla="*/ 50 h 87"/>
                <a:gd name="T48" fmla="*/ 65 w 81"/>
                <a:gd name="T49" fmla="*/ 51 h 87"/>
                <a:gd name="T50" fmla="*/ 73 w 81"/>
                <a:gd name="T51" fmla="*/ 52 h 87"/>
                <a:gd name="T52" fmla="*/ 77 w 81"/>
                <a:gd name="T53" fmla="*/ 49 h 87"/>
                <a:gd name="T54" fmla="*/ 78 w 81"/>
                <a:gd name="T55" fmla="*/ 46 h 87"/>
                <a:gd name="T56" fmla="*/ 72 w 81"/>
                <a:gd name="T57" fmla="*/ 29 h 87"/>
                <a:gd name="T58" fmla="*/ 74 w 81"/>
                <a:gd name="T59" fmla="*/ 23 h 87"/>
                <a:gd name="T60" fmla="*/ 80 w 81"/>
                <a:gd name="T61" fmla="*/ 17 h 87"/>
                <a:gd name="T62" fmla="*/ 81 w 81"/>
                <a:gd name="T63" fmla="*/ 17 h 87"/>
                <a:gd name="T64" fmla="*/ 80 w 81"/>
                <a:gd name="T65" fmla="*/ 13 h 87"/>
                <a:gd name="T66" fmla="*/ 65 w 81"/>
                <a:gd name="T67" fmla="*/ 14 h 87"/>
                <a:gd name="T68" fmla="*/ 65 w 81"/>
                <a:gd name="T69" fmla="*/ 13 h 87"/>
                <a:gd name="T70" fmla="*/ 52 w 81"/>
                <a:gd name="T71" fmla="*/ 4 h 87"/>
                <a:gd name="T72" fmla="*/ 36 w 81"/>
                <a:gd name="T73" fmla="*/ 1 h 87"/>
                <a:gd name="T74" fmla="*/ 34 w 81"/>
                <a:gd name="T75" fmla="*/ 2 h 87"/>
                <a:gd name="T76" fmla="*/ 38 w 81"/>
                <a:gd name="T77" fmla="*/ 8 h 87"/>
                <a:gd name="T78" fmla="*/ 40 w 81"/>
                <a:gd name="T79" fmla="*/ 1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1" h="87">
                  <a:moveTo>
                    <a:pt x="40" y="18"/>
                  </a:moveTo>
                  <a:cubicBezTo>
                    <a:pt x="39" y="20"/>
                    <a:pt x="39" y="20"/>
                    <a:pt x="39" y="20"/>
                  </a:cubicBezTo>
                  <a:cubicBezTo>
                    <a:pt x="37" y="19"/>
                    <a:pt x="37" y="19"/>
                    <a:pt x="37" y="19"/>
                  </a:cubicBezTo>
                  <a:cubicBezTo>
                    <a:pt x="29" y="18"/>
                    <a:pt x="29" y="18"/>
                    <a:pt x="29" y="18"/>
                  </a:cubicBezTo>
                  <a:cubicBezTo>
                    <a:pt x="29" y="22"/>
                    <a:pt x="29" y="22"/>
                    <a:pt x="29" y="22"/>
                  </a:cubicBezTo>
                  <a:cubicBezTo>
                    <a:pt x="29" y="23"/>
                    <a:pt x="29" y="23"/>
                    <a:pt x="29" y="23"/>
                  </a:cubicBezTo>
                  <a:cubicBezTo>
                    <a:pt x="27" y="23"/>
                    <a:pt x="27" y="23"/>
                    <a:pt x="27" y="23"/>
                  </a:cubicBezTo>
                  <a:cubicBezTo>
                    <a:pt x="14" y="28"/>
                    <a:pt x="14" y="28"/>
                    <a:pt x="14" y="28"/>
                  </a:cubicBezTo>
                  <a:cubicBezTo>
                    <a:pt x="14" y="30"/>
                    <a:pt x="14" y="30"/>
                    <a:pt x="14" y="30"/>
                  </a:cubicBezTo>
                  <a:cubicBezTo>
                    <a:pt x="12" y="34"/>
                    <a:pt x="14" y="38"/>
                    <a:pt x="18" y="43"/>
                  </a:cubicBezTo>
                  <a:cubicBezTo>
                    <a:pt x="19" y="44"/>
                    <a:pt x="19" y="44"/>
                    <a:pt x="19" y="44"/>
                  </a:cubicBezTo>
                  <a:cubicBezTo>
                    <a:pt x="18" y="46"/>
                    <a:pt x="18" y="46"/>
                    <a:pt x="18" y="46"/>
                  </a:cubicBezTo>
                  <a:cubicBezTo>
                    <a:pt x="14" y="52"/>
                    <a:pt x="9" y="58"/>
                    <a:pt x="3" y="62"/>
                  </a:cubicBezTo>
                  <a:cubicBezTo>
                    <a:pt x="0" y="64"/>
                    <a:pt x="0" y="66"/>
                    <a:pt x="0" y="68"/>
                  </a:cubicBezTo>
                  <a:cubicBezTo>
                    <a:pt x="4" y="73"/>
                    <a:pt x="4" y="73"/>
                    <a:pt x="4" y="73"/>
                  </a:cubicBezTo>
                  <a:cubicBezTo>
                    <a:pt x="11" y="76"/>
                    <a:pt x="11" y="76"/>
                    <a:pt x="11" y="76"/>
                  </a:cubicBezTo>
                  <a:cubicBezTo>
                    <a:pt x="16" y="76"/>
                    <a:pt x="16" y="76"/>
                    <a:pt x="16" y="76"/>
                  </a:cubicBezTo>
                  <a:cubicBezTo>
                    <a:pt x="23" y="76"/>
                    <a:pt x="28" y="77"/>
                    <a:pt x="30" y="80"/>
                  </a:cubicBezTo>
                  <a:cubicBezTo>
                    <a:pt x="36" y="84"/>
                    <a:pt x="36" y="84"/>
                    <a:pt x="36" y="84"/>
                  </a:cubicBezTo>
                  <a:cubicBezTo>
                    <a:pt x="40" y="86"/>
                    <a:pt x="44" y="87"/>
                    <a:pt x="47" y="87"/>
                  </a:cubicBezTo>
                  <a:cubicBezTo>
                    <a:pt x="49" y="87"/>
                    <a:pt x="52" y="85"/>
                    <a:pt x="55" y="80"/>
                  </a:cubicBezTo>
                  <a:cubicBezTo>
                    <a:pt x="60" y="75"/>
                    <a:pt x="60" y="75"/>
                    <a:pt x="60" y="75"/>
                  </a:cubicBezTo>
                  <a:cubicBezTo>
                    <a:pt x="63" y="63"/>
                    <a:pt x="63" y="63"/>
                    <a:pt x="63" y="63"/>
                  </a:cubicBezTo>
                  <a:cubicBezTo>
                    <a:pt x="60" y="50"/>
                    <a:pt x="60" y="50"/>
                    <a:pt x="60" y="50"/>
                  </a:cubicBezTo>
                  <a:cubicBezTo>
                    <a:pt x="65" y="51"/>
                    <a:pt x="65" y="51"/>
                    <a:pt x="65" y="51"/>
                  </a:cubicBezTo>
                  <a:cubicBezTo>
                    <a:pt x="73" y="52"/>
                    <a:pt x="73" y="52"/>
                    <a:pt x="73" y="52"/>
                  </a:cubicBezTo>
                  <a:cubicBezTo>
                    <a:pt x="77" y="49"/>
                    <a:pt x="77" y="49"/>
                    <a:pt x="77" y="49"/>
                  </a:cubicBezTo>
                  <a:cubicBezTo>
                    <a:pt x="78" y="46"/>
                    <a:pt x="78" y="46"/>
                    <a:pt x="78" y="46"/>
                  </a:cubicBezTo>
                  <a:cubicBezTo>
                    <a:pt x="72" y="29"/>
                    <a:pt x="72" y="29"/>
                    <a:pt x="72" y="29"/>
                  </a:cubicBezTo>
                  <a:cubicBezTo>
                    <a:pt x="74" y="23"/>
                    <a:pt x="74" y="23"/>
                    <a:pt x="74" y="23"/>
                  </a:cubicBezTo>
                  <a:cubicBezTo>
                    <a:pt x="75" y="19"/>
                    <a:pt x="78" y="18"/>
                    <a:pt x="80" y="17"/>
                  </a:cubicBezTo>
                  <a:cubicBezTo>
                    <a:pt x="81" y="17"/>
                    <a:pt x="81" y="17"/>
                    <a:pt x="81" y="17"/>
                  </a:cubicBezTo>
                  <a:cubicBezTo>
                    <a:pt x="80" y="13"/>
                    <a:pt x="80" y="13"/>
                    <a:pt x="80" y="13"/>
                  </a:cubicBezTo>
                  <a:cubicBezTo>
                    <a:pt x="65" y="14"/>
                    <a:pt x="65" y="14"/>
                    <a:pt x="65" y="14"/>
                  </a:cubicBezTo>
                  <a:cubicBezTo>
                    <a:pt x="65" y="13"/>
                    <a:pt x="65" y="13"/>
                    <a:pt x="65" y="13"/>
                  </a:cubicBezTo>
                  <a:cubicBezTo>
                    <a:pt x="52" y="4"/>
                    <a:pt x="52" y="4"/>
                    <a:pt x="52" y="4"/>
                  </a:cubicBezTo>
                  <a:cubicBezTo>
                    <a:pt x="46" y="0"/>
                    <a:pt x="41" y="0"/>
                    <a:pt x="36" y="1"/>
                  </a:cubicBezTo>
                  <a:cubicBezTo>
                    <a:pt x="34" y="2"/>
                    <a:pt x="34" y="2"/>
                    <a:pt x="34" y="2"/>
                  </a:cubicBezTo>
                  <a:cubicBezTo>
                    <a:pt x="33" y="5"/>
                    <a:pt x="34" y="7"/>
                    <a:pt x="38" y="8"/>
                  </a:cubicBezTo>
                  <a:cubicBezTo>
                    <a:pt x="41" y="11"/>
                    <a:pt x="42" y="14"/>
                    <a:pt x="40" y="18"/>
                  </a:cubicBezTo>
                  <a:close/>
                </a:path>
              </a:pathLst>
            </a:custGeom>
            <a:grpFill/>
            <a:ln>
              <a:noFill/>
            </a:ln>
          </p:spPr>
          <p:txBody>
            <a:bodyPr vert="horz" wrap="square" lIns="91440" tIns="45720" rIns="91440" bIns="45720" numCol="1" anchor="t" anchorCtr="0" compatLnSpc="1"/>
            <a:lstStyle/>
            <a:p>
              <a:endParaRPr lang="zh-CN" altLang="en-US"/>
            </a:p>
          </p:txBody>
        </p:sp>
        <p:sp>
          <p:nvSpPr>
            <p:cNvPr id="49" name="Freeform 11"/>
            <p:cNvSpPr/>
            <p:nvPr/>
          </p:nvSpPr>
          <p:spPr bwMode="auto">
            <a:xfrm>
              <a:off x="4294378" y="3315272"/>
              <a:ext cx="88900" cy="80963"/>
            </a:xfrm>
            <a:custGeom>
              <a:avLst/>
              <a:gdLst>
                <a:gd name="T0" fmla="*/ 46 w 51"/>
                <a:gd name="T1" fmla="*/ 25 h 46"/>
                <a:gd name="T2" fmla="*/ 51 w 51"/>
                <a:gd name="T3" fmla="*/ 20 h 46"/>
                <a:gd name="T4" fmla="*/ 51 w 51"/>
                <a:gd name="T5" fmla="*/ 20 h 46"/>
                <a:gd name="T6" fmla="*/ 51 w 51"/>
                <a:gd name="T7" fmla="*/ 20 h 46"/>
                <a:gd name="T8" fmla="*/ 51 w 51"/>
                <a:gd name="T9" fmla="*/ 20 h 46"/>
                <a:gd name="T10" fmla="*/ 35 w 51"/>
                <a:gd name="T11" fmla="*/ 7 h 46"/>
                <a:gd name="T12" fmla="*/ 16 w 51"/>
                <a:gd name="T13" fmla="*/ 1 h 46"/>
                <a:gd name="T14" fmla="*/ 9 w 51"/>
                <a:gd name="T15" fmla="*/ 3 h 46"/>
                <a:gd name="T16" fmla="*/ 9 w 51"/>
                <a:gd name="T17" fmla="*/ 16 h 46"/>
                <a:gd name="T18" fmla="*/ 2 w 51"/>
                <a:gd name="T19" fmla="*/ 29 h 46"/>
                <a:gd name="T20" fmla="*/ 0 w 51"/>
                <a:gd name="T21" fmla="*/ 31 h 46"/>
                <a:gd name="T22" fmla="*/ 6 w 51"/>
                <a:gd name="T23" fmla="*/ 38 h 46"/>
                <a:gd name="T24" fmla="*/ 6 w 51"/>
                <a:gd name="T25" fmla="*/ 38 h 46"/>
                <a:gd name="T26" fmla="*/ 8 w 51"/>
                <a:gd name="T27" fmla="*/ 43 h 46"/>
                <a:gd name="T28" fmla="*/ 15 w 51"/>
                <a:gd name="T29" fmla="*/ 46 h 46"/>
                <a:gd name="T30" fmla="*/ 26 w 51"/>
                <a:gd name="T31" fmla="*/ 43 h 46"/>
                <a:gd name="T32" fmla="*/ 38 w 51"/>
                <a:gd name="T33" fmla="*/ 45 h 46"/>
                <a:gd name="T34" fmla="*/ 39 w 51"/>
                <a:gd name="T35" fmla="*/ 41 h 46"/>
                <a:gd name="T36" fmla="*/ 46 w 51"/>
                <a:gd name="T37"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1" h="46">
                  <a:moveTo>
                    <a:pt x="46" y="25"/>
                  </a:moveTo>
                  <a:cubicBezTo>
                    <a:pt x="51" y="20"/>
                    <a:pt x="51" y="20"/>
                    <a:pt x="51" y="20"/>
                  </a:cubicBezTo>
                  <a:cubicBezTo>
                    <a:pt x="51" y="20"/>
                    <a:pt x="51" y="20"/>
                    <a:pt x="51" y="20"/>
                  </a:cubicBezTo>
                  <a:cubicBezTo>
                    <a:pt x="51" y="20"/>
                    <a:pt x="51" y="20"/>
                    <a:pt x="51" y="20"/>
                  </a:cubicBezTo>
                  <a:cubicBezTo>
                    <a:pt x="51" y="20"/>
                    <a:pt x="51" y="20"/>
                    <a:pt x="51" y="20"/>
                  </a:cubicBezTo>
                  <a:cubicBezTo>
                    <a:pt x="35" y="7"/>
                    <a:pt x="35" y="7"/>
                    <a:pt x="35" y="7"/>
                  </a:cubicBezTo>
                  <a:cubicBezTo>
                    <a:pt x="28" y="2"/>
                    <a:pt x="21" y="0"/>
                    <a:pt x="16" y="1"/>
                  </a:cubicBezTo>
                  <a:cubicBezTo>
                    <a:pt x="9" y="3"/>
                    <a:pt x="9" y="3"/>
                    <a:pt x="9" y="3"/>
                  </a:cubicBezTo>
                  <a:cubicBezTo>
                    <a:pt x="9" y="16"/>
                    <a:pt x="9" y="16"/>
                    <a:pt x="9" y="16"/>
                  </a:cubicBezTo>
                  <a:cubicBezTo>
                    <a:pt x="8" y="20"/>
                    <a:pt x="6" y="25"/>
                    <a:pt x="2" y="29"/>
                  </a:cubicBezTo>
                  <a:cubicBezTo>
                    <a:pt x="0" y="31"/>
                    <a:pt x="0" y="31"/>
                    <a:pt x="0" y="31"/>
                  </a:cubicBezTo>
                  <a:cubicBezTo>
                    <a:pt x="6" y="38"/>
                    <a:pt x="6" y="38"/>
                    <a:pt x="6" y="38"/>
                  </a:cubicBezTo>
                  <a:cubicBezTo>
                    <a:pt x="6" y="38"/>
                    <a:pt x="6" y="38"/>
                    <a:pt x="6" y="38"/>
                  </a:cubicBezTo>
                  <a:cubicBezTo>
                    <a:pt x="8" y="43"/>
                    <a:pt x="8" y="43"/>
                    <a:pt x="8" y="43"/>
                  </a:cubicBezTo>
                  <a:cubicBezTo>
                    <a:pt x="15" y="46"/>
                    <a:pt x="15" y="46"/>
                    <a:pt x="15" y="46"/>
                  </a:cubicBezTo>
                  <a:cubicBezTo>
                    <a:pt x="20" y="43"/>
                    <a:pt x="23" y="42"/>
                    <a:pt x="26" y="43"/>
                  </a:cubicBezTo>
                  <a:cubicBezTo>
                    <a:pt x="38" y="45"/>
                    <a:pt x="38" y="45"/>
                    <a:pt x="38" y="45"/>
                  </a:cubicBezTo>
                  <a:cubicBezTo>
                    <a:pt x="39" y="41"/>
                    <a:pt x="39" y="41"/>
                    <a:pt x="39" y="41"/>
                  </a:cubicBezTo>
                  <a:cubicBezTo>
                    <a:pt x="40" y="32"/>
                    <a:pt x="43" y="27"/>
                    <a:pt x="46" y="25"/>
                  </a:cubicBezTo>
                  <a:close/>
                </a:path>
              </a:pathLst>
            </a:custGeom>
            <a:grpFill/>
            <a:ln>
              <a:noFill/>
            </a:ln>
          </p:spPr>
          <p:txBody>
            <a:bodyPr vert="horz" wrap="square" lIns="91440" tIns="45720" rIns="91440" bIns="45720" numCol="1" anchor="t" anchorCtr="0" compatLnSpc="1"/>
            <a:lstStyle/>
            <a:p>
              <a:endParaRPr lang="zh-CN" altLang="en-US"/>
            </a:p>
          </p:txBody>
        </p:sp>
        <p:sp>
          <p:nvSpPr>
            <p:cNvPr id="50" name="Freeform 12"/>
            <p:cNvSpPr/>
            <p:nvPr/>
          </p:nvSpPr>
          <p:spPr bwMode="auto">
            <a:xfrm>
              <a:off x="3402203" y="2916809"/>
              <a:ext cx="490537" cy="481013"/>
            </a:xfrm>
            <a:custGeom>
              <a:avLst/>
              <a:gdLst>
                <a:gd name="T0" fmla="*/ 62 w 283"/>
                <a:gd name="T1" fmla="*/ 92 h 278"/>
                <a:gd name="T2" fmla="*/ 2 w 283"/>
                <a:gd name="T3" fmla="*/ 124 h 278"/>
                <a:gd name="T4" fmla="*/ 23 w 283"/>
                <a:gd name="T5" fmla="*/ 169 h 278"/>
                <a:gd name="T6" fmla="*/ 24 w 283"/>
                <a:gd name="T7" fmla="*/ 169 h 278"/>
                <a:gd name="T8" fmla="*/ 51 w 283"/>
                <a:gd name="T9" fmla="*/ 217 h 278"/>
                <a:gd name="T10" fmla="*/ 66 w 283"/>
                <a:gd name="T11" fmla="*/ 220 h 278"/>
                <a:gd name="T12" fmla="*/ 80 w 283"/>
                <a:gd name="T13" fmla="*/ 228 h 278"/>
                <a:gd name="T14" fmla="*/ 161 w 283"/>
                <a:gd name="T15" fmla="*/ 235 h 278"/>
                <a:gd name="T16" fmla="*/ 165 w 283"/>
                <a:gd name="T17" fmla="*/ 263 h 278"/>
                <a:gd name="T18" fmla="*/ 198 w 283"/>
                <a:gd name="T19" fmla="*/ 259 h 278"/>
                <a:gd name="T20" fmla="*/ 216 w 283"/>
                <a:gd name="T21" fmla="*/ 277 h 278"/>
                <a:gd name="T22" fmla="*/ 229 w 283"/>
                <a:gd name="T23" fmla="*/ 265 h 278"/>
                <a:gd name="T24" fmla="*/ 247 w 283"/>
                <a:gd name="T25" fmla="*/ 266 h 278"/>
                <a:gd name="T26" fmla="*/ 263 w 283"/>
                <a:gd name="T27" fmla="*/ 251 h 278"/>
                <a:gd name="T28" fmla="*/ 261 w 283"/>
                <a:gd name="T29" fmla="*/ 248 h 278"/>
                <a:gd name="T30" fmla="*/ 262 w 283"/>
                <a:gd name="T31" fmla="*/ 232 h 278"/>
                <a:gd name="T32" fmla="*/ 231 w 283"/>
                <a:gd name="T33" fmla="*/ 223 h 278"/>
                <a:gd name="T34" fmla="*/ 216 w 283"/>
                <a:gd name="T35" fmla="*/ 198 h 278"/>
                <a:gd name="T36" fmla="*/ 210 w 283"/>
                <a:gd name="T37" fmla="*/ 180 h 278"/>
                <a:gd name="T38" fmla="*/ 226 w 283"/>
                <a:gd name="T39" fmla="*/ 172 h 278"/>
                <a:gd name="T40" fmla="*/ 236 w 283"/>
                <a:gd name="T41" fmla="*/ 155 h 278"/>
                <a:gd name="T42" fmla="*/ 243 w 283"/>
                <a:gd name="T43" fmla="*/ 149 h 278"/>
                <a:gd name="T44" fmla="*/ 242 w 283"/>
                <a:gd name="T45" fmla="*/ 122 h 278"/>
                <a:gd name="T46" fmla="*/ 258 w 283"/>
                <a:gd name="T47" fmla="*/ 126 h 278"/>
                <a:gd name="T48" fmla="*/ 259 w 283"/>
                <a:gd name="T49" fmla="*/ 128 h 278"/>
                <a:gd name="T50" fmla="*/ 283 w 283"/>
                <a:gd name="T51" fmla="*/ 123 h 278"/>
                <a:gd name="T52" fmla="*/ 256 w 283"/>
                <a:gd name="T53" fmla="*/ 104 h 278"/>
                <a:gd name="T54" fmla="*/ 231 w 283"/>
                <a:gd name="T55" fmla="*/ 96 h 278"/>
                <a:gd name="T56" fmla="*/ 230 w 283"/>
                <a:gd name="T57" fmla="*/ 96 h 278"/>
                <a:gd name="T58" fmla="*/ 198 w 283"/>
                <a:gd name="T59" fmla="*/ 73 h 278"/>
                <a:gd name="T60" fmla="*/ 225 w 283"/>
                <a:gd name="T61" fmla="*/ 44 h 278"/>
                <a:gd name="T62" fmla="*/ 215 w 283"/>
                <a:gd name="T63" fmla="*/ 14 h 278"/>
                <a:gd name="T64" fmla="*/ 172 w 283"/>
                <a:gd name="T65" fmla="*/ 22 h 278"/>
                <a:gd name="T66" fmla="*/ 153 w 283"/>
                <a:gd name="T67" fmla="*/ 11 h 278"/>
                <a:gd name="T68" fmla="*/ 145 w 283"/>
                <a:gd name="T69" fmla="*/ 8 h 278"/>
                <a:gd name="T70" fmla="*/ 144 w 283"/>
                <a:gd name="T71" fmla="*/ 5 h 278"/>
                <a:gd name="T72" fmla="*/ 144 w 283"/>
                <a:gd name="T73" fmla="*/ 4 h 278"/>
                <a:gd name="T74" fmla="*/ 143 w 283"/>
                <a:gd name="T75" fmla="*/ 2 h 278"/>
                <a:gd name="T76" fmla="*/ 143 w 283"/>
                <a:gd name="T77" fmla="*/ 0 h 278"/>
                <a:gd name="T78" fmla="*/ 141 w 283"/>
                <a:gd name="T79" fmla="*/ 16 h 278"/>
                <a:gd name="T80" fmla="*/ 139 w 283"/>
                <a:gd name="T81" fmla="*/ 28 h 278"/>
                <a:gd name="T82" fmla="*/ 141 w 283"/>
                <a:gd name="T83" fmla="*/ 51 h 278"/>
                <a:gd name="T84" fmla="*/ 139 w 283"/>
                <a:gd name="T85" fmla="*/ 53 h 278"/>
                <a:gd name="T86" fmla="*/ 132 w 283"/>
                <a:gd name="T87" fmla="*/ 73 h 278"/>
                <a:gd name="T88" fmla="*/ 102 w 283"/>
                <a:gd name="T89" fmla="*/ 83 h 278"/>
                <a:gd name="T90" fmla="*/ 64 w 283"/>
                <a:gd name="T91" fmla="*/ 92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3" h="278">
                  <a:moveTo>
                    <a:pt x="63" y="92"/>
                  </a:moveTo>
                  <a:cubicBezTo>
                    <a:pt x="62" y="92"/>
                    <a:pt x="62" y="92"/>
                    <a:pt x="62" y="92"/>
                  </a:cubicBezTo>
                  <a:cubicBezTo>
                    <a:pt x="16" y="110"/>
                    <a:pt x="16" y="110"/>
                    <a:pt x="16" y="110"/>
                  </a:cubicBezTo>
                  <a:cubicBezTo>
                    <a:pt x="2" y="124"/>
                    <a:pt x="2" y="124"/>
                    <a:pt x="2" y="124"/>
                  </a:cubicBezTo>
                  <a:cubicBezTo>
                    <a:pt x="0" y="144"/>
                    <a:pt x="2" y="156"/>
                    <a:pt x="10" y="160"/>
                  </a:cubicBezTo>
                  <a:cubicBezTo>
                    <a:pt x="23" y="169"/>
                    <a:pt x="23" y="169"/>
                    <a:pt x="23" y="169"/>
                  </a:cubicBezTo>
                  <a:cubicBezTo>
                    <a:pt x="24" y="169"/>
                    <a:pt x="24" y="169"/>
                    <a:pt x="24" y="169"/>
                  </a:cubicBezTo>
                  <a:cubicBezTo>
                    <a:pt x="24" y="169"/>
                    <a:pt x="24" y="169"/>
                    <a:pt x="24" y="169"/>
                  </a:cubicBezTo>
                  <a:cubicBezTo>
                    <a:pt x="27" y="192"/>
                    <a:pt x="27" y="192"/>
                    <a:pt x="27" y="192"/>
                  </a:cubicBezTo>
                  <a:cubicBezTo>
                    <a:pt x="39" y="207"/>
                    <a:pt x="47" y="215"/>
                    <a:pt x="51" y="217"/>
                  </a:cubicBezTo>
                  <a:cubicBezTo>
                    <a:pt x="64" y="220"/>
                    <a:pt x="64" y="220"/>
                    <a:pt x="64" y="220"/>
                  </a:cubicBezTo>
                  <a:cubicBezTo>
                    <a:pt x="66" y="220"/>
                    <a:pt x="66" y="220"/>
                    <a:pt x="66" y="220"/>
                  </a:cubicBezTo>
                  <a:cubicBezTo>
                    <a:pt x="66" y="221"/>
                    <a:pt x="66" y="221"/>
                    <a:pt x="66" y="221"/>
                  </a:cubicBezTo>
                  <a:cubicBezTo>
                    <a:pt x="68" y="223"/>
                    <a:pt x="72" y="226"/>
                    <a:pt x="80" y="228"/>
                  </a:cubicBezTo>
                  <a:cubicBezTo>
                    <a:pt x="116" y="230"/>
                    <a:pt x="116" y="230"/>
                    <a:pt x="116" y="230"/>
                  </a:cubicBezTo>
                  <a:cubicBezTo>
                    <a:pt x="143" y="230"/>
                    <a:pt x="158" y="232"/>
                    <a:pt x="161" y="235"/>
                  </a:cubicBezTo>
                  <a:cubicBezTo>
                    <a:pt x="164" y="237"/>
                    <a:pt x="165" y="243"/>
                    <a:pt x="164" y="252"/>
                  </a:cubicBezTo>
                  <a:cubicBezTo>
                    <a:pt x="164" y="258"/>
                    <a:pt x="164" y="262"/>
                    <a:pt x="165" y="263"/>
                  </a:cubicBezTo>
                  <a:cubicBezTo>
                    <a:pt x="178" y="260"/>
                    <a:pt x="178" y="260"/>
                    <a:pt x="178" y="260"/>
                  </a:cubicBezTo>
                  <a:cubicBezTo>
                    <a:pt x="189" y="256"/>
                    <a:pt x="195" y="256"/>
                    <a:pt x="198" y="259"/>
                  </a:cubicBezTo>
                  <a:cubicBezTo>
                    <a:pt x="203" y="265"/>
                    <a:pt x="203" y="265"/>
                    <a:pt x="203" y="265"/>
                  </a:cubicBezTo>
                  <a:cubicBezTo>
                    <a:pt x="210" y="274"/>
                    <a:pt x="215" y="278"/>
                    <a:pt x="216" y="277"/>
                  </a:cubicBezTo>
                  <a:cubicBezTo>
                    <a:pt x="220" y="276"/>
                    <a:pt x="224" y="272"/>
                    <a:pt x="228" y="266"/>
                  </a:cubicBezTo>
                  <a:cubicBezTo>
                    <a:pt x="229" y="265"/>
                    <a:pt x="229" y="265"/>
                    <a:pt x="229" y="265"/>
                  </a:cubicBezTo>
                  <a:cubicBezTo>
                    <a:pt x="240" y="271"/>
                    <a:pt x="240" y="271"/>
                    <a:pt x="240" y="271"/>
                  </a:cubicBezTo>
                  <a:cubicBezTo>
                    <a:pt x="247" y="266"/>
                    <a:pt x="247" y="266"/>
                    <a:pt x="247" y="266"/>
                  </a:cubicBezTo>
                  <a:cubicBezTo>
                    <a:pt x="249" y="257"/>
                    <a:pt x="253" y="253"/>
                    <a:pt x="260" y="252"/>
                  </a:cubicBezTo>
                  <a:cubicBezTo>
                    <a:pt x="263" y="251"/>
                    <a:pt x="263" y="251"/>
                    <a:pt x="263" y="251"/>
                  </a:cubicBezTo>
                  <a:cubicBezTo>
                    <a:pt x="262" y="249"/>
                    <a:pt x="262" y="249"/>
                    <a:pt x="262" y="249"/>
                  </a:cubicBezTo>
                  <a:cubicBezTo>
                    <a:pt x="261" y="248"/>
                    <a:pt x="261" y="248"/>
                    <a:pt x="261" y="248"/>
                  </a:cubicBezTo>
                  <a:cubicBezTo>
                    <a:pt x="262" y="247"/>
                    <a:pt x="262" y="247"/>
                    <a:pt x="262" y="247"/>
                  </a:cubicBezTo>
                  <a:cubicBezTo>
                    <a:pt x="262" y="232"/>
                    <a:pt x="262" y="232"/>
                    <a:pt x="262" y="232"/>
                  </a:cubicBezTo>
                  <a:cubicBezTo>
                    <a:pt x="257" y="224"/>
                    <a:pt x="251" y="222"/>
                    <a:pt x="245" y="223"/>
                  </a:cubicBezTo>
                  <a:cubicBezTo>
                    <a:pt x="238" y="225"/>
                    <a:pt x="233" y="225"/>
                    <a:pt x="231" y="223"/>
                  </a:cubicBezTo>
                  <a:cubicBezTo>
                    <a:pt x="230" y="221"/>
                    <a:pt x="230" y="220"/>
                    <a:pt x="230" y="217"/>
                  </a:cubicBezTo>
                  <a:cubicBezTo>
                    <a:pt x="226" y="210"/>
                    <a:pt x="221" y="204"/>
                    <a:pt x="216" y="198"/>
                  </a:cubicBezTo>
                  <a:cubicBezTo>
                    <a:pt x="209" y="192"/>
                    <a:pt x="207" y="187"/>
                    <a:pt x="209" y="181"/>
                  </a:cubicBezTo>
                  <a:cubicBezTo>
                    <a:pt x="210" y="180"/>
                    <a:pt x="210" y="180"/>
                    <a:pt x="210" y="180"/>
                  </a:cubicBezTo>
                  <a:cubicBezTo>
                    <a:pt x="227" y="183"/>
                    <a:pt x="227" y="183"/>
                    <a:pt x="227" y="183"/>
                  </a:cubicBezTo>
                  <a:cubicBezTo>
                    <a:pt x="226" y="172"/>
                    <a:pt x="226" y="172"/>
                    <a:pt x="226" y="172"/>
                  </a:cubicBezTo>
                  <a:cubicBezTo>
                    <a:pt x="225" y="166"/>
                    <a:pt x="226" y="162"/>
                    <a:pt x="229" y="159"/>
                  </a:cubicBezTo>
                  <a:cubicBezTo>
                    <a:pt x="230" y="156"/>
                    <a:pt x="233" y="155"/>
                    <a:pt x="236" y="155"/>
                  </a:cubicBezTo>
                  <a:cubicBezTo>
                    <a:pt x="243" y="152"/>
                    <a:pt x="243" y="152"/>
                    <a:pt x="243" y="152"/>
                  </a:cubicBezTo>
                  <a:cubicBezTo>
                    <a:pt x="243" y="149"/>
                    <a:pt x="243" y="149"/>
                    <a:pt x="243" y="149"/>
                  </a:cubicBezTo>
                  <a:cubicBezTo>
                    <a:pt x="238" y="138"/>
                    <a:pt x="236" y="129"/>
                    <a:pt x="238" y="126"/>
                  </a:cubicBezTo>
                  <a:cubicBezTo>
                    <a:pt x="242" y="122"/>
                    <a:pt x="242" y="122"/>
                    <a:pt x="242" y="122"/>
                  </a:cubicBezTo>
                  <a:cubicBezTo>
                    <a:pt x="244" y="122"/>
                    <a:pt x="250" y="123"/>
                    <a:pt x="258" y="126"/>
                  </a:cubicBezTo>
                  <a:cubicBezTo>
                    <a:pt x="258" y="126"/>
                    <a:pt x="258" y="126"/>
                    <a:pt x="258" y="126"/>
                  </a:cubicBezTo>
                  <a:cubicBezTo>
                    <a:pt x="259" y="127"/>
                    <a:pt x="259" y="127"/>
                    <a:pt x="259" y="127"/>
                  </a:cubicBezTo>
                  <a:cubicBezTo>
                    <a:pt x="259" y="128"/>
                    <a:pt x="259" y="128"/>
                    <a:pt x="259" y="128"/>
                  </a:cubicBezTo>
                  <a:cubicBezTo>
                    <a:pt x="266" y="136"/>
                    <a:pt x="269" y="141"/>
                    <a:pt x="271" y="142"/>
                  </a:cubicBezTo>
                  <a:cubicBezTo>
                    <a:pt x="283" y="123"/>
                    <a:pt x="283" y="123"/>
                    <a:pt x="283" y="123"/>
                  </a:cubicBezTo>
                  <a:cubicBezTo>
                    <a:pt x="272" y="110"/>
                    <a:pt x="267" y="101"/>
                    <a:pt x="265" y="98"/>
                  </a:cubicBezTo>
                  <a:cubicBezTo>
                    <a:pt x="256" y="104"/>
                    <a:pt x="256" y="104"/>
                    <a:pt x="256" y="104"/>
                  </a:cubicBezTo>
                  <a:cubicBezTo>
                    <a:pt x="255" y="102"/>
                    <a:pt x="255" y="102"/>
                    <a:pt x="255" y="102"/>
                  </a:cubicBezTo>
                  <a:cubicBezTo>
                    <a:pt x="231" y="96"/>
                    <a:pt x="231" y="96"/>
                    <a:pt x="231" y="96"/>
                  </a:cubicBezTo>
                  <a:cubicBezTo>
                    <a:pt x="230" y="96"/>
                    <a:pt x="230" y="96"/>
                    <a:pt x="230" y="96"/>
                  </a:cubicBezTo>
                  <a:cubicBezTo>
                    <a:pt x="230" y="96"/>
                    <a:pt x="230" y="96"/>
                    <a:pt x="230" y="96"/>
                  </a:cubicBezTo>
                  <a:cubicBezTo>
                    <a:pt x="220" y="91"/>
                    <a:pt x="214" y="85"/>
                    <a:pt x="213" y="80"/>
                  </a:cubicBezTo>
                  <a:cubicBezTo>
                    <a:pt x="198" y="73"/>
                    <a:pt x="198" y="73"/>
                    <a:pt x="198" y="73"/>
                  </a:cubicBezTo>
                  <a:cubicBezTo>
                    <a:pt x="198" y="59"/>
                    <a:pt x="198" y="59"/>
                    <a:pt x="198" y="59"/>
                  </a:cubicBezTo>
                  <a:cubicBezTo>
                    <a:pt x="225" y="44"/>
                    <a:pt x="225" y="44"/>
                    <a:pt x="225" y="44"/>
                  </a:cubicBezTo>
                  <a:cubicBezTo>
                    <a:pt x="224" y="36"/>
                    <a:pt x="222" y="29"/>
                    <a:pt x="219" y="23"/>
                  </a:cubicBezTo>
                  <a:cubicBezTo>
                    <a:pt x="215" y="14"/>
                    <a:pt x="215" y="14"/>
                    <a:pt x="215" y="14"/>
                  </a:cubicBezTo>
                  <a:cubicBezTo>
                    <a:pt x="197" y="16"/>
                    <a:pt x="197" y="16"/>
                    <a:pt x="197" y="16"/>
                  </a:cubicBezTo>
                  <a:cubicBezTo>
                    <a:pt x="188" y="20"/>
                    <a:pt x="180" y="22"/>
                    <a:pt x="172" y="22"/>
                  </a:cubicBezTo>
                  <a:cubicBezTo>
                    <a:pt x="153" y="17"/>
                    <a:pt x="153" y="17"/>
                    <a:pt x="153" y="17"/>
                  </a:cubicBezTo>
                  <a:cubicBezTo>
                    <a:pt x="153" y="11"/>
                    <a:pt x="153" y="11"/>
                    <a:pt x="153" y="11"/>
                  </a:cubicBezTo>
                  <a:cubicBezTo>
                    <a:pt x="150" y="10"/>
                    <a:pt x="150" y="10"/>
                    <a:pt x="150" y="10"/>
                  </a:cubicBezTo>
                  <a:cubicBezTo>
                    <a:pt x="145" y="8"/>
                    <a:pt x="145" y="8"/>
                    <a:pt x="145" y="8"/>
                  </a:cubicBezTo>
                  <a:cubicBezTo>
                    <a:pt x="144" y="5"/>
                    <a:pt x="144" y="5"/>
                    <a:pt x="144" y="5"/>
                  </a:cubicBezTo>
                  <a:cubicBezTo>
                    <a:pt x="144" y="5"/>
                    <a:pt x="144" y="5"/>
                    <a:pt x="144" y="5"/>
                  </a:cubicBezTo>
                  <a:cubicBezTo>
                    <a:pt x="144" y="4"/>
                    <a:pt x="144" y="4"/>
                    <a:pt x="144" y="4"/>
                  </a:cubicBezTo>
                  <a:cubicBezTo>
                    <a:pt x="144" y="4"/>
                    <a:pt x="144" y="4"/>
                    <a:pt x="144" y="4"/>
                  </a:cubicBezTo>
                  <a:cubicBezTo>
                    <a:pt x="144" y="4"/>
                    <a:pt x="144" y="4"/>
                    <a:pt x="144" y="4"/>
                  </a:cubicBezTo>
                  <a:cubicBezTo>
                    <a:pt x="143" y="2"/>
                    <a:pt x="143" y="2"/>
                    <a:pt x="143" y="2"/>
                  </a:cubicBezTo>
                  <a:cubicBezTo>
                    <a:pt x="143" y="2"/>
                    <a:pt x="143" y="2"/>
                    <a:pt x="143" y="2"/>
                  </a:cubicBezTo>
                  <a:cubicBezTo>
                    <a:pt x="143" y="0"/>
                    <a:pt x="143" y="0"/>
                    <a:pt x="143" y="0"/>
                  </a:cubicBezTo>
                  <a:cubicBezTo>
                    <a:pt x="142" y="0"/>
                    <a:pt x="142" y="0"/>
                    <a:pt x="142" y="0"/>
                  </a:cubicBezTo>
                  <a:cubicBezTo>
                    <a:pt x="141" y="16"/>
                    <a:pt x="141" y="16"/>
                    <a:pt x="141" y="16"/>
                  </a:cubicBezTo>
                  <a:cubicBezTo>
                    <a:pt x="140" y="22"/>
                    <a:pt x="140" y="22"/>
                    <a:pt x="140" y="22"/>
                  </a:cubicBezTo>
                  <a:cubicBezTo>
                    <a:pt x="139" y="25"/>
                    <a:pt x="138" y="27"/>
                    <a:pt x="139" y="28"/>
                  </a:cubicBezTo>
                  <a:cubicBezTo>
                    <a:pt x="142" y="32"/>
                    <a:pt x="141" y="37"/>
                    <a:pt x="138" y="41"/>
                  </a:cubicBezTo>
                  <a:cubicBezTo>
                    <a:pt x="141" y="51"/>
                    <a:pt x="141" y="51"/>
                    <a:pt x="141" y="51"/>
                  </a:cubicBezTo>
                  <a:cubicBezTo>
                    <a:pt x="140" y="52"/>
                    <a:pt x="140" y="52"/>
                    <a:pt x="140" y="52"/>
                  </a:cubicBezTo>
                  <a:cubicBezTo>
                    <a:pt x="139" y="53"/>
                    <a:pt x="139" y="53"/>
                    <a:pt x="139" y="53"/>
                  </a:cubicBezTo>
                  <a:cubicBezTo>
                    <a:pt x="132" y="59"/>
                    <a:pt x="132" y="59"/>
                    <a:pt x="132" y="59"/>
                  </a:cubicBezTo>
                  <a:cubicBezTo>
                    <a:pt x="132" y="73"/>
                    <a:pt x="132" y="73"/>
                    <a:pt x="132" y="73"/>
                  </a:cubicBezTo>
                  <a:cubicBezTo>
                    <a:pt x="130" y="74"/>
                    <a:pt x="130" y="74"/>
                    <a:pt x="130" y="74"/>
                  </a:cubicBezTo>
                  <a:cubicBezTo>
                    <a:pt x="116" y="80"/>
                    <a:pt x="107" y="83"/>
                    <a:pt x="102" y="83"/>
                  </a:cubicBezTo>
                  <a:cubicBezTo>
                    <a:pt x="75" y="81"/>
                    <a:pt x="75" y="81"/>
                    <a:pt x="75" y="81"/>
                  </a:cubicBezTo>
                  <a:cubicBezTo>
                    <a:pt x="64" y="92"/>
                    <a:pt x="64" y="92"/>
                    <a:pt x="64" y="92"/>
                  </a:cubicBezTo>
                  <a:lnTo>
                    <a:pt x="63" y="92"/>
                  </a:lnTo>
                  <a:close/>
                </a:path>
              </a:pathLst>
            </a:custGeom>
            <a:grpFill/>
            <a:ln>
              <a:noFill/>
            </a:ln>
          </p:spPr>
          <p:txBody>
            <a:bodyPr vert="horz" wrap="square" lIns="91440" tIns="45720" rIns="91440" bIns="45720" numCol="1" anchor="t" anchorCtr="0" compatLnSpc="1"/>
            <a:lstStyle/>
            <a:p>
              <a:endParaRPr lang="zh-CN" altLang="en-US"/>
            </a:p>
          </p:txBody>
        </p:sp>
        <p:sp>
          <p:nvSpPr>
            <p:cNvPr id="51" name="Freeform 13"/>
            <p:cNvSpPr/>
            <p:nvPr/>
          </p:nvSpPr>
          <p:spPr bwMode="auto">
            <a:xfrm>
              <a:off x="2405253" y="1226122"/>
              <a:ext cx="1876425" cy="1600200"/>
            </a:xfrm>
            <a:custGeom>
              <a:avLst/>
              <a:gdLst>
                <a:gd name="T0" fmla="*/ 1021 w 1084"/>
                <a:gd name="T1" fmla="*/ 78 h 924"/>
                <a:gd name="T2" fmla="*/ 960 w 1084"/>
                <a:gd name="T3" fmla="*/ 90 h 924"/>
                <a:gd name="T4" fmla="*/ 924 w 1084"/>
                <a:gd name="T5" fmla="*/ 43 h 924"/>
                <a:gd name="T6" fmla="*/ 887 w 1084"/>
                <a:gd name="T7" fmla="*/ 45 h 924"/>
                <a:gd name="T8" fmla="*/ 856 w 1084"/>
                <a:gd name="T9" fmla="*/ 17 h 924"/>
                <a:gd name="T10" fmla="*/ 865 w 1084"/>
                <a:gd name="T11" fmla="*/ 34 h 924"/>
                <a:gd name="T12" fmla="*/ 873 w 1084"/>
                <a:gd name="T13" fmla="*/ 64 h 924"/>
                <a:gd name="T14" fmla="*/ 839 w 1084"/>
                <a:gd name="T15" fmla="*/ 186 h 924"/>
                <a:gd name="T16" fmla="*/ 745 w 1084"/>
                <a:gd name="T17" fmla="*/ 239 h 924"/>
                <a:gd name="T18" fmla="*/ 793 w 1084"/>
                <a:gd name="T19" fmla="*/ 325 h 924"/>
                <a:gd name="T20" fmla="*/ 862 w 1084"/>
                <a:gd name="T21" fmla="*/ 326 h 924"/>
                <a:gd name="T22" fmla="*/ 774 w 1084"/>
                <a:gd name="T23" fmla="*/ 411 h 924"/>
                <a:gd name="T24" fmla="*/ 692 w 1084"/>
                <a:gd name="T25" fmla="*/ 504 h 924"/>
                <a:gd name="T26" fmla="*/ 598 w 1084"/>
                <a:gd name="T27" fmla="*/ 552 h 924"/>
                <a:gd name="T28" fmla="*/ 537 w 1084"/>
                <a:gd name="T29" fmla="*/ 641 h 924"/>
                <a:gd name="T30" fmla="*/ 327 w 1084"/>
                <a:gd name="T31" fmla="*/ 706 h 924"/>
                <a:gd name="T32" fmla="*/ 154 w 1084"/>
                <a:gd name="T33" fmla="*/ 648 h 924"/>
                <a:gd name="T34" fmla="*/ 2 w 1084"/>
                <a:gd name="T35" fmla="*/ 641 h 924"/>
                <a:gd name="T36" fmla="*/ 19 w 1084"/>
                <a:gd name="T37" fmla="*/ 689 h 924"/>
                <a:gd name="T38" fmla="*/ 36 w 1084"/>
                <a:gd name="T39" fmla="*/ 750 h 924"/>
                <a:gd name="T40" fmla="*/ 106 w 1084"/>
                <a:gd name="T41" fmla="*/ 733 h 924"/>
                <a:gd name="T42" fmla="*/ 105 w 1084"/>
                <a:gd name="T43" fmla="*/ 793 h 924"/>
                <a:gd name="T44" fmla="*/ 145 w 1084"/>
                <a:gd name="T45" fmla="*/ 822 h 924"/>
                <a:gd name="T46" fmla="*/ 167 w 1084"/>
                <a:gd name="T47" fmla="*/ 848 h 924"/>
                <a:gd name="T48" fmla="*/ 184 w 1084"/>
                <a:gd name="T49" fmla="*/ 844 h 924"/>
                <a:gd name="T50" fmla="*/ 274 w 1084"/>
                <a:gd name="T51" fmla="*/ 813 h 924"/>
                <a:gd name="T52" fmla="*/ 291 w 1084"/>
                <a:gd name="T53" fmla="*/ 853 h 924"/>
                <a:gd name="T54" fmla="*/ 254 w 1084"/>
                <a:gd name="T55" fmla="*/ 882 h 924"/>
                <a:gd name="T56" fmla="*/ 318 w 1084"/>
                <a:gd name="T57" fmla="*/ 918 h 924"/>
                <a:gd name="T58" fmla="*/ 360 w 1084"/>
                <a:gd name="T59" fmla="*/ 840 h 924"/>
                <a:gd name="T60" fmla="*/ 397 w 1084"/>
                <a:gd name="T61" fmla="*/ 829 h 924"/>
                <a:gd name="T62" fmla="*/ 410 w 1084"/>
                <a:gd name="T63" fmla="*/ 895 h 924"/>
                <a:gd name="T64" fmla="*/ 466 w 1084"/>
                <a:gd name="T65" fmla="*/ 923 h 924"/>
                <a:gd name="T66" fmla="*/ 505 w 1084"/>
                <a:gd name="T67" fmla="*/ 856 h 924"/>
                <a:gd name="T68" fmla="*/ 557 w 1084"/>
                <a:gd name="T69" fmla="*/ 817 h 924"/>
                <a:gd name="T70" fmla="*/ 573 w 1084"/>
                <a:gd name="T71" fmla="*/ 809 h 924"/>
                <a:gd name="T72" fmla="*/ 612 w 1084"/>
                <a:gd name="T73" fmla="*/ 798 h 924"/>
                <a:gd name="T74" fmla="*/ 646 w 1084"/>
                <a:gd name="T75" fmla="*/ 764 h 924"/>
                <a:gd name="T76" fmla="*/ 694 w 1084"/>
                <a:gd name="T77" fmla="*/ 748 h 924"/>
                <a:gd name="T78" fmla="*/ 692 w 1084"/>
                <a:gd name="T79" fmla="*/ 702 h 924"/>
                <a:gd name="T80" fmla="*/ 727 w 1084"/>
                <a:gd name="T81" fmla="*/ 638 h 924"/>
                <a:gd name="T82" fmla="*/ 750 w 1084"/>
                <a:gd name="T83" fmla="*/ 680 h 924"/>
                <a:gd name="T84" fmla="*/ 768 w 1084"/>
                <a:gd name="T85" fmla="*/ 657 h 924"/>
                <a:gd name="T86" fmla="*/ 815 w 1084"/>
                <a:gd name="T87" fmla="*/ 612 h 924"/>
                <a:gd name="T88" fmla="*/ 853 w 1084"/>
                <a:gd name="T89" fmla="*/ 604 h 924"/>
                <a:gd name="T90" fmla="*/ 868 w 1084"/>
                <a:gd name="T91" fmla="*/ 633 h 924"/>
                <a:gd name="T92" fmla="*/ 913 w 1084"/>
                <a:gd name="T93" fmla="*/ 675 h 924"/>
                <a:gd name="T94" fmla="*/ 931 w 1084"/>
                <a:gd name="T95" fmla="*/ 661 h 924"/>
                <a:gd name="T96" fmla="*/ 961 w 1084"/>
                <a:gd name="T97" fmla="*/ 632 h 924"/>
                <a:gd name="T98" fmla="*/ 1028 w 1084"/>
                <a:gd name="T99" fmla="*/ 585 h 924"/>
                <a:gd name="T100" fmla="*/ 1081 w 1084"/>
                <a:gd name="T101" fmla="*/ 538 h 924"/>
                <a:gd name="T102" fmla="*/ 1062 w 1084"/>
                <a:gd name="T103" fmla="*/ 491 h 924"/>
                <a:gd name="T104" fmla="*/ 1023 w 1084"/>
                <a:gd name="T105" fmla="*/ 489 h 924"/>
                <a:gd name="T106" fmla="*/ 997 w 1084"/>
                <a:gd name="T107" fmla="*/ 448 h 924"/>
                <a:gd name="T108" fmla="*/ 967 w 1084"/>
                <a:gd name="T109" fmla="*/ 399 h 924"/>
                <a:gd name="T110" fmla="*/ 990 w 1084"/>
                <a:gd name="T111" fmla="*/ 385 h 924"/>
                <a:gd name="T112" fmla="*/ 1005 w 1084"/>
                <a:gd name="T113" fmla="*/ 343 h 924"/>
                <a:gd name="T114" fmla="*/ 998 w 1084"/>
                <a:gd name="T115" fmla="*/ 288 h 924"/>
                <a:gd name="T116" fmla="*/ 1021 w 1084"/>
                <a:gd name="T117" fmla="*/ 256 h 924"/>
                <a:gd name="T118" fmla="*/ 1050 w 1084"/>
                <a:gd name="T119" fmla="*/ 248 h 924"/>
                <a:gd name="T120" fmla="*/ 1061 w 1084"/>
                <a:gd name="T121" fmla="*/ 190 h 924"/>
                <a:gd name="T122" fmla="*/ 1064 w 1084"/>
                <a:gd name="T123" fmla="*/ 128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84" h="924">
                  <a:moveTo>
                    <a:pt x="1062" y="98"/>
                  </a:moveTo>
                  <a:cubicBezTo>
                    <a:pt x="1058" y="85"/>
                    <a:pt x="1058" y="85"/>
                    <a:pt x="1058" y="85"/>
                  </a:cubicBezTo>
                  <a:cubicBezTo>
                    <a:pt x="1047" y="66"/>
                    <a:pt x="1047" y="66"/>
                    <a:pt x="1047" y="66"/>
                  </a:cubicBezTo>
                  <a:cubicBezTo>
                    <a:pt x="1038" y="61"/>
                    <a:pt x="1038" y="61"/>
                    <a:pt x="1038" y="61"/>
                  </a:cubicBezTo>
                  <a:cubicBezTo>
                    <a:pt x="1029" y="66"/>
                    <a:pt x="1029" y="66"/>
                    <a:pt x="1029" y="66"/>
                  </a:cubicBezTo>
                  <a:cubicBezTo>
                    <a:pt x="1023" y="77"/>
                    <a:pt x="1023" y="77"/>
                    <a:pt x="1023" y="77"/>
                  </a:cubicBezTo>
                  <a:cubicBezTo>
                    <a:pt x="1023" y="78"/>
                    <a:pt x="1023" y="78"/>
                    <a:pt x="1023" y="78"/>
                  </a:cubicBezTo>
                  <a:cubicBezTo>
                    <a:pt x="1021" y="78"/>
                    <a:pt x="1021" y="78"/>
                    <a:pt x="1021" y="78"/>
                  </a:cubicBezTo>
                  <a:cubicBezTo>
                    <a:pt x="1021" y="78"/>
                    <a:pt x="1021" y="78"/>
                    <a:pt x="1021" y="78"/>
                  </a:cubicBezTo>
                  <a:cubicBezTo>
                    <a:pt x="1004" y="81"/>
                    <a:pt x="1004" y="81"/>
                    <a:pt x="1004" y="81"/>
                  </a:cubicBezTo>
                  <a:cubicBezTo>
                    <a:pt x="1002" y="82"/>
                    <a:pt x="1000" y="83"/>
                    <a:pt x="999" y="85"/>
                  </a:cubicBezTo>
                  <a:cubicBezTo>
                    <a:pt x="995" y="89"/>
                    <a:pt x="995" y="89"/>
                    <a:pt x="995" y="89"/>
                  </a:cubicBezTo>
                  <a:cubicBezTo>
                    <a:pt x="986" y="96"/>
                    <a:pt x="986" y="96"/>
                    <a:pt x="986" y="96"/>
                  </a:cubicBezTo>
                  <a:cubicBezTo>
                    <a:pt x="984" y="98"/>
                    <a:pt x="984" y="98"/>
                    <a:pt x="984" y="98"/>
                  </a:cubicBezTo>
                  <a:cubicBezTo>
                    <a:pt x="976" y="99"/>
                    <a:pt x="976" y="99"/>
                    <a:pt x="976" y="99"/>
                  </a:cubicBezTo>
                  <a:cubicBezTo>
                    <a:pt x="972" y="98"/>
                    <a:pt x="967" y="95"/>
                    <a:pt x="960" y="90"/>
                  </a:cubicBezTo>
                  <a:cubicBezTo>
                    <a:pt x="959" y="89"/>
                    <a:pt x="959" y="89"/>
                    <a:pt x="959" y="89"/>
                  </a:cubicBezTo>
                  <a:cubicBezTo>
                    <a:pt x="947" y="77"/>
                    <a:pt x="941" y="68"/>
                    <a:pt x="941" y="64"/>
                  </a:cubicBezTo>
                  <a:cubicBezTo>
                    <a:pt x="941" y="48"/>
                    <a:pt x="941" y="48"/>
                    <a:pt x="941" y="48"/>
                  </a:cubicBezTo>
                  <a:cubicBezTo>
                    <a:pt x="941" y="47"/>
                    <a:pt x="941" y="47"/>
                    <a:pt x="941" y="47"/>
                  </a:cubicBezTo>
                  <a:cubicBezTo>
                    <a:pt x="941" y="47"/>
                    <a:pt x="941" y="47"/>
                    <a:pt x="941" y="47"/>
                  </a:cubicBezTo>
                  <a:cubicBezTo>
                    <a:pt x="943" y="43"/>
                    <a:pt x="943" y="43"/>
                    <a:pt x="943" y="43"/>
                  </a:cubicBezTo>
                  <a:cubicBezTo>
                    <a:pt x="925" y="37"/>
                    <a:pt x="925" y="37"/>
                    <a:pt x="925" y="37"/>
                  </a:cubicBezTo>
                  <a:cubicBezTo>
                    <a:pt x="924" y="43"/>
                    <a:pt x="924" y="43"/>
                    <a:pt x="924" y="43"/>
                  </a:cubicBezTo>
                  <a:cubicBezTo>
                    <a:pt x="924" y="45"/>
                    <a:pt x="922" y="48"/>
                    <a:pt x="919" y="50"/>
                  </a:cubicBezTo>
                  <a:cubicBezTo>
                    <a:pt x="913" y="52"/>
                    <a:pt x="913" y="52"/>
                    <a:pt x="913" y="52"/>
                  </a:cubicBezTo>
                  <a:cubicBezTo>
                    <a:pt x="911" y="51"/>
                    <a:pt x="911" y="51"/>
                    <a:pt x="911" y="51"/>
                  </a:cubicBezTo>
                  <a:cubicBezTo>
                    <a:pt x="911" y="51"/>
                    <a:pt x="911" y="51"/>
                    <a:pt x="911" y="51"/>
                  </a:cubicBezTo>
                  <a:cubicBezTo>
                    <a:pt x="902" y="49"/>
                    <a:pt x="902" y="49"/>
                    <a:pt x="902" y="49"/>
                  </a:cubicBezTo>
                  <a:cubicBezTo>
                    <a:pt x="904" y="56"/>
                    <a:pt x="904" y="56"/>
                    <a:pt x="904" y="56"/>
                  </a:cubicBezTo>
                  <a:cubicBezTo>
                    <a:pt x="888" y="45"/>
                    <a:pt x="888" y="45"/>
                    <a:pt x="888" y="45"/>
                  </a:cubicBezTo>
                  <a:cubicBezTo>
                    <a:pt x="887" y="45"/>
                    <a:pt x="887" y="45"/>
                    <a:pt x="887" y="45"/>
                  </a:cubicBezTo>
                  <a:cubicBezTo>
                    <a:pt x="887" y="45"/>
                    <a:pt x="887" y="45"/>
                    <a:pt x="887" y="45"/>
                  </a:cubicBezTo>
                  <a:cubicBezTo>
                    <a:pt x="887" y="45"/>
                    <a:pt x="887" y="45"/>
                    <a:pt x="887" y="45"/>
                  </a:cubicBezTo>
                  <a:cubicBezTo>
                    <a:pt x="884" y="38"/>
                    <a:pt x="883" y="31"/>
                    <a:pt x="883" y="24"/>
                  </a:cubicBezTo>
                  <a:cubicBezTo>
                    <a:pt x="883" y="18"/>
                    <a:pt x="884" y="14"/>
                    <a:pt x="886" y="12"/>
                  </a:cubicBezTo>
                  <a:cubicBezTo>
                    <a:pt x="890" y="5"/>
                    <a:pt x="890" y="5"/>
                    <a:pt x="890" y="5"/>
                  </a:cubicBezTo>
                  <a:cubicBezTo>
                    <a:pt x="889" y="0"/>
                    <a:pt x="889" y="0"/>
                    <a:pt x="889" y="0"/>
                  </a:cubicBezTo>
                  <a:cubicBezTo>
                    <a:pt x="873" y="2"/>
                    <a:pt x="873" y="2"/>
                    <a:pt x="873" y="2"/>
                  </a:cubicBezTo>
                  <a:cubicBezTo>
                    <a:pt x="865" y="3"/>
                    <a:pt x="859" y="8"/>
                    <a:pt x="856" y="17"/>
                  </a:cubicBezTo>
                  <a:cubicBezTo>
                    <a:pt x="856" y="17"/>
                    <a:pt x="856" y="17"/>
                    <a:pt x="856" y="17"/>
                  </a:cubicBezTo>
                  <a:cubicBezTo>
                    <a:pt x="856" y="17"/>
                    <a:pt x="856" y="17"/>
                    <a:pt x="856" y="17"/>
                  </a:cubicBezTo>
                  <a:cubicBezTo>
                    <a:pt x="847" y="31"/>
                    <a:pt x="847" y="31"/>
                    <a:pt x="847" y="31"/>
                  </a:cubicBezTo>
                  <a:cubicBezTo>
                    <a:pt x="856" y="31"/>
                    <a:pt x="856" y="31"/>
                    <a:pt x="856" y="31"/>
                  </a:cubicBezTo>
                  <a:cubicBezTo>
                    <a:pt x="857" y="31"/>
                    <a:pt x="857" y="31"/>
                    <a:pt x="857" y="31"/>
                  </a:cubicBezTo>
                  <a:cubicBezTo>
                    <a:pt x="858" y="30"/>
                    <a:pt x="858" y="30"/>
                    <a:pt x="858" y="30"/>
                  </a:cubicBezTo>
                  <a:cubicBezTo>
                    <a:pt x="858" y="31"/>
                    <a:pt x="858" y="31"/>
                    <a:pt x="858" y="31"/>
                  </a:cubicBezTo>
                  <a:cubicBezTo>
                    <a:pt x="865" y="34"/>
                    <a:pt x="865" y="34"/>
                    <a:pt x="865" y="34"/>
                  </a:cubicBezTo>
                  <a:cubicBezTo>
                    <a:pt x="867" y="34"/>
                    <a:pt x="867" y="34"/>
                    <a:pt x="867" y="34"/>
                  </a:cubicBezTo>
                  <a:cubicBezTo>
                    <a:pt x="868" y="35"/>
                    <a:pt x="868" y="35"/>
                    <a:pt x="868" y="35"/>
                  </a:cubicBezTo>
                  <a:cubicBezTo>
                    <a:pt x="868" y="37"/>
                    <a:pt x="868" y="37"/>
                    <a:pt x="868" y="37"/>
                  </a:cubicBezTo>
                  <a:cubicBezTo>
                    <a:pt x="869" y="50"/>
                    <a:pt x="869" y="50"/>
                    <a:pt x="869" y="50"/>
                  </a:cubicBezTo>
                  <a:cubicBezTo>
                    <a:pt x="873" y="62"/>
                    <a:pt x="873" y="62"/>
                    <a:pt x="873" y="62"/>
                  </a:cubicBezTo>
                  <a:cubicBezTo>
                    <a:pt x="873" y="62"/>
                    <a:pt x="873" y="62"/>
                    <a:pt x="873" y="62"/>
                  </a:cubicBezTo>
                  <a:cubicBezTo>
                    <a:pt x="873" y="63"/>
                    <a:pt x="873" y="63"/>
                    <a:pt x="873" y="63"/>
                  </a:cubicBezTo>
                  <a:cubicBezTo>
                    <a:pt x="873" y="64"/>
                    <a:pt x="873" y="64"/>
                    <a:pt x="873" y="64"/>
                  </a:cubicBezTo>
                  <a:cubicBezTo>
                    <a:pt x="853" y="103"/>
                    <a:pt x="853" y="103"/>
                    <a:pt x="853" y="103"/>
                  </a:cubicBezTo>
                  <a:cubicBezTo>
                    <a:pt x="849" y="108"/>
                    <a:pt x="847" y="123"/>
                    <a:pt x="846" y="145"/>
                  </a:cubicBezTo>
                  <a:cubicBezTo>
                    <a:pt x="846" y="147"/>
                    <a:pt x="846" y="147"/>
                    <a:pt x="846" y="147"/>
                  </a:cubicBezTo>
                  <a:cubicBezTo>
                    <a:pt x="838" y="162"/>
                    <a:pt x="838" y="162"/>
                    <a:pt x="838" y="162"/>
                  </a:cubicBezTo>
                  <a:cubicBezTo>
                    <a:pt x="844" y="168"/>
                    <a:pt x="844" y="168"/>
                    <a:pt x="844" y="168"/>
                  </a:cubicBezTo>
                  <a:cubicBezTo>
                    <a:pt x="844" y="169"/>
                    <a:pt x="844" y="169"/>
                    <a:pt x="844" y="169"/>
                  </a:cubicBezTo>
                  <a:cubicBezTo>
                    <a:pt x="844" y="178"/>
                    <a:pt x="844" y="184"/>
                    <a:pt x="841" y="185"/>
                  </a:cubicBezTo>
                  <a:cubicBezTo>
                    <a:pt x="839" y="186"/>
                    <a:pt x="839" y="186"/>
                    <a:pt x="839" y="186"/>
                  </a:cubicBezTo>
                  <a:cubicBezTo>
                    <a:pt x="835" y="188"/>
                    <a:pt x="821" y="203"/>
                    <a:pt x="799" y="230"/>
                  </a:cubicBezTo>
                  <a:cubicBezTo>
                    <a:pt x="797" y="232"/>
                    <a:pt x="797" y="232"/>
                    <a:pt x="797" y="232"/>
                  </a:cubicBezTo>
                  <a:cubicBezTo>
                    <a:pt x="796" y="231"/>
                    <a:pt x="796" y="231"/>
                    <a:pt x="796" y="231"/>
                  </a:cubicBezTo>
                  <a:cubicBezTo>
                    <a:pt x="794" y="230"/>
                    <a:pt x="794" y="230"/>
                    <a:pt x="794" y="230"/>
                  </a:cubicBezTo>
                  <a:cubicBezTo>
                    <a:pt x="786" y="224"/>
                    <a:pt x="779" y="220"/>
                    <a:pt x="774" y="215"/>
                  </a:cubicBezTo>
                  <a:cubicBezTo>
                    <a:pt x="771" y="212"/>
                    <a:pt x="762" y="210"/>
                    <a:pt x="746" y="210"/>
                  </a:cubicBezTo>
                  <a:cubicBezTo>
                    <a:pt x="746" y="238"/>
                    <a:pt x="746" y="238"/>
                    <a:pt x="746" y="238"/>
                  </a:cubicBezTo>
                  <a:cubicBezTo>
                    <a:pt x="745" y="239"/>
                    <a:pt x="745" y="239"/>
                    <a:pt x="745" y="239"/>
                  </a:cubicBezTo>
                  <a:cubicBezTo>
                    <a:pt x="734" y="292"/>
                    <a:pt x="734" y="292"/>
                    <a:pt x="734" y="292"/>
                  </a:cubicBezTo>
                  <a:cubicBezTo>
                    <a:pt x="732" y="298"/>
                    <a:pt x="731" y="311"/>
                    <a:pt x="731" y="329"/>
                  </a:cubicBezTo>
                  <a:cubicBezTo>
                    <a:pt x="736" y="334"/>
                    <a:pt x="736" y="334"/>
                    <a:pt x="736" y="334"/>
                  </a:cubicBezTo>
                  <a:cubicBezTo>
                    <a:pt x="739" y="327"/>
                    <a:pt x="739" y="327"/>
                    <a:pt x="739" y="327"/>
                  </a:cubicBezTo>
                  <a:cubicBezTo>
                    <a:pt x="740" y="327"/>
                    <a:pt x="740" y="327"/>
                    <a:pt x="740" y="327"/>
                  </a:cubicBezTo>
                  <a:cubicBezTo>
                    <a:pt x="740" y="326"/>
                    <a:pt x="740" y="326"/>
                    <a:pt x="740" y="326"/>
                  </a:cubicBezTo>
                  <a:cubicBezTo>
                    <a:pt x="754" y="318"/>
                    <a:pt x="754" y="318"/>
                    <a:pt x="754" y="318"/>
                  </a:cubicBezTo>
                  <a:cubicBezTo>
                    <a:pt x="793" y="325"/>
                    <a:pt x="793" y="325"/>
                    <a:pt x="793" y="325"/>
                  </a:cubicBezTo>
                  <a:cubicBezTo>
                    <a:pt x="797" y="320"/>
                    <a:pt x="797" y="320"/>
                    <a:pt x="797" y="320"/>
                  </a:cubicBezTo>
                  <a:cubicBezTo>
                    <a:pt x="803" y="310"/>
                    <a:pt x="803" y="310"/>
                    <a:pt x="803" y="310"/>
                  </a:cubicBezTo>
                  <a:cubicBezTo>
                    <a:pt x="804" y="309"/>
                    <a:pt x="804" y="309"/>
                    <a:pt x="804" y="309"/>
                  </a:cubicBezTo>
                  <a:cubicBezTo>
                    <a:pt x="804" y="309"/>
                    <a:pt x="804" y="309"/>
                    <a:pt x="804" y="309"/>
                  </a:cubicBezTo>
                  <a:cubicBezTo>
                    <a:pt x="805" y="309"/>
                    <a:pt x="805" y="309"/>
                    <a:pt x="805" y="309"/>
                  </a:cubicBezTo>
                  <a:cubicBezTo>
                    <a:pt x="820" y="306"/>
                    <a:pt x="820" y="306"/>
                    <a:pt x="820" y="306"/>
                  </a:cubicBezTo>
                  <a:cubicBezTo>
                    <a:pt x="840" y="304"/>
                    <a:pt x="840" y="304"/>
                    <a:pt x="840" y="304"/>
                  </a:cubicBezTo>
                  <a:cubicBezTo>
                    <a:pt x="846" y="306"/>
                    <a:pt x="853" y="314"/>
                    <a:pt x="862" y="326"/>
                  </a:cubicBezTo>
                  <a:cubicBezTo>
                    <a:pt x="887" y="338"/>
                    <a:pt x="900" y="349"/>
                    <a:pt x="903" y="359"/>
                  </a:cubicBezTo>
                  <a:cubicBezTo>
                    <a:pt x="905" y="363"/>
                    <a:pt x="905" y="367"/>
                    <a:pt x="903" y="371"/>
                  </a:cubicBezTo>
                  <a:cubicBezTo>
                    <a:pt x="901" y="376"/>
                    <a:pt x="897" y="378"/>
                    <a:pt x="891" y="379"/>
                  </a:cubicBezTo>
                  <a:cubicBezTo>
                    <a:pt x="890" y="379"/>
                    <a:pt x="890" y="379"/>
                    <a:pt x="890" y="379"/>
                  </a:cubicBezTo>
                  <a:cubicBezTo>
                    <a:pt x="861" y="377"/>
                    <a:pt x="844" y="377"/>
                    <a:pt x="838" y="379"/>
                  </a:cubicBezTo>
                  <a:cubicBezTo>
                    <a:pt x="823" y="389"/>
                    <a:pt x="823" y="389"/>
                    <a:pt x="823" y="389"/>
                  </a:cubicBezTo>
                  <a:cubicBezTo>
                    <a:pt x="805" y="402"/>
                    <a:pt x="793" y="409"/>
                    <a:pt x="786" y="409"/>
                  </a:cubicBezTo>
                  <a:cubicBezTo>
                    <a:pt x="774" y="411"/>
                    <a:pt x="774" y="411"/>
                    <a:pt x="774" y="411"/>
                  </a:cubicBezTo>
                  <a:cubicBezTo>
                    <a:pt x="766" y="441"/>
                    <a:pt x="766" y="441"/>
                    <a:pt x="766" y="441"/>
                  </a:cubicBezTo>
                  <a:cubicBezTo>
                    <a:pt x="765" y="450"/>
                    <a:pt x="762" y="456"/>
                    <a:pt x="756" y="461"/>
                  </a:cubicBezTo>
                  <a:cubicBezTo>
                    <a:pt x="751" y="465"/>
                    <a:pt x="744" y="468"/>
                    <a:pt x="734" y="470"/>
                  </a:cubicBezTo>
                  <a:cubicBezTo>
                    <a:pt x="723" y="472"/>
                    <a:pt x="713" y="476"/>
                    <a:pt x="704" y="482"/>
                  </a:cubicBezTo>
                  <a:cubicBezTo>
                    <a:pt x="694" y="504"/>
                    <a:pt x="694" y="504"/>
                    <a:pt x="694" y="504"/>
                  </a:cubicBezTo>
                  <a:cubicBezTo>
                    <a:pt x="693" y="504"/>
                    <a:pt x="693" y="504"/>
                    <a:pt x="693" y="504"/>
                  </a:cubicBezTo>
                  <a:cubicBezTo>
                    <a:pt x="692" y="504"/>
                    <a:pt x="692" y="504"/>
                    <a:pt x="692" y="504"/>
                  </a:cubicBezTo>
                  <a:cubicBezTo>
                    <a:pt x="692" y="504"/>
                    <a:pt x="692" y="504"/>
                    <a:pt x="692" y="504"/>
                  </a:cubicBezTo>
                  <a:cubicBezTo>
                    <a:pt x="664" y="516"/>
                    <a:pt x="664" y="516"/>
                    <a:pt x="664" y="516"/>
                  </a:cubicBezTo>
                  <a:cubicBezTo>
                    <a:pt x="662" y="516"/>
                    <a:pt x="662" y="516"/>
                    <a:pt x="662" y="516"/>
                  </a:cubicBezTo>
                  <a:cubicBezTo>
                    <a:pt x="648" y="513"/>
                    <a:pt x="648" y="513"/>
                    <a:pt x="648" y="513"/>
                  </a:cubicBezTo>
                  <a:cubicBezTo>
                    <a:pt x="637" y="511"/>
                    <a:pt x="629" y="508"/>
                    <a:pt x="623" y="504"/>
                  </a:cubicBezTo>
                  <a:cubicBezTo>
                    <a:pt x="616" y="501"/>
                    <a:pt x="608" y="500"/>
                    <a:pt x="600" y="502"/>
                  </a:cubicBezTo>
                  <a:cubicBezTo>
                    <a:pt x="592" y="513"/>
                    <a:pt x="589" y="525"/>
                    <a:pt x="589" y="539"/>
                  </a:cubicBezTo>
                  <a:cubicBezTo>
                    <a:pt x="590" y="547"/>
                    <a:pt x="592" y="552"/>
                    <a:pt x="593" y="553"/>
                  </a:cubicBezTo>
                  <a:cubicBezTo>
                    <a:pt x="598" y="552"/>
                    <a:pt x="598" y="552"/>
                    <a:pt x="598" y="552"/>
                  </a:cubicBezTo>
                  <a:cubicBezTo>
                    <a:pt x="603" y="549"/>
                    <a:pt x="603" y="549"/>
                    <a:pt x="603" y="549"/>
                  </a:cubicBezTo>
                  <a:cubicBezTo>
                    <a:pt x="604" y="569"/>
                    <a:pt x="604" y="569"/>
                    <a:pt x="604" y="569"/>
                  </a:cubicBezTo>
                  <a:cubicBezTo>
                    <a:pt x="604" y="575"/>
                    <a:pt x="601" y="580"/>
                    <a:pt x="597" y="584"/>
                  </a:cubicBezTo>
                  <a:cubicBezTo>
                    <a:pt x="593" y="586"/>
                    <a:pt x="588" y="589"/>
                    <a:pt x="580" y="591"/>
                  </a:cubicBezTo>
                  <a:cubicBezTo>
                    <a:pt x="575" y="592"/>
                    <a:pt x="575" y="592"/>
                    <a:pt x="575" y="592"/>
                  </a:cubicBezTo>
                  <a:cubicBezTo>
                    <a:pt x="569" y="595"/>
                    <a:pt x="556" y="611"/>
                    <a:pt x="538" y="641"/>
                  </a:cubicBezTo>
                  <a:cubicBezTo>
                    <a:pt x="538" y="641"/>
                    <a:pt x="538" y="641"/>
                    <a:pt x="538" y="641"/>
                  </a:cubicBezTo>
                  <a:cubicBezTo>
                    <a:pt x="537" y="641"/>
                    <a:pt x="537" y="641"/>
                    <a:pt x="537" y="641"/>
                  </a:cubicBezTo>
                  <a:cubicBezTo>
                    <a:pt x="519" y="652"/>
                    <a:pt x="519" y="652"/>
                    <a:pt x="519" y="652"/>
                  </a:cubicBezTo>
                  <a:cubicBezTo>
                    <a:pt x="522" y="652"/>
                    <a:pt x="524" y="654"/>
                    <a:pt x="523" y="656"/>
                  </a:cubicBezTo>
                  <a:cubicBezTo>
                    <a:pt x="522" y="658"/>
                    <a:pt x="521" y="659"/>
                    <a:pt x="516" y="660"/>
                  </a:cubicBezTo>
                  <a:cubicBezTo>
                    <a:pt x="464" y="658"/>
                    <a:pt x="464" y="658"/>
                    <a:pt x="464" y="658"/>
                  </a:cubicBezTo>
                  <a:cubicBezTo>
                    <a:pt x="407" y="657"/>
                    <a:pt x="362" y="672"/>
                    <a:pt x="329" y="705"/>
                  </a:cubicBezTo>
                  <a:cubicBezTo>
                    <a:pt x="329" y="706"/>
                    <a:pt x="329" y="706"/>
                    <a:pt x="329" y="706"/>
                  </a:cubicBezTo>
                  <a:cubicBezTo>
                    <a:pt x="328" y="706"/>
                    <a:pt x="328" y="706"/>
                    <a:pt x="328" y="706"/>
                  </a:cubicBezTo>
                  <a:cubicBezTo>
                    <a:pt x="327" y="706"/>
                    <a:pt x="327" y="706"/>
                    <a:pt x="327" y="706"/>
                  </a:cubicBezTo>
                  <a:cubicBezTo>
                    <a:pt x="306" y="709"/>
                    <a:pt x="306" y="709"/>
                    <a:pt x="306" y="709"/>
                  </a:cubicBezTo>
                  <a:cubicBezTo>
                    <a:pt x="305" y="709"/>
                    <a:pt x="305" y="709"/>
                    <a:pt x="305" y="709"/>
                  </a:cubicBezTo>
                  <a:cubicBezTo>
                    <a:pt x="303" y="709"/>
                    <a:pt x="303" y="709"/>
                    <a:pt x="303" y="709"/>
                  </a:cubicBezTo>
                  <a:cubicBezTo>
                    <a:pt x="297" y="695"/>
                    <a:pt x="297" y="695"/>
                    <a:pt x="297" y="695"/>
                  </a:cubicBezTo>
                  <a:cubicBezTo>
                    <a:pt x="275" y="700"/>
                    <a:pt x="275" y="700"/>
                    <a:pt x="275" y="700"/>
                  </a:cubicBezTo>
                  <a:cubicBezTo>
                    <a:pt x="264" y="701"/>
                    <a:pt x="249" y="698"/>
                    <a:pt x="232" y="689"/>
                  </a:cubicBezTo>
                  <a:cubicBezTo>
                    <a:pt x="216" y="683"/>
                    <a:pt x="202" y="674"/>
                    <a:pt x="188" y="663"/>
                  </a:cubicBezTo>
                  <a:cubicBezTo>
                    <a:pt x="179" y="655"/>
                    <a:pt x="167" y="650"/>
                    <a:pt x="154" y="648"/>
                  </a:cubicBezTo>
                  <a:cubicBezTo>
                    <a:pt x="135" y="646"/>
                    <a:pt x="135" y="646"/>
                    <a:pt x="135" y="646"/>
                  </a:cubicBezTo>
                  <a:cubicBezTo>
                    <a:pt x="113" y="649"/>
                    <a:pt x="113" y="649"/>
                    <a:pt x="113" y="649"/>
                  </a:cubicBezTo>
                  <a:cubicBezTo>
                    <a:pt x="97" y="652"/>
                    <a:pt x="81" y="652"/>
                    <a:pt x="67" y="650"/>
                  </a:cubicBezTo>
                  <a:cubicBezTo>
                    <a:pt x="49" y="649"/>
                    <a:pt x="28" y="644"/>
                    <a:pt x="2" y="637"/>
                  </a:cubicBezTo>
                  <a:cubicBezTo>
                    <a:pt x="0" y="640"/>
                    <a:pt x="0" y="640"/>
                    <a:pt x="0" y="640"/>
                  </a:cubicBezTo>
                  <a:cubicBezTo>
                    <a:pt x="1" y="640"/>
                    <a:pt x="1" y="640"/>
                    <a:pt x="1" y="640"/>
                  </a:cubicBezTo>
                  <a:cubicBezTo>
                    <a:pt x="2" y="640"/>
                    <a:pt x="2" y="640"/>
                    <a:pt x="2" y="640"/>
                  </a:cubicBezTo>
                  <a:cubicBezTo>
                    <a:pt x="2" y="641"/>
                    <a:pt x="2" y="641"/>
                    <a:pt x="2" y="641"/>
                  </a:cubicBezTo>
                  <a:cubicBezTo>
                    <a:pt x="2" y="641"/>
                    <a:pt x="2" y="641"/>
                    <a:pt x="2" y="641"/>
                  </a:cubicBezTo>
                  <a:cubicBezTo>
                    <a:pt x="3" y="647"/>
                    <a:pt x="3" y="647"/>
                    <a:pt x="3" y="647"/>
                  </a:cubicBezTo>
                  <a:cubicBezTo>
                    <a:pt x="8" y="659"/>
                    <a:pt x="8" y="659"/>
                    <a:pt x="8" y="659"/>
                  </a:cubicBezTo>
                  <a:cubicBezTo>
                    <a:pt x="21" y="675"/>
                    <a:pt x="21" y="675"/>
                    <a:pt x="21" y="675"/>
                  </a:cubicBezTo>
                  <a:cubicBezTo>
                    <a:pt x="22" y="677"/>
                    <a:pt x="22" y="677"/>
                    <a:pt x="22" y="677"/>
                  </a:cubicBezTo>
                  <a:cubicBezTo>
                    <a:pt x="19" y="688"/>
                    <a:pt x="19" y="688"/>
                    <a:pt x="19" y="688"/>
                  </a:cubicBezTo>
                  <a:cubicBezTo>
                    <a:pt x="19" y="689"/>
                    <a:pt x="19" y="689"/>
                    <a:pt x="19" y="689"/>
                  </a:cubicBezTo>
                  <a:cubicBezTo>
                    <a:pt x="19" y="689"/>
                    <a:pt x="19" y="689"/>
                    <a:pt x="19" y="689"/>
                  </a:cubicBezTo>
                  <a:cubicBezTo>
                    <a:pt x="11" y="698"/>
                    <a:pt x="11" y="698"/>
                    <a:pt x="11" y="698"/>
                  </a:cubicBezTo>
                  <a:cubicBezTo>
                    <a:pt x="19" y="706"/>
                    <a:pt x="19" y="706"/>
                    <a:pt x="19" y="706"/>
                  </a:cubicBezTo>
                  <a:cubicBezTo>
                    <a:pt x="22" y="709"/>
                    <a:pt x="24" y="712"/>
                    <a:pt x="24" y="714"/>
                  </a:cubicBezTo>
                  <a:cubicBezTo>
                    <a:pt x="26" y="726"/>
                    <a:pt x="26" y="726"/>
                    <a:pt x="26" y="726"/>
                  </a:cubicBezTo>
                  <a:cubicBezTo>
                    <a:pt x="35" y="735"/>
                    <a:pt x="35" y="735"/>
                    <a:pt x="35" y="735"/>
                  </a:cubicBezTo>
                  <a:cubicBezTo>
                    <a:pt x="35" y="736"/>
                    <a:pt x="35" y="736"/>
                    <a:pt x="35" y="736"/>
                  </a:cubicBezTo>
                  <a:cubicBezTo>
                    <a:pt x="36" y="744"/>
                    <a:pt x="36" y="744"/>
                    <a:pt x="36" y="744"/>
                  </a:cubicBezTo>
                  <a:cubicBezTo>
                    <a:pt x="36" y="750"/>
                    <a:pt x="36" y="750"/>
                    <a:pt x="36" y="750"/>
                  </a:cubicBezTo>
                  <a:cubicBezTo>
                    <a:pt x="42" y="754"/>
                    <a:pt x="42" y="754"/>
                    <a:pt x="42" y="754"/>
                  </a:cubicBezTo>
                  <a:cubicBezTo>
                    <a:pt x="45" y="753"/>
                    <a:pt x="45" y="753"/>
                    <a:pt x="45" y="753"/>
                  </a:cubicBezTo>
                  <a:cubicBezTo>
                    <a:pt x="46" y="751"/>
                    <a:pt x="46" y="751"/>
                    <a:pt x="46" y="751"/>
                  </a:cubicBezTo>
                  <a:cubicBezTo>
                    <a:pt x="48" y="746"/>
                    <a:pt x="51" y="744"/>
                    <a:pt x="55" y="743"/>
                  </a:cubicBezTo>
                  <a:cubicBezTo>
                    <a:pt x="60" y="742"/>
                    <a:pt x="60" y="742"/>
                    <a:pt x="60" y="742"/>
                  </a:cubicBezTo>
                  <a:cubicBezTo>
                    <a:pt x="92" y="739"/>
                    <a:pt x="92" y="739"/>
                    <a:pt x="92" y="739"/>
                  </a:cubicBezTo>
                  <a:cubicBezTo>
                    <a:pt x="105" y="734"/>
                    <a:pt x="105" y="734"/>
                    <a:pt x="105" y="734"/>
                  </a:cubicBezTo>
                  <a:cubicBezTo>
                    <a:pt x="106" y="733"/>
                    <a:pt x="106" y="733"/>
                    <a:pt x="106" y="733"/>
                  </a:cubicBezTo>
                  <a:cubicBezTo>
                    <a:pt x="108" y="732"/>
                    <a:pt x="108" y="732"/>
                    <a:pt x="108" y="732"/>
                  </a:cubicBezTo>
                  <a:cubicBezTo>
                    <a:pt x="115" y="746"/>
                    <a:pt x="115" y="746"/>
                    <a:pt x="115" y="746"/>
                  </a:cubicBezTo>
                  <a:cubicBezTo>
                    <a:pt x="115" y="746"/>
                    <a:pt x="115" y="746"/>
                    <a:pt x="115" y="746"/>
                  </a:cubicBezTo>
                  <a:cubicBezTo>
                    <a:pt x="115" y="746"/>
                    <a:pt x="115" y="746"/>
                    <a:pt x="115" y="746"/>
                  </a:cubicBezTo>
                  <a:cubicBezTo>
                    <a:pt x="116" y="750"/>
                    <a:pt x="115" y="753"/>
                    <a:pt x="113" y="756"/>
                  </a:cubicBezTo>
                  <a:cubicBezTo>
                    <a:pt x="96" y="781"/>
                    <a:pt x="96" y="781"/>
                    <a:pt x="96" y="781"/>
                  </a:cubicBezTo>
                  <a:cubicBezTo>
                    <a:pt x="97" y="785"/>
                    <a:pt x="97" y="785"/>
                    <a:pt x="97" y="785"/>
                  </a:cubicBezTo>
                  <a:cubicBezTo>
                    <a:pt x="105" y="793"/>
                    <a:pt x="105" y="793"/>
                    <a:pt x="105" y="793"/>
                  </a:cubicBezTo>
                  <a:cubicBezTo>
                    <a:pt x="113" y="798"/>
                    <a:pt x="113" y="798"/>
                    <a:pt x="113" y="798"/>
                  </a:cubicBezTo>
                  <a:cubicBezTo>
                    <a:pt x="113" y="798"/>
                    <a:pt x="113" y="798"/>
                    <a:pt x="113" y="798"/>
                  </a:cubicBezTo>
                  <a:cubicBezTo>
                    <a:pt x="117" y="803"/>
                    <a:pt x="120" y="806"/>
                    <a:pt x="124" y="807"/>
                  </a:cubicBezTo>
                  <a:cubicBezTo>
                    <a:pt x="128" y="808"/>
                    <a:pt x="132" y="812"/>
                    <a:pt x="136" y="817"/>
                  </a:cubicBezTo>
                  <a:cubicBezTo>
                    <a:pt x="136" y="819"/>
                    <a:pt x="136" y="819"/>
                    <a:pt x="136" y="819"/>
                  </a:cubicBezTo>
                  <a:cubicBezTo>
                    <a:pt x="142" y="821"/>
                    <a:pt x="142" y="821"/>
                    <a:pt x="142" y="821"/>
                  </a:cubicBezTo>
                  <a:cubicBezTo>
                    <a:pt x="144" y="822"/>
                    <a:pt x="144" y="822"/>
                    <a:pt x="144" y="822"/>
                  </a:cubicBezTo>
                  <a:cubicBezTo>
                    <a:pt x="145" y="822"/>
                    <a:pt x="145" y="822"/>
                    <a:pt x="145" y="822"/>
                  </a:cubicBezTo>
                  <a:cubicBezTo>
                    <a:pt x="147" y="828"/>
                    <a:pt x="147" y="828"/>
                    <a:pt x="147" y="828"/>
                  </a:cubicBezTo>
                  <a:cubicBezTo>
                    <a:pt x="147" y="828"/>
                    <a:pt x="147" y="828"/>
                    <a:pt x="147" y="828"/>
                  </a:cubicBezTo>
                  <a:cubicBezTo>
                    <a:pt x="147" y="835"/>
                    <a:pt x="147" y="835"/>
                    <a:pt x="147" y="835"/>
                  </a:cubicBezTo>
                  <a:cubicBezTo>
                    <a:pt x="150" y="845"/>
                    <a:pt x="150" y="845"/>
                    <a:pt x="150" y="845"/>
                  </a:cubicBezTo>
                  <a:cubicBezTo>
                    <a:pt x="165" y="847"/>
                    <a:pt x="165" y="847"/>
                    <a:pt x="165" y="847"/>
                  </a:cubicBezTo>
                  <a:cubicBezTo>
                    <a:pt x="166" y="847"/>
                    <a:pt x="166" y="847"/>
                    <a:pt x="166" y="847"/>
                  </a:cubicBezTo>
                  <a:cubicBezTo>
                    <a:pt x="167" y="848"/>
                    <a:pt x="167" y="848"/>
                    <a:pt x="167" y="848"/>
                  </a:cubicBezTo>
                  <a:cubicBezTo>
                    <a:pt x="167" y="848"/>
                    <a:pt x="167" y="848"/>
                    <a:pt x="167" y="848"/>
                  </a:cubicBezTo>
                  <a:cubicBezTo>
                    <a:pt x="167" y="850"/>
                    <a:pt x="167" y="850"/>
                    <a:pt x="167" y="850"/>
                  </a:cubicBezTo>
                  <a:cubicBezTo>
                    <a:pt x="172" y="858"/>
                    <a:pt x="172" y="858"/>
                    <a:pt x="172" y="858"/>
                  </a:cubicBezTo>
                  <a:cubicBezTo>
                    <a:pt x="184" y="862"/>
                    <a:pt x="184" y="862"/>
                    <a:pt x="184" y="862"/>
                  </a:cubicBezTo>
                  <a:cubicBezTo>
                    <a:pt x="192" y="858"/>
                    <a:pt x="192" y="858"/>
                    <a:pt x="192" y="858"/>
                  </a:cubicBezTo>
                  <a:cubicBezTo>
                    <a:pt x="191" y="853"/>
                    <a:pt x="191" y="853"/>
                    <a:pt x="191" y="853"/>
                  </a:cubicBezTo>
                  <a:cubicBezTo>
                    <a:pt x="183" y="846"/>
                    <a:pt x="183" y="846"/>
                    <a:pt x="183" y="846"/>
                  </a:cubicBezTo>
                  <a:cubicBezTo>
                    <a:pt x="184" y="845"/>
                    <a:pt x="184" y="845"/>
                    <a:pt x="184" y="845"/>
                  </a:cubicBezTo>
                  <a:cubicBezTo>
                    <a:pt x="184" y="844"/>
                    <a:pt x="184" y="844"/>
                    <a:pt x="184" y="844"/>
                  </a:cubicBezTo>
                  <a:cubicBezTo>
                    <a:pt x="191" y="831"/>
                    <a:pt x="191" y="831"/>
                    <a:pt x="191" y="831"/>
                  </a:cubicBezTo>
                  <a:cubicBezTo>
                    <a:pt x="206" y="831"/>
                    <a:pt x="206" y="831"/>
                    <a:pt x="206" y="831"/>
                  </a:cubicBezTo>
                  <a:cubicBezTo>
                    <a:pt x="206" y="831"/>
                    <a:pt x="206" y="831"/>
                    <a:pt x="206" y="831"/>
                  </a:cubicBezTo>
                  <a:cubicBezTo>
                    <a:pt x="227" y="839"/>
                    <a:pt x="227" y="839"/>
                    <a:pt x="227" y="839"/>
                  </a:cubicBezTo>
                  <a:cubicBezTo>
                    <a:pt x="238" y="837"/>
                    <a:pt x="238" y="837"/>
                    <a:pt x="238" y="837"/>
                  </a:cubicBezTo>
                  <a:cubicBezTo>
                    <a:pt x="247" y="828"/>
                    <a:pt x="247" y="828"/>
                    <a:pt x="247" y="828"/>
                  </a:cubicBezTo>
                  <a:cubicBezTo>
                    <a:pt x="258" y="816"/>
                    <a:pt x="264" y="810"/>
                    <a:pt x="269" y="813"/>
                  </a:cubicBezTo>
                  <a:cubicBezTo>
                    <a:pt x="274" y="813"/>
                    <a:pt x="274" y="813"/>
                    <a:pt x="274" y="813"/>
                  </a:cubicBezTo>
                  <a:cubicBezTo>
                    <a:pt x="279" y="813"/>
                    <a:pt x="282" y="813"/>
                    <a:pt x="284" y="814"/>
                  </a:cubicBezTo>
                  <a:cubicBezTo>
                    <a:pt x="285" y="815"/>
                    <a:pt x="285" y="816"/>
                    <a:pt x="285" y="817"/>
                  </a:cubicBezTo>
                  <a:cubicBezTo>
                    <a:pt x="285" y="820"/>
                    <a:pt x="288" y="825"/>
                    <a:pt x="291" y="831"/>
                  </a:cubicBezTo>
                  <a:cubicBezTo>
                    <a:pt x="291" y="832"/>
                    <a:pt x="291" y="832"/>
                    <a:pt x="291" y="832"/>
                  </a:cubicBezTo>
                  <a:cubicBezTo>
                    <a:pt x="291" y="833"/>
                    <a:pt x="291" y="833"/>
                    <a:pt x="291" y="833"/>
                  </a:cubicBezTo>
                  <a:cubicBezTo>
                    <a:pt x="293" y="841"/>
                    <a:pt x="293" y="841"/>
                    <a:pt x="293" y="841"/>
                  </a:cubicBezTo>
                  <a:cubicBezTo>
                    <a:pt x="293" y="843"/>
                    <a:pt x="293" y="843"/>
                    <a:pt x="293" y="843"/>
                  </a:cubicBezTo>
                  <a:cubicBezTo>
                    <a:pt x="291" y="853"/>
                    <a:pt x="291" y="853"/>
                    <a:pt x="291" y="853"/>
                  </a:cubicBezTo>
                  <a:cubicBezTo>
                    <a:pt x="291" y="853"/>
                    <a:pt x="291" y="853"/>
                    <a:pt x="291" y="853"/>
                  </a:cubicBezTo>
                  <a:cubicBezTo>
                    <a:pt x="291" y="853"/>
                    <a:pt x="291" y="853"/>
                    <a:pt x="291" y="853"/>
                  </a:cubicBezTo>
                  <a:cubicBezTo>
                    <a:pt x="290" y="854"/>
                    <a:pt x="290" y="854"/>
                    <a:pt x="290" y="854"/>
                  </a:cubicBezTo>
                  <a:cubicBezTo>
                    <a:pt x="280" y="866"/>
                    <a:pt x="280" y="866"/>
                    <a:pt x="280" y="866"/>
                  </a:cubicBezTo>
                  <a:cubicBezTo>
                    <a:pt x="279" y="867"/>
                    <a:pt x="279" y="867"/>
                    <a:pt x="279" y="867"/>
                  </a:cubicBezTo>
                  <a:cubicBezTo>
                    <a:pt x="279" y="867"/>
                    <a:pt x="279" y="867"/>
                    <a:pt x="279" y="867"/>
                  </a:cubicBezTo>
                  <a:cubicBezTo>
                    <a:pt x="257" y="876"/>
                    <a:pt x="257" y="876"/>
                    <a:pt x="257" y="876"/>
                  </a:cubicBezTo>
                  <a:cubicBezTo>
                    <a:pt x="254" y="882"/>
                    <a:pt x="254" y="882"/>
                    <a:pt x="254" y="882"/>
                  </a:cubicBezTo>
                  <a:cubicBezTo>
                    <a:pt x="251" y="900"/>
                    <a:pt x="251" y="900"/>
                    <a:pt x="251" y="900"/>
                  </a:cubicBezTo>
                  <a:cubicBezTo>
                    <a:pt x="253" y="908"/>
                    <a:pt x="253" y="908"/>
                    <a:pt x="253" y="908"/>
                  </a:cubicBezTo>
                  <a:cubicBezTo>
                    <a:pt x="258" y="918"/>
                    <a:pt x="258" y="918"/>
                    <a:pt x="258" y="918"/>
                  </a:cubicBezTo>
                  <a:cubicBezTo>
                    <a:pt x="261" y="919"/>
                    <a:pt x="261" y="919"/>
                    <a:pt x="261" y="919"/>
                  </a:cubicBezTo>
                  <a:cubicBezTo>
                    <a:pt x="268" y="924"/>
                    <a:pt x="268" y="924"/>
                    <a:pt x="268" y="924"/>
                  </a:cubicBezTo>
                  <a:cubicBezTo>
                    <a:pt x="294" y="924"/>
                    <a:pt x="294" y="924"/>
                    <a:pt x="294" y="924"/>
                  </a:cubicBezTo>
                  <a:cubicBezTo>
                    <a:pt x="315" y="921"/>
                    <a:pt x="315" y="921"/>
                    <a:pt x="315" y="921"/>
                  </a:cubicBezTo>
                  <a:cubicBezTo>
                    <a:pt x="318" y="918"/>
                    <a:pt x="318" y="918"/>
                    <a:pt x="318" y="918"/>
                  </a:cubicBezTo>
                  <a:cubicBezTo>
                    <a:pt x="321" y="915"/>
                    <a:pt x="324" y="913"/>
                    <a:pt x="326" y="913"/>
                  </a:cubicBezTo>
                  <a:cubicBezTo>
                    <a:pt x="340" y="916"/>
                    <a:pt x="340" y="916"/>
                    <a:pt x="340" y="916"/>
                  </a:cubicBezTo>
                  <a:cubicBezTo>
                    <a:pt x="342" y="913"/>
                    <a:pt x="342" y="913"/>
                    <a:pt x="342" y="913"/>
                  </a:cubicBezTo>
                  <a:cubicBezTo>
                    <a:pt x="340" y="909"/>
                    <a:pt x="340" y="905"/>
                    <a:pt x="343" y="902"/>
                  </a:cubicBezTo>
                  <a:cubicBezTo>
                    <a:pt x="349" y="891"/>
                    <a:pt x="349" y="891"/>
                    <a:pt x="349" y="891"/>
                  </a:cubicBezTo>
                  <a:cubicBezTo>
                    <a:pt x="349" y="872"/>
                    <a:pt x="349" y="872"/>
                    <a:pt x="349" y="872"/>
                  </a:cubicBezTo>
                  <a:cubicBezTo>
                    <a:pt x="349" y="871"/>
                    <a:pt x="349" y="871"/>
                    <a:pt x="349" y="871"/>
                  </a:cubicBezTo>
                  <a:cubicBezTo>
                    <a:pt x="360" y="840"/>
                    <a:pt x="360" y="840"/>
                    <a:pt x="360" y="840"/>
                  </a:cubicBezTo>
                  <a:cubicBezTo>
                    <a:pt x="360" y="839"/>
                    <a:pt x="360" y="839"/>
                    <a:pt x="360" y="839"/>
                  </a:cubicBezTo>
                  <a:cubicBezTo>
                    <a:pt x="360" y="839"/>
                    <a:pt x="360" y="839"/>
                    <a:pt x="360" y="839"/>
                  </a:cubicBezTo>
                  <a:cubicBezTo>
                    <a:pt x="361" y="839"/>
                    <a:pt x="361" y="839"/>
                    <a:pt x="361" y="839"/>
                  </a:cubicBezTo>
                  <a:cubicBezTo>
                    <a:pt x="361" y="838"/>
                    <a:pt x="361" y="838"/>
                    <a:pt x="361" y="838"/>
                  </a:cubicBezTo>
                  <a:cubicBezTo>
                    <a:pt x="380" y="823"/>
                    <a:pt x="380" y="823"/>
                    <a:pt x="380" y="823"/>
                  </a:cubicBezTo>
                  <a:cubicBezTo>
                    <a:pt x="381" y="822"/>
                    <a:pt x="381" y="822"/>
                    <a:pt x="381" y="822"/>
                  </a:cubicBezTo>
                  <a:cubicBezTo>
                    <a:pt x="397" y="829"/>
                    <a:pt x="397" y="829"/>
                    <a:pt x="397" y="829"/>
                  </a:cubicBezTo>
                  <a:cubicBezTo>
                    <a:pt x="397" y="829"/>
                    <a:pt x="397" y="829"/>
                    <a:pt x="397" y="829"/>
                  </a:cubicBezTo>
                  <a:cubicBezTo>
                    <a:pt x="406" y="835"/>
                    <a:pt x="410" y="840"/>
                    <a:pt x="410" y="843"/>
                  </a:cubicBezTo>
                  <a:cubicBezTo>
                    <a:pt x="409" y="856"/>
                    <a:pt x="409" y="856"/>
                    <a:pt x="409" y="856"/>
                  </a:cubicBezTo>
                  <a:cubicBezTo>
                    <a:pt x="403" y="865"/>
                    <a:pt x="403" y="865"/>
                    <a:pt x="403" y="865"/>
                  </a:cubicBezTo>
                  <a:cubicBezTo>
                    <a:pt x="399" y="877"/>
                    <a:pt x="399" y="877"/>
                    <a:pt x="399" y="877"/>
                  </a:cubicBezTo>
                  <a:cubicBezTo>
                    <a:pt x="399" y="890"/>
                    <a:pt x="399" y="890"/>
                    <a:pt x="399" y="890"/>
                  </a:cubicBezTo>
                  <a:cubicBezTo>
                    <a:pt x="403" y="896"/>
                    <a:pt x="403" y="896"/>
                    <a:pt x="403" y="896"/>
                  </a:cubicBezTo>
                  <a:cubicBezTo>
                    <a:pt x="409" y="896"/>
                    <a:pt x="409" y="896"/>
                    <a:pt x="409" y="896"/>
                  </a:cubicBezTo>
                  <a:cubicBezTo>
                    <a:pt x="410" y="895"/>
                    <a:pt x="410" y="895"/>
                    <a:pt x="410" y="895"/>
                  </a:cubicBezTo>
                  <a:cubicBezTo>
                    <a:pt x="419" y="896"/>
                    <a:pt x="419" y="896"/>
                    <a:pt x="419" y="896"/>
                  </a:cubicBezTo>
                  <a:cubicBezTo>
                    <a:pt x="424" y="898"/>
                    <a:pt x="427" y="902"/>
                    <a:pt x="430" y="908"/>
                  </a:cubicBezTo>
                  <a:cubicBezTo>
                    <a:pt x="435" y="910"/>
                    <a:pt x="435" y="910"/>
                    <a:pt x="435" y="910"/>
                  </a:cubicBezTo>
                  <a:cubicBezTo>
                    <a:pt x="436" y="910"/>
                    <a:pt x="436" y="910"/>
                    <a:pt x="436" y="910"/>
                  </a:cubicBezTo>
                  <a:cubicBezTo>
                    <a:pt x="436" y="910"/>
                    <a:pt x="436" y="910"/>
                    <a:pt x="436" y="910"/>
                  </a:cubicBezTo>
                  <a:cubicBezTo>
                    <a:pt x="436" y="910"/>
                    <a:pt x="436" y="910"/>
                    <a:pt x="436" y="910"/>
                  </a:cubicBezTo>
                  <a:cubicBezTo>
                    <a:pt x="457" y="920"/>
                    <a:pt x="457" y="920"/>
                    <a:pt x="457" y="920"/>
                  </a:cubicBezTo>
                  <a:cubicBezTo>
                    <a:pt x="466" y="923"/>
                    <a:pt x="466" y="923"/>
                    <a:pt x="466" y="923"/>
                  </a:cubicBezTo>
                  <a:cubicBezTo>
                    <a:pt x="479" y="921"/>
                    <a:pt x="479" y="921"/>
                    <a:pt x="479" y="921"/>
                  </a:cubicBezTo>
                  <a:cubicBezTo>
                    <a:pt x="484" y="914"/>
                    <a:pt x="484" y="914"/>
                    <a:pt x="484" y="914"/>
                  </a:cubicBezTo>
                  <a:cubicBezTo>
                    <a:pt x="492" y="884"/>
                    <a:pt x="492" y="884"/>
                    <a:pt x="492" y="884"/>
                  </a:cubicBezTo>
                  <a:cubicBezTo>
                    <a:pt x="492" y="868"/>
                    <a:pt x="492" y="868"/>
                    <a:pt x="492" y="868"/>
                  </a:cubicBezTo>
                  <a:cubicBezTo>
                    <a:pt x="492" y="867"/>
                    <a:pt x="492" y="867"/>
                    <a:pt x="492" y="867"/>
                  </a:cubicBezTo>
                  <a:cubicBezTo>
                    <a:pt x="493" y="866"/>
                    <a:pt x="493" y="866"/>
                    <a:pt x="493" y="866"/>
                  </a:cubicBezTo>
                  <a:cubicBezTo>
                    <a:pt x="494" y="865"/>
                    <a:pt x="494" y="865"/>
                    <a:pt x="494" y="865"/>
                  </a:cubicBezTo>
                  <a:cubicBezTo>
                    <a:pt x="505" y="856"/>
                    <a:pt x="505" y="856"/>
                    <a:pt x="505" y="856"/>
                  </a:cubicBezTo>
                  <a:cubicBezTo>
                    <a:pt x="512" y="847"/>
                    <a:pt x="512" y="847"/>
                    <a:pt x="512" y="847"/>
                  </a:cubicBezTo>
                  <a:cubicBezTo>
                    <a:pt x="513" y="847"/>
                    <a:pt x="513" y="847"/>
                    <a:pt x="513" y="847"/>
                  </a:cubicBezTo>
                  <a:cubicBezTo>
                    <a:pt x="525" y="841"/>
                    <a:pt x="525" y="841"/>
                    <a:pt x="525" y="841"/>
                  </a:cubicBezTo>
                  <a:cubicBezTo>
                    <a:pt x="532" y="837"/>
                    <a:pt x="532" y="837"/>
                    <a:pt x="532" y="837"/>
                  </a:cubicBezTo>
                  <a:cubicBezTo>
                    <a:pt x="541" y="833"/>
                    <a:pt x="541" y="833"/>
                    <a:pt x="541" y="833"/>
                  </a:cubicBezTo>
                  <a:cubicBezTo>
                    <a:pt x="536" y="815"/>
                    <a:pt x="536" y="815"/>
                    <a:pt x="536" y="815"/>
                  </a:cubicBezTo>
                  <a:cubicBezTo>
                    <a:pt x="557" y="817"/>
                    <a:pt x="557" y="817"/>
                    <a:pt x="557" y="817"/>
                  </a:cubicBezTo>
                  <a:cubicBezTo>
                    <a:pt x="557" y="817"/>
                    <a:pt x="557" y="817"/>
                    <a:pt x="557" y="817"/>
                  </a:cubicBezTo>
                  <a:cubicBezTo>
                    <a:pt x="557" y="818"/>
                    <a:pt x="557" y="818"/>
                    <a:pt x="557" y="818"/>
                  </a:cubicBezTo>
                  <a:cubicBezTo>
                    <a:pt x="557" y="818"/>
                    <a:pt x="557" y="818"/>
                    <a:pt x="557" y="818"/>
                  </a:cubicBezTo>
                  <a:cubicBezTo>
                    <a:pt x="568" y="822"/>
                    <a:pt x="568" y="822"/>
                    <a:pt x="568" y="822"/>
                  </a:cubicBezTo>
                  <a:cubicBezTo>
                    <a:pt x="568" y="822"/>
                    <a:pt x="568" y="822"/>
                    <a:pt x="568" y="822"/>
                  </a:cubicBezTo>
                  <a:cubicBezTo>
                    <a:pt x="568" y="822"/>
                    <a:pt x="568" y="822"/>
                    <a:pt x="568" y="822"/>
                  </a:cubicBezTo>
                  <a:cubicBezTo>
                    <a:pt x="571" y="810"/>
                    <a:pt x="571" y="810"/>
                    <a:pt x="571" y="810"/>
                  </a:cubicBezTo>
                  <a:cubicBezTo>
                    <a:pt x="571" y="808"/>
                    <a:pt x="571" y="808"/>
                    <a:pt x="571" y="808"/>
                  </a:cubicBezTo>
                  <a:cubicBezTo>
                    <a:pt x="573" y="809"/>
                    <a:pt x="573" y="809"/>
                    <a:pt x="573" y="809"/>
                  </a:cubicBezTo>
                  <a:cubicBezTo>
                    <a:pt x="574" y="809"/>
                    <a:pt x="574" y="809"/>
                    <a:pt x="574" y="809"/>
                  </a:cubicBezTo>
                  <a:cubicBezTo>
                    <a:pt x="584" y="811"/>
                    <a:pt x="584" y="811"/>
                    <a:pt x="584" y="811"/>
                  </a:cubicBezTo>
                  <a:cubicBezTo>
                    <a:pt x="589" y="811"/>
                    <a:pt x="589" y="811"/>
                    <a:pt x="589" y="811"/>
                  </a:cubicBezTo>
                  <a:cubicBezTo>
                    <a:pt x="598" y="801"/>
                    <a:pt x="598" y="801"/>
                    <a:pt x="598" y="801"/>
                  </a:cubicBezTo>
                  <a:cubicBezTo>
                    <a:pt x="598" y="801"/>
                    <a:pt x="598" y="801"/>
                    <a:pt x="598" y="801"/>
                  </a:cubicBezTo>
                  <a:cubicBezTo>
                    <a:pt x="599" y="800"/>
                    <a:pt x="599" y="800"/>
                    <a:pt x="599" y="800"/>
                  </a:cubicBezTo>
                  <a:cubicBezTo>
                    <a:pt x="600" y="800"/>
                    <a:pt x="600" y="800"/>
                    <a:pt x="600" y="800"/>
                  </a:cubicBezTo>
                  <a:cubicBezTo>
                    <a:pt x="612" y="798"/>
                    <a:pt x="612" y="798"/>
                    <a:pt x="612" y="798"/>
                  </a:cubicBezTo>
                  <a:cubicBezTo>
                    <a:pt x="622" y="788"/>
                    <a:pt x="622" y="788"/>
                    <a:pt x="622" y="788"/>
                  </a:cubicBezTo>
                  <a:cubicBezTo>
                    <a:pt x="627" y="780"/>
                    <a:pt x="627" y="780"/>
                    <a:pt x="627" y="780"/>
                  </a:cubicBezTo>
                  <a:cubicBezTo>
                    <a:pt x="627" y="771"/>
                    <a:pt x="627" y="771"/>
                    <a:pt x="627" y="771"/>
                  </a:cubicBezTo>
                  <a:cubicBezTo>
                    <a:pt x="627" y="767"/>
                    <a:pt x="629" y="765"/>
                    <a:pt x="633" y="763"/>
                  </a:cubicBezTo>
                  <a:cubicBezTo>
                    <a:pt x="633" y="763"/>
                    <a:pt x="633" y="763"/>
                    <a:pt x="633" y="763"/>
                  </a:cubicBezTo>
                  <a:cubicBezTo>
                    <a:pt x="634" y="763"/>
                    <a:pt x="634" y="763"/>
                    <a:pt x="634" y="763"/>
                  </a:cubicBezTo>
                  <a:cubicBezTo>
                    <a:pt x="635" y="763"/>
                    <a:pt x="635" y="763"/>
                    <a:pt x="635" y="763"/>
                  </a:cubicBezTo>
                  <a:cubicBezTo>
                    <a:pt x="646" y="764"/>
                    <a:pt x="646" y="764"/>
                    <a:pt x="646" y="764"/>
                  </a:cubicBezTo>
                  <a:cubicBezTo>
                    <a:pt x="651" y="761"/>
                    <a:pt x="651" y="761"/>
                    <a:pt x="651" y="761"/>
                  </a:cubicBezTo>
                  <a:cubicBezTo>
                    <a:pt x="653" y="752"/>
                    <a:pt x="653" y="752"/>
                    <a:pt x="653" y="752"/>
                  </a:cubicBezTo>
                  <a:cubicBezTo>
                    <a:pt x="665" y="749"/>
                    <a:pt x="665" y="749"/>
                    <a:pt x="665" y="749"/>
                  </a:cubicBezTo>
                  <a:cubicBezTo>
                    <a:pt x="666" y="749"/>
                    <a:pt x="666" y="749"/>
                    <a:pt x="666" y="749"/>
                  </a:cubicBezTo>
                  <a:cubicBezTo>
                    <a:pt x="666" y="749"/>
                    <a:pt x="666" y="749"/>
                    <a:pt x="666" y="749"/>
                  </a:cubicBezTo>
                  <a:cubicBezTo>
                    <a:pt x="666" y="749"/>
                    <a:pt x="666" y="749"/>
                    <a:pt x="666" y="749"/>
                  </a:cubicBezTo>
                  <a:cubicBezTo>
                    <a:pt x="681" y="751"/>
                    <a:pt x="681" y="751"/>
                    <a:pt x="681" y="751"/>
                  </a:cubicBezTo>
                  <a:cubicBezTo>
                    <a:pt x="694" y="748"/>
                    <a:pt x="694" y="748"/>
                    <a:pt x="694" y="748"/>
                  </a:cubicBezTo>
                  <a:cubicBezTo>
                    <a:pt x="701" y="740"/>
                    <a:pt x="701" y="740"/>
                    <a:pt x="701" y="740"/>
                  </a:cubicBezTo>
                  <a:cubicBezTo>
                    <a:pt x="706" y="731"/>
                    <a:pt x="706" y="731"/>
                    <a:pt x="706" y="731"/>
                  </a:cubicBezTo>
                  <a:cubicBezTo>
                    <a:pt x="697" y="721"/>
                    <a:pt x="697" y="721"/>
                    <a:pt x="697" y="721"/>
                  </a:cubicBezTo>
                  <a:cubicBezTo>
                    <a:pt x="697" y="720"/>
                    <a:pt x="697" y="720"/>
                    <a:pt x="697" y="720"/>
                  </a:cubicBezTo>
                  <a:cubicBezTo>
                    <a:pt x="697" y="720"/>
                    <a:pt x="697" y="720"/>
                    <a:pt x="697" y="720"/>
                  </a:cubicBezTo>
                  <a:cubicBezTo>
                    <a:pt x="695" y="713"/>
                    <a:pt x="695" y="713"/>
                    <a:pt x="695" y="713"/>
                  </a:cubicBezTo>
                  <a:cubicBezTo>
                    <a:pt x="695" y="713"/>
                    <a:pt x="695" y="713"/>
                    <a:pt x="695" y="713"/>
                  </a:cubicBezTo>
                  <a:cubicBezTo>
                    <a:pt x="692" y="702"/>
                    <a:pt x="692" y="702"/>
                    <a:pt x="692" y="702"/>
                  </a:cubicBezTo>
                  <a:cubicBezTo>
                    <a:pt x="692" y="701"/>
                    <a:pt x="692" y="701"/>
                    <a:pt x="692" y="701"/>
                  </a:cubicBezTo>
                  <a:cubicBezTo>
                    <a:pt x="698" y="692"/>
                    <a:pt x="698" y="692"/>
                    <a:pt x="698" y="692"/>
                  </a:cubicBezTo>
                  <a:cubicBezTo>
                    <a:pt x="698" y="689"/>
                    <a:pt x="700" y="684"/>
                    <a:pt x="705" y="680"/>
                  </a:cubicBezTo>
                  <a:cubicBezTo>
                    <a:pt x="711" y="666"/>
                    <a:pt x="711" y="666"/>
                    <a:pt x="711" y="666"/>
                  </a:cubicBezTo>
                  <a:cubicBezTo>
                    <a:pt x="711" y="666"/>
                    <a:pt x="711" y="666"/>
                    <a:pt x="711" y="666"/>
                  </a:cubicBezTo>
                  <a:cubicBezTo>
                    <a:pt x="712" y="666"/>
                    <a:pt x="712" y="666"/>
                    <a:pt x="712" y="666"/>
                  </a:cubicBezTo>
                  <a:cubicBezTo>
                    <a:pt x="718" y="656"/>
                    <a:pt x="718" y="656"/>
                    <a:pt x="718" y="656"/>
                  </a:cubicBezTo>
                  <a:cubicBezTo>
                    <a:pt x="727" y="638"/>
                    <a:pt x="727" y="638"/>
                    <a:pt x="727" y="638"/>
                  </a:cubicBezTo>
                  <a:cubicBezTo>
                    <a:pt x="736" y="650"/>
                    <a:pt x="736" y="650"/>
                    <a:pt x="736" y="650"/>
                  </a:cubicBezTo>
                  <a:cubicBezTo>
                    <a:pt x="736" y="650"/>
                    <a:pt x="736" y="650"/>
                    <a:pt x="736" y="650"/>
                  </a:cubicBezTo>
                  <a:cubicBezTo>
                    <a:pt x="736" y="651"/>
                    <a:pt x="736" y="651"/>
                    <a:pt x="736" y="651"/>
                  </a:cubicBezTo>
                  <a:cubicBezTo>
                    <a:pt x="739" y="663"/>
                    <a:pt x="739" y="663"/>
                    <a:pt x="739" y="663"/>
                  </a:cubicBezTo>
                  <a:cubicBezTo>
                    <a:pt x="739" y="664"/>
                    <a:pt x="739" y="664"/>
                    <a:pt x="739" y="664"/>
                  </a:cubicBezTo>
                  <a:cubicBezTo>
                    <a:pt x="741" y="676"/>
                    <a:pt x="741" y="676"/>
                    <a:pt x="741" y="676"/>
                  </a:cubicBezTo>
                  <a:cubicBezTo>
                    <a:pt x="749" y="680"/>
                    <a:pt x="749" y="680"/>
                    <a:pt x="749" y="680"/>
                  </a:cubicBezTo>
                  <a:cubicBezTo>
                    <a:pt x="750" y="680"/>
                    <a:pt x="750" y="680"/>
                    <a:pt x="750" y="680"/>
                  </a:cubicBezTo>
                  <a:cubicBezTo>
                    <a:pt x="750" y="680"/>
                    <a:pt x="750" y="680"/>
                    <a:pt x="750" y="680"/>
                  </a:cubicBezTo>
                  <a:cubicBezTo>
                    <a:pt x="750" y="680"/>
                    <a:pt x="750" y="680"/>
                    <a:pt x="750" y="680"/>
                  </a:cubicBezTo>
                  <a:cubicBezTo>
                    <a:pt x="753" y="681"/>
                    <a:pt x="753" y="681"/>
                    <a:pt x="753" y="681"/>
                  </a:cubicBezTo>
                  <a:cubicBezTo>
                    <a:pt x="753" y="680"/>
                    <a:pt x="753" y="680"/>
                    <a:pt x="753" y="680"/>
                  </a:cubicBezTo>
                  <a:cubicBezTo>
                    <a:pt x="760" y="667"/>
                    <a:pt x="760" y="667"/>
                    <a:pt x="760" y="667"/>
                  </a:cubicBezTo>
                  <a:cubicBezTo>
                    <a:pt x="765" y="655"/>
                    <a:pt x="765" y="655"/>
                    <a:pt x="765" y="655"/>
                  </a:cubicBezTo>
                  <a:cubicBezTo>
                    <a:pt x="766" y="656"/>
                    <a:pt x="766" y="656"/>
                    <a:pt x="766" y="656"/>
                  </a:cubicBezTo>
                  <a:cubicBezTo>
                    <a:pt x="768" y="657"/>
                    <a:pt x="768" y="657"/>
                    <a:pt x="768" y="657"/>
                  </a:cubicBezTo>
                  <a:cubicBezTo>
                    <a:pt x="786" y="663"/>
                    <a:pt x="786" y="663"/>
                    <a:pt x="786" y="663"/>
                  </a:cubicBezTo>
                  <a:cubicBezTo>
                    <a:pt x="794" y="656"/>
                    <a:pt x="794" y="656"/>
                    <a:pt x="794" y="656"/>
                  </a:cubicBezTo>
                  <a:cubicBezTo>
                    <a:pt x="795" y="655"/>
                    <a:pt x="795" y="655"/>
                    <a:pt x="795" y="655"/>
                  </a:cubicBezTo>
                  <a:cubicBezTo>
                    <a:pt x="796" y="655"/>
                    <a:pt x="796" y="655"/>
                    <a:pt x="796" y="655"/>
                  </a:cubicBezTo>
                  <a:cubicBezTo>
                    <a:pt x="805" y="655"/>
                    <a:pt x="805" y="655"/>
                    <a:pt x="805" y="655"/>
                  </a:cubicBezTo>
                  <a:cubicBezTo>
                    <a:pt x="811" y="644"/>
                    <a:pt x="811" y="644"/>
                    <a:pt x="811" y="644"/>
                  </a:cubicBezTo>
                  <a:cubicBezTo>
                    <a:pt x="811" y="632"/>
                    <a:pt x="811" y="632"/>
                    <a:pt x="811" y="632"/>
                  </a:cubicBezTo>
                  <a:cubicBezTo>
                    <a:pt x="815" y="612"/>
                    <a:pt x="815" y="612"/>
                    <a:pt x="815" y="612"/>
                  </a:cubicBezTo>
                  <a:cubicBezTo>
                    <a:pt x="816" y="613"/>
                    <a:pt x="816" y="613"/>
                    <a:pt x="816" y="613"/>
                  </a:cubicBezTo>
                  <a:cubicBezTo>
                    <a:pt x="818" y="613"/>
                    <a:pt x="818" y="613"/>
                    <a:pt x="818" y="613"/>
                  </a:cubicBezTo>
                  <a:cubicBezTo>
                    <a:pt x="831" y="616"/>
                    <a:pt x="831" y="616"/>
                    <a:pt x="831" y="616"/>
                  </a:cubicBezTo>
                  <a:cubicBezTo>
                    <a:pt x="838" y="605"/>
                    <a:pt x="838" y="605"/>
                    <a:pt x="838" y="605"/>
                  </a:cubicBezTo>
                  <a:cubicBezTo>
                    <a:pt x="838" y="605"/>
                    <a:pt x="838" y="605"/>
                    <a:pt x="838" y="605"/>
                  </a:cubicBezTo>
                  <a:cubicBezTo>
                    <a:pt x="839" y="605"/>
                    <a:pt x="839" y="605"/>
                    <a:pt x="839" y="605"/>
                  </a:cubicBezTo>
                  <a:cubicBezTo>
                    <a:pt x="851" y="604"/>
                    <a:pt x="851" y="604"/>
                    <a:pt x="851" y="604"/>
                  </a:cubicBezTo>
                  <a:cubicBezTo>
                    <a:pt x="853" y="604"/>
                    <a:pt x="853" y="604"/>
                    <a:pt x="853" y="604"/>
                  </a:cubicBezTo>
                  <a:cubicBezTo>
                    <a:pt x="853" y="604"/>
                    <a:pt x="853" y="604"/>
                    <a:pt x="853" y="604"/>
                  </a:cubicBezTo>
                  <a:cubicBezTo>
                    <a:pt x="855" y="605"/>
                    <a:pt x="855" y="605"/>
                    <a:pt x="855" y="605"/>
                  </a:cubicBezTo>
                  <a:cubicBezTo>
                    <a:pt x="861" y="613"/>
                    <a:pt x="861" y="613"/>
                    <a:pt x="861" y="613"/>
                  </a:cubicBezTo>
                  <a:cubicBezTo>
                    <a:pt x="861" y="614"/>
                    <a:pt x="861" y="614"/>
                    <a:pt x="861" y="614"/>
                  </a:cubicBezTo>
                  <a:cubicBezTo>
                    <a:pt x="861" y="615"/>
                    <a:pt x="861" y="615"/>
                    <a:pt x="861" y="615"/>
                  </a:cubicBezTo>
                  <a:cubicBezTo>
                    <a:pt x="861" y="616"/>
                    <a:pt x="861" y="616"/>
                    <a:pt x="861" y="616"/>
                  </a:cubicBezTo>
                  <a:cubicBezTo>
                    <a:pt x="862" y="628"/>
                    <a:pt x="862" y="628"/>
                    <a:pt x="862" y="628"/>
                  </a:cubicBezTo>
                  <a:cubicBezTo>
                    <a:pt x="868" y="633"/>
                    <a:pt x="868" y="633"/>
                    <a:pt x="868" y="633"/>
                  </a:cubicBezTo>
                  <a:cubicBezTo>
                    <a:pt x="877" y="626"/>
                    <a:pt x="877" y="626"/>
                    <a:pt x="877" y="626"/>
                  </a:cubicBezTo>
                  <a:cubicBezTo>
                    <a:pt x="879" y="628"/>
                    <a:pt x="879" y="628"/>
                    <a:pt x="879" y="628"/>
                  </a:cubicBezTo>
                  <a:cubicBezTo>
                    <a:pt x="882" y="631"/>
                    <a:pt x="883" y="634"/>
                    <a:pt x="883" y="638"/>
                  </a:cubicBezTo>
                  <a:cubicBezTo>
                    <a:pt x="883" y="649"/>
                    <a:pt x="883" y="649"/>
                    <a:pt x="883" y="649"/>
                  </a:cubicBezTo>
                  <a:cubicBezTo>
                    <a:pt x="879" y="660"/>
                    <a:pt x="879" y="660"/>
                    <a:pt x="879" y="660"/>
                  </a:cubicBezTo>
                  <a:cubicBezTo>
                    <a:pt x="882" y="664"/>
                    <a:pt x="882" y="664"/>
                    <a:pt x="882" y="664"/>
                  </a:cubicBezTo>
                  <a:cubicBezTo>
                    <a:pt x="888" y="671"/>
                    <a:pt x="888" y="671"/>
                    <a:pt x="888" y="671"/>
                  </a:cubicBezTo>
                  <a:cubicBezTo>
                    <a:pt x="913" y="675"/>
                    <a:pt x="913" y="675"/>
                    <a:pt x="913" y="675"/>
                  </a:cubicBezTo>
                  <a:cubicBezTo>
                    <a:pt x="914" y="675"/>
                    <a:pt x="914" y="675"/>
                    <a:pt x="914" y="675"/>
                  </a:cubicBezTo>
                  <a:cubicBezTo>
                    <a:pt x="914" y="675"/>
                    <a:pt x="914" y="675"/>
                    <a:pt x="914" y="675"/>
                  </a:cubicBezTo>
                  <a:cubicBezTo>
                    <a:pt x="915" y="676"/>
                    <a:pt x="915" y="676"/>
                    <a:pt x="915" y="676"/>
                  </a:cubicBezTo>
                  <a:cubicBezTo>
                    <a:pt x="915" y="676"/>
                    <a:pt x="915" y="676"/>
                    <a:pt x="915" y="676"/>
                  </a:cubicBezTo>
                  <a:cubicBezTo>
                    <a:pt x="917" y="678"/>
                    <a:pt x="917" y="678"/>
                    <a:pt x="917" y="678"/>
                  </a:cubicBezTo>
                  <a:cubicBezTo>
                    <a:pt x="924" y="667"/>
                    <a:pt x="924" y="667"/>
                    <a:pt x="924" y="667"/>
                  </a:cubicBezTo>
                  <a:cubicBezTo>
                    <a:pt x="925" y="667"/>
                    <a:pt x="925" y="667"/>
                    <a:pt x="925" y="667"/>
                  </a:cubicBezTo>
                  <a:cubicBezTo>
                    <a:pt x="931" y="661"/>
                    <a:pt x="931" y="661"/>
                    <a:pt x="931" y="661"/>
                  </a:cubicBezTo>
                  <a:cubicBezTo>
                    <a:pt x="929" y="652"/>
                    <a:pt x="929" y="652"/>
                    <a:pt x="929" y="652"/>
                  </a:cubicBezTo>
                  <a:cubicBezTo>
                    <a:pt x="922" y="613"/>
                    <a:pt x="922" y="613"/>
                    <a:pt x="922" y="613"/>
                  </a:cubicBezTo>
                  <a:cubicBezTo>
                    <a:pt x="939" y="622"/>
                    <a:pt x="939" y="622"/>
                    <a:pt x="939" y="622"/>
                  </a:cubicBezTo>
                  <a:cubicBezTo>
                    <a:pt x="940" y="622"/>
                    <a:pt x="940" y="622"/>
                    <a:pt x="940" y="622"/>
                  </a:cubicBezTo>
                  <a:cubicBezTo>
                    <a:pt x="941" y="622"/>
                    <a:pt x="941" y="622"/>
                    <a:pt x="941" y="622"/>
                  </a:cubicBezTo>
                  <a:cubicBezTo>
                    <a:pt x="949" y="632"/>
                    <a:pt x="949" y="632"/>
                    <a:pt x="949" y="632"/>
                  </a:cubicBezTo>
                  <a:cubicBezTo>
                    <a:pt x="953" y="637"/>
                    <a:pt x="953" y="637"/>
                    <a:pt x="953" y="637"/>
                  </a:cubicBezTo>
                  <a:cubicBezTo>
                    <a:pt x="961" y="632"/>
                    <a:pt x="961" y="632"/>
                    <a:pt x="961" y="632"/>
                  </a:cubicBezTo>
                  <a:cubicBezTo>
                    <a:pt x="986" y="604"/>
                    <a:pt x="986" y="604"/>
                    <a:pt x="986" y="604"/>
                  </a:cubicBezTo>
                  <a:cubicBezTo>
                    <a:pt x="986" y="604"/>
                    <a:pt x="986" y="604"/>
                    <a:pt x="986" y="604"/>
                  </a:cubicBezTo>
                  <a:cubicBezTo>
                    <a:pt x="987" y="604"/>
                    <a:pt x="987" y="604"/>
                    <a:pt x="987" y="604"/>
                  </a:cubicBezTo>
                  <a:cubicBezTo>
                    <a:pt x="996" y="597"/>
                    <a:pt x="996" y="597"/>
                    <a:pt x="996" y="597"/>
                  </a:cubicBezTo>
                  <a:cubicBezTo>
                    <a:pt x="1006" y="583"/>
                    <a:pt x="1006" y="583"/>
                    <a:pt x="1006" y="583"/>
                  </a:cubicBezTo>
                  <a:cubicBezTo>
                    <a:pt x="1007" y="581"/>
                    <a:pt x="1007" y="581"/>
                    <a:pt x="1007" y="581"/>
                  </a:cubicBezTo>
                  <a:cubicBezTo>
                    <a:pt x="1021" y="585"/>
                    <a:pt x="1021" y="585"/>
                    <a:pt x="1021" y="585"/>
                  </a:cubicBezTo>
                  <a:cubicBezTo>
                    <a:pt x="1028" y="585"/>
                    <a:pt x="1028" y="585"/>
                    <a:pt x="1028" y="585"/>
                  </a:cubicBezTo>
                  <a:cubicBezTo>
                    <a:pt x="1028" y="579"/>
                    <a:pt x="1029" y="576"/>
                    <a:pt x="1029" y="573"/>
                  </a:cubicBezTo>
                  <a:cubicBezTo>
                    <a:pt x="1040" y="561"/>
                    <a:pt x="1040" y="561"/>
                    <a:pt x="1040" y="561"/>
                  </a:cubicBezTo>
                  <a:cubicBezTo>
                    <a:pt x="1043" y="559"/>
                    <a:pt x="1043" y="559"/>
                    <a:pt x="1043" y="559"/>
                  </a:cubicBezTo>
                  <a:cubicBezTo>
                    <a:pt x="1055" y="564"/>
                    <a:pt x="1055" y="564"/>
                    <a:pt x="1055" y="564"/>
                  </a:cubicBezTo>
                  <a:cubicBezTo>
                    <a:pt x="1069" y="562"/>
                    <a:pt x="1069" y="562"/>
                    <a:pt x="1069" y="562"/>
                  </a:cubicBezTo>
                  <a:cubicBezTo>
                    <a:pt x="1079" y="552"/>
                    <a:pt x="1079" y="552"/>
                    <a:pt x="1079" y="552"/>
                  </a:cubicBezTo>
                  <a:cubicBezTo>
                    <a:pt x="1084" y="542"/>
                    <a:pt x="1084" y="542"/>
                    <a:pt x="1084" y="542"/>
                  </a:cubicBezTo>
                  <a:cubicBezTo>
                    <a:pt x="1081" y="538"/>
                    <a:pt x="1081" y="538"/>
                    <a:pt x="1081" y="538"/>
                  </a:cubicBezTo>
                  <a:cubicBezTo>
                    <a:pt x="1072" y="542"/>
                    <a:pt x="1072" y="542"/>
                    <a:pt x="1072" y="542"/>
                  </a:cubicBezTo>
                  <a:cubicBezTo>
                    <a:pt x="1072" y="541"/>
                    <a:pt x="1072" y="541"/>
                    <a:pt x="1072" y="541"/>
                  </a:cubicBezTo>
                  <a:cubicBezTo>
                    <a:pt x="1071" y="541"/>
                    <a:pt x="1071" y="541"/>
                    <a:pt x="1071" y="541"/>
                  </a:cubicBezTo>
                  <a:cubicBezTo>
                    <a:pt x="1060" y="531"/>
                    <a:pt x="1060" y="531"/>
                    <a:pt x="1060" y="531"/>
                  </a:cubicBezTo>
                  <a:cubicBezTo>
                    <a:pt x="1060" y="530"/>
                    <a:pt x="1060" y="530"/>
                    <a:pt x="1060" y="530"/>
                  </a:cubicBezTo>
                  <a:cubicBezTo>
                    <a:pt x="1064" y="514"/>
                    <a:pt x="1064" y="514"/>
                    <a:pt x="1064" y="514"/>
                  </a:cubicBezTo>
                  <a:cubicBezTo>
                    <a:pt x="1065" y="502"/>
                    <a:pt x="1065" y="502"/>
                    <a:pt x="1065" y="502"/>
                  </a:cubicBezTo>
                  <a:cubicBezTo>
                    <a:pt x="1062" y="491"/>
                    <a:pt x="1062" y="491"/>
                    <a:pt x="1062" y="491"/>
                  </a:cubicBezTo>
                  <a:cubicBezTo>
                    <a:pt x="1054" y="488"/>
                    <a:pt x="1054" y="488"/>
                    <a:pt x="1054" y="488"/>
                  </a:cubicBezTo>
                  <a:cubicBezTo>
                    <a:pt x="1054" y="488"/>
                    <a:pt x="1054" y="488"/>
                    <a:pt x="1054" y="488"/>
                  </a:cubicBezTo>
                  <a:cubicBezTo>
                    <a:pt x="1053" y="487"/>
                    <a:pt x="1053" y="487"/>
                    <a:pt x="1053" y="487"/>
                  </a:cubicBezTo>
                  <a:cubicBezTo>
                    <a:pt x="1052" y="487"/>
                    <a:pt x="1052" y="487"/>
                    <a:pt x="1052" y="487"/>
                  </a:cubicBezTo>
                  <a:cubicBezTo>
                    <a:pt x="1045" y="472"/>
                    <a:pt x="1045" y="472"/>
                    <a:pt x="1045" y="472"/>
                  </a:cubicBezTo>
                  <a:cubicBezTo>
                    <a:pt x="1044" y="470"/>
                    <a:pt x="1044" y="470"/>
                    <a:pt x="1044" y="470"/>
                  </a:cubicBezTo>
                  <a:cubicBezTo>
                    <a:pt x="1034" y="482"/>
                    <a:pt x="1034" y="482"/>
                    <a:pt x="1034" y="482"/>
                  </a:cubicBezTo>
                  <a:cubicBezTo>
                    <a:pt x="1023" y="489"/>
                    <a:pt x="1023" y="489"/>
                    <a:pt x="1023" y="489"/>
                  </a:cubicBezTo>
                  <a:cubicBezTo>
                    <a:pt x="1021" y="490"/>
                    <a:pt x="1021" y="490"/>
                    <a:pt x="1021" y="490"/>
                  </a:cubicBezTo>
                  <a:cubicBezTo>
                    <a:pt x="1020" y="490"/>
                    <a:pt x="1020" y="490"/>
                    <a:pt x="1020" y="490"/>
                  </a:cubicBezTo>
                  <a:cubicBezTo>
                    <a:pt x="1020" y="488"/>
                    <a:pt x="1020" y="488"/>
                    <a:pt x="1020" y="488"/>
                  </a:cubicBezTo>
                  <a:cubicBezTo>
                    <a:pt x="1009" y="478"/>
                    <a:pt x="1009" y="478"/>
                    <a:pt x="1009" y="478"/>
                  </a:cubicBezTo>
                  <a:cubicBezTo>
                    <a:pt x="1009" y="477"/>
                    <a:pt x="1009" y="477"/>
                    <a:pt x="1009" y="477"/>
                  </a:cubicBezTo>
                  <a:cubicBezTo>
                    <a:pt x="1001" y="461"/>
                    <a:pt x="1001" y="461"/>
                    <a:pt x="1001" y="461"/>
                  </a:cubicBezTo>
                  <a:cubicBezTo>
                    <a:pt x="1001" y="460"/>
                    <a:pt x="1001" y="460"/>
                    <a:pt x="1001" y="460"/>
                  </a:cubicBezTo>
                  <a:cubicBezTo>
                    <a:pt x="997" y="448"/>
                    <a:pt x="997" y="448"/>
                    <a:pt x="997" y="448"/>
                  </a:cubicBezTo>
                  <a:cubicBezTo>
                    <a:pt x="997" y="447"/>
                    <a:pt x="997" y="447"/>
                    <a:pt x="997" y="447"/>
                  </a:cubicBezTo>
                  <a:cubicBezTo>
                    <a:pt x="997" y="447"/>
                    <a:pt x="997" y="447"/>
                    <a:pt x="997" y="447"/>
                  </a:cubicBezTo>
                  <a:cubicBezTo>
                    <a:pt x="997" y="429"/>
                    <a:pt x="997" y="429"/>
                    <a:pt x="997" y="429"/>
                  </a:cubicBezTo>
                  <a:cubicBezTo>
                    <a:pt x="996" y="418"/>
                    <a:pt x="996" y="418"/>
                    <a:pt x="996" y="418"/>
                  </a:cubicBezTo>
                  <a:cubicBezTo>
                    <a:pt x="987" y="415"/>
                    <a:pt x="987" y="415"/>
                    <a:pt x="987" y="415"/>
                  </a:cubicBezTo>
                  <a:cubicBezTo>
                    <a:pt x="987" y="415"/>
                    <a:pt x="987" y="415"/>
                    <a:pt x="987" y="415"/>
                  </a:cubicBezTo>
                  <a:cubicBezTo>
                    <a:pt x="987" y="414"/>
                    <a:pt x="987" y="414"/>
                    <a:pt x="987" y="414"/>
                  </a:cubicBezTo>
                  <a:cubicBezTo>
                    <a:pt x="967" y="399"/>
                    <a:pt x="967" y="399"/>
                    <a:pt x="967" y="399"/>
                  </a:cubicBezTo>
                  <a:cubicBezTo>
                    <a:pt x="969" y="397"/>
                    <a:pt x="969" y="397"/>
                    <a:pt x="969" y="397"/>
                  </a:cubicBezTo>
                  <a:cubicBezTo>
                    <a:pt x="978" y="388"/>
                    <a:pt x="978" y="388"/>
                    <a:pt x="978" y="388"/>
                  </a:cubicBezTo>
                  <a:cubicBezTo>
                    <a:pt x="978" y="387"/>
                    <a:pt x="978" y="387"/>
                    <a:pt x="978" y="387"/>
                  </a:cubicBezTo>
                  <a:cubicBezTo>
                    <a:pt x="978" y="386"/>
                    <a:pt x="978" y="386"/>
                    <a:pt x="978" y="386"/>
                  </a:cubicBezTo>
                  <a:cubicBezTo>
                    <a:pt x="979" y="386"/>
                    <a:pt x="979" y="386"/>
                    <a:pt x="979" y="386"/>
                  </a:cubicBezTo>
                  <a:cubicBezTo>
                    <a:pt x="979" y="386"/>
                    <a:pt x="979" y="386"/>
                    <a:pt x="979" y="386"/>
                  </a:cubicBezTo>
                  <a:cubicBezTo>
                    <a:pt x="989" y="385"/>
                    <a:pt x="989" y="385"/>
                    <a:pt x="989" y="385"/>
                  </a:cubicBezTo>
                  <a:cubicBezTo>
                    <a:pt x="990" y="385"/>
                    <a:pt x="990" y="385"/>
                    <a:pt x="990" y="385"/>
                  </a:cubicBezTo>
                  <a:cubicBezTo>
                    <a:pt x="993" y="385"/>
                    <a:pt x="996" y="387"/>
                    <a:pt x="998" y="390"/>
                  </a:cubicBezTo>
                  <a:cubicBezTo>
                    <a:pt x="1007" y="397"/>
                    <a:pt x="1007" y="397"/>
                    <a:pt x="1007" y="397"/>
                  </a:cubicBezTo>
                  <a:cubicBezTo>
                    <a:pt x="1016" y="389"/>
                    <a:pt x="1016" y="389"/>
                    <a:pt x="1016" y="389"/>
                  </a:cubicBezTo>
                  <a:cubicBezTo>
                    <a:pt x="1023" y="380"/>
                    <a:pt x="1023" y="380"/>
                    <a:pt x="1023" y="380"/>
                  </a:cubicBezTo>
                  <a:cubicBezTo>
                    <a:pt x="1023" y="372"/>
                    <a:pt x="1023" y="372"/>
                    <a:pt x="1023" y="372"/>
                  </a:cubicBezTo>
                  <a:cubicBezTo>
                    <a:pt x="1020" y="353"/>
                    <a:pt x="1020" y="353"/>
                    <a:pt x="1020" y="353"/>
                  </a:cubicBezTo>
                  <a:cubicBezTo>
                    <a:pt x="1018" y="345"/>
                    <a:pt x="1018" y="345"/>
                    <a:pt x="1018" y="345"/>
                  </a:cubicBezTo>
                  <a:cubicBezTo>
                    <a:pt x="1005" y="343"/>
                    <a:pt x="1005" y="343"/>
                    <a:pt x="1005" y="343"/>
                  </a:cubicBezTo>
                  <a:cubicBezTo>
                    <a:pt x="1005" y="335"/>
                    <a:pt x="1005" y="335"/>
                    <a:pt x="1005" y="335"/>
                  </a:cubicBezTo>
                  <a:cubicBezTo>
                    <a:pt x="993" y="320"/>
                    <a:pt x="993" y="320"/>
                    <a:pt x="993" y="320"/>
                  </a:cubicBezTo>
                  <a:cubicBezTo>
                    <a:pt x="992" y="319"/>
                    <a:pt x="992" y="319"/>
                    <a:pt x="992" y="319"/>
                  </a:cubicBezTo>
                  <a:cubicBezTo>
                    <a:pt x="986" y="308"/>
                    <a:pt x="986" y="308"/>
                    <a:pt x="986" y="308"/>
                  </a:cubicBezTo>
                  <a:cubicBezTo>
                    <a:pt x="985" y="307"/>
                    <a:pt x="985" y="307"/>
                    <a:pt x="985" y="307"/>
                  </a:cubicBezTo>
                  <a:cubicBezTo>
                    <a:pt x="985" y="306"/>
                    <a:pt x="985" y="306"/>
                    <a:pt x="985" y="306"/>
                  </a:cubicBezTo>
                  <a:cubicBezTo>
                    <a:pt x="985" y="306"/>
                    <a:pt x="985" y="306"/>
                    <a:pt x="985" y="306"/>
                  </a:cubicBezTo>
                  <a:cubicBezTo>
                    <a:pt x="998" y="288"/>
                    <a:pt x="998" y="288"/>
                    <a:pt x="998" y="288"/>
                  </a:cubicBezTo>
                  <a:cubicBezTo>
                    <a:pt x="998" y="288"/>
                    <a:pt x="998" y="288"/>
                    <a:pt x="998" y="288"/>
                  </a:cubicBezTo>
                  <a:cubicBezTo>
                    <a:pt x="999" y="287"/>
                    <a:pt x="999" y="287"/>
                    <a:pt x="999" y="287"/>
                  </a:cubicBezTo>
                  <a:cubicBezTo>
                    <a:pt x="999" y="286"/>
                    <a:pt x="999" y="286"/>
                    <a:pt x="999" y="286"/>
                  </a:cubicBezTo>
                  <a:cubicBezTo>
                    <a:pt x="1000" y="286"/>
                    <a:pt x="1000" y="286"/>
                    <a:pt x="1000" y="286"/>
                  </a:cubicBezTo>
                  <a:cubicBezTo>
                    <a:pt x="1006" y="286"/>
                    <a:pt x="1006" y="286"/>
                    <a:pt x="1006" y="286"/>
                  </a:cubicBezTo>
                  <a:cubicBezTo>
                    <a:pt x="1012" y="280"/>
                    <a:pt x="1012" y="280"/>
                    <a:pt x="1012" y="280"/>
                  </a:cubicBezTo>
                  <a:cubicBezTo>
                    <a:pt x="1020" y="256"/>
                    <a:pt x="1020" y="256"/>
                    <a:pt x="1020" y="256"/>
                  </a:cubicBezTo>
                  <a:cubicBezTo>
                    <a:pt x="1021" y="256"/>
                    <a:pt x="1021" y="256"/>
                    <a:pt x="1021" y="256"/>
                  </a:cubicBezTo>
                  <a:cubicBezTo>
                    <a:pt x="1021" y="255"/>
                    <a:pt x="1021" y="255"/>
                    <a:pt x="1021" y="255"/>
                  </a:cubicBezTo>
                  <a:cubicBezTo>
                    <a:pt x="1031" y="244"/>
                    <a:pt x="1031" y="244"/>
                    <a:pt x="1031" y="244"/>
                  </a:cubicBezTo>
                  <a:cubicBezTo>
                    <a:pt x="1031" y="244"/>
                    <a:pt x="1031" y="244"/>
                    <a:pt x="1031" y="244"/>
                  </a:cubicBezTo>
                  <a:cubicBezTo>
                    <a:pt x="1031" y="244"/>
                    <a:pt x="1031" y="244"/>
                    <a:pt x="1031" y="244"/>
                  </a:cubicBezTo>
                  <a:cubicBezTo>
                    <a:pt x="1032" y="244"/>
                    <a:pt x="1032" y="244"/>
                    <a:pt x="1032" y="244"/>
                  </a:cubicBezTo>
                  <a:cubicBezTo>
                    <a:pt x="1043" y="241"/>
                    <a:pt x="1043" y="241"/>
                    <a:pt x="1043" y="241"/>
                  </a:cubicBezTo>
                  <a:cubicBezTo>
                    <a:pt x="1043" y="242"/>
                    <a:pt x="1043" y="242"/>
                    <a:pt x="1043" y="242"/>
                  </a:cubicBezTo>
                  <a:cubicBezTo>
                    <a:pt x="1050" y="248"/>
                    <a:pt x="1050" y="248"/>
                    <a:pt x="1050" y="248"/>
                  </a:cubicBezTo>
                  <a:cubicBezTo>
                    <a:pt x="1052" y="249"/>
                    <a:pt x="1052" y="249"/>
                    <a:pt x="1052" y="249"/>
                  </a:cubicBezTo>
                  <a:cubicBezTo>
                    <a:pt x="1057" y="230"/>
                    <a:pt x="1057" y="230"/>
                    <a:pt x="1057" y="230"/>
                  </a:cubicBezTo>
                  <a:cubicBezTo>
                    <a:pt x="1052" y="216"/>
                    <a:pt x="1052" y="216"/>
                    <a:pt x="1052" y="216"/>
                  </a:cubicBezTo>
                  <a:cubicBezTo>
                    <a:pt x="1052" y="216"/>
                    <a:pt x="1052" y="216"/>
                    <a:pt x="1052" y="216"/>
                  </a:cubicBezTo>
                  <a:cubicBezTo>
                    <a:pt x="1052" y="215"/>
                    <a:pt x="1052" y="215"/>
                    <a:pt x="1052" y="215"/>
                  </a:cubicBezTo>
                  <a:cubicBezTo>
                    <a:pt x="1054" y="199"/>
                    <a:pt x="1054" y="199"/>
                    <a:pt x="1054" y="199"/>
                  </a:cubicBezTo>
                  <a:cubicBezTo>
                    <a:pt x="1054" y="198"/>
                    <a:pt x="1054" y="198"/>
                    <a:pt x="1054" y="198"/>
                  </a:cubicBezTo>
                  <a:cubicBezTo>
                    <a:pt x="1061" y="190"/>
                    <a:pt x="1061" y="190"/>
                    <a:pt x="1061" y="190"/>
                  </a:cubicBezTo>
                  <a:cubicBezTo>
                    <a:pt x="1066" y="182"/>
                    <a:pt x="1066" y="182"/>
                    <a:pt x="1066" y="182"/>
                  </a:cubicBezTo>
                  <a:cubicBezTo>
                    <a:pt x="1066" y="175"/>
                    <a:pt x="1066" y="175"/>
                    <a:pt x="1066" y="175"/>
                  </a:cubicBezTo>
                  <a:cubicBezTo>
                    <a:pt x="1066" y="171"/>
                    <a:pt x="1065" y="165"/>
                    <a:pt x="1061" y="156"/>
                  </a:cubicBezTo>
                  <a:cubicBezTo>
                    <a:pt x="1061" y="156"/>
                    <a:pt x="1061" y="156"/>
                    <a:pt x="1061" y="156"/>
                  </a:cubicBezTo>
                  <a:cubicBezTo>
                    <a:pt x="1061" y="156"/>
                    <a:pt x="1061" y="156"/>
                    <a:pt x="1061" y="156"/>
                  </a:cubicBezTo>
                  <a:cubicBezTo>
                    <a:pt x="1061" y="141"/>
                    <a:pt x="1061" y="141"/>
                    <a:pt x="1061" y="141"/>
                  </a:cubicBezTo>
                  <a:cubicBezTo>
                    <a:pt x="1061" y="141"/>
                    <a:pt x="1061" y="141"/>
                    <a:pt x="1061" y="141"/>
                  </a:cubicBezTo>
                  <a:cubicBezTo>
                    <a:pt x="1064" y="128"/>
                    <a:pt x="1064" y="128"/>
                    <a:pt x="1064" y="128"/>
                  </a:cubicBezTo>
                  <a:cubicBezTo>
                    <a:pt x="1061" y="122"/>
                    <a:pt x="1060" y="118"/>
                    <a:pt x="1060" y="115"/>
                  </a:cubicBezTo>
                  <a:lnTo>
                    <a:pt x="1062" y="98"/>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52" name="Freeform 14"/>
            <p:cNvSpPr/>
            <p:nvPr/>
          </p:nvSpPr>
          <p:spPr bwMode="auto">
            <a:xfrm>
              <a:off x="2898966" y="2661222"/>
              <a:ext cx="241300" cy="400050"/>
            </a:xfrm>
            <a:custGeom>
              <a:avLst/>
              <a:gdLst>
                <a:gd name="T0" fmla="*/ 70 w 139"/>
                <a:gd name="T1" fmla="*/ 44 h 231"/>
                <a:gd name="T2" fmla="*/ 70 w 139"/>
                <a:gd name="T3" fmla="*/ 65 h 231"/>
                <a:gd name="T4" fmla="*/ 63 w 139"/>
                <a:gd name="T5" fmla="*/ 83 h 231"/>
                <a:gd name="T6" fmla="*/ 57 w 139"/>
                <a:gd name="T7" fmla="*/ 93 h 231"/>
                <a:gd name="T8" fmla="*/ 55 w 139"/>
                <a:gd name="T9" fmla="*/ 93 h 231"/>
                <a:gd name="T10" fmla="*/ 32 w 139"/>
                <a:gd name="T11" fmla="*/ 98 h 231"/>
                <a:gd name="T12" fmla="*/ 9 w 139"/>
                <a:gd name="T13" fmla="*/ 102 h 231"/>
                <a:gd name="T14" fmla="*/ 6 w 139"/>
                <a:gd name="T15" fmla="*/ 106 h 231"/>
                <a:gd name="T16" fmla="*/ 29 w 139"/>
                <a:gd name="T17" fmla="*/ 109 h 231"/>
                <a:gd name="T18" fmla="*/ 30 w 139"/>
                <a:gd name="T19" fmla="*/ 109 h 231"/>
                <a:gd name="T20" fmla="*/ 36 w 139"/>
                <a:gd name="T21" fmla="*/ 123 h 231"/>
                <a:gd name="T22" fmla="*/ 45 w 139"/>
                <a:gd name="T23" fmla="*/ 140 h 231"/>
                <a:gd name="T24" fmla="*/ 53 w 139"/>
                <a:gd name="T25" fmla="*/ 163 h 231"/>
                <a:gd name="T26" fmla="*/ 54 w 139"/>
                <a:gd name="T27" fmla="*/ 164 h 231"/>
                <a:gd name="T28" fmla="*/ 58 w 139"/>
                <a:gd name="T29" fmla="*/ 176 h 231"/>
                <a:gd name="T30" fmla="*/ 54 w 139"/>
                <a:gd name="T31" fmla="*/ 189 h 231"/>
                <a:gd name="T32" fmla="*/ 54 w 139"/>
                <a:gd name="T33" fmla="*/ 200 h 231"/>
                <a:gd name="T34" fmla="*/ 75 w 139"/>
                <a:gd name="T35" fmla="*/ 213 h 231"/>
                <a:gd name="T36" fmla="*/ 88 w 139"/>
                <a:gd name="T37" fmla="*/ 229 h 231"/>
                <a:gd name="T38" fmla="*/ 94 w 139"/>
                <a:gd name="T39" fmla="*/ 231 h 231"/>
                <a:gd name="T40" fmla="*/ 92 w 139"/>
                <a:gd name="T41" fmla="*/ 211 h 231"/>
                <a:gd name="T42" fmla="*/ 106 w 139"/>
                <a:gd name="T43" fmla="*/ 204 h 231"/>
                <a:gd name="T44" fmla="*/ 107 w 139"/>
                <a:gd name="T45" fmla="*/ 203 h 231"/>
                <a:gd name="T46" fmla="*/ 108 w 139"/>
                <a:gd name="T47" fmla="*/ 204 h 231"/>
                <a:gd name="T48" fmla="*/ 118 w 139"/>
                <a:gd name="T49" fmla="*/ 202 h 231"/>
                <a:gd name="T50" fmla="*/ 120 w 139"/>
                <a:gd name="T51" fmla="*/ 186 h 231"/>
                <a:gd name="T52" fmla="*/ 111 w 139"/>
                <a:gd name="T53" fmla="*/ 176 h 231"/>
                <a:gd name="T54" fmla="*/ 104 w 139"/>
                <a:gd name="T55" fmla="*/ 175 h 231"/>
                <a:gd name="T56" fmla="*/ 100 w 139"/>
                <a:gd name="T57" fmla="*/ 159 h 231"/>
                <a:gd name="T58" fmla="*/ 102 w 139"/>
                <a:gd name="T59" fmla="*/ 127 h 231"/>
                <a:gd name="T60" fmla="*/ 125 w 139"/>
                <a:gd name="T61" fmla="*/ 121 h 231"/>
                <a:gd name="T62" fmla="*/ 139 w 139"/>
                <a:gd name="T63" fmla="*/ 82 h 231"/>
                <a:gd name="T64" fmla="*/ 128 w 139"/>
                <a:gd name="T65" fmla="*/ 72 h 231"/>
                <a:gd name="T66" fmla="*/ 126 w 139"/>
                <a:gd name="T67" fmla="*/ 73 h 231"/>
                <a:gd name="T68" fmla="*/ 115 w 139"/>
                <a:gd name="T69" fmla="*/ 73 h 231"/>
                <a:gd name="T70" fmla="*/ 108 w 139"/>
                <a:gd name="T71" fmla="*/ 64 h 231"/>
                <a:gd name="T72" fmla="*/ 108 w 139"/>
                <a:gd name="T73" fmla="*/ 63 h 231"/>
                <a:gd name="T74" fmla="*/ 110 w 139"/>
                <a:gd name="T75" fmla="*/ 39 h 231"/>
                <a:gd name="T76" fmla="*/ 115 w 139"/>
                <a:gd name="T77" fmla="*/ 28 h 231"/>
                <a:gd name="T78" fmla="*/ 118 w 139"/>
                <a:gd name="T79" fmla="*/ 15 h 231"/>
                <a:gd name="T80" fmla="*/ 97 w 139"/>
                <a:gd name="T81"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9" h="231">
                  <a:moveTo>
                    <a:pt x="81" y="14"/>
                  </a:moveTo>
                  <a:cubicBezTo>
                    <a:pt x="70" y="44"/>
                    <a:pt x="70" y="44"/>
                    <a:pt x="70" y="44"/>
                  </a:cubicBezTo>
                  <a:cubicBezTo>
                    <a:pt x="70" y="64"/>
                    <a:pt x="70" y="64"/>
                    <a:pt x="70" y="64"/>
                  </a:cubicBezTo>
                  <a:cubicBezTo>
                    <a:pt x="70" y="65"/>
                    <a:pt x="70" y="65"/>
                    <a:pt x="70" y="65"/>
                  </a:cubicBezTo>
                  <a:cubicBezTo>
                    <a:pt x="64" y="75"/>
                    <a:pt x="64" y="75"/>
                    <a:pt x="64" y="75"/>
                  </a:cubicBezTo>
                  <a:cubicBezTo>
                    <a:pt x="63" y="83"/>
                    <a:pt x="63" y="83"/>
                    <a:pt x="63" y="83"/>
                  </a:cubicBezTo>
                  <a:cubicBezTo>
                    <a:pt x="64" y="87"/>
                    <a:pt x="62" y="90"/>
                    <a:pt x="58" y="93"/>
                  </a:cubicBezTo>
                  <a:cubicBezTo>
                    <a:pt x="57" y="93"/>
                    <a:pt x="57" y="93"/>
                    <a:pt x="57" y="93"/>
                  </a:cubicBezTo>
                  <a:cubicBezTo>
                    <a:pt x="56" y="93"/>
                    <a:pt x="56" y="93"/>
                    <a:pt x="56" y="93"/>
                  </a:cubicBezTo>
                  <a:cubicBezTo>
                    <a:pt x="55" y="93"/>
                    <a:pt x="55" y="93"/>
                    <a:pt x="55" y="93"/>
                  </a:cubicBezTo>
                  <a:cubicBezTo>
                    <a:pt x="40" y="91"/>
                    <a:pt x="40" y="91"/>
                    <a:pt x="40" y="91"/>
                  </a:cubicBezTo>
                  <a:cubicBezTo>
                    <a:pt x="32" y="98"/>
                    <a:pt x="32" y="98"/>
                    <a:pt x="32" y="98"/>
                  </a:cubicBezTo>
                  <a:cubicBezTo>
                    <a:pt x="9" y="102"/>
                    <a:pt x="9" y="102"/>
                    <a:pt x="9" y="102"/>
                  </a:cubicBezTo>
                  <a:cubicBezTo>
                    <a:pt x="9" y="102"/>
                    <a:pt x="9" y="102"/>
                    <a:pt x="9" y="102"/>
                  </a:cubicBezTo>
                  <a:cubicBezTo>
                    <a:pt x="0" y="102"/>
                    <a:pt x="0" y="102"/>
                    <a:pt x="0" y="102"/>
                  </a:cubicBezTo>
                  <a:cubicBezTo>
                    <a:pt x="6" y="106"/>
                    <a:pt x="6" y="106"/>
                    <a:pt x="6" y="106"/>
                  </a:cubicBezTo>
                  <a:cubicBezTo>
                    <a:pt x="27" y="109"/>
                    <a:pt x="27" y="109"/>
                    <a:pt x="27" y="109"/>
                  </a:cubicBezTo>
                  <a:cubicBezTo>
                    <a:pt x="29" y="109"/>
                    <a:pt x="29" y="109"/>
                    <a:pt x="29" y="109"/>
                  </a:cubicBezTo>
                  <a:cubicBezTo>
                    <a:pt x="30" y="109"/>
                    <a:pt x="30" y="109"/>
                    <a:pt x="30" y="109"/>
                  </a:cubicBezTo>
                  <a:cubicBezTo>
                    <a:pt x="30" y="109"/>
                    <a:pt x="30" y="109"/>
                    <a:pt x="30" y="109"/>
                  </a:cubicBezTo>
                  <a:cubicBezTo>
                    <a:pt x="30" y="110"/>
                    <a:pt x="30" y="110"/>
                    <a:pt x="30" y="110"/>
                  </a:cubicBezTo>
                  <a:cubicBezTo>
                    <a:pt x="36" y="123"/>
                    <a:pt x="36" y="123"/>
                    <a:pt x="36" y="123"/>
                  </a:cubicBezTo>
                  <a:cubicBezTo>
                    <a:pt x="42" y="127"/>
                    <a:pt x="42" y="127"/>
                    <a:pt x="42" y="127"/>
                  </a:cubicBezTo>
                  <a:cubicBezTo>
                    <a:pt x="44" y="130"/>
                    <a:pt x="45" y="133"/>
                    <a:pt x="45" y="140"/>
                  </a:cubicBezTo>
                  <a:cubicBezTo>
                    <a:pt x="46" y="157"/>
                    <a:pt x="46" y="157"/>
                    <a:pt x="46" y="157"/>
                  </a:cubicBezTo>
                  <a:cubicBezTo>
                    <a:pt x="53" y="163"/>
                    <a:pt x="53" y="163"/>
                    <a:pt x="53" y="163"/>
                  </a:cubicBezTo>
                  <a:cubicBezTo>
                    <a:pt x="54" y="163"/>
                    <a:pt x="54" y="163"/>
                    <a:pt x="54" y="163"/>
                  </a:cubicBezTo>
                  <a:cubicBezTo>
                    <a:pt x="54" y="164"/>
                    <a:pt x="54" y="164"/>
                    <a:pt x="54" y="164"/>
                  </a:cubicBezTo>
                  <a:cubicBezTo>
                    <a:pt x="54" y="164"/>
                    <a:pt x="54" y="164"/>
                    <a:pt x="54" y="164"/>
                  </a:cubicBezTo>
                  <a:cubicBezTo>
                    <a:pt x="58" y="176"/>
                    <a:pt x="58" y="176"/>
                    <a:pt x="58" y="176"/>
                  </a:cubicBezTo>
                  <a:cubicBezTo>
                    <a:pt x="58" y="183"/>
                    <a:pt x="58" y="183"/>
                    <a:pt x="58" y="183"/>
                  </a:cubicBezTo>
                  <a:cubicBezTo>
                    <a:pt x="54" y="189"/>
                    <a:pt x="54" y="189"/>
                    <a:pt x="54" y="189"/>
                  </a:cubicBezTo>
                  <a:cubicBezTo>
                    <a:pt x="52" y="194"/>
                    <a:pt x="52" y="194"/>
                    <a:pt x="52" y="194"/>
                  </a:cubicBezTo>
                  <a:cubicBezTo>
                    <a:pt x="54" y="200"/>
                    <a:pt x="54" y="200"/>
                    <a:pt x="54" y="200"/>
                  </a:cubicBezTo>
                  <a:cubicBezTo>
                    <a:pt x="61" y="205"/>
                    <a:pt x="61" y="205"/>
                    <a:pt x="61" y="205"/>
                  </a:cubicBezTo>
                  <a:cubicBezTo>
                    <a:pt x="69" y="208"/>
                    <a:pt x="74" y="210"/>
                    <a:pt x="75" y="213"/>
                  </a:cubicBezTo>
                  <a:cubicBezTo>
                    <a:pt x="80" y="222"/>
                    <a:pt x="80" y="222"/>
                    <a:pt x="80" y="222"/>
                  </a:cubicBezTo>
                  <a:cubicBezTo>
                    <a:pt x="85" y="225"/>
                    <a:pt x="87" y="227"/>
                    <a:pt x="88" y="229"/>
                  </a:cubicBezTo>
                  <a:cubicBezTo>
                    <a:pt x="94" y="231"/>
                    <a:pt x="94" y="231"/>
                    <a:pt x="94" y="231"/>
                  </a:cubicBezTo>
                  <a:cubicBezTo>
                    <a:pt x="94" y="231"/>
                    <a:pt x="94" y="231"/>
                    <a:pt x="94" y="231"/>
                  </a:cubicBezTo>
                  <a:cubicBezTo>
                    <a:pt x="92" y="218"/>
                    <a:pt x="92" y="218"/>
                    <a:pt x="92" y="218"/>
                  </a:cubicBezTo>
                  <a:cubicBezTo>
                    <a:pt x="91" y="215"/>
                    <a:pt x="91" y="212"/>
                    <a:pt x="92" y="211"/>
                  </a:cubicBezTo>
                  <a:cubicBezTo>
                    <a:pt x="94" y="209"/>
                    <a:pt x="95" y="208"/>
                    <a:pt x="97" y="207"/>
                  </a:cubicBezTo>
                  <a:cubicBezTo>
                    <a:pt x="106" y="204"/>
                    <a:pt x="106" y="204"/>
                    <a:pt x="106" y="204"/>
                  </a:cubicBezTo>
                  <a:cubicBezTo>
                    <a:pt x="106" y="204"/>
                    <a:pt x="106" y="204"/>
                    <a:pt x="106" y="204"/>
                  </a:cubicBezTo>
                  <a:cubicBezTo>
                    <a:pt x="107" y="203"/>
                    <a:pt x="107" y="203"/>
                    <a:pt x="107" y="203"/>
                  </a:cubicBezTo>
                  <a:cubicBezTo>
                    <a:pt x="108" y="203"/>
                    <a:pt x="108" y="203"/>
                    <a:pt x="108" y="203"/>
                  </a:cubicBezTo>
                  <a:cubicBezTo>
                    <a:pt x="108" y="204"/>
                    <a:pt x="108" y="204"/>
                    <a:pt x="108" y="204"/>
                  </a:cubicBezTo>
                  <a:cubicBezTo>
                    <a:pt x="112" y="205"/>
                    <a:pt x="112" y="205"/>
                    <a:pt x="112" y="205"/>
                  </a:cubicBezTo>
                  <a:cubicBezTo>
                    <a:pt x="118" y="202"/>
                    <a:pt x="118" y="202"/>
                    <a:pt x="118" y="202"/>
                  </a:cubicBezTo>
                  <a:cubicBezTo>
                    <a:pt x="118" y="201"/>
                    <a:pt x="118" y="201"/>
                    <a:pt x="118" y="201"/>
                  </a:cubicBezTo>
                  <a:cubicBezTo>
                    <a:pt x="120" y="186"/>
                    <a:pt x="120" y="186"/>
                    <a:pt x="120" y="186"/>
                  </a:cubicBezTo>
                  <a:cubicBezTo>
                    <a:pt x="116" y="178"/>
                    <a:pt x="116" y="178"/>
                    <a:pt x="116" y="178"/>
                  </a:cubicBezTo>
                  <a:cubicBezTo>
                    <a:pt x="111" y="176"/>
                    <a:pt x="111" y="176"/>
                    <a:pt x="111" y="176"/>
                  </a:cubicBezTo>
                  <a:cubicBezTo>
                    <a:pt x="105" y="175"/>
                    <a:pt x="105" y="175"/>
                    <a:pt x="105" y="175"/>
                  </a:cubicBezTo>
                  <a:cubicBezTo>
                    <a:pt x="104" y="175"/>
                    <a:pt x="104" y="175"/>
                    <a:pt x="104" y="175"/>
                  </a:cubicBezTo>
                  <a:cubicBezTo>
                    <a:pt x="103" y="175"/>
                    <a:pt x="103" y="175"/>
                    <a:pt x="103" y="175"/>
                  </a:cubicBezTo>
                  <a:cubicBezTo>
                    <a:pt x="100" y="159"/>
                    <a:pt x="100" y="159"/>
                    <a:pt x="100" y="159"/>
                  </a:cubicBezTo>
                  <a:cubicBezTo>
                    <a:pt x="101" y="128"/>
                    <a:pt x="101" y="128"/>
                    <a:pt x="101" y="128"/>
                  </a:cubicBezTo>
                  <a:cubicBezTo>
                    <a:pt x="102" y="127"/>
                    <a:pt x="102" y="127"/>
                    <a:pt x="102" y="127"/>
                  </a:cubicBezTo>
                  <a:cubicBezTo>
                    <a:pt x="111" y="114"/>
                    <a:pt x="111" y="114"/>
                    <a:pt x="111" y="114"/>
                  </a:cubicBezTo>
                  <a:cubicBezTo>
                    <a:pt x="125" y="121"/>
                    <a:pt x="125" y="121"/>
                    <a:pt x="125" y="121"/>
                  </a:cubicBezTo>
                  <a:cubicBezTo>
                    <a:pt x="132" y="121"/>
                    <a:pt x="132" y="121"/>
                    <a:pt x="132" y="121"/>
                  </a:cubicBezTo>
                  <a:cubicBezTo>
                    <a:pt x="139" y="82"/>
                    <a:pt x="139" y="82"/>
                    <a:pt x="139" y="82"/>
                  </a:cubicBezTo>
                  <a:cubicBezTo>
                    <a:pt x="137" y="78"/>
                    <a:pt x="135" y="75"/>
                    <a:pt x="131" y="73"/>
                  </a:cubicBezTo>
                  <a:cubicBezTo>
                    <a:pt x="128" y="72"/>
                    <a:pt x="128" y="72"/>
                    <a:pt x="128" y="72"/>
                  </a:cubicBezTo>
                  <a:cubicBezTo>
                    <a:pt x="128" y="73"/>
                    <a:pt x="128" y="73"/>
                    <a:pt x="128" y="73"/>
                  </a:cubicBezTo>
                  <a:cubicBezTo>
                    <a:pt x="126" y="73"/>
                    <a:pt x="126" y="73"/>
                    <a:pt x="126" y="73"/>
                  </a:cubicBezTo>
                  <a:cubicBezTo>
                    <a:pt x="116" y="75"/>
                    <a:pt x="116" y="75"/>
                    <a:pt x="116" y="75"/>
                  </a:cubicBezTo>
                  <a:cubicBezTo>
                    <a:pt x="115" y="73"/>
                    <a:pt x="115" y="73"/>
                    <a:pt x="115" y="73"/>
                  </a:cubicBezTo>
                  <a:cubicBezTo>
                    <a:pt x="115" y="73"/>
                    <a:pt x="115" y="73"/>
                    <a:pt x="115" y="73"/>
                  </a:cubicBezTo>
                  <a:cubicBezTo>
                    <a:pt x="108" y="64"/>
                    <a:pt x="108" y="64"/>
                    <a:pt x="108" y="64"/>
                  </a:cubicBezTo>
                  <a:cubicBezTo>
                    <a:pt x="108" y="64"/>
                    <a:pt x="108" y="64"/>
                    <a:pt x="108" y="64"/>
                  </a:cubicBezTo>
                  <a:cubicBezTo>
                    <a:pt x="108" y="63"/>
                    <a:pt x="108" y="63"/>
                    <a:pt x="108" y="63"/>
                  </a:cubicBezTo>
                  <a:cubicBezTo>
                    <a:pt x="108" y="48"/>
                    <a:pt x="108" y="48"/>
                    <a:pt x="108" y="48"/>
                  </a:cubicBezTo>
                  <a:cubicBezTo>
                    <a:pt x="110" y="39"/>
                    <a:pt x="110" y="39"/>
                    <a:pt x="110" y="39"/>
                  </a:cubicBezTo>
                  <a:cubicBezTo>
                    <a:pt x="112" y="36"/>
                    <a:pt x="112" y="36"/>
                    <a:pt x="112" y="36"/>
                  </a:cubicBezTo>
                  <a:cubicBezTo>
                    <a:pt x="112" y="33"/>
                    <a:pt x="113" y="31"/>
                    <a:pt x="115" y="28"/>
                  </a:cubicBezTo>
                  <a:cubicBezTo>
                    <a:pt x="118" y="25"/>
                    <a:pt x="118" y="25"/>
                    <a:pt x="118" y="25"/>
                  </a:cubicBezTo>
                  <a:cubicBezTo>
                    <a:pt x="118" y="15"/>
                    <a:pt x="118" y="15"/>
                    <a:pt x="118" y="15"/>
                  </a:cubicBezTo>
                  <a:cubicBezTo>
                    <a:pt x="109" y="6"/>
                    <a:pt x="109" y="6"/>
                    <a:pt x="109" y="6"/>
                  </a:cubicBezTo>
                  <a:cubicBezTo>
                    <a:pt x="97" y="0"/>
                    <a:pt x="97" y="0"/>
                    <a:pt x="97" y="0"/>
                  </a:cubicBezTo>
                  <a:lnTo>
                    <a:pt x="81" y="14"/>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53" name="Freeform 15"/>
            <p:cNvSpPr/>
            <p:nvPr/>
          </p:nvSpPr>
          <p:spPr bwMode="auto">
            <a:xfrm>
              <a:off x="611379" y="1608709"/>
              <a:ext cx="1711325" cy="1296988"/>
            </a:xfrm>
            <a:custGeom>
              <a:avLst/>
              <a:gdLst>
                <a:gd name="T0" fmla="*/ 970 w 989"/>
                <a:gd name="T1" fmla="*/ 347 h 749"/>
                <a:gd name="T2" fmla="*/ 929 w 989"/>
                <a:gd name="T3" fmla="*/ 310 h 749"/>
                <a:gd name="T4" fmla="*/ 904 w 989"/>
                <a:gd name="T5" fmla="*/ 280 h 749"/>
                <a:gd name="T6" fmla="*/ 789 w 989"/>
                <a:gd name="T7" fmla="*/ 252 h 749"/>
                <a:gd name="T8" fmla="*/ 795 w 989"/>
                <a:gd name="T9" fmla="*/ 137 h 749"/>
                <a:gd name="T10" fmla="*/ 713 w 989"/>
                <a:gd name="T11" fmla="*/ 39 h 749"/>
                <a:gd name="T12" fmla="*/ 672 w 989"/>
                <a:gd name="T13" fmla="*/ 11 h 749"/>
                <a:gd name="T14" fmla="*/ 608 w 989"/>
                <a:gd name="T15" fmla="*/ 94 h 749"/>
                <a:gd name="T16" fmla="*/ 468 w 989"/>
                <a:gd name="T17" fmla="*/ 170 h 749"/>
                <a:gd name="T18" fmla="*/ 442 w 989"/>
                <a:gd name="T19" fmla="*/ 175 h 749"/>
                <a:gd name="T20" fmla="*/ 359 w 989"/>
                <a:gd name="T21" fmla="*/ 168 h 749"/>
                <a:gd name="T22" fmla="*/ 371 w 989"/>
                <a:gd name="T23" fmla="*/ 255 h 749"/>
                <a:gd name="T24" fmla="*/ 355 w 989"/>
                <a:gd name="T25" fmla="*/ 301 h 749"/>
                <a:gd name="T26" fmla="*/ 343 w 989"/>
                <a:gd name="T27" fmla="*/ 299 h 749"/>
                <a:gd name="T28" fmla="*/ 307 w 989"/>
                <a:gd name="T29" fmla="*/ 340 h 749"/>
                <a:gd name="T30" fmla="*/ 250 w 989"/>
                <a:gd name="T31" fmla="*/ 355 h 749"/>
                <a:gd name="T32" fmla="*/ 139 w 989"/>
                <a:gd name="T33" fmla="*/ 385 h 749"/>
                <a:gd name="T34" fmla="*/ 80 w 989"/>
                <a:gd name="T35" fmla="*/ 376 h 749"/>
                <a:gd name="T36" fmla="*/ 50 w 989"/>
                <a:gd name="T37" fmla="*/ 366 h 749"/>
                <a:gd name="T38" fmla="*/ 7 w 989"/>
                <a:gd name="T39" fmla="*/ 431 h 749"/>
                <a:gd name="T40" fmla="*/ 40 w 989"/>
                <a:gd name="T41" fmla="*/ 461 h 749"/>
                <a:gd name="T42" fmla="*/ 31 w 989"/>
                <a:gd name="T43" fmla="*/ 541 h 749"/>
                <a:gd name="T44" fmla="*/ 32 w 989"/>
                <a:gd name="T45" fmla="*/ 558 h 749"/>
                <a:gd name="T46" fmla="*/ 91 w 989"/>
                <a:gd name="T47" fmla="*/ 633 h 749"/>
                <a:gd name="T48" fmla="*/ 129 w 989"/>
                <a:gd name="T49" fmla="*/ 674 h 749"/>
                <a:gd name="T50" fmla="*/ 159 w 989"/>
                <a:gd name="T51" fmla="*/ 745 h 749"/>
                <a:gd name="T52" fmla="*/ 197 w 989"/>
                <a:gd name="T53" fmla="*/ 749 h 749"/>
                <a:gd name="T54" fmla="*/ 220 w 989"/>
                <a:gd name="T55" fmla="*/ 708 h 749"/>
                <a:gd name="T56" fmla="*/ 251 w 989"/>
                <a:gd name="T57" fmla="*/ 711 h 749"/>
                <a:gd name="T58" fmla="*/ 349 w 989"/>
                <a:gd name="T59" fmla="*/ 707 h 749"/>
                <a:gd name="T60" fmla="*/ 380 w 989"/>
                <a:gd name="T61" fmla="*/ 729 h 749"/>
                <a:gd name="T62" fmla="*/ 432 w 989"/>
                <a:gd name="T63" fmla="*/ 729 h 749"/>
                <a:gd name="T64" fmla="*/ 546 w 989"/>
                <a:gd name="T65" fmla="*/ 714 h 749"/>
                <a:gd name="T66" fmla="*/ 626 w 989"/>
                <a:gd name="T67" fmla="*/ 717 h 749"/>
                <a:gd name="T68" fmla="*/ 676 w 989"/>
                <a:gd name="T69" fmla="*/ 735 h 749"/>
                <a:gd name="T70" fmla="*/ 717 w 989"/>
                <a:gd name="T71" fmla="*/ 746 h 749"/>
                <a:gd name="T72" fmla="*/ 712 w 989"/>
                <a:gd name="T73" fmla="*/ 714 h 749"/>
                <a:gd name="T74" fmla="*/ 723 w 989"/>
                <a:gd name="T75" fmla="*/ 700 h 749"/>
                <a:gd name="T76" fmla="*/ 726 w 989"/>
                <a:gd name="T77" fmla="*/ 677 h 749"/>
                <a:gd name="T78" fmla="*/ 699 w 989"/>
                <a:gd name="T79" fmla="*/ 651 h 749"/>
                <a:gd name="T80" fmla="*/ 701 w 989"/>
                <a:gd name="T81" fmla="*/ 629 h 749"/>
                <a:gd name="T82" fmla="*/ 750 w 989"/>
                <a:gd name="T83" fmla="*/ 602 h 749"/>
                <a:gd name="T84" fmla="*/ 800 w 989"/>
                <a:gd name="T85" fmla="*/ 592 h 749"/>
                <a:gd name="T86" fmla="*/ 825 w 989"/>
                <a:gd name="T87" fmla="*/ 570 h 749"/>
                <a:gd name="T88" fmla="*/ 826 w 989"/>
                <a:gd name="T89" fmla="*/ 558 h 749"/>
                <a:gd name="T90" fmla="*/ 830 w 989"/>
                <a:gd name="T91" fmla="*/ 522 h 749"/>
                <a:gd name="T92" fmla="*/ 887 w 989"/>
                <a:gd name="T93" fmla="*/ 478 h 749"/>
                <a:gd name="T94" fmla="*/ 914 w 989"/>
                <a:gd name="T95" fmla="*/ 459 h 749"/>
                <a:gd name="T96" fmla="*/ 963 w 989"/>
                <a:gd name="T97" fmla="*/ 446 h 749"/>
                <a:gd name="T98" fmla="*/ 983 w 989"/>
                <a:gd name="T99" fmla="*/ 428 h 749"/>
                <a:gd name="T100" fmla="*/ 988 w 989"/>
                <a:gd name="T101" fmla="*/ 404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89" h="749">
                  <a:moveTo>
                    <a:pt x="988" y="403"/>
                  </a:moveTo>
                  <a:cubicBezTo>
                    <a:pt x="989" y="403"/>
                    <a:pt x="989" y="403"/>
                    <a:pt x="989" y="403"/>
                  </a:cubicBezTo>
                  <a:cubicBezTo>
                    <a:pt x="989" y="403"/>
                    <a:pt x="989" y="403"/>
                    <a:pt x="989" y="403"/>
                  </a:cubicBezTo>
                  <a:cubicBezTo>
                    <a:pt x="989" y="402"/>
                    <a:pt x="989" y="402"/>
                    <a:pt x="989" y="402"/>
                  </a:cubicBezTo>
                  <a:cubicBezTo>
                    <a:pt x="970" y="347"/>
                    <a:pt x="970" y="347"/>
                    <a:pt x="970" y="347"/>
                  </a:cubicBezTo>
                  <a:cubicBezTo>
                    <a:pt x="958" y="337"/>
                    <a:pt x="958" y="337"/>
                    <a:pt x="958" y="337"/>
                  </a:cubicBezTo>
                  <a:cubicBezTo>
                    <a:pt x="958" y="336"/>
                    <a:pt x="958" y="336"/>
                    <a:pt x="958" y="336"/>
                  </a:cubicBezTo>
                  <a:cubicBezTo>
                    <a:pt x="955" y="314"/>
                    <a:pt x="955" y="314"/>
                    <a:pt x="955" y="314"/>
                  </a:cubicBezTo>
                  <a:cubicBezTo>
                    <a:pt x="929" y="310"/>
                    <a:pt x="929" y="310"/>
                    <a:pt x="929" y="310"/>
                  </a:cubicBezTo>
                  <a:cubicBezTo>
                    <a:pt x="929" y="310"/>
                    <a:pt x="929" y="310"/>
                    <a:pt x="929" y="310"/>
                  </a:cubicBezTo>
                  <a:cubicBezTo>
                    <a:pt x="928" y="310"/>
                    <a:pt x="928" y="310"/>
                    <a:pt x="928" y="310"/>
                  </a:cubicBezTo>
                  <a:cubicBezTo>
                    <a:pt x="928" y="309"/>
                    <a:pt x="928" y="309"/>
                    <a:pt x="928" y="309"/>
                  </a:cubicBezTo>
                  <a:cubicBezTo>
                    <a:pt x="927" y="308"/>
                    <a:pt x="927" y="308"/>
                    <a:pt x="927" y="308"/>
                  </a:cubicBezTo>
                  <a:cubicBezTo>
                    <a:pt x="927" y="307"/>
                    <a:pt x="927" y="307"/>
                    <a:pt x="927" y="307"/>
                  </a:cubicBezTo>
                  <a:cubicBezTo>
                    <a:pt x="924" y="299"/>
                    <a:pt x="916" y="290"/>
                    <a:pt x="904" y="280"/>
                  </a:cubicBezTo>
                  <a:cubicBezTo>
                    <a:pt x="897" y="275"/>
                    <a:pt x="891" y="271"/>
                    <a:pt x="885" y="270"/>
                  </a:cubicBezTo>
                  <a:cubicBezTo>
                    <a:pt x="881" y="267"/>
                    <a:pt x="877" y="266"/>
                    <a:pt x="874" y="263"/>
                  </a:cubicBezTo>
                  <a:cubicBezTo>
                    <a:pt x="866" y="258"/>
                    <a:pt x="838" y="253"/>
                    <a:pt x="790" y="252"/>
                  </a:cubicBezTo>
                  <a:cubicBezTo>
                    <a:pt x="789" y="252"/>
                    <a:pt x="789" y="252"/>
                    <a:pt x="789" y="252"/>
                  </a:cubicBezTo>
                  <a:cubicBezTo>
                    <a:pt x="789" y="252"/>
                    <a:pt x="789" y="252"/>
                    <a:pt x="789" y="252"/>
                  </a:cubicBezTo>
                  <a:cubicBezTo>
                    <a:pt x="783" y="244"/>
                    <a:pt x="783" y="244"/>
                    <a:pt x="783" y="244"/>
                  </a:cubicBezTo>
                  <a:cubicBezTo>
                    <a:pt x="781" y="238"/>
                    <a:pt x="779" y="233"/>
                    <a:pt x="778" y="228"/>
                  </a:cubicBezTo>
                  <a:cubicBezTo>
                    <a:pt x="778" y="221"/>
                    <a:pt x="786" y="199"/>
                    <a:pt x="803" y="164"/>
                  </a:cubicBezTo>
                  <a:cubicBezTo>
                    <a:pt x="795" y="137"/>
                    <a:pt x="795" y="137"/>
                    <a:pt x="795" y="137"/>
                  </a:cubicBezTo>
                  <a:cubicBezTo>
                    <a:pt x="795" y="137"/>
                    <a:pt x="795" y="137"/>
                    <a:pt x="795" y="137"/>
                  </a:cubicBezTo>
                  <a:cubicBezTo>
                    <a:pt x="786" y="94"/>
                    <a:pt x="786" y="94"/>
                    <a:pt x="786" y="94"/>
                  </a:cubicBezTo>
                  <a:cubicBezTo>
                    <a:pt x="784" y="88"/>
                    <a:pt x="774" y="83"/>
                    <a:pt x="756" y="77"/>
                  </a:cubicBezTo>
                  <a:cubicBezTo>
                    <a:pt x="752" y="76"/>
                    <a:pt x="748" y="75"/>
                    <a:pt x="745" y="73"/>
                  </a:cubicBezTo>
                  <a:cubicBezTo>
                    <a:pt x="738" y="70"/>
                    <a:pt x="733" y="64"/>
                    <a:pt x="731" y="57"/>
                  </a:cubicBezTo>
                  <a:cubicBezTo>
                    <a:pt x="727" y="50"/>
                    <a:pt x="721" y="43"/>
                    <a:pt x="713" y="39"/>
                  </a:cubicBezTo>
                  <a:cubicBezTo>
                    <a:pt x="712" y="39"/>
                    <a:pt x="712" y="39"/>
                    <a:pt x="712" y="39"/>
                  </a:cubicBezTo>
                  <a:cubicBezTo>
                    <a:pt x="711" y="38"/>
                    <a:pt x="711" y="38"/>
                    <a:pt x="711" y="38"/>
                  </a:cubicBezTo>
                  <a:cubicBezTo>
                    <a:pt x="704" y="0"/>
                    <a:pt x="704" y="0"/>
                    <a:pt x="704" y="0"/>
                  </a:cubicBezTo>
                  <a:cubicBezTo>
                    <a:pt x="675" y="3"/>
                    <a:pt x="675" y="3"/>
                    <a:pt x="675" y="3"/>
                  </a:cubicBezTo>
                  <a:cubicBezTo>
                    <a:pt x="672" y="11"/>
                    <a:pt x="672" y="11"/>
                    <a:pt x="672" y="11"/>
                  </a:cubicBezTo>
                  <a:cubicBezTo>
                    <a:pt x="668" y="24"/>
                    <a:pt x="665" y="30"/>
                    <a:pt x="660" y="30"/>
                  </a:cubicBezTo>
                  <a:cubicBezTo>
                    <a:pt x="642" y="36"/>
                    <a:pt x="642" y="36"/>
                    <a:pt x="642" y="36"/>
                  </a:cubicBezTo>
                  <a:cubicBezTo>
                    <a:pt x="630" y="40"/>
                    <a:pt x="623" y="45"/>
                    <a:pt x="619" y="51"/>
                  </a:cubicBezTo>
                  <a:cubicBezTo>
                    <a:pt x="617" y="53"/>
                    <a:pt x="616" y="60"/>
                    <a:pt x="614" y="70"/>
                  </a:cubicBezTo>
                  <a:cubicBezTo>
                    <a:pt x="613" y="81"/>
                    <a:pt x="611" y="89"/>
                    <a:pt x="608" y="94"/>
                  </a:cubicBezTo>
                  <a:cubicBezTo>
                    <a:pt x="605" y="102"/>
                    <a:pt x="599" y="108"/>
                    <a:pt x="591" y="111"/>
                  </a:cubicBezTo>
                  <a:cubicBezTo>
                    <a:pt x="575" y="117"/>
                    <a:pt x="548" y="107"/>
                    <a:pt x="511" y="80"/>
                  </a:cubicBezTo>
                  <a:cubicBezTo>
                    <a:pt x="461" y="144"/>
                    <a:pt x="461" y="144"/>
                    <a:pt x="461" y="144"/>
                  </a:cubicBezTo>
                  <a:cubicBezTo>
                    <a:pt x="467" y="170"/>
                    <a:pt x="467" y="170"/>
                    <a:pt x="467" y="170"/>
                  </a:cubicBezTo>
                  <a:cubicBezTo>
                    <a:pt x="468" y="170"/>
                    <a:pt x="468" y="170"/>
                    <a:pt x="468" y="170"/>
                  </a:cubicBezTo>
                  <a:cubicBezTo>
                    <a:pt x="469" y="172"/>
                    <a:pt x="469" y="172"/>
                    <a:pt x="469" y="172"/>
                  </a:cubicBezTo>
                  <a:cubicBezTo>
                    <a:pt x="467" y="172"/>
                    <a:pt x="467" y="172"/>
                    <a:pt x="467" y="172"/>
                  </a:cubicBezTo>
                  <a:cubicBezTo>
                    <a:pt x="467" y="173"/>
                    <a:pt x="467" y="173"/>
                    <a:pt x="467" y="173"/>
                  </a:cubicBezTo>
                  <a:cubicBezTo>
                    <a:pt x="465" y="176"/>
                    <a:pt x="461" y="179"/>
                    <a:pt x="457" y="179"/>
                  </a:cubicBezTo>
                  <a:cubicBezTo>
                    <a:pt x="452" y="181"/>
                    <a:pt x="447" y="179"/>
                    <a:pt x="442" y="175"/>
                  </a:cubicBezTo>
                  <a:cubicBezTo>
                    <a:pt x="437" y="172"/>
                    <a:pt x="423" y="168"/>
                    <a:pt x="401" y="167"/>
                  </a:cubicBezTo>
                  <a:cubicBezTo>
                    <a:pt x="390" y="167"/>
                    <a:pt x="390" y="167"/>
                    <a:pt x="390" y="167"/>
                  </a:cubicBezTo>
                  <a:cubicBezTo>
                    <a:pt x="390" y="167"/>
                    <a:pt x="390" y="167"/>
                    <a:pt x="390" y="167"/>
                  </a:cubicBezTo>
                  <a:cubicBezTo>
                    <a:pt x="375" y="165"/>
                    <a:pt x="375" y="165"/>
                    <a:pt x="375" y="165"/>
                  </a:cubicBezTo>
                  <a:cubicBezTo>
                    <a:pt x="359" y="168"/>
                    <a:pt x="359" y="168"/>
                    <a:pt x="359" y="168"/>
                  </a:cubicBezTo>
                  <a:cubicBezTo>
                    <a:pt x="366" y="179"/>
                    <a:pt x="366" y="179"/>
                    <a:pt x="366" y="179"/>
                  </a:cubicBezTo>
                  <a:cubicBezTo>
                    <a:pt x="372" y="187"/>
                    <a:pt x="375" y="192"/>
                    <a:pt x="374" y="195"/>
                  </a:cubicBezTo>
                  <a:cubicBezTo>
                    <a:pt x="367" y="234"/>
                    <a:pt x="367" y="234"/>
                    <a:pt x="367" y="234"/>
                  </a:cubicBezTo>
                  <a:cubicBezTo>
                    <a:pt x="370" y="255"/>
                    <a:pt x="370" y="255"/>
                    <a:pt x="370" y="255"/>
                  </a:cubicBezTo>
                  <a:cubicBezTo>
                    <a:pt x="371" y="255"/>
                    <a:pt x="371" y="255"/>
                    <a:pt x="371" y="255"/>
                  </a:cubicBezTo>
                  <a:cubicBezTo>
                    <a:pt x="371" y="256"/>
                    <a:pt x="371" y="256"/>
                    <a:pt x="371" y="256"/>
                  </a:cubicBezTo>
                  <a:cubicBezTo>
                    <a:pt x="370" y="256"/>
                    <a:pt x="370" y="256"/>
                    <a:pt x="370" y="256"/>
                  </a:cubicBezTo>
                  <a:cubicBezTo>
                    <a:pt x="370" y="256"/>
                    <a:pt x="370" y="256"/>
                    <a:pt x="370" y="256"/>
                  </a:cubicBezTo>
                  <a:cubicBezTo>
                    <a:pt x="358" y="296"/>
                    <a:pt x="358" y="296"/>
                    <a:pt x="358" y="296"/>
                  </a:cubicBezTo>
                  <a:cubicBezTo>
                    <a:pt x="358" y="300"/>
                    <a:pt x="356" y="301"/>
                    <a:pt x="355" y="301"/>
                  </a:cubicBezTo>
                  <a:cubicBezTo>
                    <a:pt x="354" y="301"/>
                    <a:pt x="354" y="301"/>
                    <a:pt x="354" y="301"/>
                  </a:cubicBezTo>
                  <a:cubicBezTo>
                    <a:pt x="354" y="300"/>
                    <a:pt x="354" y="300"/>
                    <a:pt x="354" y="300"/>
                  </a:cubicBezTo>
                  <a:cubicBezTo>
                    <a:pt x="352" y="297"/>
                    <a:pt x="352" y="297"/>
                    <a:pt x="352" y="297"/>
                  </a:cubicBezTo>
                  <a:cubicBezTo>
                    <a:pt x="350" y="292"/>
                    <a:pt x="348" y="290"/>
                    <a:pt x="347" y="290"/>
                  </a:cubicBezTo>
                  <a:cubicBezTo>
                    <a:pt x="345" y="291"/>
                    <a:pt x="344" y="294"/>
                    <a:pt x="343" y="299"/>
                  </a:cubicBezTo>
                  <a:cubicBezTo>
                    <a:pt x="341" y="310"/>
                    <a:pt x="334" y="319"/>
                    <a:pt x="324" y="329"/>
                  </a:cubicBezTo>
                  <a:cubicBezTo>
                    <a:pt x="313" y="337"/>
                    <a:pt x="313" y="337"/>
                    <a:pt x="313" y="337"/>
                  </a:cubicBezTo>
                  <a:cubicBezTo>
                    <a:pt x="307" y="340"/>
                    <a:pt x="307" y="340"/>
                    <a:pt x="307" y="340"/>
                  </a:cubicBezTo>
                  <a:cubicBezTo>
                    <a:pt x="307" y="340"/>
                    <a:pt x="307" y="340"/>
                    <a:pt x="307" y="340"/>
                  </a:cubicBezTo>
                  <a:cubicBezTo>
                    <a:pt x="307" y="340"/>
                    <a:pt x="307" y="340"/>
                    <a:pt x="307" y="340"/>
                  </a:cubicBezTo>
                  <a:cubicBezTo>
                    <a:pt x="267" y="341"/>
                    <a:pt x="267" y="341"/>
                    <a:pt x="267" y="341"/>
                  </a:cubicBezTo>
                  <a:cubicBezTo>
                    <a:pt x="252" y="355"/>
                    <a:pt x="252" y="355"/>
                    <a:pt x="252" y="355"/>
                  </a:cubicBezTo>
                  <a:cubicBezTo>
                    <a:pt x="251" y="355"/>
                    <a:pt x="251" y="355"/>
                    <a:pt x="251" y="355"/>
                  </a:cubicBezTo>
                  <a:cubicBezTo>
                    <a:pt x="250" y="355"/>
                    <a:pt x="250" y="355"/>
                    <a:pt x="250" y="355"/>
                  </a:cubicBezTo>
                  <a:cubicBezTo>
                    <a:pt x="250" y="355"/>
                    <a:pt x="250" y="355"/>
                    <a:pt x="250" y="355"/>
                  </a:cubicBezTo>
                  <a:cubicBezTo>
                    <a:pt x="208" y="349"/>
                    <a:pt x="208" y="349"/>
                    <a:pt x="208" y="349"/>
                  </a:cubicBezTo>
                  <a:cubicBezTo>
                    <a:pt x="201" y="357"/>
                    <a:pt x="194" y="359"/>
                    <a:pt x="188" y="358"/>
                  </a:cubicBezTo>
                  <a:cubicBezTo>
                    <a:pt x="182" y="356"/>
                    <a:pt x="171" y="358"/>
                    <a:pt x="157" y="364"/>
                  </a:cubicBezTo>
                  <a:cubicBezTo>
                    <a:pt x="140" y="384"/>
                    <a:pt x="140" y="384"/>
                    <a:pt x="140" y="384"/>
                  </a:cubicBezTo>
                  <a:cubicBezTo>
                    <a:pt x="139" y="385"/>
                    <a:pt x="139" y="385"/>
                    <a:pt x="139" y="385"/>
                  </a:cubicBezTo>
                  <a:cubicBezTo>
                    <a:pt x="112" y="386"/>
                    <a:pt x="112" y="386"/>
                    <a:pt x="112" y="386"/>
                  </a:cubicBezTo>
                  <a:cubicBezTo>
                    <a:pt x="112" y="363"/>
                    <a:pt x="112" y="363"/>
                    <a:pt x="112" y="363"/>
                  </a:cubicBezTo>
                  <a:cubicBezTo>
                    <a:pt x="95" y="363"/>
                    <a:pt x="95" y="363"/>
                    <a:pt x="95" y="363"/>
                  </a:cubicBezTo>
                  <a:cubicBezTo>
                    <a:pt x="92" y="373"/>
                    <a:pt x="92" y="373"/>
                    <a:pt x="92" y="373"/>
                  </a:cubicBezTo>
                  <a:cubicBezTo>
                    <a:pt x="80" y="376"/>
                    <a:pt x="80" y="376"/>
                    <a:pt x="80" y="376"/>
                  </a:cubicBezTo>
                  <a:cubicBezTo>
                    <a:pt x="78" y="376"/>
                    <a:pt x="78" y="376"/>
                    <a:pt x="78" y="376"/>
                  </a:cubicBezTo>
                  <a:cubicBezTo>
                    <a:pt x="78" y="376"/>
                    <a:pt x="78" y="376"/>
                    <a:pt x="78" y="376"/>
                  </a:cubicBezTo>
                  <a:cubicBezTo>
                    <a:pt x="78" y="375"/>
                    <a:pt x="78" y="375"/>
                    <a:pt x="78" y="375"/>
                  </a:cubicBezTo>
                  <a:cubicBezTo>
                    <a:pt x="77" y="375"/>
                    <a:pt x="77" y="375"/>
                    <a:pt x="77" y="375"/>
                  </a:cubicBezTo>
                  <a:cubicBezTo>
                    <a:pt x="69" y="371"/>
                    <a:pt x="60" y="367"/>
                    <a:pt x="50" y="366"/>
                  </a:cubicBezTo>
                  <a:cubicBezTo>
                    <a:pt x="44" y="365"/>
                    <a:pt x="38" y="369"/>
                    <a:pt x="28" y="377"/>
                  </a:cubicBezTo>
                  <a:cubicBezTo>
                    <a:pt x="18" y="386"/>
                    <a:pt x="10" y="394"/>
                    <a:pt x="7" y="401"/>
                  </a:cubicBezTo>
                  <a:cubicBezTo>
                    <a:pt x="9" y="402"/>
                    <a:pt x="10" y="405"/>
                    <a:pt x="10" y="408"/>
                  </a:cubicBezTo>
                  <a:cubicBezTo>
                    <a:pt x="11" y="412"/>
                    <a:pt x="12" y="416"/>
                    <a:pt x="12" y="421"/>
                  </a:cubicBezTo>
                  <a:cubicBezTo>
                    <a:pt x="11" y="426"/>
                    <a:pt x="9" y="429"/>
                    <a:pt x="7" y="431"/>
                  </a:cubicBezTo>
                  <a:cubicBezTo>
                    <a:pt x="4" y="433"/>
                    <a:pt x="2" y="439"/>
                    <a:pt x="0" y="448"/>
                  </a:cubicBezTo>
                  <a:cubicBezTo>
                    <a:pt x="10" y="455"/>
                    <a:pt x="10" y="455"/>
                    <a:pt x="10" y="455"/>
                  </a:cubicBezTo>
                  <a:cubicBezTo>
                    <a:pt x="23" y="441"/>
                    <a:pt x="23" y="441"/>
                    <a:pt x="23" y="441"/>
                  </a:cubicBezTo>
                  <a:cubicBezTo>
                    <a:pt x="40" y="460"/>
                    <a:pt x="40" y="460"/>
                    <a:pt x="40" y="460"/>
                  </a:cubicBezTo>
                  <a:cubicBezTo>
                    <a:pt x="40" y="461"/>
                    <a:pt x="40" y="461"/>
                    <a:pt x="40" y="461"/>
                  </a:cubicBezTo>
                  <a:cubicBezTo>
                    <a:pt x="44" y="494"/>
                    <a:pt x="44" y="494"/>
                    <a:pt x="44" y="494"/>
                  </a:cubicBezTo>
                  <a:cubicBezTo>
                    <a:pt x="44" y="495"/>
                    <a:pt x="44" y="495"/>
                    <a:pt x="44" y="495"/>
                  </a:cubicBezTo>
                  <a:cubicBezTo>
                    <a:pt x="43" y="495"/>
                    <a:pt x="43" y="495"/>
                    <a:pt x="43" y="495"/>
                  </a:cubicBezTo>
                  <a:cubicBezTo>
                    <a:pt x="33" y="541"/>
                    <a:pt x="33" y="541"/>
                    <a:pt x="33" y="541"/>
                  </a:cubicBezTo>
                  <a:cubicBezTo>
                    <a:pt x="31" y="541"/>
                    <a:pt x="31" y="541"/>
                    <a:pt x="31" y="541"/>
                  </a:cubicBezTo>
                  <a:cubicBezTo>
                    <a:pt x="17" y="541"/>
                    <a:pt x="8" y="542"/>
                    <a:pt x="4" y="544"/>
                  </a:cubicBezTo>
                  <a:cubicBezTo>
                    <a:pt x="5" y="547"/>
                    <a:pt x="11" y="552"/>
                    <a:pt x="21" y="559"/>
                  </a:cubicBezTo>
                  <a:cubicBezTo>
                    <a:pt x="30" y="558"/>
                    <a:pt x="30" y="558"/>
                    <a:pt x="30" y="558"/>
                  </a:cubicBezTo>
                  <a:cubicBezTo>
                    <a:pt x="32" y="558"/>
                    <a:pt x="32" y="558"/>
                    <a:pt x="32" y="558"/>
                  </a:cubicBezTo>
                  <a:cubicBezTo>
                    <a:pt x="32" y="558"/>
                    <a:pt x="32" y="558"/>
                    <a:pt x="32" y="558"/>
                  </a:cubicBezTo>
                  <a:cubicBezTo>
                    <a:pt x="52" y="578"/>
                    <a:pt x="52" y="578"/>
                    <a:pt x="52" y="578"/>
                  </a:cubicBezTo>
                  <a:cubicBezTo>
                    <a:pt x="60" y="584"/>
                    <a:pt x="60" y="596"/>
                    <a:pt x="49" y="613"/>
                  </a:cubicBezTo>
                  <a:cubicBezTo>
                    <a:pt x="52" y="632"/>
                    <a:pt x="52" y="632"/>
                    <a:pt x="52" y="632"/>
                  </a:cubicBezTo>
                  <a:cubicBezTo>
                    <a:pt x="60" y="633"/>
                    <a:pt x="60" y="633"/>
                    <a:pt x="60" y="633"/>
                  </a:cubicBezTo>
                  <a:cubicBezTo>
                    <a:pt x="91" y="633"/>
                    <a:pt x="91" y="633"/>
                    <a:pt x="91" y="633"/>
                  </a:cubicBezTo>
                  <a:cubicBezTo>
                    <a:pt x="75" y="648"/>
                    <a:pt x="75" y="648"/>
                    <a:pt x="75" y="648"/>
                  </a:cubicBezTo>
                  <a:cubicBezTo>
                    <a:pt x="84" y="653"/>
                    <a:pt x="84" y="653"/>
                    <a:pt x="84" y="653"/>
                  </a:cubicBezTo>
                  <a:cubicBezTo>
                    <a:pt x="84" y="653"/>
                    <a:pt x="84" y="653"/>
                    <a:pt x="84" y="653"/>
                  </a:cubicBezTo>
                  <a:cubicBezTo>
                    <a:pt x="97" y="660"/>
                    <a:pt x="97" y="660"/>
                    <a:pt x="97" y="660"/>
                  </a:cubicBezTo>
                  <a:cubicBezTo>
                    <a:pt x="129" y="674"/>
                    <a:pt x="129" y="674"/>
                    <a:pt x="129" y="674"/>
                  </a:cubicBezTo>
                  <a:cubicBezTo>
                    <a:pt x="130" y="674"/>
                    <a:pt x="130" y="674"/>
                    <a:pt x="130" y="674"/>
                  </a:cubicBezTo>
                  <a:cubicBezTo>
                    <a:pt x="131" y="674"/>
                    <a:pt x="131" y="674"/>
                    <a:pt x="131" y="674"/>
                  </a:cubicBezTo>
                  <a:cubicBezTo>
                    <a:pt x="134" y="724"/>
                    <a:pt x="134" y="724"/>
                    <a:pt x="134" y="724"/>
                  </a:cubicBezTo>
                  <a:cubicBezTo>
                    <a:pt x="135" y="734"/>
                    <a:pt x="142" y="741"/>
                    <a:pt x="157" y="746"/>
                  </a:cubicBezTo>
                  <a:cubicBezTo>
                    <a:pt x="159" y="745"/>
                    <a:pt x="159" y="745"/>
                    <a:pt x="159" y="745"/>
                  </a:cubicBezTo>
                  <a:cubicBezTo>
                    <a:pt x="160" y="745"/>
                    <a:pt x="160" y="745"/>
                    <a:pt x="160" y="745"/>
                  </a:cubicBezTo>
                  <a:cubicBezTo>
                    <a:pt x="160" y="745"/>
                    <a:pt x="160" y="745"/>
                    <a:pt x="160" y="745"/>
                  </a:cubicBezTo>
                  <a:cubicBezTo>
                    <a:pt x="194" y="749"/>
                    <a:pt x="194" y="749"/>
                    <a:pt x="194" y="749"/>
                  </a:cubicBezTo>
                  <a:cubicBezTo>
                    <a:pt x="197" y="749"/>
                    <a:pt x="197" y="749"/>
                    <a:pt x="197" y="749"/>
                  </a:cubicBezTo>
                  <a:cubicBezTo>
                    <a:pt x="197" y="749"/>
                    <a:pt x="197" y="749"/>
                    <a:pt x="197" y="749"/>
                  </a:cubicBezTo>
                  <a:cubicBezTo>
                    <a:pt x="197" y="748"/>
                    <a:pt x="197" y="748"/>
                    <a:pt x="197" y="748"/>
                  </a:cubicBezTo>
                  <a:cubicBezTo>
                    <a:pt x="201" y="741"/>
                    <a:pt x="203" y="736"/>
                    <a:pt x="203" y="735"/>
                  </a:cubicBezTo>
                  <a:cubicBezTo>
                    <a:pt x="203" y="734"/>
                    <a:pt x="203" y="734"/>
                    <a:pt x="203" y="734"/>
                  </a:cubicBezTo>
                  <a:cubicBezTo>
                    <a:pt x="203" y="728"/>
                    <a:pt x="205" y="723"/>
                    <a:pt x="210" y="720"/>
                  </a:cubicBezTo>
                  <a:cubicBezTo>
                    <a:pt x="215" y="716"/>
                    <a:pt x="218" y="712"/>
                    <a:pt x="220" y="708"/>
                  </a:cubicBezTo>
                  <a:cubicBezTo>
                    <a:pt x="220" y="708"/>
                    <a:pt x="220" y="708"/>
                    <a:pt x="220" y="708"/>
                  </a:cubicBezTo>
                  <a:cubicBezTo>
                    <a:pt x="222" y="703"/>
                    <a:pt x="228" y="701"/>
                    <a:pt x="239" y="704"/>
                  </a:cubicBezTo>
                  <a:cubicBezTo>
                    <a:pt x="239" y="704"/>
                    <a:pt x="239" y="704"/>
                    <a:pt x="239" y="704"/>
                  </a:cubicBezTo>
                  <a:cubicBezTo>
                    <a:pt x="239" y="704"/>
                    <a:pt x="239" y="704"/>
                    <a:pt x="239" y="704"/>
                  </a:cubicBezTo>
                  <a:cubicBezTo>
                    <a:pt x="251" y="711"/>
                    <a:pt x="251" y="711"/>
                    <a:pt x="251" y="711"/>
                  </a:cubicBezTo>
                  <a:cubicBezTo>
                    <a:pt x="289" y="718"/>
                    <a:pt x="289" y="718"/>
                    <a:pt x="289" y="718"/>
                  </a:cubicBezTo>
                  <a:cubicBezTo>
                    <a:pt x="313" y="717"/>
                    <a:pt x="313" y="717"/>
                    <a:pt x="313" y="717"/>
                  </a:cubicBezTo>
                  <a:cubicBezTo>
                    <a:pt x="330" y="709"/>
                    <a:pt x="330" y="709"/>
                    <a:pt x="330" y="709"/>
                  </a:cubicBezTo>
                  <a:cubicBezTo>
                    <a:pt x="333" y="705"/>
                    <a:pt x="335" y="703"/>
                    <a:pt x="337" y="702"/>
                  </a:cubicBezTo>
                  <a:cubicBezTo>
                    <a:pt x="340" y="701"/>
                    <a:pt x="344" y="703"/>
                    <a:pt x="349" y="707"/>
                  </a:cubicBezTo>
                  <a:cubicBezTo>
                    <a:pt x="352" y="708"/>
                    <a:pt x="352" y="708"/>
                    <a:pt x="352" y="708"/>
                  </a:cubicBezTo>
                  <a:cubicBezTo>
                    <a:pt x="354" y="710"/>
                    <a:pt x="356" y="714"/>
                    <a:pt x="358" y="720"/>
                  </a:cubicBezTo>
                  <a:cubicBezTo>
                    <a:pt x="370" y="729"/>
                    <a:pt x="370" y="729"/>
                    <a:pt x="370" y="729"/>
                  </a:cubicBezTo>
                  <a:cubicBezTo>
                    <a:pt x="379" y="729"/>
                    <a:pt x="379" y="729"/>
                    <a:pt x="379" y="729"/>
                  </a:cubicBezTo>
                  <a:cubicBezTo>
                    <a:pt x="380" y="729"/>
                    <a:pt x="380" y="729"/>
                    <a:pt x="380" y="729"/>
                  </a:cubicBezTo>
                  <a:cubicBezTo>
                    <a:pt x="381" y="729"/>
                    <a:pt x="381" y="729"/>
                    <a:pt x="381" y="729"/>
                  </a:cubicBezTo>
                  <a:cubicBezTo>
                    <a:pt x="382" y="729"/>
                    <a:pt x="382" y="729"/>
                    <a:pt x="382" y="729"/>
                  </a:cubicBezTo>
                  <a:cubicBezTo>
                    <a:pt x="395" y="735"/>
                    <a:pt x="395" y="735"/>
                    <a:pt x="395" y="735"/>
                  </a:cubicBezTo>
                  <a:cubicBezTo>
                    <a:pt x="418" y="733"/>
                    <a:pt x="418" y="733"/>
                    <a:pt x="418" y="733"/>
                  </a:cubicBezTo>
                  <a:cubicBezTo>
                    <a:pt x="432" y="729"/>
                    <a:pt x="432" y="729"/>
                    <a:pt x="432" y="729"/>
                  </a:cubicBezTo>
                  <a:cubicBezTo>
                    <a:pt x="466" y="732"/>
                    <a:pt x="466" y="732"/>
                    <a:pt x="466" y="732"/>
                  </a:cubicBezTo>
                  <a:cubicBezTo>
                    <a:pt x="481" y="728"/>
                    <a:pt x="481" y="728"/>
                    <a:pt x="481" y="728"/>
                  </a:cubicBezTo>
                  <a:cubicBezTo>
                    <a:pt x="499" y="720"/>
                    <a:pt x="499" y="720"/>
                    <a:pt x="499" y="720"/>
                  </a:cubicBezTo>
                  <a:cubicBezTo>
                    <a:pt x="503" y="718"/>
                    <a:pt x="507" y="716"/>
                    <a:pt x="513" y="714"/>
                  </a:cubicBezTo>
                  <a:cubicBezTo>
                    <a:pt x="546" y="714"/>
                    <a:pt x="546" y="714"/>
                    <a:pt x="546" y="714"/>
                  </a:cubicBezTo>
                  <a:cubicBezTo>
                    <a:pt x="559" y="710"/>
                    <a:pt x="559" y="710"/>
                    <a:pt x="559" y="710"/>
                  </a:cubicBezTo>
                  <a:cubicBezTo>
                    <a:pt x="563" y="707"/>
                    <a:pt x="568" y="705"/>
                    <a:pt x="571" y="705"/>
                  </a:cubicBezTo>
                  <a:cubicBezTo>
                    <a:pt x="591" y="705"/>
                    <a:pt x="591" y="705"/>
                    <a:pt x="591" y="705"/>
                  </a:cubicBezTo>
                  <a:cubicBezTo>
                    <a:pt x="600" y="712"/>
                    <a:pt x="600" y="712"/>
                    <a:pt x="600" y="712"/>
                  </a:cubicBezTo>
                  <a:cubicBezTo>
                    <a:pt x="626" y="717"/>
                    <a:pt x="626" y="717"/>
                    <a:pt x="626" y="717"/>
                  </a:cubicBezTo>
                  <a:cubicBezTo>
                    <a:pt x="630" y="717"/>
                    <a:pt x="633" y="720"/>
                    <a:pt x="639" y="726"/>
                  </a:cubicBezTo>
                  <a:cubicBezTo>
                    <a:pt x="650" y="733"/>
                    <a:pt x="650" y="733"/>
                    <a:pt x="650" y="733"/>
                  </a:cubicBezTo>
                  <a:cubicBezTo>
                    <a:pt x="651" y="734"/>
                    <a:pt x="651" y="734"/>
                    <a:pt x="651" y="734"/>
                  </a:cubicBezTo>
                  <a:cubicBezTo>
                    <a:pt x="676" y="735"/>
                    <a:pt x="676" y="735"/>
                    <a:pt x="676" y="735"/>
                  </a:cubicBezTo>
                  <a:cubicBezTo>
                    <a:pt x="676" y="735"/>
                    <a:pt x="676" y="735"/>
                    <a:pt x="676" y="735"/>
                  </a:cubicBezTo>
                  <a:cubicBezTo>
                    <a:pt x="677" y="735"/>
                    <a:pt x="677" y="735"/>
                    <a:pt x="677" y="735"/>
                  </a:cubicBezTo>
                  <a:cubicBezTo>
                    <a:pt x="688" y="741"/>
                    <a:pt x="688" y="741"/>
                    <a:pt x="688" y="741"/>
                  </a:cubicBezTo>
                  <a:cubicBezTo>
                    <a:pt x="704" y="744"/>
                    <a:pt x="704" y="744"/>
                    <a:pt x="704" y="744"/>
                  </a:cubicBezTo>
                  <a:cubicBezTo>
                    <a:pt x="704" y="744"/>
                    <a:pt x="704" y="744"/>
                    <a:pt x="704" y="744"/>
                  </a:cubicBezTo>
                  <a:cubicBezTo>
                    <a:pt x="717" y="746"/>
                    <a:pt x="717" y="746"/>
                    <a:pt x="717" y="746"/>
                  </a:cubicBezTo>
                  <a:cubicBezTo>
                    <a:pt x="721" y="738"/>
                    <a:pt x="721" y="738"/>
                    <a:pt x="721" y="738"/>
                  </a:cubicBezTo>
                  <a:cubicBezTo>
                    <a:pt x="715" y="726"/>
                    <a:pt x="715" y="726"/>
                    <a:pt x="715" y="726"/>
                  </a:cubicBezTo>
                  <a:cubicBezTo>
                    <a:pt x="713" y="714"/>
                    <a:pt x="713" y="714"/>
                    <a:pt x="713" y="714"/>
                  </a:cubicBezTo>
                  <a:cubicBezTo>
                    <a:pt x="713" y="714"/>
                    <a:pt x="713" y="714"/>
                    <a:pt x="713" y="714"/>
                  </a:cubicBezTo>
                  <a:cubicBezTo>
                    <a:pt x="712" y="714"/>
                    <a:pt x="712" y="714"/>
                    <a:pt x="712" y="714"/>
                  </a:cubicBezTo>
                  <a:cubicBezTo>
                    <a:pt x="714" y="712"/>
                    <a:pt x="714" y="712"/>
                    <a:pt x="714" y="712"/>
                  </a:cubicBezTo>
                  <a:cubicBezTo>
                    <a:pt x="722" y="700"/>
                    <a:pt x="722" y="700"/>
                    <a:pt x="722" y="700"/>
                  </a:cubicBezTo>
                  <a:cubicBezTo>
                    <a:pt x="722" y="700"/>
                    <a:pt x="722" y="700"/>
                    <a:pt x="722" y="700"/>
                  </a:cubicBezTo>
                  <a:cubicBezTo>
                    <a:pt x="722" y="700"/>
                    <a:pt x="722" y="700"/>
                    <a:pt x="722" y="700"/>
                  </a:cubicBezTo>
                  <a:cubicBezTo>
                    <a:pt x="723" y="700"/>
                    <a:pt x="723" y="700"/>
                    <a:pt x="723" y="700"/>
                  </a:cubicBezTo>
                  <a:cubicBezTo>
                    <a:pt x="723" y="699"/>
                    <a:pt x="723" y="699"/>
                    <a:pt x="723" y="699"/>
                  </a:cubicBezTo>
                  <a:cubicBezTo>
                    <a:pt x="731" y="693"/>
                    <a:pt x="731" y="693"/>
                    <a:pt x="731" y="693"/>
                  </a:cubicBezTo>
                  <a:cubicBezTo>
                    <a:pt x="731" y="693"/>
                    <a:pt x="731" y="693"/>
                    <a:pt x="731" y="693"/>
                  </a:cubicBezTo>
                  <a:cubicBezTo>
                    <a:pt x="730" y="689"/>
                    <a:pt x="730" y="689"/>
                    <a:pt x="730" y="689"/>
                  </a:cubicBezTo>
                  <a:cubicBezTo>
                    <a:pt x="726" y="677"/>
                    <a:pt x="726" y="677"/>
                    <a:pt x="726" y="677"/>
                  </a:cubicBezTo>
                  <a:cubicBezTo>
                    <a:pt x="726" y="675"/>
                    <a:pt x="724" y="674"/>
                    <a:pt x="721" y="672"/>
                  </a:cubicBezTo>
                  <a:cubicBezTo>
                    <a:pt x="721" y="672"/>
                    <a:pt x="721" y="672"/>
                    <a:pt x="721" y="672"/>
                  </a:cubicBezTo>
                  <a:cubicBezTo>
                    <a:pt x="711" y="662"/>
                    <a:pt x="711" y="662"/>
                    <a:pt x="711" y="662"/>
                  </a:cubicBezTo>
                  <a:cubicBezTo>
                    <a:pt x="700" y="652"/>
                    <a:pt x="700" y="652"/>
                    <a:pt x="700" y="652"/>
                  </a:cubicBezTo>
                  <a:cubicBezTo>
                    <a:pt x="699" y="651"/>
                    <a:pt x="699" y="651"/>
                    <a:pt x="699" y="651"/>
                  </a:cubicBezTo>
                  <a:cubicBezTo>
                    <a:pt x="698" y="650"/>
                    <a:pt x="698" y="650"/>
                    <a:pt x="698" y="650"/>
                  </a:cubicBezTo>
                  <a:cubicBezTo>
                    <a:pt x="699" y="650"/>
                    <a:pt x="699" y="650"/>
                    <a:pt x="699" y="650"/>
                  </a:cubicBezTo>
                  <a:cubicBezTo>
                    <a:pt x="699" y="649"/>
                    <a:pt x="699" y="649"/>
                    <a:pt x="699" y="649"/>
                  </a:cubicBezTo>
                  <a:cubicBezTo>
                    <a:pt x="701" y="637"/>
                    <a:pt x="701" y="637"/>
                    <a:pt x="701" y="637"/>
                  </a:cubicBezTo>
                  <a:cubicBezTo>
                    <a:pt x="701" y="629"/>
                    <a:pt x="701" y="629"/>
                    <a:pt x="701" y="629"/>
                  </a:cubicBezTo>
                  <a:cubicBezTo>
                    <a:pt x="695" y="614"/>
                    <a:pt x="695" y="614"/>
                    <a:pt x="695" y="614"/>
                  </a:cubicBezTo>
                  <a:cubicBezTo>
                    <a:pt x="709" y="611"/>
                    <a:pt x="709" y="611"/>
                    <a:pt x="709" y="611"/>
                  </a:cubicBezTo>
                  <a:cubicBezTo>
                    <a:pt x="716" y="604"/>
                    <a:pt x="716" y="604"/>
                    <a:pt x="716" y="604"/>
                  </a:cubicBezTo>
                  <a:cubicBezTo>
                    <a:pt x="733" y="604"/>
                    <a:pt x="733" y="604"/>
                    <a:pt x="733" y="604"/>
                  </a:cubicBezTo>
                  <a:cubicBezTo>
                    <a:pt x="750" y="602"/>
                    <a:pt x="750" y="602"/>
                    <a:pt x="750" y="602"/>
                  </a:cubicBezTo>
                  <a:cubicBezTo>
                    <a:pt x="750" y="602"/>
                    <a:pt x="750" y="602"/>
                    <a:pt x="750" y="602"/>
                  </a:cubicBezTo>
                  <a:cubicBezTo>
                    <a:pt x="762" y="603"/>
                    <a:pt x="762" y="603"/>
                    <a:pt x="762" y="603"/>
                  </a:cubicBezTo>
                  <a:cubicBezTo>
                    <a:pt x="775" y="598"/>
                    <a:pt x="775" y="598"/>
                    <a:pt x="775" y="598"/>
                  </a:cubicBezTo>
                  <a:cubicBezTo>
                    <a:pt x="790" y="596"/>
                    <a:pt x="790" y="596"/>
                    <a:pt x="790" y="596"/>
                  </a:cubicBezTo>
                  <a:cubicBezTo>
                    <a:pt x="800" y="592"/>
                    <a:pt x="800" y="592"/>
                    <a:pt x="800" y="592"/>
                  </a:cubicBezTo>
                  <a:cubicBezTo>
                    <a:pt x="801" y="592"/>
                    <a:pt x="801" y="592"/>
                    <a:pt x="801" y="592"/>
                  </a:cubicBezTo>
                  <a:cubicBezTo>
                    <a:pt x="827" y="587"/>
                    <a:pt x="827" y="587"/>
                    <a:pt x="827" y="587"/>
                  </a:cubicBezTo>
                  <a:cubicBezTo>
                    <a:pt x="831" y="583"/>
                    <a:pt x="831" y="583"/>
                    <a:pt x="831" y="583"/>
                  </a:cubicBezTo>
                  <a:cubicBezTo>
                    <a:pt x="830" y="578"/>
                    <a:pt x="830" y="578"/>
                    <a:pt x="830" y="578"/>
                  </a:cubicBezTo>
                  <a:cubicBezTo>
                    <a:pt x="825" y="570"/>
                    <a:pt x="825" y="570"/>
                    <a:pt x="825" y="570"/>
                  </a:cubicBezTo>
                  <a:cubicBezTo>
                    <a:pt x="825" y="569"/>
                    <a:pt x="825" y="569"/>
                    <a:pt x="825" y="569"/>
                  </a:cubicBezTo>
                  <a:cubicBezTo>
                    <a:pt x="824" y="568"/>
                    <a:pt x="824" y="568"/>
                    <a:pt x="824" y="568"/>
                  </a:cubicBezTo>
                  <a:cubicBezTo>
                    <a:pt x="824" y="568"/>
                    <a:pt x="824" y="568"/>
                    <a:pt x="824" y="568"/>
                  </a:cubicBezTo>
                  <a:cubicBezTo>
                    <a:pt x="826" y="559"/>
                    <a:pt x="826" y="559"/>
                    <a:pt x="826" y="559"/>
                  </a:cubicBezTo>
                  <a:cubicBezTo>
                    <a:pt x="826" y="558"/>
                    <a:pt x="826" y="558"/>
                    <a:pt x="826" y="558"/>
                  </a:cubicBezTo>
                  <a:cubicBezTo>
                    <a:pt x="826" y="545"/>
                    <a:pt x="826" y="545"/>
                    <a:pt x="826" y="545"/>
                  </a:cubicBezTo>
                  <a:cubicBezTo>
                    <a:pt x="824" y="535"/>
                    <a:pt x="824" y="535"/>
                    <a:pt x="824" y="535"/>
                  </a:cubicBezTo>
                  <a:cubicBezTo>
                    <a:pt x="824" y="535"/>
                    <a:pt x="824" y="535"/>
                    <a:pt x="824" y="535"/>
                  </a:cubicBezTo>
                  <a:cubicBezTo>
                    <a:pt x="824" y="534"/>
                    <a:pt x="824" y="534"/>
                    <a:pt x="824" y="534"/>
                  </a:cubicBezTo>
                  <a:cubicBezTo>
                    <a:pt x="830" y="522"/>
                    <a:pt x="830" y="522"/>
                    <a:pt x="830" y="522"/>
                  </a:cubicBezTo>
                  <a:cubicBezTo>
                    <a:pt x="832" y="516"/>
                    <a:pt x="835" y="513"/>
                    <a:pt x="839" y="513"/>
                  </a:cubicBezTo>
                  <a:cubicBezTo>
                    <a:pt x="855" y="514"/>
                    <a:pt x="855" y="514"/>
                    <a:pt x="855" y="514"/>
                  </a:cubicBezTo>
                  <a:cubicBezTo>
                    <a:pt x="857" y="514"/>
                    <a:pt x="860" y="513"/>
                    <a:pt x="863" y="511"/>
                  </a:cubicBezTo>
                  <a:cubicBezTo>
                    <a:pt x="887" y="479"/>
                    <a:pt x="887" y="479"/>
                    <a:pt x="887" y="479"/>
                  </a:cubicBezTo>
                  <a:cubicBezTo>
                    <a:pt x="887" y="478"/>
                    <a:pt x="887" y="478"/>
                    <a:pt x="887" y="478"/>
                  </a:cubicBezTo>
                  <a:cubicBezTo>
                    <a:pt x="888" y="477"/>
                    <a:pt x="888" y="477"/>
                    <a:pt x="888" y="477"/>
                  </a:cubicBezTo>
                  <a:cubicBezTo>
                    <a:pt x="900" y="467"/>
                    <a:pt x="900" y="467"/>
                    <a:pt x="900" y="467"/>
                  </a:cubicBezTo>
                  <a:cubicBezTo>
                    <a:pt x="901" y="466"/>
                    <a:pt x="901" y="466"/>
                    <a:pt x="901" y="466"/>
                  </a:cubicBezTo>
                  <a:cubicBezTo>
                    <a:pt x="906" y="465"/>
                    <a:pt x="909" y="463"/>
                    <a:pt x="911" y="462"/>
                  </a:cubicBezTo>
                  <a:cubicBezTo>
                    <a:pt x="914" y="459"/>
                    <a:pt x="914" y="459"/>
                    <a:pt x="914" y="459"/>
                  </a:cubicBezTo>
                  <a:cubicBezTo>
                    <a:pt x="918" y="453"/>
                    <a:pt x="922" y="451"/>
                    <a:pt x="925" y="451"/>
                  </a:cubicBezTo>
                  <a:cubicBezTo>
                    <a:pt x="945" y="455"/>
                    <a:pt x="945" y="455"/>
                    <a:pt x="945" y="455"/>
                  </a:cubicBezTo>
                  <a:cubicBezTo>
                    <a:pt x="963" y="446"/>
                    <a:pt x="963" y="446"/>
                    <a:pt x="963" y="446"/>
                  </a:cubicBezTo>
                  <a:cubicBezTo>
                    <a:pt x="963" y="446"/>
                    <a:pt x="963" y="446"/>
                    <a:pt x="963" y="446"/>
                  </a:cubicBezTo>
                  <a:cubicBezTo>
                    <a:pt x="963" y="446"/>
                    <a:pt x="963" y="446"/>
                    <a:pt x="963" y="446"/>
                  </a:cubicBezTo>
                  <a:cubicBezTo>
                    <a:pt x="963" y="446"/>
                    <a:pt x="963" y="446"/>
                    <a:pt x="963" y="446"/>
                  </a:cubicBezTo>
                  <a:cubicBezTo>
                    <a:pt x="964" y="446"/>
                    <a:pt x="964" y="446"/>
                    <a:pt x="964" y="446"/>
                  </a:cubicBezTo>
                  <a:cubicBezTo>
                    <a:pt x="974" y="445"/>
                    <a:pt x="974" y="445"/>
                    <a:pt x="974" y="445"/>
                  </a:cubicBezTo>
                  <a:cubicBezTo>
                    <a:pt x="983" y="442"/>
                    <a:pt x="983" y="442"/>
                    <a:pt x="983" y="442"/>
                  </a:cubicBezTo>
                  <a:cubicBezTo>
                    <a:pt x="983" y="428"/>
                    <a:pt x="983" y="428"/>
                    <a:pt x="983" y="428"/>
                  </a:cubicBezTo>
                  <a:cubicBezTo>
                    <a:pt x="985" y="410"/>
                    <a:pt x="985" y="410"/>
                    <a:pt x="985" y="410"/>
                  </a:cubicBezTo>
                  <a:cubicBezTo>
                    <a:pt x="985" y="409"/>
                    <a:pt x="985" y="409"/>
                    <a:pt x="985" y="409"/>
                  </a:cubicBezTo>
                  <a:cubicBezTo>
                    <a:pt x="985" y="409"/>
                    <a:pt x="985" y="409"/>
                    <a:pt x="985" y="409"/>
                  </a:cubicBezTo>
                  <a:cubicBezTo>
                    <a:pt x="985" y="409"/>
                    <a:pt x="985" y="409"/>
                    <a:pt x="985" y="409"/>
                  </a:cubicBezTo>
                  <a:cubicBezTo>
                    <a:pt x="988" y="404"/>
                    <a:pt x="988" y="404"/>
                    <a:pt x="988" y="404"/>
                  </a:cubicBezTo>
                  <a:lnTo>
                    <a:pt x="988" y="403"/>
                  </a:lnTo>
                  <a:close/>
                </a:path>
              </a:pathLst>
            </a:custGeom>
            <a:grpFill/>
            <a:ln>
              <a:noFill/>
            </a:ln>
          </p:spPr>
          <p:txBody>
            <a:bodyPr vert="horz" wrap="square" lIns="91440" tIns="45720" rIns="91440" bIns="45720" numCol="1" anchor="t" anchorCtr="0" compatLnSpc="1"/>
            <a:lstStyle/>
            <a:p>
              <a:endParaRPr lang="zh-CN" altLang="en-US"/>
            </a:p>
          </p:txBody>
        </p:sp>
        <p:sp>
          <p:nvSpPr>
            <p:cNvPr id="54" name="Freeform 16"/>
            <p:cNvSpPr/>
            <p:nvPr/>
          </p:nvSpPr>
          <p:spPr bwMode="auto">
            <a:xfrm>
              <a:off x="1721041" y="2626297"/>
              <a:ext cx="1065212" cy="765175"/>
            </a:xfrm>
            <a:custGeom>
              <a:avLst/>
              <a:gdLst>
                <a:gd name="T0" fmla="*/ 366 w 616"/>
                <a:gd name="T1" fmla="*/ 44 h 442"/>
                <a:gd name="T2" fmla="*/ 347 w 616"/>
                <a:gd name="T3" fmla="*/ 64 h 442"/>
                <a:gd name="T4" fmla="*/ 290 w 616"/>
                <a:gd name="T5" fmla="*/ 22 h 442"/>
                <a:gd name="T6" fmla="*/ 271 w 616"/>
                <a:gd name="T7" fmla="*/ 14 h 442"/>
                <a:gd name="T8" fmla="*/ 219 w 616"/>
                <a:gd name="T9" fmla="*/ 3 h 442"/>
                <a:gd name="T10" fmla="*/ 174 w 616"/>
                <a:gd name="T11" fmla="*/ 8 h 442"/>
                <a:gd name="T12" fmla="*/ 150 w 616"/>
                <a:gd name="T13" fmla="*/ 15 h 442"/>
                <a:gd name="T14" fmla="*/ 109 w 616"/>
                <a:gd name="T15" fmla="*/ 21 h 442"/>
                <a:gd name="T16" fmla="*/ 63 w 616"/>
                <a:gd name="T17" fmla="*/ 31 h 442"/>
                <a:gd name="T18" fmla="*/ 75 w 616"/>
                <a:gd name="T19" fmla="*/ 69 h 442"/>
                <a:gd name="T20" fmla="*/ 95 w 616"/>
                <a:gd name="T21" fmla="*/ 98 h 442"/>
                <a:gd name="T22" fmla="*/ 80 w 616"/>
                <a:gd name="T23" fmla="*/ 136 h 442"/>
                <a:gd name="T24" fmla="*/ 85 w 616"/>
                <a:gd name="T25" fmla="*/ 155 h 442"/>
                <a:gd name="T26" fmla="*/ 46 w 616"/>
                <a:gd name="T27" fmla="*/ 159 h 442"/>
                <a:gd name="T28" fmla="*/ 15 w 616"/>
                <a:gd name="T29" fmla="*/ 184 h 442"/>
                <a:gd name="T30" fmla="*/ 3 w 616"/>
                <a:gd name="T31" fmla="*/ 207 h 442"/>
                <a:gd name="T32" fmla="*/ 8 w 616"/>
                <a:gd name="T33" fmla="*/ 256 h 442"/>
                <a:gd name="T34" fmla="*/ 13 w 616"/>
                <a:gd name="T35" fmla="*/ 299 h 442"/>
                <a:gd name="T36" fmla="*/ 59 w 616"/>
                <a:gd name="T37" fmla="*/ 317 h 442"/>
                <a:gd name="T38" fmla="*/ 77 w 616"/>
                <a:gd name="T39" fmla="*/ 330 h 442"/>
                <a:gd name="T40" fmla="*/ 97 w 616"/>
                <a:gd name="T41" fmla="*/ 348 h 442"/>
                <a:gd name="T42" fmla="*/ 142 w 616"/>
                <a:gd name="T43" fmla="*/ 367 h 442"/>
                <a:gd name="T44" fmla="*/ 206 w 616"/>
                <a:gd name="T45" fmla="*/ 380 h 442"/>
                <a:gd name="T46" fmla="*/ 241 w 616"/>
                <a:gd name="T47" fmla="*/ 388 h 442"/>
                <a:gd name="T48" fmla="*/ 259 w 616"/>
                <a:gd name="T49" fmla="*/ 407 h 442"/>
                <a:gd name="T50" fmla="*/ 265 w 616"/>
                <a:gd name="T51" fmla="*/ 421 h 442"/>
                <a:gd name="T52" fmla="*/ 278 w 616"/>
                <a:gd name="T53" fmla="*/ 438 h 442"/>
                <a:gd name="T54" fmla="*/ 297 w 616"/>
                <a:gd name="T55" fmla="*/ 432 h 442"/>
                <a:gd name="T56" fmla="*/ 319 w 616"/>
                <a:gd name="T57" fmla="*/ 424 h 442"/>
                <a:gd name="T58" fmla="*/ 338 w 616"/>
                <a:gd name="T59" fmla="*/ 419 h 442"/>
                <a:gd name="T60" fmla="*/ 344 w 616"/>
                <a:gd name="T61" fmla="*/ 396 h 442"/>
                <a:gd name="T62" fmla="*/ 368 w 616"/>
                <a:gd name="T63" fmla="*/ 356 h 442"/>
                <a:gd name="T64" fmla="*/ 364 w 616"/>
                <a:gd name="T65" fmla="*/ 319 h 442"/>
                <a:gd name="T66" fmla="*/ 374 w 616"/>
                <a:gd name="T67" fmla="*/ 308 h 442"/>
                <a:gd name="T68" fmla="*/ 423 w 616"/>
                <a:gd name="T69" fmla="*/ 324 h 442"/>
                <a:gd name="T70" fmla="*/ 432 w 616"/>
                <a:gd name="T71" fmla="*/ 350 h 442"/>
                <a:gd name="T72" fmla="*/ 454 w 616"/>
                <a:gd name="T73" fmla="*/ 378 h 442"/>
                <a:gd name="T74" fmla="*/ 494 w 616"/>
                <a:gd name="T75" fmla="*/ 393 h 442"/>
                <a:gd name="T76" fmla="*/ 505 w 616"/>
                <a:gd name="T77" fmla="*/ 396 h 442"/>
                <a:gd name="T78" fmla="*/ 532 w 616"/>
                <a:gd name="T79" fmla="*/ 385 h 442"/>
                <a:gd name="T80" fmla="*/ 548 w 616"/>
                <a:gd name="T81" fmla="*/ 359 h 442"/>
                <a:gd name="T82" fmla="*/ 526 w 616"/>
                <a:gd name="T83" fmla="*/ 347 h 442"/>
                <a:gd name="T84" fmla="*/ 557 w 616"/>
                <a:gd name="T85" fmla="*/ 309 h 442"/>
                <a:gd name="T86" fmla="*/ 571 w 616"/>
                <a:gd name="T87" fmla="*/ 265 h 442"/>
                <a:gd name="T88" fmla="*/ 611 w 616"/>
                <a:gd name="T89" fmla="*/ 220 h 442"/>
                <a:gd name="T90" fmla="*/ 608 w 616"/>
                <a:gd name="T91" fmla="*/ 194 h 442"/>
                <a:gd name="T92" fmla="*/ 580 w 616"/>
                <a:gd name="T93" fmla="*/ 128 h 442"/>
                <a:gd name="T94" fmla="*/ 559 w 616"/>
                <a:gd name="T95" fmla="*/ 121 h 442"/>
                <a:gd name="T96" fmla="*/ 511 w 616"/>
                <a:gd name="T97" fmla="*/ 76 h 442"/>
                <a:gd name="T98" fmla="*/ 499 w 616"/>
                <a:gd name="T99" fmla="*/ 80 h 442"/>
                <a:gd name="T100" fmla="*/ 467 w 616"/>
                <a:gd name="T101" fmla="*/ 59 h 442"/>
                <a:gd name="T102" fmla="*/ 427 w 616"/>
                <a:gd name="T103" fmla="*/ 39 h 442"/>
                <a:gd name="T104" fmla="*/ 413 w 616"/>
                <a:gd name="T105" fmla="*/ 41 h 442"/>
                <a:gd name="T106" fmla="*/ 368 w 616"/>
                <a:gd name="T107" fmla="*/ 23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16" h="442">
                  <a:moveTo>
                    <a:pt x="368" y="23"/>
                  </a:moveTo>
                  <a:cubicBezTo>
                    <a:pt x="362" y="27"/>
                    <a:pt x="362" y="27"/>
                    <a:pt x="362" y="27"/>
                  </a:cubicBezTo>
                  <a:cubicBezTo>
                    <a:pt x="362" y="30"/>
                    <a:pt x="364" y="35"/>
                    <a:pt x="365" y="43"/>
                  </a:cubicBezTo>
                  <a:cubicBezTo>
                    <a:pt x="365" y="44"/>
                    <a:pt x="365" y="44"/>
                    <a:pt x="365" y="44"/>
                  </a:cubicBezTo>
                  <a:cubicBezTo>
                    <a:pt x="366" y="44"/>
                    <a:pt x="366" y="44"/>
                    <a:pt x="366" y="44"/>
                  </a:cubicBezTo>
                  <a:cubicBezTo>
                    <a:pt x="365" y="44"/>
                    <a:pt x="365" y="44"/>
                    <a:pt x="365" y="44"/>
                  </a:cubicBezTo>
                  <a:cubicBezTo>
                    <a:pt x="359" y="59"/>
                    <a:pt x="359" y="59"/>
                    <a:pt x="359" y="59"/>
                  </a:cubicBezTo>
                  <a:cubicBezTo>
                    <a:pt x="350" y="63"/>
                    <a:pt x="350" y="63"/>
                    <a:pt x="350" y="63"/>
                  </a:cubicBezTo>
                  <a:cubicBezTo>
                    <a:pt x="348" y="64"/>
                    <a:pt x="348" y="64"/>
                    <a:pt x="348" y="64"/>
                  </a:cubicBezTo>
                  <a:cubicBezTo>
                    <a:pt x="347" y="64"/>
                    <a:pt x="347" y="64"/>
                    <a:pt x="347" y="64"/>
                  </a:cubicBezTo>
                  <a:cubicBezTo>
                    <a:pt x="331" y="56"/>
                    <a:pt x="331" y="56"/>
                    <a:pt x="331" y="56"/>
                  </a:cubicBezTo>
                  <a:cubicBezTo>
                    <a:pt x="331" y="56"/>
                    <a:pt x="331" y="56"/>
                    <a:pt x="331" y="56"/>
                  </a:cubicBezTo>
                  <a:cubicBezTo>
                    <a:pt x="331" y="56"/>
                    <a:pt x="331" y="56"/>
                    <a:pt x="331" y="56"/>
                  </a:cubicBezTo>
                  <a:cubicBezTo>
                    <a:pt x="301" y="28"/>
                    <a:pt x="301" y="28"/>
                    <a:pt x="301" y="28"/>
                  </a:cubicBezTo>
                  <a:cubicBezTo>
                    <a:pt x="290" y="22"/>
                    <a:pt x="290" y="22"/>
                    <a:pt x="290" y="22"/>
                  </a:cubicBezTo>
                  <a:cubicBezTo>
                    <a:pt x="271" y="15"/>
                    <a:pt x="271" y="15"/>
                    <a:pt x="271" y="15"/>
                  </a:cubicBezTo>
                  <a:cubicBezTo>
                    <a:pt x="271" y="14"/>
                    <a:pt x="271" y="14"/>
                    <a:pt x="271" y="14"/>
                  </a:cubicBezTo>
                  <a:cubicBezTo>
                    <a:pt x="271" y="14"/>
                    <a:pt x="271" y="14"/>
                    <a:pt x="271" y="14"/>
                  </a:cubicBezTo>
                  <a:cubicBezTo>
                    <a:pt x="271" y="14"/>
                    <a:pt x="271" y="14"/>
                    <a:pt x="271" y="14"/>
                  </a:cubicBezTo>
                  <a:cubicBezTo>
                    <a:pt x="271" y="14"/>
                    <a:pt x="271" y="14"/>
                    <a:pt x="271" y="14"/>
                  </a:cubicBezTo>
                  <a:cubicBezTo>
                    <a:pt x="262" y="8"/>
                    <a:pt x="262" y="8"/>
                    <a:pt x="262" y="8"/>
                  </a:cubicBezTo>
                  <a:cubicBezTo>
                    <a:pt x="247" y="4"/>
                    <a:pt x="247" y="4"/>
                    <a:pt x="247" y="4"/>
                  </a:cubicBezTo>
                  <a:cubicBezTo>
                    <a:pt x="239" y="4"/>
                    <a:pt x="239" y="4"/>
                    <a:pt x="239" y="4"/>
                  </a:cubicBezTo>
                  <a:cubicBezTo>
                    <a:pt x="238" y="4"/>
                    <a:pt x="238" y="4"/>
                    <a:pt x="238" y="4"/>
                  </a:cubicBezTo>
                  <a:cubicBezTo>
                    <a:pt x="219" y="3"/>
                    <a:pt x="219" y="3"/>
                    <a:pt x="219" y="3"/>
                  </a:cubicBezTo>
                  <a:cubicBezTo>
                    <a:pt x="218" y="3"/>
                    <a:pt x="218" y="3"/>
                    <a:pt x="218" y="3"/>
                  </a:cubicBezTo>
                  <a:cubicBezTo>
                    <a:pt x="204" y="0"/>
                    <a:pt x="204" y="0"/>
                    <a:pt x="204" y="0"/>
                  </a:cubicBezTo>
                  <a:cubicBezTo>
                    <a:pt x="196" y="0"/>
                    <a:pt x="196" y="0"/>
                    <a:pt x="196" y="0"/>
                  </a:cubicBezTo>
                  <a:cubicBezTo>
                    <a:pt x="189" y="5"/>
                    <a:pt x="189" y="5"/>
                    <a:pt x="189" y="5"/>
                  </a:cubicBezTo>
                  <a:cubicBezTo>
                    <a:pt x="185" y="7"/>
                    <a:pt x="180" y="7"/>
                    <a:pt x="174" y="8"/>
                  </a:cubicBezTo>
                  <a:cubicBezTo>
                    <a:pt x="162" y="11"/>
                    <a:pt x="162" y="11"/>
                    <a:pt x="162" y="11"/>
                  </a:cubicBezTo>
                  <a:cubicBezTo>
                    <a:pt x="151" y="14"/>
                    <a:pt x="151" y="14"/>
                    <a:pt x="151" y="14"/>
                  </a:cubicBezTo>
                  <a:cubicBezTo>
                    <a:pt x="150" y="15"/>
                    <a:pt x="150" y="15"/>
                    <a:pt x="150" y="15"/>
                  </a:cubicBezTo>
                  <a:cubicBezTo>
                    <a:pt x="150" y="16"/>
                    <a:pt x="150" y="16"/>
                    <a:pt x="150" y="16"/>
                  </a:cubicBezTo>
                  <a:cubicBezTo>
                    <a:pt x="150" y="15"/>
                    <a:pt x="150" y="15"/>
                    <a:pt x="150" y="15"/>
                  </a:cubicBezTo>
                  <a:cubicBezTo>
                    <a:pt x="137" y="16"/>
                    <a:pt x="137" y="16"/>
                    <a:pt x="137" y="16"/>
                  </a:cubicBezTo>
                  <a:cubicBezTo>
                    <a:pt x="123" y="22"/>
                    <a:pt x="123" y="22"/>
                    <a:pt x="123" y="22"/>
                  </a:cubicBezTo>
                  <a:cubicBezTo>
                    <a:pt x="123" y="22"/>
                    <a:pt x="123" y="22"/>
                    <a:pt x="123" y="22"/>
                  </a:cubicBezTo>
                  <a:cubicBezTo>
                    <a:pt x="121" y="22"/>
                    <a:pt x="121" y="22"/>
                    <a:pt x="121" y="22"/>
                  </a:cubicBezTo>
                  <a:cubicBezTo>
                    <a:pt x="109" y="21"/>
                    <a:pt x="109" y="21"/>
                    <a:pt x="109" y="21"/>
                  </a:cubicBezTo>
                  <a:cubicBezTo>
                    <a:pt x="92" y="23"/>
                    <a:pt x="92" y="23"/>
                    <a:pt x="92" y="23"/>
                  </a:cubicBezTo>
                  <a:cubicBezTo>
                    <a:pt x="77" y="23"/>
                    <a:pt x="77" y="23"/>
                    <a:pt x="77" y="23"/>
                  </a:cubicBezTo>
                  <a:cubicBezTo>
                    <a:pt x="71" y="29"/>
                    <a:pt x="71" y="29"/>
                    <a:pt x="71" y="29"/>
                  </a:cubicBezTo>
                  <a:cubicBezTo>
                    <a:pt x="70" y="29"/>
                    <a:pt x="70" y="29"/>
                    <a:pt x="70" y="29"/>
                  </a:cubicBezTo>
                  <a:cubicBezTo>
                    <a:pt x="63" y="31"/>
                    <a:pt x="63" y="31"/>
                    <a:pt x="63" y="31"/>
                  </a:cubicBezTo>
                  <a:cubicBezTo>
                    <a:pt x="66" y="38"/>
                    <a:pt x="66" y="38"/>
                    <a:pt x="66" y="38"/>
                  </a:cubicBezTo>
                  <a:cubicBezTo>
                    <a:pt x="66" y="50"/>
                    <a:pt x="66" y="50"/>
                    <a:pt x="66" y="50"/>
                  </a:cubicBezTo>
                  <a:cubicBezTo>
                    <a:pt x="64" y="60"/>
                    <a:pt x="64" y="60"/>
                    <a:pt x="64" y="60"/>
                  </a:cubicBezTo>
                  <a:cubicBezTo>
                    <a:pt x="75" y="69"/>
                    <a:pt x="75" y="69"/>
                    <a:pt x="75" y="69"/>
                  </a:cubicBezTo>
                  <a:cubicBezTo>
                    <a:pt x="75" y="69"/>
                    <a:pt x="75" y="69"/>
                    <a:pt x="75" y="69"/>
                  </a:cubicBezTo>
                  <a:cubicBezTo>
                    <a:pt x="75" y="69"/>
                    <a:pt x="75" y="69"/>
                    <a:pt x="75" y="69"/>
                  </a:cubicBezTo>
                  <a:cubicBezTo>
                    <a:pt x="75" y="69"/>
                    <a:pt x="75" y="69"/>
                    <a:pt x="75" y="69"/>
                  </a:cubicBezTo>
                  <a:cubicBezTo>
                    <a:pt x="84" y="78"/>
                    <a:pt x="84" y="78"/>
                    <a:pt x="84" y="78"/>
                  </a:cubicBezTo>
                  <a:cubicBezTo>
                    <a:pt x="89" y="82"/>
                    <a:pt x="92" y="86"/>
                    <a:pt x="92" y="89"/>
                  </a:cubicBezTo>
                  <a:cubicBezTo>
                    <a:pt x="95" y="98"/>
                    <a:pt x="95" y="98"/>
                    <a:pt x="95" y="98"/>
                  </a:cubicBezTo>
                  <a:cubicBezTo>
                    <a:pt x="99" y="107"/>
                    <a:pt x="99" y="107"/>
                    <a:pt x="99" y="107"/>
                  </a:cubicBezTo>
                  <a:cubicBezTo>
                    <a:pt x="98" y="107"/>
                    <a:pt x="98" y="108"/>
                    <a:pt x="98" y="108"/>
                  </a:cubicBezTo>
                  <a:cubicBezTo>
                    <a:pt x="86" y="116"/>
                    <a:pt x="86" y="116"/>
                    <a:pt x="86" y="116"/>
                  </a:cubicBezTo>
                  <a:cubicBezTo>
                    <a:pt x="78" y="127"/>
                    <a:pt x="78" y="127"/>
                    <a:pt x="78" y="127"/>
                  </a:cubicBezTo>
                  <a:cubicBezTo>
                    <a:pt x="80" y="136"/>
                    <a:pt x="80" y="136"/>
                    <a:pt x="80" y="136"/>
                  </a:cubicBezTo>
                  <a:cubicBezTo>
                    <a:pt x="86" y="149"/>
                    <a:pt x="86" y="149"/>
                    <a:pt x="86" y="149"/>
                  </a:cubicBezTo>
                  <a:cubicBezTo>
                    <a:pt x="86" y="150"/>
                    <a:pt x="86" y="150"/>
                    <a:pt x="86" y="150"/>
                  </a:cubicBezTo>
                  <a:cubicBezTo>
                    <a:pt x="86" y="150"/>
                    <a:pt x="86" y="150"/>
                    <a:pt x="86" y="150"/>
                  </a:cubicBezTo>
                  <a:cubicBezTo>
                    <a:pt x="86" y="150"/>
                    <a:pt x="86" y="150"/>
                    <a:pt x="86" y="150"/>
                  </a:cubicBezTo>
                  <a:cubicBezTo>
                    <a:pt x="85" y="155"/>
                    <a:pt x="85" y="155"/>
                    <a:pt x="85" y="155"/>
                  </a:cubicBezTo>
                  <a:cubicBezTo>
                    <a:pt x="84" y="158"/>
                    <a:pt x="83" y="161"/>
                    <a:pt x="81" y="162"/>
                  </a:cubicBezTo>
                  <a:cubicBezTo>
                    <a:pt x="77" y="165"/>
                    <a:pt x="71" y="165"/>
                    <a:pt x="61" y="162"/>
                  </a:cubicBezTo>
                  <a:cubicBezTo>
                    <a:pt x="46" y="159"/>
                    <a:pt x="46" y="159"/>
                    <a:pt x="46" y="159"/>
                  </a:cubicBezTo>
                  <a:cubicBezTo>
                    <a:pt x="46" y="159"/>
                    <a:pt x="46" y="159"/>
                    <a:pt x="46" y="159"/>
                  </a:cubicBezTo>
                  <a:cubicBezTo>
                    <a:pt x="46" y="159"/>
                    <a:pt x="46" y="159"/>
                    <a:pt x="46" y="159"/>
                  </a:cubicBezTo>
                  <a:cubicBezTo>
                    <a:pt x="45" y="159"/>
                    <a:pt x="45" y="159"/>
                    <a:pt x="45" y="159"/>
                  </a:cubicBezTo>
                  <a:cubicBezTo>
                    <a:pt x="34" y="153"/>
                    <a:pt x="34" y="153"/>
                    <a:pt x="34" y="153"/>
                  </a:cubicBezTo>
                  <a:cubicBezTo>
                    <a:pt x="16" y="153"/>
                    <a:pt x="16" y="153"/>
                    <a:pt x="16" y="153"/>
                  </a:cubicBezTo>
                  <a:cubicBezTo>
                    <a:pt x="17" y="153"/>
                    <a:pt x="17" y="153"/>
                    <a:pt x="17" y="153"/>
                  </a:cubicBezTo>
                  <a:cubicBezTo>
                    <a:pt x="15" y="184"/>
                    <a:pt x="15" y="184"/>
                    <a:pt x="15" y="184"/>
                  </a:cubicBezTo>
                  <a:cubicBezTo>
                    <a:pt x="15" y="188"/>
                    <a:pt x="12" y="190"/>
                    <a:pt x="7" y="191"/>
                  </a:cubicBezTo>
                  <a:cubicBezTo>
                    <a:pt x="6" y="191"/>
                    <a:pt x="4" y="194"/>
                    <a:pt x="5" y="198"/>
                  </a:cubicBezTo>
                  <a:cubicBezTo>
                    <a:pt x="5" y="199"/>
                    <a:pt x="5" y="199"/>
                    <a:pt x="5" y="199"/>
                  </a:cubicBezTo>
                  <a:cubicBezTo>
                    <a:pt x="4" y="199"/>
                    <a:pt x="4" y="199"/>
                    <a:pt x="4" y="199"/>
                  </a:cubicBezTo>
                  <a:cubicBezTo>
                    <a:pt x="3" y="207"/>
                    <a:pt x="3" y="207"/>
                    <a:pt x="3" y="207"/>
                  </a:cubicBezTo>
                  <a:cubicBezTo>
                    <a:pt x="7" y="211"/>
                    <a:pt x="10" y="214"/>
                    <a:pt x="12" y="216"/>
                  </a:cubicBezTo>
                  <a:cubicBezTo>
                    <a:pt x="15" y="231"/>
                    <a:pt x="15" y="231"/>
                    <a:pt x="15" y="231"/>
                  </a:cubicBezTo>
                  <a:cubicBezTo>
                    <a:pt x="15" y="236"/>
                    <a:pt x="15" y="236"/>
                    <a:pt x="15" y="236"/>
                  </a:cubicBezTo>
                  <a:cubicBezTo>
                    <a:pt x="14" y="239"/>
                    <a:pt x="13" y="242"/>
                    <a:pt x="12" y="244"/>
                  </a:cubicBezTo>
                  <a:cubicBezTo>
                    <a:pt x="8" y="256"/>
                    <a:pt x="8" y="256"/>
                    <a:pt x="8" y="256"/>
                  </a:cubicBezTo>
                  <a:cubicBezTo>
                    <a:pt x="0" y="271"/>
                    <a:pt x="0" y="271"/>
                    <a:pt x="0" y="271"/>
                  </a:cubicBezTo>
                  <a:cubicBezTo>
                    <a:pt x="0" y="274"/>
                    <a:pt x="0" y="274"/>
                    <a:pt x="0" y="274"/>
                  </a:cubicBezTo>
                  <a:cubicBezTo>
                    <a:pt x="1" y="282"/>
                    <a:pt x="1" y="282"/>
                    <a:pt x="1" y="282"/>
                  </a:cubicBezTo>
                  <a:cubicBezTo>
                    <a:pt x="9" y="292"/>
                    <a:pt x="9" y="292"/>
                    <a:pt x="9" y="292"/>
                  </a:cubicBezTo>
                  <a:cubicBezTo>
                    <a:pt x="12" y="295"/>
                    <a:pt x="13" y="297"/>
                    <a:pt x="13" y="299"/>
                  </a:cubicBezTo>
                  <a:cubicBezTo>
                    <a:pt x="21" y="309"/>
                    <a:pt x="21" y="309"/>
                    <a:pt x="21" y="309"/>
                  </a:cubicBezTo>
                  <a:cubicBezTo>
                    <a:pt x="32" y="321"/>
                    <a:pt x="32" y="321"/>
                    <a:pt x="32" y="321"/>
                  </a:cubicBezTo>
                  <a:cubicBezTo>
                    <a:pt x="36" y="325"/>
                    <a:pt x="39" y="327"/>
                    <a:pt x="40" y="327"/>
                  </a:cubicBezTo>
                  <a:cubicBezTo>
                    <a:pt x="52" y="320"/>
                    <a:pt x="52" y="320"/>
                    <a:pt x="52" y="320"/>
                  </a:cubicBezTo>
                  <a:cubicBezTo>
                    <a:pt x="54" y="318"/>
                    <a:pt x="56" y="317"/>
                    <a:pt x="59" y="317"/>
                  </a:cubicBezTo>
                  <a:cubicBezTo>
                    <a:pt x="61" y="317"/>
                    <a:pt x="65" y="319"/>
                    <a:pt x="70" y="322"/>
                  </a:cubicBezTo>
                  <a:cubicBezTo>
                    <a:pt x="70" y="322"/>
                    <a:pt x="70" y="322"/>
                    <a:pt x="70" y="322"/>
                  </a:cubicBezTo>
                  <a:cubicBezTo>
                    <a:pt x="71" y="322"/>
                    <a:pt x="71" y="322"/>
                    <a:pt x="71" y="322"/>
                  </a:cubicBezTo>
                  <a:cubicBezTo>
                    <a:pt x="71" y="323"/>
                    <a:pt x="71" y="323"/>
                    <a:pt x="71" y="323"/>
                  </a:cubicBezTo>
                  <a:cubicBezTo>
                    <a:pt x="77" y="330"/>
                    <a:pt x="77" y="330"/>
                    <a:pt x="77" y="330"/>
                  </a:cubicBezTo>
                  <a:cubicBezTo>
                    <a:pt x="80" y="337"/>
                    <a:pt x="80" y="337"/>
                    <a:pt x="80" y="337"/>
                  </a:cubicBezTo>
                  <a:cubicBezTo>
                    <a:pt x="83" y="340"/>
                    <a:pt x="83" y="340"/>
                    <a:pt x="83" y="340"/>
                  </a:cubicBezTo>
                  <a:cubicBezTo>
                    <a:pt x="84" y="342"/>
                    <a:pt x="84" y="342"/>
                    <a:pt x="84" y="342"/>
                  </a:cubicBezTo>
                  <a:cubicBezTo>
                    <a:pt x="92" y="347"/>
                    <a:pt x="92" y="347"/>
                    <a:pt x="92" y="347"/>
                  </a:cubicBezTo>
                  <a:cubicBezTo>
                    <a:pt x="97" y="348"/>
                    <a:pt x="97" y="348"/>
                    <a:pt x="97" y="348"/>
                  </a:cubicBezTo>
                  <a:cubicBezTo>
                    <a:pt x="99" y="348"/>
                    <a:pt x="101" y="350"/>
                    <a:pt x="103" y="353"/>
                  </a:cubicBezTo>
                  <a:cubicBezTo>
                    <a:pt x="104" y="354"/>
                    <a:pt x="111" y="357"/>
                    <a:pt x="123" y="360"/>
                  </a:cubicBezTo>
                  <a:cubicBezTo>
                    <a:pt x="123" y="360"/>
                    <a:pt x="123" y="360"/>
                    <a:pt x="123" y="360"/>
                  </a:cubicBezTo>
                  <a:cubicBezTo>
                    <a:pt x="141" y="367"/>
                    <a:pt x="141" y="367"/>
                    <a:pt x="141" y="367"/>
                  </a:cubicBezTo>
                  <a:cubicBezTo>
                    <a:pt x="142" y="367"/>
                    <a:pt x="142" y="367"/>
                    <a:pt x="142" y="367"/>
                  </a:cubicBezTo>
                  <a:cubicBezTo>
                    <a:pt x="143" y="367"/>
                    <a:pt x="143" y="367"/>
                    <a:pt x="143" y="367"/>
                  </a:cubicBezTo>
                  <a:cubicBezTo>
                    <a:pt x="155" y="373"/>
                    <a:pt x="155" y="373"/>
                    <a:pt x="155" y="373"/>
                  </a:cubicBezTo>
                  <a:cubicBezTo>
                    <a:pt x="177" y="378"/>
                    <a:pt x="177" y="378"/>
                    <a:pt x="177" y="378"/>
                  </a:cubicBezTo>
                  <a:cubicBezTo>
                    <a:pt x="178" y="379"/>
                    <a:pt x="178" y="379"/>
                    <a:pt x="178" y="379"/>
                  </a:cubicBezTo>
                  <a:cubicBezTo>
                    <a:pt x="206" y="380"/>
                    <a:pt x="206" y="380"/>
                    <a:pt x="206" y="380"/>
                  </a:cubicBezTo>
                  <a:cubicBezTo>
                    <a:pt x="219" y="375"/>
                    <a:pt x="219" y="375"/>
                    <a:pt x="219" y="375"/>
                  </a:cubicBezTo>
                  <a:cubicBezTo>
                    <a:pt x="231" y="375"/>
                    <a:pt x="231" y="375"/>
                    <a:pt x="231" y="375"/>
                  </a:cubicBezTo>
                  <a:cubicBezTo>
                    <a:pt x="231" y="376"/>
                    <a:pt x="231" y="376"/>
                    <a:pt x="231" y="376"/>
                  </a:cubicBezTo>
                  <a:cubicBezTo>
                    <a:pt x="231" y="376"/>
                    <a:pt x="231" y="376"/>
                    <a:pt x="231" y="376"/>
                  </a:cubicBezTo>
                  <a:cubicBezTo>
                    <a:pt x="241" y="388"/>
                    <a:pt x="241" y="388"/>
                    <a:pt x="241" y="388"/>
                  </a:cubicBezTo>
                  <a:cubicBezTo>
                    <a:pt x="241" y="388"/>
                    <a:pt x="241" y="388"/>
                    <a:pt x="241" y="388"/>
                  </a:cubicBezTo>
                  <a:cubicBezTo>
                    <a:pt x="241" y="389"/>
                    <a:pt x="241" y="389"/>
                    <a:pt x="241" y="389"/>
                  </a:cubicBezTo>
                  <a:cubicBezTo>
                    <a:pt x="247" y="399"/>
                    <a:pt x="247" y="399"/>
                    <a:pt x="247" y="399"/>
                  </a:cubicBezTo>
                  <a:cubicBezTo>
                    <a:pt x="252" y="404"/>
                    <a:pt x="252" y="404"/>
                    <a:pt x="252" y="404"/>
                  </a:cubicBezTo>
                  <a:cubicBezTo>
                    <a:pt x="259" y="407"/>
                    <a:pt x="259" y="407"/>
                    <a:pt x="259" y="407"/>
                  </a:cubicBezTo>
                  <a:cubicBezTo>
                    <a:pt x="259" y="408"/>
                    <a:pt x="259" y="408"/>
                    <a:pt x="259" y="408"/>
                  </a:cubicBezTo>
                  <a:cubicBezTo>
                    <a:pt x="259" y="408"/>
                    <a:pt x="259" y="408"/>
                    <a:pt x="259" y="408"/>
                  </a:cubicBezTo>
                  <a:cubicBezTo>
                    <a:pt x="260" y="408"/>
                    <a:pt x="260" y="408"/>
                    <a:pt x="260" y="408"/>
                  </a:cubicBezTo>
                  <a:cubicBezTo>
                    <a:pt x="265" y="421"/>
                    <a:pt x="265" y="421"/>
                    <a:pt x="265" y="421"/>
                  </a:cubicBezTo>
                  <a:cubicBezTo>
                    <a:pt x="265" y="421"/>
                    <a:pt x="265" y="421"/>
                    <a:pt x="265" y="421"/>
                  </a:cubicBezTo>
                  <a:cubicBezTo>
                    <a:pt x="266" y="421"/>
                    <a:pt x="266" y="421"/>
                    <a:pt x="266" y="421"/>
                  </a:cubicBezTo>
                  <a:cubicBezTo>
                    <a:pt x="266" y="422"/>
                    <a:pt x="266" y="422"/>
                    <a:pt x="266" y="422"/>
                  </a:cubicBezTo>
                  <a:cubicBezTo>
                    <a:pt x="269" y="435"/>
                    <a:pt x="269" y="435"/>
                    <a:pt x="269" y="435"/>
                  </a:cubicBezTo>
                  <a:cubicBezTo>
                    <a:pt x="277" y="438"/>
                    <a:pt x="277" y="438"/>
                    <a:pt x="277" y="438"/>
                  </a:cubicBezTo>
                  <a:cubicBezTo>
                    <a:pt x="278" y="438"/>
                    <a:pt x="278" y="438"/>
                    <a:pt x="278" y="438"/>
                  </a:cubicBezTo>
                  <a:cubicBezTo>
                    <a:pt x="279" y="438"/>
                    <a:pt x="279" y="438"/>
                    <a:pt x="279" y="438"/>
                  </a:cubicBezTo>
                  <a:cubicBezTo>
                    <a:pt x="279" y="438"/>
                    <a:pt x="279" y="438"/>
                    <a:pt x="279" y="438"/>
                  </a:cubicBezTo>
                  <a:cubicBezTo>
                    <a:pt x="285" y="442"/>
                    <a:pt x="285" y="442"/>
                    <a:pt x="285" y="442"/>
                  </a:cubicBezTo>
                  <a:cubicBezTo>
                    <a:pt x="294" y="441"/>
                    <a:pt x="294" y="441"/>
                    <a:pt x="294" y="441"/>
                  </a:cubicBezTo>
                  <a:cubicBezTo>
                    <a:pt x="297" y="432"/>
                    <a:pt x="297" y="432"/>
                    <a:pt x="297" y="432"/>
                  </a:cubicBezTo>
                  <a:cubicBezTo>
                    <a:pt x="297" y="431"/>
                    <a:pt x="297" y="431"/>
                    <a:pt x="297" y="431"/>
                  </a:cubicBezTo>
                  <a:cubicBezTo>
                    <a:pt x="297" y="430"/>
                    <a:pt x="297" y="430"/>
                    <a:pt x="297" y="430"/>
                  </a:cubicBezTo>
                  <a:cubicBezTo>
                    <a:pt x="308" y="420"/>
                    <a:pt x="308" y="420"/>
                    <a:pt x="308" y="420"/>
                  </a:cubicBezTo>
                  <a:cubicBezTo>
                    <a:pt x="319" y="423"/>
                    <a:pt x="319" y="423"/>
                    <a:pt x="319" y="423"/>
                  </a:cubicBezTo>
                  <a:cubicBezTo>
                    <a:pt x="319" y="424"/>
                    <a:pt x="319" y="424"/>
                    <a:pt x="319" y="424"/>
                  </a:cubicBezTo>
                  <a:cubicBezTo>
                    <a:pt x="325" y="436"/>
                    <a:pt x="325" y="436"/>
                    <a:pt x="325" y="436"/>
                  </a:cubicBezTo>
                  <a:cubicBezTo>
                    <a:pt x="336" y="432"/>
                    <a:pt x="336" y="432"/>
                    <a:pt x="336" y="432"/>
                  </a:cubicBezTo>
                  <a:cubicBezTo>
                    <a:pt x="338" y="421"/>
                    <a:pt x="338" y="421"/>
                    <a:pt x="338" y="421"/>
                  </a:cubicBezTo>
                  <a:cubicBezTo>
                    <a:pt x="338" y="420"/>
                    <a:pt x="338" y="420"/>
                    <a:pt x="338" y="420"/>
                  </a:cubicBezTo>
                  <a:cubicBezTo>
                    <a:pt x="338" y="419"/>
                    <a:pt x="338" y="419"/>
                    <a:pt x="338" y="419"/>
                  </a:cubicBezTo>
                  <a:cubicBezTo>
                    <a:pt x="338" y="419"/>
                    <a:pt x="338" y="419"/>
                    <a:pt x="338" y="419"/>
                  </a:cubicBezTo>
                  <a:cubicBezTo>
                    <a:pt x="346" y="415"/>
                    <a:pt x="346" y="415"/>
                    <a:pt x="346" y="415"/>
                  </a:cubicBezTo>
                  <a:cubicBezTo>
                    <a:pt x="344" y="398"/>
                    <a:pt x="344" y="398"/>
                    <a:pt x="344" y="398"/>
                  </a:cubicBezTo>
                  <a:cubicBezTo>
                    <a:pt x="344" y="396"/>
                    <a:pt x="344" y="396"/>
                    <a:pt x="344" y="396"/>
                  </a:cubicBezTo>
                  <a:cubicBezTo>
                    <a:pt x="344" y="396"/>
                    <a:pt x="344" y="396"/>
                    <a:pt x="344" y="396"/>
                  </a:cubicBezTo>
                  <a:cubicBezTo>
                    <a:pt x="344" y="396"/>
                    <a:pt x="344" y="396"/>
                    <a:pt x="344" y="396"/>
                  </a:cubicBezTo>
                  <a:cubicBezTo>
                    <a:pt x="353" y="377"/>
                    <a:pt x="353" y="377"/>
                    <a:pt x="353" y="377"/>
                  </a:cubicBezTo>
                  <a:cubicBezTo>
                    <a:pt x="362" y="373"/>
                    <a:pt x="362" y="373"/>
                    <a:pt x="362" y="373"/>
                  </a:cubicBezTo>
                  <a:cubicBezTo>
                    <a:pt x="359" y="356"/>
                    <a:pt x="359" y="356"/>
                    <a:pt x="359" y="356"/>
                  </a:cubicBezTo>
                  <a:cubicBezTo>
                    <a:pt x="368" y="356"/>
                    <a:pt x="368" y="356"/>
                    <a:pt x="368" y="356"/>
                  </a:cubicBezTo>
                  <a:cubicBezTo>
                    <a:pt x="367" y="348"/>
                    <a:pt x="367" y="348"/>
                    <a:pt x="367" y="348"/>
                  </a:cubicBezTo>
                  <a:cubicBezTo>
                    <a:pt x="362" y="332"/>
                    <a:pt x="362" y="332"/>
                    <a:pt x="362" y="332"/>
                  </a:cubicBezTo>
                  <a:cubicBezTo>
                    <a:pt x="362" y="332"/>
                    <a:pt x="362" y="332"/>
                    <a:pt x="362" y="332"/>
                  </a:cubicBezTo>
                  <a:cubicBezTo>
                    <a:pt x="362" y="331"/>
                    <a:pt x="362" y="331"/>
                    <a:pt x="362" y="331"/>
                  </a:cubicBezTo>
                  <a:cubicBezTo>
                    <a:pt x="364" y="319"/>
                    <a:pt x="364" y="319"/>
                    <a:pt x="364" y="319"/>
                  </a:cubicBezTo>
                  <a:cubicBezTo>
                    <a:pt x="364" y="317"/>
                    <a:pt x="364" y="317"/>
                    <a:pt x="364" y="317"/>
                  </a:cubicBezTo>
                  <a:cubicBezTo>
                    <a:pt x="365" y="317"/>
                    <a:pt x="365" y="317"/>
                    <a:pt x="365" y="317"/>
                  </a:cubicBezTo>
                  <a:cubicBezTo>
                    <a:pt x="371" y="309"/>
                    <a:pt x="371" y="309"/>
                    <a:pt x="371" y="309"/>
                  </a:cubicBezTo>
                  <a:cubicBezTo>
                    <a:pt x="372" y="308"/>
                    <a:pt x="372" y="308"/>
                    <a:pt x="372" y="308"/>
                  </a:cubicBezTo>
                  <a:cubicBezTo>
                    <a:pt x="374" y="308"/>
                    <a:pt x="374" y="308"/>
                    <a:pt x="374" y="308"/>
                  </a:cubicBezTo>
                  <a:cubicBezTo>
                    <a:pt x="390" y="311"/>
                    <a:pt x="390" y="311"/>
                    <a:pt x="390" y="311"/>
                  </a:cubicBezTo>
                  <a:cubicBezTo>
                    <a:pt x="391" y="311"/>
                    <a:pt x="391" y="311"/>
                    <a:pt x="391" y="311"/>
                  </a:cubicBezTo>
                  <a:cubicBezTo>
                    <a:pt x="404" y="314"/>
                    <a:pt x="404" y="314"/>
                    <a:pt x="404" y="314"/>
                  </a:cubicBezTo>
                  <a:cubicBezTo>
                    <a:pt x="416" y="311"/>
                    <a:pt x="416" y="311"/>
                    <a:pt x="416" y="311"/>
                  </a:cubicBezTo>
                  <a:cubicBezTo>
                    <a:pt x="423" y="324"/>
                    <a:pt x="423" y="324"/>
                    <a:pt x="423" y="324"/>
                  </a:cubicBezTo>
                  <a:cubicBezTo>
                    <a:pt x="423" y="325"/>
                    <a:pt x="423" y="325"/>
                    <a:pt x="423" y="325"/>
                  </a:cubicBezTo>
                  <a:cubicBezTo>
                    <a:pt x="423" y="334"/>
                    <a:pt x="423" y="334"/>
                    <a:pt x="423" y="334"/>
                  </a:cubicBezTo>
                  <a:cubicBezTo>
                    <a:pt x="425" y="344"/>
                    <a:pt x="425" y="344"/>
                    <a:pt x="425" y="344"/>
                  </a:cubicBezTo>
                  <a:cubicBezTo>
                    <a:pt x="426" y="347"/>
                    <a:pt x="429" y="350"/>
                    <a:pt x="431" y="350"/>
                  </a:cubicBezTo>
                  <a:cubicBezTo>
                    <a:pt x="432" y="350"/>
                    <a:pt x="432" y="350"/>
                    <a:pt x="432" y="350"/>
                  </a:cubicBezTo>
                  <a:cubicBezTo>
                    <a:pt x="438" y="351"/>
                    <a:pt x="441" y="354"/>
                    <a:pt x="441" y="357"/>
                  </a:cubicBezTo>
                  <a:cubicBezTo>
                    <a:pt x="442" y="361"/>
                    <a:pt x="444" y="365"/>
                    <a:pt x="449" y="370"/>
                  </a:cubicBezTo>
                  <a:cubicBezTo>
                    <a:pt x="454" y="377"/>
                    <a:pt x="454" y="377"/>
                    <a:pt x="454" y="377"/>
                  </a:cubicBezTo>
                  <a:cubicBezTo>
                    <a:pt x="454" y="377"/>
                    <a:pt x="454" y="377"/>
                    <a:pt x="454" y="377"/>
                  </a:cubicBezTo>
                  <a:cubicBezTo>
                    <a:pt x="454" y="378"/>
                    <a:pt x="454" y="378"/>
                    <a:pt x="454" y="378"/>
                  </a:cubicBezTo>
                  <a:cubicBezTo>
                    <a:pt x="458" y="385"/>
                    <a:pt x="458" y="385"/>
                    <a:pt x="458" y="385"/>
                  </a:cubicBezTo>
                  <a:cubicBezTo>
                    <a:pt x="463" y="384"/>
                    <a:pt x="463" y="384"/>
                    <a:pt x="463" y="384"/>
                  </a:cubicBezTo>
                  <a:cubicBezTo>
                    <a:pt x="474" y="375"/>
                    <a:pt x="474" y="375"/>
                    <a:pt x="474" y="375"/>
                  </a:cubicBezTo>
                  <a:cubicBezTo>
                    <a:pt x="480" y="389"/>
                    <a:pt x="480" y="389"/>
                    <a:pt x="480" y="389"/>
                  </a:cubicBezTo>
                  <a:cubicBezTo>
                    <a:pt x="494" y="393"/>
                    <a:pt x="494" y="393"/>
                    <a:pt x="494" y="393"/>
                  </a:cubicBezTo>
                  <a:cubicBezTo>
                    <a:pt x="494" y="393"/>
                    <a:pt x="494" y="393"/>
                    <a:pt x="494" y="393"/>
                  </a:cubicBezTo>
                  <a:cubicBezTo>
                    <a:pt x="495" y="394"/>
                    <a:pt x="495" y="394"/>
                    <a:pt x="495" y="394"/>
                  </a:cubicBezTo>
                  <a:cubicBezTo>
                    <a:pt x="501" y="406"/>
                    <a:pt x="501" y="406"/>
                    <a:pt x="501" y="406"/>
                  </a:cubicBezTo>
                  <a:cubicBezTo>
                    <a:pt x="504" y="408"/>
                    <a:pt x="504" y="408"/>
                    <a:pt x="504" y="408"/>
                  </a:cubicBezTo>
                  <a:cubicBezTo>
                    <a:pt x="505" y="396"/>
                    <a:pt x="505" y="396"/>
                    <a:pt x="505" y="396"/>
                  </a:cubicBezTo>
                  <a:cubicBezTo>
                    <a:pt x="505" y="396"/>
                    <a:pt x="505" y="396"/>
                    <a:pt x="505" y="396"/>
                  </a:cubicBezTo>
                  <a:cubicBezTo>
                    <a:pt x="505" y="394"/>
                    <a:pt x="505" y="394"/>
                    <a:pt x="505" y="394"/>
                  </a:cubicBezTo>
                  <a:cubicBezTo>
                    <a:pt x="532" y="393"/>
                    <a:pt x="532" y="393"/>
                    <a:pt x="532" y="393"/>
                  </a:cubicBezTo>
                  <a:cubicBezTo>
                    <a:pt x="532" y="391"/>
                    <a:pt x="532" y="391"/>
                    <a:pt x="532" y="391"/>
                  </a:cubicBezTo>
                  <a:cubicBezTo>
                    <a:pt x="533" y="390"/>
                    <a:pt x="533" y="387"/>
                    <a:pt x="532" y="385"/>
                  </a:cubicBezTo>
                  <a:cubicBezTo>
                    <a:pt x="530" y="382"/>
                    <a:pt x="529" y="379"/>
                    <a:pt x="529" y="374"/>
                  </a:cubicBezTo>
                  <a:cubicBezTo>
                    <a:pt x="528" y="370"/>
                    <a:pt x="529" y="366"/>
                    <a:pt x="530" y="365"/>
                  </a:cubicBezTo>
                  <a:cubicBezTo>
                    <a:pt x="532" y="362"/>
                    <a:pt x="533" y="362"/>
                    <a:pt x="536" y="363"/>
                  </a:cubicBezTo>
                  <a:cubicBezTo>
                    <a:pt x="547" y="367"/>
                    <a:pt x="547" y="367"/>
                    <a:pt x="547" y="367"/>
                  </a:cubicBezTo>
                  <a:cubicBezTo>
                    <a:pt x="548" y="359"/>
                    <a:pt x="548" y="359"/>
                    <a:pt x="548" y="359"/>
                  </a:cubicBezTo>
                  <a:cubicBezTo>
                    <a:pt x="528" y="350"/>
                    <a:pt x="528" y="350"/>
                    <a:pt x="528" y="350"/>
                  </a:cubicBezTo>
                  <a:cubicBezTo>
                    <a:pt x="527" y="350"/>
                    <a:pt x="527" y="350"/>
                    <a:pt x="527" y="350"/>
                  </a:cubicBezTo>
                  <a:cubicBezTo>
                    <a:pt x="526" y="348"/>
                    <a:pt x="526" y="348"/>
                    <a:pt x="526" y="348"/>
                  </a:cubicBezTo>
                  <a:cubicBezTo>
                    <a:pt x="526" y="348"/>
                    <a:pt x="526" y="348"/>
                    <a:pt x="526" y="348"/>
                  </a:cubicBezTo>
                  <a:cubicBezTo>
                    <a:pt x="526" y="347"/>
                    <a:pt x="526" y="347"/>
                    <a:pt x="526" y="347"/>
                  </a:cubicBezTo>
                  <a:cubicBezTo>
                    <a:pt x="523" y="323"/>
                    <a:pt x="523" y="323"/>
                    <a:pt x="523" y="323"/>
                  </a:cubicBezTo>
                  <a:cubicBezTo>
                    <a:pt x="524" y="308"/>
                    <a:pt x="524" y="308"/>
                    <a:pt x="524" y="308"/>
                  </a:cubicBezTo>
                  <a:cubicBezTo>
                    <a:pt x="524" y="306"/>
                    <a:pt x="524" y="306"/>
                    <a:pt x="524" y="306"/>
                  </a:cubicBezTo>
                  <a:cubicBezTo>
                    <a:pt x="524" y="305"/>
                    <a:pt x="524" y="305"/>
                    <a:pt x="524" y="305"/>
                  </a:cubicBezTo>
                  <a:cubicBezTo>
                    <a:pt x="557" y="309"/>
                    <a:pt x="557" y="309"/>
                    <a:pt x="557" y="309"/>
                  </a:cubicBezTo>
                  <a:cubicBezTo>
                    <a:pt x="566" y="301"/>
                    <a:pt x="566" y="301"/>
                    <a:pt x="566" y="301"/>
                  </a:cubicBezTo>
                  <a:cubicBezTo>
                    <a:pt x="568" y="298"/>
                    <a:pt x="567" y="296"/>
                    <a:pt x="566" y="295"/>
                  </a:cubicBezTo>
                  <a:cubicBezTo>
                    <a:pt x="557" y="292"/>
                    <a:pt x="553" y="288"/>
                    <a:pt x="553" y="285"/>
                  </a:cubicBezTo>
                  <a:cubicBezTo>
                    <a:pt x="553" y="283"/>
                    <a:pt x="554" y="280"/>
                    <a:pt x="557" y="279"/>
                  </a:cubicBezTo>
                  <a:cubicBezTo>
                    <a:pt x="571" y="265"/>
                    <a:pt x="571" y="265"/>
                    <a:pt x="571" y="265"/>
                  </a:cubicBezTo>
                  <a:cubicBezTo>
                    <a:pt x="586" y="265"/>
                    <a:pt x="586" y="265"/>
                    <a:pt x="586" y="265"/>
                  </a:cubicBezTo>
                  <a:cubicBezTo>
                    <a:pt x="594" y="251"/>
                    <a:pt x="594" y="251"/>
                    <a:pt x="594" y="251"/>
                  </a:cubicBezTo>
                  <a:cubicBezTo>
                    <a:pt x="594" y="238"/>
                    <a:pt x="594" y="238"/>
                    <a:pt x="594" y="238"/>
                  </a:cubicBezTo>
                  <a:cubicBezTo>
                    <a:pt x="605" y="236"/>
                    <a:pt x="605" y="236"/>
                    <a:pt x="605" y="236"/>
                  </a:cubicBezTo>
                  <a:cubicBezTo>
                    <a:pt x="608" y="227"/>
                    <a:pt x="610" y="222"/>
                    <a:pt x="611" y="220"/>
                  </a:cubicBezTo>
                  <a:cubicBezTo>
                    <a:pt x="616" y="210"/>
                    <a:pt x="616" y="210"/>
                    <a:pt x="616" y="210"/>
                  </a:cubicBezTo>
                  <a:cubicBezTo>
                    <a:pt x="608" y="195"/>
                    <a:pt x="608" y="195"/>
                    <a:pt x="608" y="195"/>
                  </a:cubicBezTo>
                  <a:cubicBezTo>
                    <a:pt x="608" y="194"/>
                    <a:pt x="608" y="194"/>
                    <a:pt x="608" y="194"/>
                  </a:cubicBezTo>
                  <a:cubicBezTo>
                    <a:pt x="608" y="194"/>
                    <a:pt x="608" y="194"/>
                    <a:pt x="608" y="194"/>
                  </a:cubicBezTo>
                  <a:cubicBezTo>
                    <a:pt x="608" y="194"/>
                    <a:pt x="608" y="194"/>
                    <a:pt x="608" y="194"/>
                  </a:cubicBezTo>
                  <a:cubicBezTo>
                    <a:pt x="602" y="173"/>
                    <a:pt x="602" y="173"/>
                    <a:pt x="602" y="173"/>
                  </a:cubicBezTo>
                  <a:cubicBezTo>
                    <a:pt x="602" y="172"/>
                    <a:pt x="602" y="172"/>
                    <a:pt x="602" y="172"/>
                  </a:cubicBezTo>
                  <a:cubicBezTo>
                    <a:pt x="599" y="151"/>
                    <a:pt x="599" y="151"/>
                    <a:pt x="599" y="151"/>
                  </a:cubicBezTo>
                  <a:cubicBezTo>
                    <a:pt x="591" y="139"/>
                    <a:pt x="591" y="139"/>
                    <a:pt x="591" y="139"/>
                  </a:cubicBezTo>
                  <a:cubicBezTo>
                    <a:pt x="580" y="128"/>
                    <a:pt x="580" y="128"/>
                    <a:pt x="580" y="128"/>
                  </a:cubicBezTo>
                  <a:cubicBezTo>
                    <a:pt x="580" y="127"/>
                    <a:pt x="580" y="127"/>
                    <a:pt x="580" y="127"/>
                  </a:cubicBezTo>
                  <a:cubicBezTo>
                    <a:pt x="580" y="127"/>
                    <a:pt x="580" y="127"/>
                    <a:pt x="580" y="127"/>
                  </a:cubicBezTo>
                  <a:cubicBezTo>
                    <a:pt x="580" y="126"/>
                    <a:pt x="580" y="126"/>
                    <a:pt x="580" y="126"/>
                  </a:cubicBezTo>
                  <a:cubicBezTo>
                    <a:pt x="579" y="115"/>
                    <a:pt x="579" y="115"/>
                    <a:pt x="579" y="115"/>
                  </a:cubicBezTo>
                  <a:cubicBezTo>
                    <a:pt x="559" y="121"/>
                    <a:pt x="559" y="121"/>
                    <a:pt x="559" y="121"/>
                  </a:cubicBezTo>
                  <a:cubicBezTo>
                    <a:pt x="559" y="120"/>
                    <a:pt x="559" y="120"/>
                    <a:pt x="559" y="120"/>
                  </a:cubicBezTo>
                  <a:cubicBezTo>
                    <a:pt x="549" y="110"/>
                    <a:pt x="549" y="110"/>
                    <a:pt x="549" y="110"/>
                  </a:cubicBezTo>
                  <a:cubicBezTo>
                    <a:pt x="522" y="89"/>
                    <a:pt x="522" y="89"/>
                    <a:pt x="522" y="89"/>
                  </a:cubicBezTo>
                  <a:cubicBezTo>
                    <a:pt x="521" y="89"/>
                    <a:pt x="521" y="89"/>
                    <a:pt x="521" y="89"/>
                  </a:cubicBezTo>
                  <a:cubicBezTo>
                    <a:pt x="511" y="76"/>
                    <a:pt x="511" y="76"/>
                    <a:pt x="511" y="76"/>
                  </a:cubicBezTo>
                  <a:cubicBezTo>
                    <a:pt x="504" y="72"/>
                    <a:pt x="504" y="72"/>
                    <a:pt x="504" y="72"/>
                  </a:cubicBezTo>
                  <a:cubicBezTo>
                    <a:pt x="500" y="78"/>
                    <a:pt x="500" y="78"/>
                    <a:pt x="500" y="78"/>
                  </a:cubicBezTo>
                  <a:cubicBezTo>
                    <a:pt x="500" y="79"/>
                    <a:pt x="500" y="79"/>
                    <a:pt x="500" y="79"/>
                  </a:cubicBezTo>
                  <a:cubicBezTo>
                    <a:pt x="500" y="80"/>
                    <a:pt x="500" y="80"/>
                    <a:pt x="500" y="80"/>
                  </a:cubicBezTo>
                  <a:cubicBezTo>
                    <a:pt x="499" y="80"/>
                    <a:pt x="499" y="80"/>
                    <a:pt x="499" y="80"/>
                  </a:cubicBezTo>
                  <a:cubicBezTo>
                    <a:pt x="498" y="80"/>
                    <a:pt x="498" y="80"/>
                    <a:pt x="498" y="80"/>
                  </a:cubicBezTo>
                  <a:cubicBezTo>
                    <a:pt x="489" y="81"/>
                    <a:pt x="489" y="81"/>
                    <a:pt x="489" y="81"/>
                  </a:cubicBezTo>
                  <a:cubicBezTo>
                    <a:pt x="488" y="81"/>
                    <a:pt x="488" y="81"/>
                    <a:pt x="488" y="81"/>
                  </a:cubicBezTo>
                  <a:cubicBezTo>
                    <a:pt x="487" y="81"/>
                    <a:pt x="487" y="81"/>
                    <a:pt x="487" y="81"/>
                  </a:cubicBezTo>
                  <a:cubicBezTo>
                    <a:pt x="467" y="59"/>
                    <a:pt x="467" y="59"/>
                    <a:pt x="467" y="59"/>
                  </a:cubicBezTo>
                  <a:cubicBezTo>
                    <a:pt x="463" y="58"/>
                    <a:pt x="459" y="53"/>
                    <a:pt x="453" y="47"/>
                  </a:cubicBezTo>
                  <a:cubicBezTo>
                    <a:pt x="444" y="41"/>
                    <a:pt x="444" y="41"/>
                    <a:pt x="444" y="41"/>
                  </a:cubicBezTo>
                  <a:cubicBezTo>
                    <a:pt x="443" y="40"/>
                    <a:pt x="443" y="40"/>
                    <a:pt x="443" y="40"/>
                  </a:cubicBezTo>
                  <a:cubicBezTo>
                    <a:pt x="433" y="34"/>
                    <a:pt x="433" y="34"/>
                    <a:pt x="433" y="34"/>
                  </a:cubicBezTo>
                  <a:cubicBezTo>
                    <a:pt x="427" y="39"/>
                    <a:pt x="427" y="39"/>
                    <a:pt x="427" y="39"/>
                  </a:cubicBezTo>
                  <a:cubicBezTo>
                    <a:pt x="426" y="40"/>
                    <a:pt x="426" y="40"/>
                    <a:pt x="426" y="40"/>
                  </a:cubicBezTo>
                  <a:cubicBezTo>
                    <a:pt x="426" y="39"/>
                    <a:pt x="426" y="39"/>
                    <a:pt x="426" y="39"/>
                  </a:cubicBezTo>
                  <a:cubicBezTo>
                    <a:pt x="425" y="39"/>
                    <a:pt x="425" y="39"/>
                    <a:pt x="425" y="39"/>
                  </a:cubicBezTo>
                  <a:cubicBezTo>
                    <a:pt x="419" y="38"/>
                    <a:pt x="419" y="38"/>
                    <a:pt x="419" y="38"/>
                  </a:cubicBezTo>
                  <a:cubicBezTo>
                    <a:pt x="413" y="41"/>
                    <a:pt x="413" y="41"/>
                    <a:pt x="413" y="41"/>
                  </a:cubicBezTo>
                  <a:cubicBezTo>
                    <a:pt x="413" y="42"/>
                    <a:pt x="413" y="42"/>
                    <a:pt x="413" y="42"/>
                  </a:cubicBezTo>
                  <a:cubicBezTo>
                    <a:pt x="412" y="42"/>
                    <a:pt x="412" y="42"/>
                    <a:pt x="412" y="42"/>
                  </a:cubicBezTo>
                  <a:cubicBezTo>
                    <a:pt x="412" y="42"/>
                    <a:pt x="412" y="42"/>
                    <a:pt x="412" y="42"/>
                  </a:cubicBezTo>
                  <a:cubicBezTo>
                    <a:pt x="403" y="44"/>
                    <a:pt x="403" y="44"/>
                    <a:pt x="403" y="44"/>
                  </a:cubicBezTo>
                  <a:cubicBezTo>
                    <a:pt x="392" y="37"/>
                    <a:pt x="380" y="30"/>
                    <a:pt x="368" y="23"/>
                  </a:cubicBezTo>
                  <a:close/>
                </a:path>
              </a:pathLst>
            </a:custGeom>
            <a:grpFill/>
            <a:ln>
              <a:noFill/>
            </a:ln>
          </p:spPr>
          <p:txBody>
            <a:bodyPr vert="horz" wrap="square" lIns="91440" tIns="45720" rIns="91440" bIns="45720" numCol="1" anchor="t" anchorCtr="0" compatLnSpc="1"/>
            <a:lstStyle/>
            <a:p>
              <a:endParaRPr lang="zh-CN" altLang="en-US" dirty="0"/>
            </a:p>
          </p:txBody>
        </p:sp>
        <p:sp>
          <p:nvSpPr>
            <p:cNvPr id="55" name="Freeform 17"/>
            <p:cNvSpPr/>
            <p:nvPr/>
          </p:nvSpPr>
          <p:spPr bwMode="auto">
            <a:xfrm>
              <a:off x="2333816" y="3162872"/>
              <a:ext cx="923925" cy="811213"/>
            </a:xfrm>
            <a:custGeom>
              <a:avLst/>
              <a:gdLst>
                <a:gd name="T0" fmla="*/ 15 w 534"/>
                <a:gd name="T1" fmla="*/ 21 h 468"/>
                <a:gd name="T2" fmla="*/ 13 w 534"/>
                <a:gd name="T3" fmla="*/ 53 h 468"/>
                <a:gd name="T4" fmla="*/ 7 w 534"/>
                <a:gd name="T5" fmla="*/ 86 h 468"/>
                <a:gd name="T6" fmla="*/ 30 w 534"/>
                <a:gd name="T7" fmla="*/ 105 h 468"/>
                <a:gd name="T8" fmla="*/ 54 w 534"/>
                <a:gd name="T9" fmla="*/ 146 h 468"/>
                <a:gd name="T10" fmla="*/ 56 w 534"/>
                <a:gd name="T11" fmla="*/ 185 h 468"/>
                <a:gd name="T12" fmla="*/ 69 w 534"/>
                <a:gd name="T13" fmla="*/ 217 h 468"/>
                <a:gd name="T14" fmla="*/ 76 w 534"/>
                <a:gd name="T15" fmla="*/ 265 h 468"/>
                <a:gd name="T16" fmla="*/ 72 w 534"/>
                <a:gd name="T17" fmla="*/ 331 h 468"/>
                <a:gd name="T18" fmla="*/ 84 w 534"/>
                <a:gd name="T19" fmla="*/ 350 h 468"/>
                <a:gd name="T20" fmla="*/ 95 w 534"/>
                <a:gd name="T21" fmla="*/ 322 h 468"/>
                <a:gd name="T22" fmla="*/ 118 w 534"/>
                <a:gd name="T23" fmla="*/ 334 h 468"/>
                <a:gd name="T24" fmla="*/ 130 w 534"/>
                <a:gd name="T25" fmla="*/ 359 h 468"/>
                <a:gd name="T26" fmla="*/ 155 w 534"/>
                <a:gd name="T27" fmla="*/ 362 h 468"/>
                <a:gd name="T28" fmla="*/ 181 w 534"/>
                <a:gd name="T29" fmla="*/ 423 h 468"/>
                <a:gd name="T30" fmla="*/ 186 w 534"/>
                <a:gd name="T31" fmla="*/ 453 h 468"/>
                <a:gd name="T32" fmla="*/ 200 w 534"/>
                <a:gd name="T33" fmla="*/ 467 h 468"/>
                <a:gd name="T34" fmla="*/ 232 w 534"/>
                <a:gd name="T35" fmla="*/ 444 h 468"/>
                <a:gd name="T36" fmla="*/ 249 w 534"/>
                <a:gd name="T37" fmla="*/ 406 h 468"/>
                <a:gd name="T38" fmla="*/ 263 w 534"/>
                <a:gd name="T39" fmla="*/ 386 h 468"/>
                <a:gd name="T40" fmla="*/ 283 w 534"/>
                <a:gd name="T41" fmla="*/ 356 h 468"/>
                <a:gd name="T42" fmla="*/ 297 w 534"/>
                <a:gd name="T43" fmla="*/ 331 h 468"/>
                <a:gd name="T44" fmla="*/ 335 w 534"/>
                <a:gd name="T45" fmla="*/ 342 h 468"/>
                <a:gd name="T46" fmla="*/ 348 w 534"/>
                <a:gd name="T47" fmla="*/ 358 h 468"/>
                <a:gd name="T48" fmla="*/ 364 w 534"/>
                <a:gd name="T49" fmla="*/ 353 h 468"/>
                <a:gd name="T50" fmla="*/ 388 w 534"/>
                <a:gd name="T51" fmla="*/ 378 h 468"/>
                <a:gd name="T52" fmla="*/ 418 w 534"/>
                <a:gd name="T53" fmla="*/ 353 h 468"/>
                <a:gd name="T54" fmla="*/ 401 w 534"/>
                <a:gd name="T55" fmla="*/ 347 h 468"/>
                <a:gd name="T56" fmla="*/ 394 w 534"/>
                <a:gd name="T57" fmla="*/ 319 h 468"/>
                <a:gd name="T58" fmla="*/ 418 w 534"/>
                <a:gd name="T59" fmla="*/ 318 h 468"/>
                <a:gd name="T60" fmla="*/ 393 w 534"/>
                <a:gd name="T61" fmla="*/ 283 h 468"/>
                <a:gd name="T62" fmla="*/ 387 w 534"/>
                <a:gd name="T63" fmla="*/ 247 h 468"/>
                <a:gd name="T64" fmla="*/ 461 w 534"/>
                <a:gd name="T65" fmla="*/ 217 h 468"/>
                <a:gd name="T66" fmla="*/ 497 w 534"/>
                <a:gd name="T67" fmla="*/ 183 h 468"/>
                <a:gd name="T68" fmla="*/ 505 w 534"/>
                <a:gd name="T69" fmla="*/ 169 h 468"/>
                <a:gd name="T70" fmla="*/ 521 w 534"/>
                <a:gd name="T71" fmla="*/ 129 h 468"/>
                <a:gd name="T72" fmla="*/ 494 w 534"/>
                <a:gd name="T73" fmla="*/ 118 h 468"/>
                <a:gd name="T74" fmla="*/ 479 w 534"/>
                <a:gd name="T75" fmla="*/ 103 h 468"/>
                <a:gd name="T76" fmla="*/ 462 w 534"/>
                <a:gd name="T77" fmla="*/ 110 h 468"/>
                <a:gd name="T78" fmla="*/ 452 w 534"/>
                <a:gd name="T79" fmla="*/ 95 h 468"/>
                <a:gd name="T80" fmla="*/ 436 w 534"/>
                <a:gd name="T81" fmla="*/ 94 h 468"/>
                <a:gd name="T82" fmla="*/ 399 w 534"/>
                <a:gd name="T83" fmla="*/ 88 h 468"/>
                <a:gd name="T84" fmla="*/ 384 w 534"/>
                <a:gd name="T85" fmla="*/ 90 h 468"/>
                <a:gd name="T86" fmla="*/ 333 w 534"/>
                <a:gd name="T87" fmla="*/ 84 h 468"/>
                <a:gd name="T88" fmla="*/ 330 w 534"/>
                <a:gd name="T89" fmla="*/ 58 h 468"/>
                <a:gd name="T90" fmla="*/ 273 w 534"/>
                <a:gd name="T91" fmla="*/ 24 h 468"/>
                <a:gd name="T92" fmla="*/ 248 w 534"/>
                <a:gd name="T93" fmla="*/ 8 h 468"/>
                <a:gd name="T94" fmla="*/ 243 w 534"/>
                <a:gd name="T95" fmla="*/ 46 h 468"/>
                <a:gd name="T96" fmla="*/ 212 w 534"/>
                <a:gd name="T97" fmla="*/ 49 h 468"/>
                <a:gd name="T98" fmla="*/ 198 w 534"/>
                <a:gd name="T99" fmla="*/ 63 h 468"/>
                <a:gd name="T100" fmla="*/ 185 w 534"/>
                <a:gd name="T101" fmla="*/ 83 h 468"/>
                <a:gd name="T102" fmla="*/ 144 w 534"/>
                <a:gd name="T103" fmla="*/ 102 h 468"/>
                <a:gd name="T104" fmla="*/ 118 w 534"/>
                <a:gd name="T105" fmla="*/ 76 h 468"/>
                <a:gd name="T106" fmla="*/ 95 w 534"/>
                <a:gd name="T107" fmla="*/ 71 h 468"/>
                <a:gd name="T108" fmla="*/ 75 w 534"/>
                <a:gd name="T109" fmla="*/ 46 h 468"/>
                <a:gd name="T110" fmla="*/ 52 w 534"/>
                <a:gd name="T111" fmla="*/ 11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34" h="468">
                  <a:moveTo>
                    <a:pt x="50" y="11"/>
                  </a:moveTo>
                  <a:cubicBezTo>
                    <a:pt x="36" y="7"/>
                    <a:pt x="36" y="7"/>
                    <a:pt x="36" y="7"/>
                  </a:cubicBezTo>
                  <a:cubicBezTo>
                    <a:pt x="21" y="5"/>
                    <a:pt x="21" y="5"/>
                    <a:pt x="21" y="5"/>
                  </a:cubicBezTo>
                  <a:cubicBezTo>
                    <a:pt x="16" y="10"/>
                    <a:pt x="16" y="10"/>
                    <a:pt x="16" y="10"/>
                  </a:cubicBezTo>
                  <a:cubicBezTo>
                    <a:pt x="15" y="21"/>
                    <a:pt x="15" y="21"/>
                    <a:pt x="15" y="21"/>
                  </a:cubicBezTo>
                  <a:cubicBezTo>
                    <a:pt x="16" y="21"/>
                    <a:pt x="16" y="21"/>
                    <a:pt x="16" y="21"/>
                  </a:cubicBezTo>
                  <a:cubicBezTo>
                    <a:pt x="20" y="37"/>
                    <a:pt x="20" y="37"/>
                    <a:pt x="20" y="37"/>
                  </a:cubicBezTo>
                  <a:cubicBezTo>
                    <a:pt x="21" y="49"/>
                    <a:pt x="21" y="49"/>
                    <a:pt x="21" y="49"/>
                  </a:cubicBezTo>
                  <a:cubicBezTo>
                    <a:pt x="21" y="53"/>
                    <a:pt x="21" y="53"/>
                    <a:pt x="21" y="53"/>
                  </a:cubicBezTo>
                  <a:cubicBezTo>
                    <a:pt x="13" y="53"/>
                    <a:pt x="13" y="53"/>
                    <a:pt x="13" y="53"/>
                  </a:cubicBezTo>
                  <a:cubicBezTo>
                    <a:pt x="16" y="67"/>
                    <a:pt x="16" y="67"/>
                    <a:pt x="16" y="67"/>
                  </a:cubicBezTo>
                  <a:cubicBezTo>
                    <a:pt x="5" y="72"/>
                    <a:pt x="5" y="72"/>
                    <a:pt x="5" y="72"/>
                  </a:cubicBezTo>
                  <a:cubicBezTo>
                    <a:pt x="0" y="81"/>
                    <a:pt x="0" y="81"/>
                    <a:pt x="0" y="81"/>
                  </a:cubicBezTo>
                  <a:cubicBezTo>
                    <a:pt x="6" y="86"/>
                    <a:pt x="6" y="86"/>
                    <a:pt x="6" y="86"/>
                  </a:cubicBezTo>
                  <a:cubicBezTo>
                    <a:pt x="7" y="86"/>
                    <a:pt x="7" y="86"/>
                    <a:pt x="7" y="86"/>
                  </a:cubicBezTo>
                  <a:cubicBezTo>
                    <a:pt x="7" y="86"/>
                    <a:pt x="7" y="86"/>
                    <a:pt x="7" y="86"/>
                  </a:cubicBezTo>
                  <a:cubicBezTo>
                    <a:pt x="28" y="103"/>
                    <a:pt x="28" y="103"/>
                    <a:pt x="28" y="103"/>
                  </a:cubicBezTo>
                  <a:cubicBezTo>
                    <a:pt x="29" y="104"/>
                    <a:pt x="29" y="104"/>
                    <a:pt x="29" y="104"/>
                  </a:cubicBezTo>
                  <a:cubicBezTo>
                    <a:pt x="30" y="104"/>
                    <a:pt x="30" y="104"/>
                    <a:pt x="30" y="104"/>
                  </a:cubicBezTo>
                  <a:cubicBezTo>
                    <a:pt x="30" y="105"/>
                    <a:pt x="30" y="105"/>
                    <a:pt x="30" y="105"/>
                  </a:cubicBezTo>
                  <a:cubicBezTo>
                    <a:pt x="30" y="105"/>
                    <a:pt x="30" y="105"/>
                    <a:pt x="30" y="105"/>
                  </a:cubicBezTo>
                  <a:cubicBezTo>
                    <a:pt x="33" y="120"/>
                    <a:pt x="33" y="120"/>
                    <a:pt x="33" y="120"/>
                  </a:cubicBezTo>
                  <a:cubicBezTo>
                    <a:pt x="42" y="134"/>
                    <a:pt x="42" y="134"/>
                    <a:pt x="42" y="134"/>
                  </a:cubicBezTo>
                  <a:cubicBezTo>
                    <a:pt x="45" y="138"/>
                    <a:pt x="48" y="142"/>
                    <a:pt x="53" y="146"/>
                  </a:cubicBezTo>
                  <a:cubicBezTo>
                    <a:pt x="54" y="146"/>
                    <a:pt x="54" y="146"/>
                    <a:pt x="54" y="146"/>
                  </a:cubicBezTo>
                  <a:cubicBezTo>
                    <a:pt x="55" y="147"/>
                    <a:pt x="55" y="147"/>
                    <a:pt x="55" y="147"/>
                  </a:cubicBezTo>
                  <a:cubicBezTo>
                    <a:pt x="55" y="148"/>
                    <a:pt x="55" y="148"/>
                    <a:pt x="55" y="148"/>
                  </a:cubicBezTo>
                  <a:cubicBezTo>
                    <a:pt x="54" y="149"/>
                    <a:pt x="54" y="149"/>
                    <a:pt x="54" y="149"/>
                  </a:cubicBezTo>
                  <a:cubicBezTo>
                    <a:pt x="54" y="162"/>
                    <a:pt x="54" y="162"/>
                    <a:pt x="54" y="162"/>
                  </a:cubicBezTo>
                  <a:cubicBezTo>
                    <a:pt x="56" y="166"/>
                    <a:pt x="56" y="174"/>
                    <a:pt x="56" y="185"/>
                  </a:cubicBezTo>
                  <a:cubicBezTo>
                    <a:pt x="62" y="193"/>
                    <a:pt x="64" y="199"/>
                    <a:pt x="64" y="202"/>
                  </a:cubicBezTo>
                  <a:cubicBezTo>
                    <a:pt x="64" y="205"/>
                    <a:pt x="66" y="210"/>
                    <a:pt x="69" y="216"/>
                  </a:cubicBezTo>
                  <a:cubicBezTo>
                    <a:pt x="69" y="216"/>
                    <a:pt x="69" y="216"/>
                    <a:pt x="69" y="216"/>
                  </a:cubicBezTo>
                  <a:cubicBezTo>
                    <a:pt x="69" y="217"/>
                    <a:pt x="69" y="217"/>
                    <a:pt x="69" y="217"/>
                  </a:cubicBezTo>
                  <a:cubicBezTo>
                    <a:pt x="69" y="217"/>
                    <a:pt x="69" y="217"/>
                    <a:pt x="69" y="217"/>
                  </a:cubicBezTo>
                  <a:cubicBezTo>
                    <a:pt x="70" y="225"/>
                    <a:pt x="70" y="233"/>
                    <a:pt x="68" y="239"/>
                  </a:cubicBezTo>
                  <a:cubicBezTo>
                    <a:pt x="66" y="243"/>
                    <a:pt x="69" y="251"/>
                    <a:pt x="75" y="262"/>
                  </a:cubicBezTo>
                  <a:cubicBezTo>
                    <a:pt x="76" y="262"/>
                    <a:pt x="76" y="262"/>
                    <a:pt x="76" y="262"/>
                  </a:cubicBezTo>
                  <a:cubicBezTo>
                    <a:pt x="76" y="264"/>
                    <a:pt x="76" y="264"/>
                    <a:pt x="76" y="264"/>
                  </a:cubicBezTo>
                  <a:cubicBezTo>
                    <a:pt x="76" y="265"/>
                    <a:pt x="76" y="265"/>
                    <a:pt x="76" y="265"/>
                  </a:cubicBezTo>
                  <a:cubicBezTo>
                    <a:pt x="66" y="286"/>
                    <a:pt x="66" y="286"/>
                    <a:pt x="66" y="286"/>
                  </a:cubicBezTo>
                  <a:cubicBezTo>
                    <a:pt x="68" y="291"/>
                    <a:pt x="69" y="295"/>
                    <a:pt x="69" y="297"/>
                  </a:cubicBezTo>
                  <a:cubicBezTo>
                    <a:pt x="66" y="317"/>
                    <a:pt x="66" y="317"/>
                    <a:pt x="66" y="317"/>
                  </a:cubicBezTo>
                  <a:cubicBezTo>
                    <a:pt x="65" y="324"/>
                    <a:pt x="65" y="327"/>
                    <a:pt x="68" y="329"/>
                  </a:cubicBezTo>
                  <a:cubicBezTo>
                    <a:pt x="72" y="331"/>
                    <a:pt x="72" y="331"/>
                    <a:pt x="72" y="331"/>
                  </a:cubicBezTo>
                  <a:cubicBezTo>
                    <a:pt x="77" y="333"/>
                    <a:pt x="79" y="336"/>
                    <a:pt x="79" y="339"/>
                  </a:cubicBezTo>
                  <a:cubicBezTo>
                    <a:pt x="78" y="350"/>
                    <a:pt x="78" y="350"/>
                    <a:pt x="78" y="350"/>
                  </a:cubicBezTo>
                  <a:cubicBezTo>
                    <a:pt x="81" y="351"/>
                    <a:pt x="81" y="351"/>
                    <a:pt x="81" y="351"/>
                  </a:cubicBezTo>
                  <a:cubicBezTo>
                    <a:pt x="82" y="352"/>
                    <a:pt x="82" y="352"/>
                    <a:pt x="82" y="352"/>
                  </a:cubicBezTo>
                  <a:cubicBezTo>
                    <a:pt x="84" y="350"/>
                    <a:pt x="84" y="350"/>
                    <a:pt x="84" y="350"/>
                  </a:cubicBezTo>
                  <a:cubicBezTo>
                    <a:pt x="86" y="348"/>
                    <a:pt x="87" y="346"/>
                    <a:pt x="88" y="342"/>
                  </a:cubicBezTo>
                  <a:cubicBezTo>
                    <a:pt x="89" y="341"/>
                    <a:pt x="89" y="341"/>
                    <a:pt x="89" y="341"/>
                  </a:cubicBezTo>
                  <a:cubicBezTo>
                    <a:pt x="90" y="339"/>
                    <a:pt x="90" y="339"/>
                    <a:pt x="90" y="339"/>
                  </a:cubicBezTo>
                  <a:cubicBezTo>
                    <a:pt x="92" y="338"/>
                    <a:pt x="93" y="336"/>
                    <a:pt x="95" y="334"/>
                  </a:cubicBezTo>
                  <a:cubicBezTo>
                    <a:pt x="96" y="330"/>
                    <a:pt x="96" y="327"/>
                    <a:pt x="95" y="322"/>
                  </a:cubicBezTo>
                  <a:cubicBezTo>
                    <a:pt x="93" y="319"/>
                    <a:pt x="93" y="319"/>
                    <a:pt x="93" y="319"/>
                  </a:cubicBezTo>
                  <a:cubicBezTo>
                    <a:pt x="96" y="319"/>
                    <a:pt x="96" y="319"/>
                    <a:pt x="96" y="319"/>
                  </a:cubicBezTo>
                  <a:cubicBezTo>
                    <a:pt x="106" y="316"/>
                    <a:pt x="112" y="317"/>
                    <a:pt x="113" y="321"/>
                  </a:cubicBezTo>
                  <a:cubicBezTo>
                    <a:pt x="118" y="333"/>
                    <a:pt x="118" y="333"/>
                    <a:pt x="118" y="333"/>
                  </a:cubicBezTo>
                  <a:cubicBezTo>
                    <a:pt x="118" y="334"/>
                    <a:pt x="118" y="334"/>
                    <a:pt x="118" y="334"/>
                  </a:cubicBezTo>
                  <a:cubicBezTo>
                    <a:pt x="118" y="335"/>
                    <a:pt x="118" y="335"/>
                    <a:pt x="118" y="335"/>
                  </a:cubicBezTo>
                  <a:cubicBezTo>
                    <a:pt x="121" y="355"/>
                    <a:pt x="121" y="355"/>
                    <a:pt x="121" y="355"/>
                  </a:cubicBezTo>
                  <a:cubicBezTo>
                    <a:pt x="129" y="359"/>
                    <a:pt x="129" y="359"/>
                    <a:pt x="129" y="359"/>
                  </a:cubicBezTo>
                  <a:cubicBezTo>
                    <a:pt x="129" y="359"/>
                    <a:pt x="129" y="359"/>
                    <a:pt x="129" y="359"/>
                  </a:cubicBezTo>
                  <a:cubicBezTo>
                    <a:pt x="130" y="359"/>
                    <a:pt x="130" y="359"/>
                    <a:pt x="130" y="359"/>
                  </a:cubicBezTo>
                  <a:cubicBezTo>
                    <a:pt x="135" y="363"/>
                    <a:pt x="135" y="363"/>
                    <a:pt x="135" y="363"/>
                  </a:cubicBezTo>
                  <a:cubicBezTo>
                    <a:pt x="140" y="358"/>
                    <a:pt x="140" y="358"/>
                    <a:pt x="140" y="358"/>
                  </a:cubicBezTo>
                  <a:cubicBezTo>
                    <a:pt x="145" y="353"/>
                    <a:pt x="145" y="353"/>
                    <a:pt x="145" y="353"/>
                  </a:cubicBezTo>
                  <a:cubicBezTo>
                    <a:pt x="147" y="353"/>
                    <a:pt x="147" y="353"/>
                    <a:pt x="147" y="353"/>
                  </a:cubicBezTo>
                  <a:cubicBezTo>
                    <a:pt x="151" y="355"/>
                    <a:pt x="154" y="358"/>
                    <a:pt x="155" y="362"/>
                  </a:cubicBezTo>
                  <a:cubicBezTo>
                    <a:pt x="157" y="378"/>
                    <a:pt x="157" y="378"/>
                    <a:pt x="157" y="378"/>
                  </a:cubicBezTo>
                  <a:cubicBezTo>
                    <a:pt x="158" y="380"/>
                    <a:pt x="158" y="380"/>
                    <a:pt x="158" y="380"/>
                  </a:cubicBezTo>
                  <a:cubicBezTo>
                    <a:pt x="174" y="415"/>
                    <a:pt x="174" y="415"/>
                    <a:pt x="174" y="415"/>
                  </a:cubicBezTo>
                  <a:cubicBezTo>
                    <a:pt x="181" y="422"/>
                    <a:pt x="181" y="422"/>
                    <a:pt x="181" y="422"/>
                  </a:cubicBezTo>
                  <a:cubicBezTo>
                    <a:pt x="181" y="423"/>
                    <a:pt x="181" y="423"/>
                    <a:pt x="181" y="423"/>
                  </a:cubicBezTo>
                  <a:cubicBezTo>
                    <a:pt x="181" y="423"/>
                    <a:pt x="181" y="423"/>
                    <a:pt x="181" y="423"/>
                  </a:cubicBezTo>
                  <a:cubicBezTo>
                    <a:pt x="184" y="438"/>
                    <a:pt x="184" y="438"/>
                    <a:pt x="184" y="438"/>
                  </a:cubicBezTo>
                  <a:cubicBezTo>
                    <a:pt x="184" y="438"/>
                    <a:pt x="184" y="438"/>
                    <a:pt x="184" y="438"/>
                  </a:cubicBezTo>
                  <a:cubicBezTo>
                    <a:pt x="186" y="452"/>
                    <a:pt x="186" y="452"/>
                    <a:pt x="186" y="452"/>
                  </a:cubicBezTo>
                  <a:cubicBezTo>
                    <a:pt x="186" y="453"/>
                    <a:pt x="186" y="453"/>
                    <a:pt x="186" y="453"/>
                  </a:cubicBezTo>
                  <a:cubicBezTo>
                    <a:pt x="191" y="447"/>
                    <a:pt x="194" y="444"/>
                    <a:pt x="197" y="445"/>
                  </a:cubicBezTo>
                  <a:cubicBezTo>
                    <a:pt x="199" y="446"/>
                    <a:pt x="200" y="447"/>
                    <a:pt x="200" y="449"/>
                  </a:cubicBezTo>
                  <a:cubicBezTo>
                    <a:pt x="200" y="453"/>
                    <a:pt x="200" y="453"/>
                    <a:pt x="200" y="453"/>
                  </a:cubicBezTo>
                  <a:cubicBezTo>
                    <a:pt x="200" y="464"/>
                    <a:pt x="200" y="464"/>
                    <a:pt x="200" y="464"/>
                  </a:cubicBezTo>
                  <a:cubicBezTo>
                    <a:pt x="200" y="467"/>
                    <a:pt x="200" y="467"/>
                    <a:pt x="200" y="467"/>
                  </a:cubicBezTo>
                  <a:cubicBezTo>
                    <a:pt x="203" y="468"/>
                    <a:pt x="205" y="467"/>
                    <a:pt x="206" y="465"/>
                  </a:cubicBezTo>
                  <a:cubicBezTo>
                    <a:pt x="212" y="457"/>
                    <a:pt x="212" y="457"/>
                    <a:pt x="212" y="457"/>
                  </a:cubicBezTo>
                  <a:cubicBezTo>
                    <a:pt x="218" y="450"/>
                    <a:pt x="218" y="450"/>
                    <a:pt x="218" y="450"/>
                  </a:cubicBezTo>
                  <a:cubicBezTo>
                    <a:pt x="223" y="447"/>
                    <a:pt x="227" y="444"/>
                    <a:pt x="232" y="444"/>
                  </a:cubicBezTo>
                  <a:cubicBezTo>
                    <a:pt x="232" y="444"/>
                    <a:pt x="232" y="444"/>
                    <a:pt x="232" y="444"/>
                  </a:cubicBezTo>
                  <a:cubicBezTo>
                    <a:pt x="245" y="447"/>
                    <a:pt x="245" y="447"/>
                    <a:pt x="245" y="447"/>
                  </a:cubicBezTo>
                  <a:cubicBezTo>
                    <a:pt x="249" y="446"/>
                    <a:pt x="249" y="446"/>
                    <a:pt x="249" y="446"/>
                  </a:cubicBezTo>
                  <a:cubicBezTo>
                    <a:pt x="255" y="437"/>
                    <a:pt x="255" y="437"/>
                    <a:pt x="255" y="437"/>
                  </a:cubicBezTo>
                  <a:cubicBezTo>
                    <a:pt x="254" y="424"/>
                    <a:pt x="254" y="424"/>
                    <a:pt x="254" y="424"/>
                  </a:cubicBezTo>
                  <a:cubicBezTo>
                    <a:pt x="250" y="417"/>
                    <a:pt x="248" y="410"/>
                    <a:pt x="249" y="406"/>
                  </a:cubicBezTo>
                  <a:cubicBezTo>
                    <a:pt x="251" y="395"/>
                    <a:pt x="251" y="395"/>
                    <a:pt x="251" y="395"/>
                  </a:cubicBezTo>
                  <a:cubicBezTo>
                    <a:pt x="251" y="394"/>
                    <a:pt x="251" y="394"/>
                    <a:pt x="251" y="394"/>
                  </a:cubicBezTo>
                  <a:cubicBezTo>
                    <a:pt x="252" y="393"/>
                    <a:pt x="252" y="393"/>
                    <a:pt x="252" y="393"/>
                  </a:cubicBezTo>
                  <a:cubicBezTo>
                    <a:pt x="252" y="393"/>
                    <a:pt x="252" y="393"/>
                    <a:pt x="252" y="393"/>
                  </a:cubicBezTo>
                  <a:cubicBezTo>
                    <a:pt x="263" y="386"/>
                    <a:pt x="263" y="386"/>
                    <a:pt x="263" y="386"/>
                  </a:cubicBezTo>
                  <a:cubicBezTo>
                    <a:pt x="264" y="386"/>
                    <a:pt x="264" y="386"/>
                    <a:pt x="264" y="386"/>
                  </a:cubicBezTo>
                  <a:cubicBezTo>
                    <a:pt x="264" y="386"/>
                    <a:pt x="264" y="386"/>
                    <a:pt x="264" y="386"/>
                  </a:cubicBezTo>
                  <a:cubicBezTo>
                    <a:pt x="272" y="381"/>
                    <a:pt x="272" y="381"/>
                    <a:pt x="272" y="381"/>
                  </a:cubicBezTo>
                  <a:cubicBezTo>
                    <a:pt x="282" y="367"/>
                    <a:pt x="282" y="367"/>
                    <a:pt x="282" y="367"/>
                  </a:cubicBezTo>
                  <a:cubicBezTo>
                    <a:pt x="283" y="356"/>
                    <a:pt x="283" y="356"/>
                    <a:pt x="283" y="356"/>
                  </a:cubicBezTo>
                  <a:cubicBezTo>
                    <a:pt x="272" y="331"/>
                    <a:pt x="272" y="331"/>
                    <a:pt x="272" y="331"/>
                  </a:cubicBezTo>
                  <a:cubicBezTo>
                    <a:pt x="297" y="342"/>
                    <a:pt x="297" y="342"/>
                    <a:pt x="297" y="342"/>
                  </a:cubicBezTo>
                  <a:cubicBezTo>
                    <a:pt x="297" y="332"/>
                    <a:pt x="297" y="332"/>
                    <a:pt x="297" y="332"/>
                  </a:cubicBezTo>
                  <a:cubicBezTo>
                    <a:pt x="297" y="332"/>
                    <a:pt x="297" y="332"/>
                    <a:pt x="297" y="332"/>
                  </a:cubicBezTo>
                  <a:cubicBezTo>
                    <a:pt x="297" y="331"/>
                    <a:pt x="297" y="331"/>
                    <a:pt x="297" y="331"/>
                  </a:cubicBezTo>
                  <a:cubicBezTo>
                    <a:pt x="306" y="323"/>
                    <a:pt x="306" y="323"/>
                    <a:pt x="306" y="323"/>
                  </a:cubicBezTo>
                  <a:cubicBezTo>
                    <a:pt x="323" y="318"/>
                    <a:pt x="323" y="318"/>
                    <a:pt x="323" y="318"/>
                  </a:cubicBezTo>
                  <a:cubicBezTo>
                    <a:pt x="325" y="318"/>
                    <a:pt x="325" y="318"/>
                    <a:pt x="325" y="318"/>
                  </a:cubicBezTo>
                  <a:cubicBezTo>
                    <a:pt x="335" y="341"/>
                    <a:pt x="335" y="341"/>
                    <a:pt x="335" y="341"/>
                  </a:cubicBezTo>
                  <a:cubicBezTo>
                    <a:pt x="335" y="342"/>
                    <a:pt x="335" y="342"/>
                    <a:pt x="335" y="342"/>
                  </a:cubicBezTo>
                  <a:cubicBezTo>
                    <a:pt x="334" y="350"/>
                    <a:pt x="334" y="350"/>
                    <a:pt x="334" y="350"/>
                  </a:cubicBezTo>
                  <a:cubicBezTo>
                    <a:pt x="335" y="358"/>
                    <a:pt x="335" y="358"/>
                    <a:pt x="335" y="358"/>
                  </a:cubicBezTo>
                  <a:cubicBezTo>
                    <a:pt x="336" y="362"/>
                    <a:pt x="339" y="364"/>
                    <a:pt x="340" y="364"/>
                  </a:cubicBezTo>
                  <a:cubicBezTo>
                    <a:pt x="343" y="364"/>
                    <a:pt x="345" y="362"/>
                    <a:pt x="348" y="359"/>
                  </a:cubicBezTo>
                  <a:cubicBezTo>
                    <a:pt x="348" y="358"/>
                    <a:pt x="348" y="358"/>
                    <a:pt x="348" y="358"/>
                  </a:cubicBezTo>
                  <a:cubicBezTo>
                    <a:pt x="348" y="358"/>
                    <a:pt x="348" y="358"/>
                    <a:pt x="348" y="358"/>
                  </a:cubicBezTo>
                  <a:cubicBezTo>
                    <a:pt x="349" y="358"/>
                    <a:pt x="349" y="358"/>
                    <a:pt x="349" y="358"/>
                  </a:cubicBezTo>
                  <a:cubicBezTo>
                    <a:pt x="364" y="353"/>
                    <a:pt x="364" y="353"/>
                    <a:pt x="364" y="353"/>
                  </a:cubicBezTo>
                  <a:cubicBezTo>
                    <a:pt x="364" y="353"/>
                    <a:pt x="364" y="353"/>
                    <a:pt x="364" y="353"/>
                  </a:cubicBezTo>
                  <a:cubicBezTo>
                    <a:pt x="364" y="353"/>
                    <a:pt x="364" y="353"/>
                    <a:pt x="364" y="353"/>
                  </a:cubicBezTo>
                  <a:cubicBezTo>
                    <a:pt x="372" y="353"/>
                    <a:pt x="376" y="355"/>
                    <a:pt x="378" y="358"/>
                  </a:cubicBezTo>
                  <a:cubicBezTo>
                    <a:pt x="379" y="375"/>
                    <a:pt x="379" y="375"/>
                    <a:pt x="379" y="375"/>
                  </a:cubicBezTo>
                  <a:cubicBezTo>
                    <a:pt x="379" y="375"/>
                    <a:pt x="379" y="375"/>
                    <a:pt x="379" y="375"/>
                  </a:cubicBezTo>
                  <a:cubicBezTo>
                    <a:pt x="382" y="376"/>
                    <a:pt x="382" y="376"/>
                    <a:pt x="382" y="376"/>
                  </a:cubicBezTo>
                  <a:cubicBezTo>
                    <a:pt x="388" y="378"/>
                    <a:pt x="388" y="378"/>
                    <a:pt x="388" y="378"/>
                  </a:cubicBezTo>
                  <a:cubicBezTo>
                    <a:pt x="397" y="377"/>
                    <a:pt x="397" y="377"/>
                    <a:pt x="397" y="377"/>
                  </a:cubicBezTo>
                  <a:cubicBezTo>
                    <a:pt x="412" y="373"/>
                    <a:pt x="412" y="373"/>
                    <a:pt x="412" y="373"/>
                  </a:cubicBezTo>
                  <a:cubicBezTo>
                    <a:pt x="421" y="365"/>
                    <a:pt x="421" y="365"/>
                    <a:pt x="421" y="365"/>
                  </a:cubicBezTo>
                  <a:cubicBezTo>
                    <a:pt x="422" y="358"/>
                    <a:pt x="422" y="358"/>
                    <a:pt x="422" y="358"/>
                  </a:cubicBezTo>
                  <a:cubicBezTo>
                    <a:pt x="418" y="353"/>
                    <a:pt x="418" y="353"/>
                    <a:pt x="418" y="353"/>
                  </a:cubicBezTo>
                  <a:cubicBezTo>
                    <a:pt x="402" y="348"/>
                    <a:pt x="402" y="348"/>
                    <a:pt x="402" y="348"/>
                  </a:cubicBezTo>
                  <a:cubicBezTo>
                    <a:pt x="402" y="348"/>
                    <a:pt x="402" y="348"/>
                    <a:pt x="402" y="348"/>
                  </a:cubicBezTo>
                  <a:cubicBezTo>
                    <a:pt x="401" y="347"/>
                    <a:pt x="401" y="347"/>
                    <a:pt x="401" y="347"/>
                  </a:cubicBezTo>
                  <a:cubicBezTo>
                    <a:pt x="401" y="347"/>
                    <a:pt x="401" y="347"/>
                    <a:pt x="401" y="347"/>
                  </a:cubicBezTo>
                  <a:cubicBezTo>
                    <a:pt x="401" y="347"/>
                    <a:pt x="401" y="347"/>
                    <a:pt x="401" y="347"/>
                  </a:cubicBezTo>
                  <a:cubicBezTo>
                    <a:pt x="382" y="329"/>
                    <a:pt x="382" y="329"/>
                    <a:pt x="382" y="329"/>
                  </a:cubicBezTo>
                  <a:cubicBezTo>
                    <a:pt x="384" y="327"/>
                    <a:pt x="384" y="327"/>
                    <a:pt x="384" y="327"/>
                  </a:cubicBezTo>
                  <a:cubicBezTo>
                    <a:pt x="393" y="319"/>
                    <a:pt x="393" y="319"/>
                    <a:pt x="393" y="319"/>
                  </a:cubicBezTo>
                  <a:cubicBezTo>
                    <a:pt x="394" y="319"/>
                    <a:pt x="394" y="319"/>
                    <a:pt x="394" y="319"/>
                  </a:cubicBezTo>
                  <a:cubicBezTo>
                    <a:pt x="394" y="319"/>
                    <a:pt x="394" y="319"/>
                    <a:pt x="394" y="319"/>
                  </a:cubicBezTo>
                  <a:cubicBezTo>
                    <a:pt x="403" y="315"/>
                    <a:pt x="403" y="315"/>
                    <a:pt x="403" y="315"/>
                  </a:cubicBezTo>
                  <a:cubicBezTo>
                    <a:pt x="403" y="315"/>
                    <a:pt x="403" y="315"/>
                    <a:pt x="403" y="315"/>
                  </a:cubicBezTo>
                  <a:cubicBezTo>
                    <a:pt x="405" y="315"/>
                    <a:pt x="405" y="315"/>
                    <a:pt x="405" y="315"/>
                  </a:cubicBezTo>
                  <a:cubicBezTo>
                    <a:pt x="417" y="318"/>
                    <a:pt x="417" y="318"/>
                    <a:pt x="417" y="318"/>
                  </a:cubicBezTo>
                  <a:cubicBezTo>
                    <a:pt x="418" y="318"/>
                    <a:pt x="418" y="318"/>
                    <a:pt x="418" y="318"/>
                  </a:cubicBezTo>
                  <a:cubicBezTo>
                    <a:pt x="418" y="318"/>
                    <a:pt x="418" y="318"/>
                    <a:pt x="418" y="318"/>
                  </a:cubicBezTo>
                  <a:cubicBezTo>
                    <a:pt x="418" y="313"/>
                    <a:pt x="418" y="313"/>
                    <a:pt x="418" y="313"/>
                  </a:cubicBezTo>
                  <a:cubicBezTo>
                    <a:pt x="413" y="304"/>
                    <a:pt x="413" y="304"/>
                    <a:pt x="413" y="304"/>
                  </a:cubicBezTo>
                  <a:cubicBezTo>
                    <a:pt x="404" y="300"/>
                    <a:pt x="404" y="300"/>
                    <a:pt x="404" y="300"/>
                  </a:cubicBezTo>
                  <a:cubicBezTo>
                    <a:pt x="393" y="283"/>
                    <a:pt x="393" y="283"/>
                    <a:pt x="393" y="283"/>
                  </a:cubicBezTo>
                  <a:cubicBezTo>
                    <a:pt x="393" y="283"/>
                    <a:pt x="393" y="283"/>
                    <a:pt x="393" y="283"/>
                  </a:cubicBezTo>
                  <a:cubicBezTo>
                    <a:pt x="392" y="282"/>
                    <a:pt x="392" y="282"/>
                    <a:pt x="392" y="282"/>
                  </a:cubicBezTo>
                  <a:cubicBezTo>
                    <a:pt x="392" y="282"/>
                    <a:pt x="392" y="282"/>
                    <a:pt x="392" y="282"/>
                  </a:cubicBezTo>
                  <a:cubicBezTo>
                    <a:pt x="387" y="262"/>
                    <a:pt x="387" y="262"/>
                    <a:pt x="387" y="262"/>
                  </a:cubicBezTo>
                  <a:cubicBezTo>
                    <a:pt x="387" y="247"/>
                    <a:pt x="387" y="247"/>
                    <a:pt x="387" y="247"/>
                  </a:cubicBezTo>
                  <a:cubicBezTo>
                    <a:pt x="396" y="237"/>
                    <a:pt x="396" y="237"/>
                    <a:pt x="396" y="237"/>
                  </a:cubicBezTo>
                  <a:cubicBezTo>
                    <a:pt x="411" y="237"/>
                    <a:pt x="411" y="237"/>
                    <a:pt x="411" y="237"/>
                  </a:cubicBezTo>
                  <a:cubicBezTo>
                    <a:pt x="445" y="241"/>
                    <a:pt x="445" y="241"/>
                    <a:pt x="445" y="241"/>
                  </a:cubicBezTo>
                  <a:cubicBezTo>
                    <a:pt x="461" y="218"/>
                    <a:pt x="461" y="218"/>
                    <a:pt x="461" y="218"/>
                  </a:cubicBezTo>
                  <a:cubicBezTo>
                    <a:pt x="461" y="217"/>
                    <a:pt x="461" y="217"/>
                    <a:pt x="461" y="217"/>
                  </a:cubicBezTo>
                  <a:cubicBezTo>
                    <a:pt x="462" y="217"/>
                    <a:pt x="462" y="217"/>
                    <a:pt x="462" y="217"/>
                  </a:cubicBezTo>
                  <a:cubicBezTo>
                    <a:pt x="475" y="210"/>
                    <a:pt x="475" y="210"/>
                    <a:pt x="475" y="210"/>
                  </a:cubicBezTo>
                  <a:cubicBezTo>
                    <a:pt x="481" y="197"/>
                    <a:pt x="481" y="197"/>
                    <a:pt x="481" y="197"/>
                  </a:cubicBezTo>
                  <a:cubicBezTo>
                    <a:pt x="482" y="196"/>
                    <a:pt x="482" y="196"/>
                    <a:pt x="482" y="196"/>
                  </a:cubicBezTo>
                  <a:cubicBezTo>
                    <a:pt x="497" y="183"/>
                    <a:pt x="497" y="183"/>
                    <a:pt x="497" y="183"/>
                  </a:cubicBezTo>
                  <a:cubicBezTo>
                    <a:pt x="504" y="170"/>
                    <a:pt x="504" y="170"/>
                    <a:pt x="504" y="170"/>
                  </a:cubicBezTo>
                  <a:cubicBezTo>
                    <a:pt x="504" y="169"/>
                    <a:pt x="504" y="169"/>
                    <a:pt x="504" y="169"/>
                  </a:cubicBezTo>
                  <a:cubicBezTo>
                    <a:pt x="505" y="169"/>
                    <a:pt x="505" y="169"/>
                    <a:pt x="505" y="169"/>
                  </a:cubicBezTo>
                  <a:cubicBezTo>
                    <a:pt x="505" y="169"/>
                    <a:pt x="505" y="169"/>
                    <a:pt x="505" y="169"/>
                  </a:cubicBezTo>
                  <a:cubicBezTo>
                    <a:pt x="505" y="169"/>
                    <a:pt x="505" y="169"/>
                    <a:pt x="505" y="169"/>
                  </a:cubicBezTo>
                  <a:cubicBezTo>
                    <a:pt x="511" y="163"/>
                    <a:pt x="511" y="163"/>
                    <a:pt x="511" y="163"/>
                  </a:cubicBezTo>
                  <a:cubicBezTo>
                    <a:pt x="518" y="151"/>
                    <a:pt x="518" y="151"/>
                    <a:pt x="518" y="151"/>
                  </a:cubicBezTo>
                  <a:cubicBezTo>
                    <a:pt x="521" y="132"/>
                    <a:pt x="521" y="132"/>
                    <a:pt x="521" y="132"/>
                  </a:cubicBezTo>
                  <a:cubicBezTo>
                    <a:pt x="521" y="130"/>
                    <a:pt x="521" y="130"/>
                    <a:pt x="521" y="130"/>
                  </a:cubicBezTo>
                  <a:cubicBezTo>
                    <a:pt x="521" y="129"/>
                    <a:pt x="521" y="129"/>
                    <a:pt x="521" y="129"/>
                  </a:cubicBezTo>
                  <a:cubicBezTo>
                    <a:pt x="531" y="123"/>
                    <a:pt x="531" y="123"/>
                    <a:pt x="531" y="123"/>
                  </a:cubicBezTo>
                  <a:cubicBezTo>
                    <a:pt x="534" y="120"/>
                    <a:pt x="534" y="120"/>
                    <a:pt x="534" y="120"/>
                  </a:cubicBezTo>
                  <a:cubicBezTo>
                    <a:pt x="519" y="118"/>
                    <a:pt x="519" y="118"/>
                    <a:pt x="519" y="118"/>
                  </a:cubicBezTo>
                  <a:cubicBezTo>
                    <a:pt x="495" y="119"/>
                    <a:pt x="495" y="119"/>
                    <a:pt x="495" y="119"/>
                  </a:cubicBezTo>
                  <a:cubicBezTo>
                    <a:pt x="494" y="118"/>
                    <a:pt x="494" y="118"/>
                    <a:pt x="494" y="118"/>
                  </a:cubicBezTo>
                  <a:cubicBezTo>
                    <a:pt x="485" y="111"/>
                    <a:pt x="485" y="111"/>
                    <a:pt x="485" y="111"/>
                  </a:cubicBezTo>
                  <a:cubicBezTo>
                    <a:pt x="484" y="111"/>
                    <a:pt x="484" y="111"/>
                    <a:pt x="484" y="111"/>
                  </a:cubicBezTo>
                  <a:cubicBezTo>
                    <a:pt x="484" y="111"/>
                    <a:pt x="484" y="111"/>
                    <a:pt x="484" y="111"/>
                  </a:cubicBezTo>
                  <a:cubicBezTo>
                    <a:pt x="484" y="111"/>
                    <a:pt x="484" y="111"/>
                    <a:pt x="484" y="111"/>
                  </a:cubicBezTo>
                  <a:cubicBezTo>
                    <a:pt x="479" y="103"/>
                    <a:pt x="479" y="103"/>
                    <a:pt x="479" y="103"/>
                  </a:cubicBezTo>
                  <a:cubicBezTo>
                    <a:pt x="478" y="104"/>
                    <a:pt x="478" y="104"/>
                    <a:pt x="478" y="104"/>
                  </a:cubicBezTo>
                  <a:cubicBezTo>
                    <a:pt x="477" y="105"/>
                    <a:pt x="477" y="105"/>
                    <a:pt x="477" y="105"/>
                  </a:cubicBezTo>
                  <a:cubicBezTo>
                    <a:pt x="476" y="107"/>
                    <a:pt x="473" y="108"/>
                    <a:pt x="469" y="108"/>
                  </a:cubicBezTo>
                  <a:cubicBezTo>
                    <a:pt x="466" y="109"/>
                    <a:pt x="466" y="109"/>
                    <a:pt x="466" y="109"/>
                  </a:cubicBezTo>
                  <a:cubicBezTo>
                    <a:pt x="464" y="110"/>
                    <a:pt x="464" y="111"/>
                    <a:pt x="462" y="110"/>
                  </a:cubicBezTo>
                  <a:cubicBezTo>
                    <a:pt x="461" y="110"/>
                    <a:pt x="460" y="108"/>
                    <a:pt x="459" y="105"/>
                  </a:cubicBezTo>
                  <a:cubicBezTo>
                    <a:pt x="458" y="102"/>
                    <a:pt x="457" y="99"/>
                    <a:pt x="453" y="96"/>
                  </a:cubicBezTo>
                  <a:cubicBezTo>
                    <a:pt x="453" y="95"/>
                    <a:pt x="453" y="95"/>
                    <a:pt x="453" y="95"/>
                  </a:cubicBezTo>
                  <a:cubicBezTo>
                    <a:pt x="453" y="95"/>
                    <a:pt x="453" y="95"/>
                    <a:pt x="453" y="95"/>
                  </a:cubicBezTo>
                  <a:cubicBezTo>
                    <a:pt x="452" y="95"/>
                    <a:pt x="452" y="95"/>
                    <a:pt x="452" y="95"/>
                  </a:cubicBezTo>
                  <a:cubicBezTo>
                    <a:pt x="449" y="87"/>
                    <a:pt x="449" y="87"/>
                    <a:pt x="449" y="87"/>
                  </a:cubicBezTo>
                  <a:cubicBezTo>
                    <a:pt x="447" y="87"/>
                    <a:pt x="447" y="87"/>
                    <a:pt x="447" y="87"/>
                  </a:cubicBezTo>
                  <a:cubicBezTo>
                    <a:pt x="438" y="93"/>
                    <a:pt x="438" y="93"/>
                    <a:pt x="438" y="93"/>
                  </a:cubicBezTo>
                  <a:cubicBezTo>
                    <a:pt x="437" y="94"/>
                    <a:pt x="437" y="94"/>
                    <a:pt x="437" y="94"/>
                  </a:cubicBezTo>
                  <a:cubicBezTo>
                    <a:pt x="436" y="94"/>
                    <a:pt x="436" y="94"/>
                    <a:pt x="436" y="94"/>
                  </a:cubicBezTo>
                  <a:cubicBezTo>
                    <a:pt x="415" y="98"/>
                    <a:pt x="415" y="98"/>
                    <a:pt x="415" y="98"/>
                  </a:cubicBezTo>
                  <a:cubicBezTo>
                    <a:pt x="414" y="98"/>
                    <a:pt x="414" y="98"/>
                    <a:pt x="414" y="98"/>
                  </a:cubicBezTo>
                  <a:cubicBezTo>
                    <a:pt x="413" y="97"/>
                    <a:pt x="413" y="97"/>
                    <a:pt x="413" y="97"/>
                  </a:cubicBezTo>
                  <a:cubicBezTo>
                    <a:pt x="399" y="88"/>
                    <a:pt x="399" y="88"/>
                    <a:pt x="399" y="88"/>
                  </a:cubicBezTo>
                  <a:cubicBezTo>
                    <a:pt x="399" y="88"/>
                    <a:pt x="399" y="88"/>
                    <a:pt x="399" y="88"/>
                  </a:cubicBezTo>
                  <a:cubicBezTo>
                    <a:pt x="398" y="87"/>
                    <a:pt x="398" y="87"/>
                    <a:pt x="398" y="87"/>
                  </a:cubicBezTo>
                  <a:cubicBezTo>
                    <a:pt x="398" y="86"/>
                    <a:pt x="398" y="86"/>
                    <a:pt x="398" y="86"/>
                  </a:cubicBezTo>
                  <a:cubicBezTo>
                    <a:pt x="398" y="86"/>
                    <a:pt x="398" y="86"/>
                    <a:pt x="398" y="86"/>
                  </a:cubicBezTo>
                  <a:cubicBezTo>
                    <a:pt x="394" y="79"/>
                    <a:pt x="394" y="79"/>
                    <a:pt x="394" y="79"/>
                  </a:cubicBezTo>
                  <a:cubicBezTo>
                    <a:pt x="384" y="90"/>
                    <a:pt x="384" y="90"/>
                    <a:pt x="384" y="90"/>
                  </a:cubicBezTo>
                  <a:cubicBezTo>
                    <a:pt x="376" y="98"/>
                    <a:pt x="371" y="101"/>
                    <a:pt x="367" y="98"/>
                  </a:cubicBezTo>
                  <a:cubicBezTo>
                    <a:pt x="353" y="91"/>
                    <a:pt x="353" y="91"/>
                    <a:pt x="353" y="91"/>
                  </a:cubicBezTo>
                  <a:cubicBezTo>
                    <a:pt x="344" y="90"/>
                    <a:pt x="344" y="90"/>
                    <a:pt x="344" y="90"/>
                  </a:cubicBezTo>
                  <a:cubicBezTo>
                    <a:pt x="342" y="91"/>
                    <a:pt x="342" y="91"/>
                    <a:pt x="342" y="91"/>
                  </a:cubicBezTo>
                  <a:cubicBezTo>
                    <a:pt x="333" y="84"/>
                    <a:pt x="333" y="84"/>
                    <a:pt x="333" y="84"/>
                  </a:cubicBezTo>
                  <a:cubicBezTo>
                    <a:pt x="333" y="83"/>
                    <a:pt x="333" y="83"/>
                    <a:pt x="333" y="83"/>
                  </a:cubicBezTo>
                  <a:cubicBezTo>
                    <a:pt x="331" y="83"/>
                    <a:pt x="331" y="83"/>
                    <a:pt x="331" y="83"/>
                  </a:cubicBezTo>
                  <a:cubicBezTo>
                    <a:pt x="335" y="66"/>
                    <a:pt x="335" y="66"/>
                    <a:pt x="335" y="66"/>
                  </a:cubicBezTo>
                  <a:cubicBezTo>
                    <a:pt x="335" y="61"/>
                    <a:pt x="335" y="61"/>
                    <a:pt x="335" y="61"/>
                  </a:cubicBezTo>
                  <a:cubicBezTo>
                    <a:pt x="330" y="58"/>
                    <a:pt x="330" y="58"/>
                    <a:pt x="330" y="58"/>
                  </a:cubicBezTo>
                  <a:cubicBezTo>
                    <a:pt x="329" y="58"/>
                    <a:pt x="329" y="58"/>
                    <a:pt x="329" y="58"/>
                  </a:cubicBezTo>
                  <a:cubicBezTo>
                    <a:pt x="316" y="44"/>
                    <a:pt x="316" y="44"/>
                    <a:pt x="316" y="44"/>
                  </a:cubicBezTo>
                  <a:cubicBezTo>
                    <a:pt x="317" y="34"/>
                    <a:pt x="317" y="34"/>
                    <a:pt x="317" y="34"/>
                  </a:cubicBezTo>
                  <a:cubicBezTo>
                    <a:pt x="285" y="31"/>
                    <a:pt x="285" y="31"/>
                    <a:pt x="285" y="31"/>
                  </a:cubicBezTo>
                  <a:cubicBezTo>
                    <a:pt x="273" y="24"/>
                    <a:pt x="273" y="24"/>
                    <a:pt x="273" y="24"/>
                  </a:cubicBezTo>
                  <a:cubicBezTo>
                    <a:pt x="270" y="23"/>
                    <a:pt x="268" y="19"/>
                    <a:pt x="266" y="13"/>
                  </a:cubicBezTo>
                  <a:cubicBezTo>
                    <a:pt x="264" y="9"/>
                    <a:pt x="264" y="9"/>
                    <a:pt x="264" y="9"/>
                  </a:cubicBezTo>
                  <a:cubicBezTo>
                    <a:pt x="262" y="0"/>
                    <a:pt x="262" y="0"/>
                    <a:pt x="262" y="0"/>
                  </a:cubicBezTo>
                  <a:cubicBezTo>
                    <a:pt x="257" y="0"/>
                    <a:pt x="257" y="0"/>
                    <a:pt x="257" y="0"/>
                  </a:cubicBezTo>
                  <a:cubicBezTo>
                    <a:pt x="248" y="8"/>
                    <a:pt x="248" y="8"/>
                    <a:pt x="248" y="8"/>
                  </a:cubicBezTo>
                  <a:cubicBezTo>
                    <a:pt x="236" y="22"/>
                    <a:pt x="236" y="22"/>
                    <a:pt x="236" y="22"/>
                  </a:cubicBezTo>
                  <a:cubicBezTo>
                    <a:pt x="239" y="32"/>
                    <a:pt x="239" y="32"/>
                    <a:pt x="239" y="32"/>
                  </a:cubicBezTo>
                  <a:cubicBezTo>
                    <a:pt x="242" y="46"/>
                    <a:pt x="242" y="46"/>
                    <a:pt x="242" y="46"/>
                  </a:cubicBezTo>
                  <a:cubicBezTo>
                    <a:pt x="242" y="46"/>
                    <a:pt x="242" y="46"/>
                    <a:pt x="242" y="46"/>
                  </a:cubicBezTo>
                  <a:cubicBezTo>
                    <a:pt x="243" y="46"/>
                    <a:pt x="243" y="46"/>
                    <a:pt x="243" y="46"/>
                  </a:cubicBezTo>
                  <a:cubicBezTo>
                    <a:pt x="242" y="47"/>
                    <a:pt x="242" y="47"/>
                    <a:pt x="242" y="47"/>
                  </a:cubicBezTo>
                  <a:cubicBezTo>
                    <a:pt x="242" y="47"/>
                    <a:pt x="242" y="47"/>
                    <a:pt x="242" y="47"/>
                  </a:cubicBezTo>
                  <a:cubicBezTo>
                    <a:pt x="241" y="51"/>
                    <a:pt x="237" y="53"/>
                    <a:pt x="232" y="53"/>
                  </a:cubicBezTo>
                  <a:cubicBezTo>
                    <a:pt x="220" y="53"/>
                    <a:pt x="220" y="53"/>
                    <a:pt x="220" y="53"/>
                  </a:cubicBezTo>
                  <a:cubicBezTo>
                    <a:pt x="212" y="49"/>
                    <a:pt x="212" y="49"/>
                    <a:pt x="212" y="49"/>
                  </a:cubicBezTo>
                  <a:cubicBezTo>
                    <a:pt x="203" y="53"/>
                    <a:pt x="203" y="53"/>
                    <a:pt x="203" y="53"/>
                  </a:cubicBezTo>
                  <a:cubicBezTo>
                    <a:pt x="201" y="54"/>
                    <a:pt x="201" y="54"/>
                    <a:pt x="201" y="54"/>
                  </a:cubicBezTo>
                  <a:cubicBezTo>
                    <a:pt x="200" y="53"/>
                    <a:pt x="200" y="53"/>
                    <a:pt x="200" y="53"/>
                  </a:cubicBezTo>
                  <a:cubicBezTo>
                    <a:pt x="199" y="61"/>
                    <a:pt x="199" y="61"/>
                    <a:pt x="199" y="61"/>
                  </a:cubicBezTo>
                  <a:cubicBezTo>
                    <a:pt x="198" y="63"/>
                    <a:pt x="198" y="63"/>
                    <a:pt x="198" y="63"/>
                  </a:cubicBezTo>
                  <a:cubicBezTo>
                    <a:pt x="198" y="64"/>
                    <a:pt x="198" y="64"/>
                    <a:pt x="198" y="64"/>
                  </a:cubicBezTo>
                  <a:cubicBezTo>
                    <a:pt x="197" y="64"/>
                    <a:pt x="197" y="64"/>
                    <a:pt x="197" y="64"/>
                  </a:cubicBezTo>
                  <a:cubicBezTo>
                    <a:pt x="181" y="60"/>
                    <a:pt x="181" y="60"/>
                    <a:pt x="181" y="60"/>
                  </a:cubicBezTo>
                  <a:cubicBezTo>
                    <a:pt x="181" y="64"/>
                    <a:pt x="182" y="68"/>
                    <a:pt x="184" y="72"/>
                  </a:cubicBezTo>
                  <a:cubicBezTo>
                    <a:pt x="186" y="77"/>
                    <a:pt x="187" y="80"/>
                    <a:pt x="185" y="83"/>
                  </a:cubicBezTo>
                  <a:cubicBezTo>
                    <a:pt x="183" y="88"/>
                    <a:pt x="183" y="88"/>
                    <a:pt x="183" y="88"/>
                  </a:cubicBezTo>
                  <a:cubicBezTo>
                    <a:pt x="181" y="90"/>
                    <a:pt x="176" y="91"/>
                    <a:pt x="168" y="90"/>
                  </a:cubicBezTo>
                  <a:cubicBezTo>
                    <a:pt x="158" y="90"/>
                    <a:pt x="158" y="90"/>
                    <a:pt x="158" y="90"/>
                  </a:cubicBezTo>
                  <a:cubicBezTo>
                    <a:pt x="157" y="107"/>
                    <a:pt x="157" y="107"/>
                    <a:pt x="157" y="107"/>
                  </a:cubicBezTo>
                  <a:cubicBezTo>
                    <a:pt x="144" y="102"/>
                    <a:pt x="144" y="102"/>
                    <a:pt x="144" y="102"/>
                  </a:cubicBezTo>
                  <a:cubicBezTo>
                    <a:pt x="143" y="102"/>
                    <a:pt x="143" y="102"/>
                    <a:pt x="143" y="102"/>
                  </a:cubicBezTo>
                  <a:cubicBezTo>
                    <a:pt x="143" y="101"/>
                    <a:pt x="143" y="101"/>
                    <a:pt x="143" y="101"/>
                  </a:cubicBezTo>
                  <a:cubicBezTo>
                    <a:pt x="136" y="89"/>
                    <a:pt x="136" y="89"/>
                    <a:pt x="136" y="89"/>
                  </a:cubicBezTo>
                  <a:cubicBezTo>
                    <a:pt x="121" y="84"/>
                    <a:pt x="121" y="84"/>
                    <a:pt x="121" y="84"/>
                  </a:cubicBezTo>
                  <a:cubicBezTo>
                    <a:pt x="118" y="76"/>
                    <a:pt x="118" y="76"/>
                    <a:pt x="118" y="76"/>
                  </a:cubicBezTo>
                  <a:cubicBezTo>
                    <a:pt x="112" y="80"/>
                    <a:pt x="112" y="80"/>
                    <a:pt x="112" y="80"/>
                  </a:cubicBezTo>
                  <a:cubicBezTo>
                    <a:pt x="112" y="80"/>
                    <a:pt x="112" y="80"/>
                    <a:pt x="112" y="80"/>
                  </a:cubicBezTo>
                  <a:cubicBezTo>
                    <a:pt x="103" y="82"/>
                    <a:pt x="103" y="82"/>
                    <a:pt x="103" y="82"/>
                  </a:cubicBezTo>
                  <a:cubicBezTo>
                    <a:pt x="100" y="82"/>
                    <a:pt x="100" y="82"/>
                    <a:pt x="100" y="82"/>
                  </a:cubicBezTo>
                  <a:cubicBezTo>
                    <a:pt x="95" y="71"/>
                    <a:pt x="95" y="71"/>
                    <a:pt x="95" y="71"/>
                  </a:cubicBezTo>
                  <a:cubicBezTo>
                    <a:pt x="90" y="64"/>
                    <a:pt x="90" y="64"/>
                    <a:pt x="90" y="64"/>
                  </a:cubicBezTo>
                  <a:cubicBezTo>
                    <a:pt x="90" y="64"/>
                    <a:pt x="90" y="64"/>
                    <a:pt x="90" y="64"/>
                  </a:cubicBezTo>
                  <a:cubicBezTo>
                    <a:pt x="85" y="58"/>
                    <a:pt x="82" y="52"/>
                    <a:pt x="81" y="49"/>
                  </a:cubicBezTo>
                  <a:cubicBezTo>
                    <a:pt x="81" y="49"/>
                    <a:pt x="80" y="47"/>
                    <a:pt x="77" y="47"/>
                  </a:cubicBezTo>
                  <a:cubicBezTo>
                    <a:pt x="75" y="46"/>
                    <a:pt x="75" y="46"/>
                    <a:pt x="75" y="46"/>
                  </a:cubicBezTo>
                  <a:cubicBezTo>
                    <a:pt x="70" y="44"/>
                    <a:pt x="67" y="41"/>
                    <a:pt x="65" y="35"/>
                  </a:cubicBezTo>
                  <a:cubicBezTo>
                    <a:pt x="63" y="25"/>
                    <a:pt x="63" y="25"/>
                    <a:pt x="63" y="25"/>
                  </a:cubicBezTo>
                  <a:cubicBezTo>
                    <a:pt x="63" y="17"/>
                    <a:pt x="63" y="17"/>
                    <a:pt x="63" y="17"/>
                  </a:cubicBezTo>
                  <a:cubicBezTo>
                    <a:pt x="59" y="9"/>
                    <a:pt x="59" y="9"/>
                    <a:pt x="59" y="9"/>
                  </a:cubicBezTo>
                  <a:cubicBezTo>
                    <a:pt x="52" y="11"/>
                    <a:pt x="52" y="11"/>
                    <a:pt x="52" y="11"/>
                  </a:cubicBezTo>
                  <a:cubicBezTo>
                    <a:pt x="51" y="11"/>
                    <a:pt x="51" y="11"/>
                    <a:pt x="51" y="11"/>
                  </a:cubicBezTo>
                  <a:cubicBezTo>
                    <a:pt x="50" y="11"/>
                    <a:pt x="50" y="11"/>
                    <a:pt x="50" y="11"/>
                  </a:cubicBezTo>
                  <a:close/>
                </a:path>
              </a:pathLst>
            </a:custGeom>
            <a:grpFill/>
            <a:ln>
              <a:noFill/>
            </a:ln>
          </p:spPr>
          <p:txBody>
            <a:bodyPr vert="horz" wrap="square" lIns="91440" tIns="45720" rIns="91440" bIns="45720" numCol="1" anchor="t" anchorCtr="0" compatLnSpc="1"/>
            <a:lstStyle/>
            <a:p>
              <a:endParaRPr lang="zh-CN" altLang="en-US"/>
            </a:p>
          </p:txBody>
        </p:sp>
        <p:sp>
          <p:nvSpPr>
            <p:cNvPr id="56" name="Freeform 18"/>
            <p:cNvSpPr/>
            <p:nvPr/>
          </p:nvSpPr>
          <p:spPr bwMode="auto">
            <a:xfrm>
              <a:off x="800291" y="2835847"/>
              <a:ext cx="1652587" cy="1003300"/>
            </a:xfrm>
            <a:custGeom>
              <a:avLst/>
              <a:gdLst>
                <a:gd name="T0" fmla="*/ 101 w 955"/>
                <a:gd name="T1" fmla="*/ 26 h 579"/>
                <a:gd name="T2" fmla="*/ 51 w 955"/>
                <a:gd name="T3" fmla="*/ 43 h 579"/>
                <a:gd name="T4" fmla="*/ 32 w 955"/>
                <a:gd name="T5" fmla="*/ 80 h 579"/>
                <a:gd name="T6" fmla="*/ 15 w 955"/>
                <a:gd name="T7" fmla="*/ 158 h 579"/>
                <a:gd name="T8" fmla="*/ 13 w 955"/>
                <a:gd name="T9" fmla="*/ 180 h 579"/>
                <a:gd name="T10" fmla="*/ 46 w 955"/>
                <a:gd name="T11" fmla="*/ 250 h 579"/>
                <a:gd name="T12" fmla="*/ 98 w 955"/>
                <a:gd name="T13" fmla="*/ 309 h 579"/>
                <a:gd name="T14" fmla="*/ 140 w 955"/>
                <a:gd name="T15" fmla="*/ 296 h 579"/>
                <a:gd name="T16" fmla="*/ 179 w 955"/>
                <a:gd name="T17" fmla="*/ 348 h 579"/>
                <a:gd name="T18" fmla="*/ 221 w 955"/>
                <a:gd name="T19" fmla="*/ 378 h 579"/>
                <a:gd name="T20" fmla="*/ 238 w 955"/>
                <a:gd name="T21" fmla="*/ 410 h 579"/>
                <a:gd name="T22" fmla="*/ 287 w 955"/>
                <a:gd name="T23" fmla="*/ 443 h 579"/>
                <a:gd name="T24" fmla="*/ 309 w 955"/>
                <a:gd name="T25" fmla="*/ 457 h 579"/>
                <a:gd name="T26" fmla="*/ 358 w 955"/>
                <a:gd name="T27" fmla="*/ 476 h 579"/>
                <a:gd name="T28" fmla="*/ 454 w 955"/>
                <a:gd name="T29" fmla="*/ 491 h 579"/>
                <a:gd name="T30" fmla="*/ 451 w 955"/>
                <a:gd name="T31" fmla="*/ 530 h 579"/>
                <a:gd name="T32" fmla="*/ 587 w 955"/>
                <a:gd name="T33" fmla="*/ 514 h 579"/>
                <a:gd name="T34" fmla="*/ 602 w 955"/>
                <a:gd name="T35" fmla="*/ 559 h 579"/>
                <a:gd name="T36" fmla="*/ 727 w 955"/>
                <a:gd name="T37" fmla="*/ 541 h 579"/>
                <a:gd name="T38" fmla="*/ 779 w 955"/>
                <a:gd name="T39" fmla="*/ 514 h 579"/>
                <a:gd name="T40" fmla="*/ 864 w 955"/>
                <a:gd name="T41" fmla="*/ 545 h 579"/>
                <a:gd name="T42" fmla="*/ 865 w 955"/>
                <a:gd name="T43" fmla="*/ 542 h 579"/>
                <a:gd name="T44" fmla="*/ 905 w 955"/>
                <a:gd name="T45" fmla="*/ 528 h 579"/>
                <a:gd name="T46" fmla="*/ 922 w 955"/>
                <a:gd name="T47" fmla="*/ 503 h 579"/>
                <a:gd name="T48" fmla="*/ 947 w 955"/>
                <a:gd name="T49" fmla="*/ 425 h 579"/>
                <a:gd name="T50" fmla="*/ 936 w 955"/>
                <a:gd name="T51" fmla="*/ 375 h 579"/>
                <a:gd name="T52" fmla="*/ 913 w 955"/>
                <a:gd name="T53" fmla="*/ 314 h 579"/>
                <a:gd name="T54" fmla="*/ 901 w 955"/>
                <a:gd name="T55" fmla="*/ 290 h 579"/>
                <a:gd name="T56" fmla="*/ 885 w 955"/>
                <a:gd name="T57" fmla="*/ 298 h 579"/>
                <a:gd name="T58" fmla="*/ 846 w 955"/>
                <a:gd name="T59" fmla="*/ 307 h 579"/>
                <a:gd name="T60" fmla="*/ 808 w 955"/>
                <a:gd name="T61" fmla="*/ 323 h 579"/>
                <a:gd name="T62" fmla="*/ 779 w 955"/>
                <a:gd name="T63" fmla="*/ 288 h 579"/>
                <a:gd name="T64" fmla="*/ 752 w 955"/>
                <a:gd name="T65" fmla="*/ 261 h 579"/>
                <a:gd name="T66" fmla="*/ 672 w 955"/>
                <a:gd name="T67" fmla="*/ 252 h 579"/>
                <a:gd name="T68" fmla="*/ 612 w 955"/>
                <a:gd name="T69" fmla="*/ 226 h 579"/>
                <a:gd name="T70" fmla="*/ 591 w 955"/>
                <a:gd name="T71" fmla="*/ 202 h 579"/>
                <a:gd name="T72" fmla="*/ 559 w 955"/>
                <a:gd name="T73" fmla="*/ 205 h 579"/>
                <a:gd name="T74" fmla="*/ 527 w 955"/>
                <a:gd name="T75" fmla="*/ 148 h 579"/>
                <a:gd name="T76" fmla="*/ 541 w 955"/>
                <a:gd name="T77" fmla="*/ 111 h 579"/>
                <a:gd name="T78" fmla="*/ 542 w 955"/>
                <a:gd name="T79" fmla="*/ 59 h 579"/>
                <a:gd name="T80" fmla="*/ 542 w 955"/>
                <a:gd name="T81" fmla="*/ 32 h 579"/>
                <a:gd name="T82" fmla="*/ 538 w 955"/>
                <a:gd name="T83" fmla="*/ 30 h 579"/>
                <a:gd name="T84" fmla="*/ 526 w 955"/>
                <a:gd name="T85" fmla="*/ 22 h 579"/>
                <a:gd name="T86" fmla="*/ 463 w 955"/>
                <a:gd name="T87" fmla="*/ 3 h 579"/>
                <a:gd name="T88" fmla="*/ 394 w 955"/>
                <a:gd name="T89" fmla="*/ 17 h 579"/>
                <a:gd name="T90" fmla="*/ 335 w 955"/>
                <a:gd name="T91" fmla="*/ 27 h 579"/>
                <a:gd name="T92" fmla="*/ 312 w 955"/>
                <a:gd name="T93" fmla="*/ 30 h 579"/>
                <a:gd name="T94" fmla="*/ 260 w 955"/>
                <a:gd name="T95" fmla="*/ 27 h 579"/>
                <a:gd name="T96" fmla="*/ 231 w 955"/>
                <a:gd name="T97" fmla="*/ 0 h 579"/>
                <a:gd name="T98" fmla="*/ 204 w 955"/>
                <a:gd name="T99" fmla="*/ 14 h 579"/>
                <a:gd name="T100" fmla="*/ 140 w 955"/>
                <a:gd name="T101" fmla="*/ 8 h 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55" h="579">
                  <a:moveTo>
                    <a:pt x="117" y="2"/>
                  </a:moveTo>
                  <a:cubicBezTo>
                    <a:pt x="117" y="2"/>
                    <a:pt x="117" y="2"/>
                    <a:pt x="117" y="2"/>
                  </a:cubicBezTo>
                  <a:cubicBezTo>
                    <a:pt x="115" y="8"/>
                    <a:pt x="111" y="11"/>
                    <a:pt x="106" y="16"/>
                  </a:cubicBezTo>
                  <a:cubicBezTo>
                    <a:pt x="102" y="17"/>
                    <a:pt x="101" y="20"/>
                    <a:pt x="101" y="24"/>
                  </a:cubicBezTo>
                  <a:cubicBezTo>
                    <a:pt x="101" y="26"/>
                    <a:pt x="101" y="26"/>
                    <a:pt x="101" y="26"/>
                  </a:cubicBezTo>
                  <a:cubicBezTo>
                    <a:pt x="101" y="29"/>
                    <a:pt x="99" y="34"/>
                    <a:pt x="94" y="41"/>
                  </a:cubicBezTo>
                  <a:cubicBezTo>
                    <a:pt x="94" y="44"/>
                    <a:pt x="94" y="44"/>
                    <a:pt x="94" y="44"/>
                  </a:cubicBezTo>
                  <a:cubicBezTo>
                    <a:pt x="93" y="46"/>
                    <a:pt x="90" y="47"/>
                    <a:pt x="86" y="47"/>
                  </a:cubicBezTo>
                  <a:cubicBezTo>
                    <a:pt x="51" y="43"/>
                    <a:pt x="51" y="43"/>
                    <a:pt x="51" y="43"/>
                  </a:cubicBezTo>
                  <a:cubicBezTo>
                    <a:pt x="51" y="43"/>
                    <a:pt x="51" y="43"/>
                    <a:pt x="51" y="43"/>
                  </a:cubicBezTo>
                  <a:cubicBezTo>
                    <a:pt x="49" y="51"/>
                    <a:pt x="49" y="51"/>
                    <a:pt x="49" y="51"/>
                  </a:cubicBezTo>
                  <a:cubicBezTo>
                    <a:pt x="49" y="52"/>
                    <a:pt x="49" y="52"/>
                    <a:pt x="49" y="52"/>
                  </a:cubicBezTo>
                  <a:cubicBezTo>
                    <a:pt x="48" y="53"/>
                    <a:pt x="48" y="53"/>
                    <a:pt x="48" y="53"/>
                  </a:cubicBezTo>
                  <a:cubicBezTo>
                    <a:pt x="48" y="53"/>
                    <a:pt x="48" y="53"/>
                    <a:pt x="48" y="53"/>
                  </a:cubicBezTo>
                  <a:cubicBezTo>
                    <a:pt x="39" y="65"/>
                    <a:pt x="33" y="74"/>
                    <a:pt x="32" y="80"/>
                  </a:cubicBezTo>
                  <a:cubicBezTo>
                    <a:pt x="32" y="83"/>
                    <a:pt x="36" y="94"/>
                    <a:pt x="43" y="113"/>
                  </a:cubicBezTo>
                  <a:cubicBezTo>
                    <a:pt x="49" y="126"/>
                    <a:pt x="49" y="126"/>
                    <a:pt x="49" y="126"/>
                  </a:cubicBezTo>
                  <a:cubicBezTo>
                    <a:pt x="51" y="132"/>
                    <a:pt x="49" y="139"/>
                    <a:pt x="44" y="147"/>
                  </a:cubicBezTo>
                  <a:cubicBezTo>
                    <a:pt x="33" y="158"/>
                    <a:pt x="33" y="158"/>
                    <a:pt x="33" y="158"/>
                  </a:cubicBezTo>
                  <a:cubicBezTo>
                    <a:pt x="15" y="158"/>
                    <a:pt x="15" y="158"/>
                    <a:pt x="15" y="158"/>
                  </a:cubicBezTo>
                  <a:cubicBezTo>
                    <a:pt x="11" y="138"/>
                    <a:pt x="11" y="138"/>
                    <a:pt x="11" y="138"/>
                  </a:cubicBezTo>
                  <a:cubicBezTo>
                    <a:pt x="6" y="163"/>
                    <a:pt x="6" y="163"/>
                    <a:pt x="6" y="163"/>
                  </a:cubicBezTo>
                  <a:cubicBezTo>
                    <a:pt x="14" y="175"/>
                    <a:pt x="14" y="175"/>
                    <a:pt x="14" y="175"/>
                  </a:cubicBezTo>
                  <a:cubicBezTo>
                    <a:pt x="15" y="177"/>
                    <a:pt x="15" y="178"/>
                    <a:pt x="14" y="179"/>
                  </a:cubicBezTo>
                  <a:cubicBezTo>
                    <a:pt x="13" y="180"/>
                    <a:pt x="13" y="180"/>
                    <a:pt x="13" y="180"/>
                  </a:cubicBezTo>
                  <a:cubicBezTo>
                    <a:pt x="11" y="182"/>
                    <a:pt x="7" y="188"/>
                    <a:pt x="3" y="198"/>
                  </a:cubicBezTo>
                  <a:cubicBezTo>
                    <a:pt x="0" y="207"/>
                    <a:pt x="2" y="216"/>
                    <a:pt x="9" y="226"/>
                  </a:cubicBezTo>
                  <a:cubicBezTo>
                    <a:pt x="23" y="226"/>
                    <a:pt x="23" y="226"/>
                    <a:pt x="23" y="226"/>
                  </a:cubicBezTo>
                  <a:cubicBezTo>
                    <a:pt x="28" y="227"/>
                    <a:pt x="36" y="235"/>
                    <a:pt x="46" y="249"/>
                  </a:cubicBezTo>
                  <a:cubicBezTo>
                    <a:pt x="46" y="250"/>
                    <a:pt x="46" y="250"/>
                    <a:pt x="46" y="250"/>
                  </a:cubicBezTo>
                  <a:cubicBezTo>
                    <a:pt x="46" y="250"/>
                    <a:pt x="46" y="250"/>
                    <a:pt x="46" y="250"/>
                  </a:cubicBezTo>
                  <a:cubicBezTo>
                    <a:pt x="46" y="255"/>
                    <a:pt x="48" y="258"/>
                    <a:pt x="51" y="260"/>
                  </a:cubicBezTo>
                  <a:cubicBezTo>
                    <a:pt x="83" y="290"/>
                    <a:pt x="83" y="290"/>
                    <a:pt x="83" y="290"/>
                  </a:cubicBezTo>
                  <a:cubicBezTo>
                    <a:pt x="83" y="290"/>
                    <a:pt x="83" y="290"/>
                    <a:pt x="83" y="290"/>
                  </a:cubicBezTo>
                  <a:cubicBezTo>
                    <a:pt x="98" y="309"/>
                    <a:pt x="98" y="309"/>
                    <a:pt x="98" y="309"/>
                  </a:cubicBezTo>
                  <a:cubicBezTo>
                    <a:pt x="107" y="309"/>
                    <a:pt x="107" y="309"/>
                    <a:pt x="107" y="309"/>
                  </a:cubicBezTo>
                  <a:cubicBezTo>
                    <a:pt x="116" y="292"/>
                    <a:pt x="116" y="292"/>
                    <a:pt x="116" y="292"/>
                  </a:cubicBezTo>
                  <a:cubicBezTo>
                    <a:pt x="117" y="291"/>
                    <a:pt x="117" y="291"/>
                    <a:pt x="117" y="291"/>
                  </a:cubicBezTo>
                  <a:cubicBezTo>
                    <a:pt x="117" y="290"/>
                    <a:pt x="117" y="290"/>
                    <a:pt x="117" y="290"/>
                  </a:cubicBezTo>
                  <a:cubicBezTo>
                    <a:pt x="140" y="296"/>
                    <a:pt x="140" y="296"/>
                    <a:pt x="140" y="296"/>
                  </a:cubicBezTo>
                  <a:cubicBezTo>
                    <a:pt x="140" y="297"/>
                    <a:pt x="140" y="297"/>
                    <a:pt x="140" y="297"/>
                  </a:cubicBezTo>
                  <a:cubicBezTo>
                    <a:pt x="140" y="298"/>
                    <a:pt x="140" y="298"/>
                    <a:pt x="140" y="298"/>
                  </a:cubicBezTo>
                  <a:cubicBezTo>
                    <a:pt x="143" y="313"/>
                    <a:pt x="143" y="313"/>
                    <a:pt x="143" y="313"/>
                  </a:cubicBezTo>
                  <a:cubicBezTo>
                    <a:pt x="170" y="344"/>
                    <a:pt x="170" y="344"/>
                    <a:pt x="170" y="344"/>
                  </a:cubicBezTo>
                  <a:cubicBezTo>
                    <a:pt x="179" y="348"/>
                    <a:pt x="179" y="348"/>
                    <a:pt x="179" y="348"/>
                  </a:cubicBezTo>
                  <a:cubicBezTo>
                    <a:pt x="179" y="348"/>
                    <a:pt x="179" y="348"/>
                    <a:pt x="179" y="348"/>
                  </a:cubicBezTo>
                  <a:cubicBezTo>
                    <a:pt x="184" y="351"/>
                    <a:pt x="184" y="351"/>
                    <a:pt x="184" y="351"/>
                  </a:cubicBezTo>
                  <a:cubicBezTo>
                    <a:pt x="184" y="351"/>
                    <a:pt x="184" y="351"/>
                    <a:pt x="184" y="351"/>
                  </a:cubicBezTo>
                  <a:cubicBezTo>
                    <a:pt x="204" y="381"/>
                    <a:pt x="204" y="381"/>
                    <a:pt x="204" y="381"/>
                  </a:cubicBezTo>
                  <a:cubicBezTo>
                    <a:pt x="221" y="378"/>
                    <a:pt x="221" y="378"/>
                    <a:pt x="221" y="378"/>
                  </a:cubicBezTo>
                  <a:cubicBezTo>
                    <a:pt x="222" y="378"/>
                    <a:pt x="222" y="378"/>
                    <a:pt x="222" y="378"/>
                  </a:cubicBezTo>
                  <a:cubicBezTo>
                    <a:pt x="222" y="378"/>
                    <a:pt x="222" y="378"/>
                    <a:pt x="222" y="378"/>
                  </a:cubicBezTo>
                  <a:cubicBezTo>
                    <a:pt x="224" y="380"/>
                    <a:pt x="224" y="380"/>
                    <a:pt x="224" y="380"/>
                  </a:cubicBezTo>
                  <a:cubicBezTo>
                    <a:pt x="224" y="381"/>
                    <a:pt x="224" y="381"/>
                    <a:pt x="224" y="381"/>
                  </a:cubicBezTo>
                  <a:cubicBezTo>
                    <a:pt x="238" y="410"/>
                    <a:pt x="238" y="410"/>
                    <a:pt x="238" y="410"/>
                  </a:cubicBezTo>
                  <a:cubicBezTo>
                    <a:pt x="255" y="420"/>
                    <a:pt x="255" y="420"/>
                    <a:pt x="255" y="420"/>
                  </a:cubicBezTo>
                  <a:cubicBezTo>
                    <a:pt x="269" y="424"/>
                    <a:pt x="269" y="424"/>
                    <a:pt x="269" y="424"/>
                  </a:cubicBezTo>
                  <a:cubicBezTo>
                    <a:pt x="276" y="443"/>
                    <a:pt x="276" y="443"/>
                    <a:pt x="276" y="443"/>
                  </a:cubicBezTo>
                  <a:cubicBezTo>
                    <a:pt x="286" y="443"/>
                    <a:pt x="286" y="443"/>
                    <a:pt x="286" y="443"/>
                  </a:cubicBezTo>
                  <a:cubicBezTo>
                    <a:pt x="287" y="443"/>
                    <a:pt x="287" y="443"/>
                    <a:pt x="287" y="443"/>
                  </a:cubicBezTo>
                  <a:cubicBezTo>
                    <a:pt x="287" y="443"/>
                    <a:pt x="287" y="443"/>
                    <a:pt x="287" y="443"/>
                  </a:cubicBezTo>
                  <a:cubicBezTo>
                    <a:pt x="309" y="456"/>
                    <a:pt x="309" y="456"/>
                    <a:pt x="309" y="456"/>
                  </a:cubicBezTo>
                  <a:cubicBezTo>
                    <a:pt x="309" y="456"/>
                    <a:pt x="309" y="456"/>
                    <a:pt x="309" y="456"/>
                  </a:cubicBezTo>
                  <a:cubicBezTo>
                    <a:pt x="309" y="456"/>
                    <a:pt x="309" y="456"/>
                    <a:pt x="309" y="456"/>
                  </a:cubicBezTo>
                  <a:cubicBezTo>
                    <a:pt x="309" y="457"/>
                    <a:pt x="309" y="457"/>
                    <a:pt x="309" y="457"/>
                  </a:cubicBezTo>
                  <a:cubicBezTo>
                    <a:pt x="325" y="476"/>
                    <a:pt x="325" y="476"/>
                    <a:pt x="325" y="476"/>
                  </a:cubicBezTo>
                  <a:cubicBezTo>
                    <a:pt x="348" y="472"/>
                    <a:pt x="348" y="472"/>
                    <a:pt x="348" y="472"/>
                  </a:cubicBezTo>
                  <a:cubicBezTo>
                    <a:pt x="349" y="472"/>
                    <a:pt x="349" y="472"/>
                    <a:pt x="349" y="472"/>
                  </a:cubicBezTo>
                  <a:cubicBezTo>
                    <a:pt x="358" y="476"/>
                    <a:pt x="358" y="476"/>
                    <a:pt x="358" y="476"/>
                  </a:cubicBezTo>
                  <a:cubicBezTo>
                    <a:pt x="358" y="476"/>
                    <a:pt x="358" y="476"/>
                    <a:pt x="358" y="476"/>
                  </a:cubicBezTo>
                  <a:cubicBezTo>
                    <a:pt x="373" y="488"/>
                    <a:pt x="373" y="488"/>
                    <a:pt x="373" y="488"/>
                  </a:cubicBezTo>
                  <a:cubicBezTo>
                    <a:pt x="399" y="490"/>
                    <a:pt x="399" y="490"/>
                    <a:pt x="399" y="490"/>
                  </a:cubicBezTo>
                  <a:cubicBezTo>
                    <a:pt x="415" y="488"/>
                    <a:pt x="415" y="488"/>
                    <a:pt x="415" y="488"/>
                  </a:cubicBezTo>
                  <a:cubicBezTo>
                    <a:pt x="415" y="488"/>
                    <a:pt x="415" y="488"/>
                    <a:pt x="415" y="488"/>
                  </a:cubicBezTo>
                  <a:cubicBezTo>
                    <a:pt x="436" y="484"/>
                    <a:pt x="450" y="486"/>
                    <a:pt x="454" y="491"/>
                  </a:cubicBezTo>
                  <a:cubicBezTo>
                    <a:pt x="457" y="496"/>
                    <a:pt x="456" y="501"/>
                    <a:pt x="448" y="507"/>
                  </a:cubicBezTo>
                  <a:cubicBezTo>
                    <a:pt x="442" y="513"/>
                    <a:pt x="442" y="513"/>
                    <a:pt x="442" y="513"/>
                  </a:cubicBezTo>
                  <a:cubicBezTo>
                    <a:pt x="440" y="516"/>
                    <a:pt x="443" y="521"/>
                    <a:pt x="451" y="528"/>
                  </a:cubicBezTo>
                  <a:cubicBezTo>
                    <a:pt x="451" y="530"/>
                    <a:pt x="451" y="530"/>
                    <a:pt x="451" y="530"/>
                  </a:cubicBezTo>
                  <a:cubicBezTo>
                    <a:pt x="451" y="530"/>
                    <a:pt x="451" y="530"/>
                    <a:pt x="451" y="530"/>
                  </a:cubicBezTo>
                  <a:cubicBezTo>
                    <a:pt x="456" y="533"/>
                    <a:pt x="456" y="533"/>
                    <a:pt x="456" y="533"/>
                  </a:cubicBezTo>
                  <a:cubicBezTo>
                    <a:pt x="457" y="531"/>
                    <a:pt x="457" y="531"/>
                    <a:pt x="457" y="531"/>
                  </a:cubicBezTo>
                  <a:cubicBezTo>
                    <a:pt x="473" y="503"/>
                    <a:pt x="485" y="487"/>
                    <a:pt x="493" y="484"/>
                  </a:cubicBezTo>
                  <a:cubicBezTo>
                    <a:pt x="502" y="481"/>
                    <a:pt x="521" y="489"/>
                    <a:pt x="551" y="507"/>
                  </a:cubicBezTo>
                  <a:cubicBezTo>
                    <a:pt x="587" y="514"/>
                    <a:pt x="587" y="514"/>
                    <a:pt x="587" y="514"/>
                  </a:cubicBezTo>
                  <a:cubicBezTo>
                    <a:pt x="587" y="515"/>
                    <a:pt x="587" y="515"/>
                    <a:pt x="587" y="515"/>
                  </a:cubicBezTo>
                  <a:cubicBezTo>
                    <a:pt x="587" y="516"/>
                    <a:pt x="587" y="516"/>
                    <a:pt x="587" y="516"/>
                  </a:cubicBezTo>
                  <a:cubicBezTo>
                    <a:pt x="585" y="533"/>
                    <a:pt x="585" y="533"/>
                    <a:pt x="585" y="533"/>
                  </a:cubicBezTo>
                  <a:cubicBezTo>
                    <a:pt x="603" y="536"/>
                    <a:pt x="603" y="536"/>
                    <a:pt x="603" y="536"/>
                  </a:cubicBezTo>
                  <a:cubicBezTo>
                    <a:pt x="602" y="559"/>
                    <a:pt x="602" y="559"/>
                    <a:pt x="602" y="559"/>
                  </a:cubicBezTo>
                  <a:cubicBezTo>
                    <a:pt x="608" y="569"/>
                    <a:pt x="612" y="575"/>
                    <a:pt x="615" y="577"/>
                  </a:cubicBezTo>
                  <a:cubicBezTo>
                    <a:pt x="618" y="579"/>
                    <a:pt x="636" y="579"/>
                    <a:pt x="669" y="577"/>
                  </a:cubicBezTo>
                  <a:cubicBezTo>
                    <a:pt x="687" y="567"/>
                    <a:pt x="687" y="567"/>
                    <a:pt x="687" y="567"/>
                  </a:cubicBezTo>
                  <a:cubicBezTo>
                    <a:pt x="706" y="542"/>
                    <a:pt x="706" y="542"/>
                    <a:pt x="706" y="542"/>
                  </a:cubicBezTo>
                  <a:cubicBezTo>
                    <a:pt x="727" y="541"/>
                    <a:pt x="727" y="541"/>
                    <a:pt x="727" y="541"/>
                  </a:cubicBezTo>
                  <a:cubicBezTo>
                    <a:pt x="737" y="538"/>
                    <a:pt x="737" y="538"/>
                    <a:pt x="737" y="538"/>
                  </a:cubicBezTo>
                  <a:cubicBezTo>
                    <a:pt x="777" y="515"/>
                    <a:pt x="777" y="515"/>
                    <a:pt x="777" y="515"/>
                  </a:cubicBezTo>
                  <a:cubicBezTo>
                    <a:pt x="778" y="515"/>
                    <a:pt x="778" y="515"/>
                    <a:pt x="778" y="515"/>
                  </a:cubicBezTo>
                  <a:cubicBezTo>
                    <a:pt x="779" y="514"/>
                    <a:pt x="779" y="514"/>
                    <a:pt x="779" y="514"/>
                  </a:cubicBezTo>
                  <a:cubicBezTo>
                    <a:pt x="779" y="514"/>
                    <a:pt x="779" y="514"/>
                    <a:pt x="779" y="514"/>
                  </a:cubicBezTo>
                  <a:cubicBezTo>
                    <a:pt x="802" y="512"/>
                    <a:pt x="815" y="511"/>
                    <a:pt x="819" y="514"/>
                  </a:cubicBezTo>
                  <a:cubicBezTo>
                    <a:pt x="845" y="536"/>
                    <a:pt x="845" y="536"/>
                    <a:pt x="845" y="536"/>
                  </a:cubicBezTo>
                  <a:cubicBezTo>
                    <a:pt x="853" y="539"/>
                    <a:pt x="853" y="539"/>
                    <a:pt x="853" y="539"/>
                  </a:cubicBezTo>
                  <a:cubicBezTo>
                    <a:pt x="854" y="541"/>
                    <a:pt x="854" y="541"/>
                    <a:pt x="854" y="541"/>
                  </a:cubicBezTo>
                  <a:cubicBezTo>
                    <a:pt x="864" y="545"/>
                    <a:pt x="864" y="545"/>
                    <a:pt x="864" y="545"/>
                  </a:cubicBezTo>
                  <a:cubicBezTo>
                    <a:pt x="865" y="545"/>
                    <a:pt x="865" y="545"/>
                    <a:pt x="865" y="545"/>
                  </a:cubicBezTo>
                  <a:cubicBezTo>
                    <a:pt x="865" y="544"/>
                    <a:pt x="865" y="544"/>
                    <a:pt x="865" y="544"/>
                  </a:cubicBezTo>
                  <a:cubicBezTo>
                    <a:pt x="865" y="543"/>
                    <a:pt x="865" y="543"/>
                    <a:pt x="865" y="543"/>
                  </a:cubicBezTo>
                  <a:cubicBezTo>
                    <a:pt x="865" y="542"/>
                    <a:pt x="865" y="542"/>
                    <a:pt x="865" y="542"/>
                  </a:cubicBezTo>
                  <a:cubicBezTo>
                    <a:pt x="865" y="542"/>
                    <a:pt x="865" y="542"/>
                    <a:pt x="865" y="542"/>
                  </a:cubicBezTo>
                  <a:cubicBezTo>
                    <a:pt x="869" y="524"/>
                    <a:pt x="869" y="524"/>
                    <a:pt x="869" y="524"/>
                  </a:cubicBezTo>
                  <a:cubicBezTo>
                    <a:pt x="867" y="518"/>
                    <a:pt x="867" y="514"/>
                    <a:pt x="869" y="510"/>
                  </a:cubicBezTo>
                  <a:cubicBezTo>
                    <a:pt x="870" y="507"/>
                    <a:pt x="873" y="505"/>
                    <a:pt x="878" y="504"/>
                  </a:cubicBezTo>
                  <a:cubicBezTo>
                    <a:pt x="887" y="502"/>
                    <a:pt x="896" y="510"/>
                    <a:pt x="904" y="527"/>
                  </a:cubicBezTo>
                  <a:cubicBezTo>
                    <a:pt x="905" y="528"/>
                    <a:pt x="905" y="528"/>
                    <a:pt x="905" y="528"/>
                  </a:cubicBezTo>
                  <a:cubicBezTo>
                    <a:pt x="906" y="528"/>
                    <a:pt x="906" y="528"/>
                    <a:pt x="906" y="528"/>
                  </a:cubicBezTo>
                  <a:cubicBezTo>
                    <a:pt x="921" y="521"/>
                    <a:pt x="921" y="521"/>
                    <a:pt x="921" y="521"/>
                  </a:cubicBezTo>
                  <a:cubicBezTo>
                    <a:pt x="924" y="521"/>
                    <a:pt x="925" y="518"/>
                    <a:pt x="925" y="514"/>
                  </a:cubicBezTo>
                  <a:cubicBezTo>
                    <a:pt x="922" y="504"/>
                    <a:pt x="922" y="504"/>
                    <a:pt x="922" y="504"/>
                  </a:cubicBezTo>
                  <a:cubicBezTo>
                    <a:pt x="922" y="503"/>
                    <a:pt x="922" y="503"/>
                    <a:pt x="922" y="503"/>
                  </a:cubicBezTo>
                  <a:cubicBezTo>
                    <a:pt x="921" y="498"/>
                    <a:pt x="922" y="494"/>
                    <a:pt x="927" y="492"/>
                  </a:cubicBezTo>
                  <a:cubicBezTo>
                    <a:pt x="933" y="488"/>
                    <a:pt x="933" y="488"/>
                    <a:pt x="933" y="488"/>
                  </a:cubicBezTo>
                  <a:cubicBezTo>
                    <a:pt x="946" y="473"/>
                    <a:pt x="946" y="473"/>
                    <a:pt x="946" y="473"/>
                  </a:cubicBezTo>
                  <a:cubicBezTo>
                    <a:pt x="955" y="453"/>
                    <a:pt x="955" y="453"/>
                    <a:pt x="955" y="453"/>
                  </a:cubicBezTo>
                  <a:cubicBezTo>
                    <a:pt x="947" y="440"/>
                    <a:pt x="945" y="431"/>
                    <a:pt x="947" y="425"/>
                  </a:cubicBezTo>
                  <a:cubicBezTo>
                    <a:pt x="949" y="408"/>
                    <a:pt x="949" y="408"/>
                    <a:pt x="949" y="408"/>
                  </a:cubicBezTo>
                  <a:cubicBezTo>
                    <a:pt x="945" y="401"/>
                    <a:pt x="944" y="396"/>
                    <a:pt x="944" y="392"/>
                  </a:cubicBezTo>
                  <a:cubicBezTo>
                    <a:pt x="944" y="390"/>
                    <a:pt x="941" y="385"/>
                    <a:pt x="936" y="377"/>
                  </a:cubicBezTo>
                  <a:cubicBezTo>
                    <a:pt x="936" y="377"/>
                    <a:pt x="936" y="377"/>
                    <a:pt x="936" y="377"/>
                  </a:cubicBezTo>
                  <a:cubicBezTo>
                    <a:pt x="936" y="375"/>
                    <a:pt x="936" y="375"/>
                    <a:pt x="936" y="375"/>
                  </a:cubicBezTo>
                  <a:cubicBezTo>
                    <a:pt x="934" y="354"/>
                    <a:pt x="934" y="354"/>
                    <a:pt x="934" y="354"/>
                  </a:cubicBezTo>
                  <a:cubicBezTo>
                    <a:pt x="933" y="350"/>
                    <a:pt x="933" y="345"/>
                    <a:pt x="934" y="339"/>
                  </a:cubicBezTo>
                  <a:cubicBezTo>
                    <a:pt x="928" y="335"/>
                    <a:pt x="925" y="331"/>
                    <a:pt x="922" y="326"/>
                  </a:cubicBezTo>
                  <a:cubicBezTo>
                    <a:pt x="913" y="314"/>
                    <a:pt x="913" y="314"/>
                    <a:pt x="913" y="314"/>
                  </a:cubicBezTo>
                  <a:cubicBezTo>
                    <a:pt x="913" y="314"/>
                    <a:pt x="913" y="314"/>
                    <a:pt x="913" y="314"/>
                  </a:cubicBezTo>
                  <a:cubicBezTo>
                    <a:pt x="913" y="312"/>
                    <a:pt x="913" y="312"/>
                    <a:pt x="913" y="312"/>
                  </a:cubicBezTo>
                  <a:cubicBezTo>
                    <a:pt x="913" y="312"/>
                    <a:pt x="913" y="312"/>
                    <a:pt x="913" y="312"/>
                  </a:cubicBezTo>
                  <a:cubicBezTo>
                    <a:pt x="910" y="297"/>
                    <a:pt x="910" y="297"/>
                    <a:pt x="910" y="297"/>
                  </a:cubicBezTo>
                  <a:cubicBezTo>
                    <a:pt x="901" y="289"/>
                    <a:pt x="901" y="289"/>
                    <a:pt x="901" y="289"/>
                  </a:cubicBezTo>
                  <a:cubicBezTo>
                    <a:pt x="901" y="290"/>
                    <a:pt x="901" y="290"/>
                    <a:pt x="901" y="290"/>
                  </a:cubicBezTo>
                  <a:cubicBezTo>
                    <a:pt x="883" y="276"/>
                    <a:pt x="883" y="276"/>
                    <a:pt x="883" y="276"/>
                  </a:cubicBezTo>
                  <a:cubicBezTo>
                    <a:pt x="883" y="277"/>
                    <a:pt x="883" y="277"/>
                    <a:pt x="883" y="277"/>
                  </a:cubicBezTo>
                  <a:cubicBezTo>
                    <a:pt x="885" y="296"/>
                    <a:pt x="885" y="296"/>
                    <a:pt x="885" y="296"/>
                  </a:cubicBezTo>
                  <a:cubicBezTo>
                    <a:pt x="885" y="297"/>
                    <a:pt x="885" y="297"/>
                    <a:pt x="885" y="297"/>
                  </a:cubicBezTo>
                  <a:cubicBezTo>
                    <a:pt x="885" y="298"/>
                    <a:pt x="885" y="298"/>
                    <a:pt x="885" y="298"/>
                  </a:cubicBezTo>
                  <a:cubicBezTo>
                    <a:pt x="876" y="303"/>
                    <a:pt x="876" y="303"/>
                    <a:pt x="876" y="303"/>
                  </a:cubicBezTo>
                  <a:cubicBezTo>
                    <a:pt x="875" y="314"/>
                    <a:pt x="875" y="314"/>
                    <a:pt x="875" y="314"/>
                  </a:cubicBezTo>
                  <a:cubicBezTo>
                    <a:pt x="875" y="316"/>
                    <a:pt x="875" y="316"/>
                    <a:pt x="875" y="316"/>
                  </a:cubicBezTo>
                  <a:cubicBezTo>
                    <a:pt x="854" y="324"/>
                    <a:pt x="854" y="324"/>
                    <a:pt x="854" y="324"/>
                  </a:cubicBezTo>
                  <a:cubicBezTo>
                    <a:pt x="846" y="307"/>
                    <a:pt x="846" y="307"/>
                    <a:pt x="846" y="307"/>
                  </a:cubicBezTo>
                  <a:cubicBezTo>
                    <a:pt x="842" y="306"/>
                    <a:pt x="842" y="306"/>
                    <a:pt x="842" y="306"/>
                  </a:cubicBezTo>
                  <a:cubicBezTo>
                    <a:pt x="836" y="313"/>
                    <a:pt x="836" y="313"/>
                    <a:pt x="836" y="313"/>
                  </a:cubicBezTo>
                  <a:cubicBezTo>
                    <a:pt x="831" y="325"/>
                    <a:pt x="831" y="325"/>
                    <a:pt x="831" y="325"/>
                  </a:cubicBezTo>
                  <a:cubicBezTo>
                    <a:pt x="816" y="329"/>
                    <a:pt x="816" y="329"/>
                    <a:pt x="816" y="329"/>
                  </a:cubicBezTo>
                  <a:cubicBezTo>
                    <a:pt x="808" y="323"/>
                    <a:pt x="808" y="323"/>
                    <a:pt x="808" y="323"/>
                  </a:cubicBezTo>
                  <a:cubicBezTo>
                    <a:pt x="795" y="320"/>
                    <a:pt x="795" y="320"/>
                    <a:pt x="795" y="320"/>
                  </a:cubicBezTo>
                  <a:cubicBezTo>
                    <a:pt x="792" y="303"/>
                    <a:pt x="792" y="303"/>
                    <a:pt x="792" y="303"/>
                  </a:cubicBezTo>
                  <a:cubicBezTo>
                    <a:pt x="787" y="292"/>
                    <a:pt x="787" y="292"/>
                    <a:pt x="787" y="292"/>
                  </a:cubicBezTo>
                  <a:cubicBezTo>
                    <a:pt x="780" y="289"/>
                    <a:pt x="780" y="289"/>
                    <a:pt x="780" y="289"/>
                  </a:cubicBezTo>
                  <a:cubicBezTo>
                    <a:pt x="779" y="288"/>
                    <a:pt x="779" y="288"/>
                    <a:pt x="779" y="288"/>
                  </a:cubicBezTo>
                  <a:cubicBezTo>
                    <a:pt x="774" y="281"/>
                    <a:pt x="774" y="281"/>
                    <a:pt x="774" y="281"/>
                  </a:cubicBezTo>
                  <a:cubicBezTo>
                    <a:pt x="774" y="281"/>
                    <a:pt x="774" y="281"/>
                    <a:pt x="774" y="281"/>
                  </a:cubicBezTo>
                  <a:cubicBezTo>
                    <a:pt x="768" y="272"/>
                    <a:pt x="768" y="272"/>
                    <a:pt x="768" y="272"/>
                  </a:cubicBezTo>
                  <a:cubicBezTo>
                    <a:pt x="760" y="261"/>
                    <a:pt x="760" y="261"/>
                    <a:pt x="760" y="261"/>
                  </a:cubicBezTo>
                  <a:cubicBezTo>
                    <a:pt x="752" y="261"/>
                    <a:pt x="752" y="261"/>
                    <a:pt x="752" y="261"/>
                  </a:cubicBezTo>
                  <a:cubicBezTo>
                    <a:pt x="740" y="265"/>
                    <a:pt x="740" y="265"/>
                    <a:pt x="740" y="265"/>
                  </a:cubicBezTo>
                  <a:cubicBezTo>
                    <a:pt x="740" y="266"/>
                    <a:pt x="740" y="266"/>
                    <a:pt x="740" y="266"/>
                  </a:cubicBezTo>
                  <a:cubicBezTo>
                    <a:pt x="709" y="264"/>
                    <a:pt x="709" y="264"/>
                    <a:pt x="709" y="264"/>
                  </a:cubicBezTo>
                  <a:cubicBezTo>
                    <a:pt x="685" y="259"/>
                    <a:pt x="685" y="259"/>
                    <a:pt x="685" y="259"/>
                  </a:cubicBezTo>
                  <a:cubicBezTo>
                    <a:pt x="683" y="258"/>
                    <a:pt x="679" y="256"/>
                    <a:pt x="672" y="252"/>
                  </a:cubicBezTo>
                  <a:cubicBezTo>
                    <a:pt x="654" y="246"/>
                    <a:pt x="654" y="246"/>
                    <a:pt x="654" y="246"/>
                  </a:cubicBezTo>
                  <a:cubicBezTo>
                    <a:pt x="640" y="242"/>
                    <a:pt x="632" y="239"/>
                    <a:pt x="630" y="235"/>
                  </a:cubicBezTo>
                  <a:cubicBezTo>
                    <a:pt x="627" y="233"/>
                    <a:pt x="627" y="233"/>
                    <a:pt x="627" y="233"/>
                  </a:cubicBezTo>
                  <a:cubicBezTo>
                    <a:pt x="623" y="232"/>
                    <a:pt x="623" y="232"/>
                    <a:pt x="623" y="232"/>
                  </a:cubicBezTo>
                  <a:cubicBezTo>
                    <a:pt x="612" y="226"/>
                    <a:pt x="612" y="226"/>
                    <a:pt x="612" y="226"/>
                  </a:cubicBezTo>
                  <a:cubicBezTo>
                    <a:pt x="611" y="226"/>
                    <a:pt x="611" y="226"/>
                    <a:pt x="611" y="226"/>
                  </a:cubicBezTo>
                  <a:cubicBezTo>
                    <a:pt x="609" y="223"/>
                    <a:pt x="607" y="221"/>
                    <a:pt x="606" y="219"/>
                  </a:cubicBezTo>
                  <a:cubicBezTo>
                    <a:pt x="604" y="213"/>
                    <a:pt x="604" y="213"/>
                    <a:pt x="604" y="213"/>
                  </a:cubicBezTo>
                  <a:cubicBezTo>
                    <a:pt x="599" y="206"/>
                    <a:pt x="599" y="206"/>
                    <a:pt x="599" y="206"/>
                  </a:cubicBezTo>
                  <a:cubicBezTo>
                    <a:pt x="591" y="202"/>
                    <a:pt x="591" y="202"/>
                    <a:pt x="591" y="202"/>
                  </a:cubicBezTo>
                  <a:cubicBezTo>
                    <a:pt x="588" y="204"/>
                    <a:pt x="588" y="204"/>
                    <a:pt x="588" y="204"/>
                  </a:cubicBezTo>
                  <a:cubicBezTo>
                    <a:pt x="585" y="207"/>
                    <a:pt x="585" y="207"/>
                    <a:pt x="585" y="207"/>
                  </a:cubicBezTo>
                  <a:cubicBezTo>
                    <a:pt x="583" y="208"/>
                    <a:pt x="583" y="208"/>
                    <a:pt x="583" y="208"/>
                  </a:cubicBezTo>
                  <a:cubicBezTo>
                    <a:pt x="580" y="210"/>
                    <a:pt x="577" y="212"/>
                    <a:pt x="575" y="212"/>
                  </a:cubicBezTo>
                  <a:cubicBezTo>
                    <a:pt x="570" y="213"/>
                    <a:pt x="565" y="211"/>
                    <a:pt x="559" y="205"/>
                  </a:cubicBezTo>
                  <a:cubicBezTo>
                    <a:pt x="548" y="193"/>
                    <a:pt x="548" y="193"/>
                    <a:pt x="548" y="193"/>
                  </a:cubicBezTo>
                  <a:cubicBezTo>
                    <a:pt x="544" y="187"/>
                    <a:pt x="541" y="183"/>
                    <a:pt x="539" y="180"/>
                  </a:cubicBezTo>
                  <a:cubicBezTo>
                    <a:pt x="536" y="175"/>
                    <a:pt x="536" y="175"/>
                    <a:pt x="536" y="175"/>
                  </a:cubicBezTo>
                  <a:cubicBezTo>
                    <a:pt x="532" y="171"/>
                    <a:pt x="529" y="167"/>
                    <a:pt x="527" y="163"/>
                  </a:cubicBezTo>
                  <a:cubicBezTo>
                    <a:pt x="525" y="158"/>
                    <a:pt x="525" y="153"/>
                    <a:pt x="527" y="148"/>
                  </a:cubicBezTo>
                  <a:cubicBezTo>
                    <a:pt x="527" y="147"/>
                    <a:pt x="527" y="147"/>
                    <a:pt x="527" y="147"/>
                  </a:cubicBezTo>
                  <a:cubicBezTo>
                    <a:pt x="527" y="147"/>
                    <a:pt x="527" y="147"/>
                    <a:pt x="527" y="147"/>
                  </a:cubicBezTo>
                  <a:cubicBezTo>
                    <a:pt x="534" y="134"/>
                    <a:pt x="534" y="134"/>
                    <a:pt x="534" y="134"/>
                  </a:cubicBezTo>
                  <a:cubicBezTo>
                    <a:pt x="539" y="120"/>
                    <a:pt x="539" y="120"/>
                    <a:pt x="539" y="120"/>
                  </a:cubicBezTo>
                  <a:cubicBezTo>
                    <a:pt x="541" y="111"/>
                    <a:pt x="541" y="111"/>
                    <a:pt x="541" y="111"/>
                  </a:cubicBezTo>
                  <a:cubicBezTo>
                    <a:pt x="538" y="97"/>
                    <a:pt x="538" y="97"/>
                    <a:pt x="538" y="97"/>
                  </a:cubicBezTo>
                  <a:cubicBezTo>
                    <a:pt x="528" y="89"/>
                    <a:pt x="528" y="89"/>
                    <a:pt x="528" y="89"/>
                  </a:cubicBezTo>
                  <a:cubicBezTo>
                    <a:pt x="530" y="77"/>
                    <a:pt x="530" y="77"/>
                    <a:pt x="530" y="77"/>
                  </a:cubicBezTo>
                  <a:cubicBezTo>
                    <a:pt x="530" y="69"/>
                    <a:pt x="533" y="65"/>
                    <a:pt x="539" y="63"/>
                  </a:cubicBezTo>
                  <a:cubicBezTo>
                    <a:pt x="541" y="63"/>
                    <a:pt x="542" y="62"/>
                    <a:pt x="542" y="59"/>
                  </a:cubicBezTo>
                  <a:cubicBezTo>
                    <a:pt x="542" y="59"/>
                    <a:pt x="542" y="59"/>
                    <a:pt x="542" y="59"/>
                  </a:cubicBezTo>
                  <a:cubicBezTo>
                    <a:pt x="542" y="46"/>
                    <a:pt x="542" y="46"/>
                    <a:pt x="542" y="46"/>
                  </a:cubicBezTo>
                  <a:cubicBezTo>
                    <a:pt x="542" y="46"/>
                    <a:pt x="542" y="46"/>
                    <a:pt x="542" y="46"/>
                  </a:cubicBezTo>
                  <a:cubicBezTo>
                    <a:pt x="542" y="46"/>
                    <a:pt x="542" y="46"/>
                    <a:pt x="542" y="46"/>
                  </a:cubicBezTo>
                  <a:cubicBezTo>
                    <a:pt x="542" y="32"/>
                    <a:pt x="542" y="32"/>
                    <a:pt x="542" y="32"/>
                  </a:cubicBezTo>
                  <a:cubicBezTo>
                    <a:pt x="541" y="32"/>
                    <a:pt x="541" y="32"/>
                    <a:pt x="541" y="32"/>
                  </a:cubicBezTo>
                  <a:cubicBezTo>
                    <a:pt x="541" y="31"/>
                    <a:pt x="541" y="31"/>
                    <a:pt x="541" y="31"/>
                  </a:cubicBezTo>
                  <a:cubicBezTo>
                    <a:pt x="541" y="31"/>
                    <a:pt x="541" y="31"/>
                    <a:pt x="541" y="31"/>
                  </a:cubicBezTo>
                  <a:cubicBezTo>
                    <a:pt x="541" y="31"/>
                    <a:pt x="541" y="31"/>
                    <a:pt x="541" y="31"/>
                  </a:cubicBezTo>
                  <a:cubicBezTo>
                    <a:pt x="538" y="30"/>
                    <a:pt x="538" y="30"/>
                    <a:pt x="538" y="30"/>
                  </a:cubicBezTo>
                  <a:cubicBezTo>
                    <a:pt x="538" y="29"/>
                    <a:pt x="538" y="29"/>
                    <a:pt x="538" y="29"/>
                  </a:cubicBezTo>
                  <a:cubicBezTo>
                    <a:pt x="538" y="29"/>
                    <a:pt x="538" y="29"/>
                    <a:pt x="538" y="29"/>
                  </a:cubicBezTo>
                  <a:cubicBezTo>
                    <a:pt x="527" y="22"/>
                    <a:pt x="527" y="22"/>
                    <a:pt x="527" y="22"/>
                  </a:cubicBezTo>
                  <a:cubicBezTo>
                    <a:pt x="527" y="22"/>
                    <a:pt x="527" y="22"/>
                    <a:pt x="527" y="22"/>
                  </a:cubicBezTo>
                  <a:cubicBezTo>
                    <a:pt x="526" y="22"/>
                    <a:pt x="526" y="22"/>
                    <a:pt x="526" y="22"/>
                  </a:cubicBezTo>
                  <a:cubicBezTo>
                    <a:pt x="517" y="15"/>
                    <a:pt x="517" y="15"/>
                    <a:pt x="517" y="15"/>
                  </a:cubicBezTo>
                  <a:cubicBezTo>
                    <a:pt x="489" y="9"/>
                    <a:pt x="489" y="9"/>
                    <a:pt x="489" y="9"/>
                  </a:cubicBezTo>
                  <a:cubicBezTo>
                    <a:pt x="489" y="9"/>
                    <a:pt x="489" y="9"/>
                    <a:pt x="489" y="9"/>
                  </a:cubicBezTo>
                  <a:cubicBezTo>
                    <a:pt x="480" y="3"/>
                    <a:pt x="480" y="3"/>
                    <a:pt x="480" y="3"/>
                  </a:cubicBezTo>
                  <a:cubicBezTo>
                    <a:pt x="463" y="3"/>
                    <a:pt x="463" y="3"/>
                    <a:pt x="463" y="3"/>
                  </a:cubicBezTo>
                  <a:cubicBezTo>
                    <a:pt x="460" y="3"/>
                    <a:pt x="457" y="5"/>
                    <a:pt x="453" y="7"/>
                  </a:cubicBezTo>
                  <a:cubicBezTo>
                    <a:pt x="453" y="7"/>
                    <a:pt x="453" y="7"/>
                    <a:pt x="453" y="7"/>
                  </a:cubicBezTo>
                  <a:cubicBezTo>
                    <a:pt x="439" y="12"/>
                    <a:pt x="439" y="12"/>
                    <a:pt x="439" y="12"/>
                  </a:cubicBezTo>
                  <a:cubicBezTo>
                    <a:pt x="406" y="12"/>
                    <a:pt x="406" y="12"/>
                    <a:pt x="406" y="12"/>
                  </a:cubicBezTo>
                  <a:cubicBezTo>
                    <a:pt x="401" y="13"/>
                    <a:pt x="397" y="14"/>
                    <a:pt x="394" y="17"/>
                  </a:cubicBezTo>
                  <a:cubicBezTo>
                    <a:pt x="391" y="20"/>
                    <a:pt x="384" y="22"/>
                    <a:pt x="375" y="25"/>
                  </a:cubicBezTo>
                  <a:cubicBezTo>
                    <a:pt x="359" y="29"/>
                    <a:pt x="359" y="29"/>
                    <a:pt x="359" y="29"/>
                  </a:cubicBezTo>
                  <a:cubicBezTo>
                    <a:pt x="359" y="29"/>
                    <a:pt x="359" y="29"/>
                    <a:pt x="359" y="29"/>
                  </a:cubicBezTo>
                  <a:cubicBezTo>
                    <a:pt x="358" y="29"/>
                    <a:pt x="358" y="29"/>
                    <a:pt x="358" y="29"/>
                  </a:cubicBezTo>
                  <a:cubicBezTo>
                    <a:pt x="335" y="27"/>
                    <a:pt x="335" y="27"/>
                    <a:pt x="335" y="27"/>
                  </a:cubicBezTo>
                  <a:cubicBezTo>
                    <a:pt x="334" y="26"/>
                    <a:pt x="334" y="26"/>
                    <a:pt x="334" y="26"/>
                  </a:cubicBezTo>
                  <a:cubicBezTo>
                    <a:pt x="334" y="27"/>
                    <a:pt x="334" y="27"/>
                    <a:pt x="334" y="27"/>
                  </a:cubicBezTo>
                  <a:cubicBezTo>
                    <a:pt x="334" y="26"/>
                    <a:pt x="334" y="26"/>
                    <a:pt x="334" y="26"/>
                  </a:cubicBezTo>
                  <a:cubicBezTo>
                    <a:pt x="326" y="26"/>
                    <a:pt x="326" y="26"/>
                    <a:pt x="326" y="26"/>
                  </a:cubicBezTo>
                  <a:cubicBezTo>
                    <a:pt x="312" y="30"/>
                    <a:pt x="312" y="30"/>
                    <a:pt x="312" y="30"/>
                  </a:cubicBezTo>
                  <a:cubicBezTo>
                    <a:pt x="286" y="32"/>
                    <a:pt x="286" y="32"/>
                    <a:pt x="286" y="32"/>
                  </a:cubicBezTo>
                  <a:cubicBezTo>
                    <a:pt x="285" y="32"/>
                    <a:pt x="285" y="32"/>
                    <a:pt x="285" y="32"/>
                  </a:cubicBezTo>
                  <a:cubicBezTo>
                    <a:pt x="284" y="32"/>
                    <a:pt x="284" y="32"/>
                    <a:pt x="284" y="32"/>
                  </a:cubicBezTo>
                  <a:cubicBezTo>
                    <a:pt x="271" y="27"/>
                    <a:pt x="271" y="27"/>
                    <a:pt x="271" y="27"/>
                  </a:cubicBezTo>
                  <a:cubicBezTo>
                    <a:pt x="260" y="27"/>
                    <a:pt x="260" y="27"/>
                    <a:pt x="260" y="27"/>
                  </a:cubicBezTo>
                  <a:cubicBezTo>
                    <a:pt x="255" y="26"/>
                    <a:pt x="250" y="22"/>
                    <a:pt x="244" y="15"/>
                  </a:cubicBezTo>
                  <a:cubicBezTo>
                    <a:pt x="243" y="14"/>
                    <a:pt x="243" y="14"/>
                    <a:pt x="243" y="14"/>
                  </a:cubicBezTo>
                  <a:cubicBezTo>
                    <a:pt x="242" y="8"/>
                    <a:pt x="240" y="6"/>
                    <a:pt x="239" y="5"/>
                  </a:cubicBezTo>
                  <a:cubicBezTo>
                    <a:pt x="236" y="3"/>
                    <a:pt x="236" y="3"/>
                    <a:pt x="236" y="3"/>
                  </a:cubicBezTo>
                  <a:cubicBezTo>
                    <a:pt x="231" y="0"/>
                    <a:pt x="231" y="0"/>
                    <a:pt x="231" y="0"/>
                  </a:cubicBezTo>
                  <a:cubicBezTo>
                    <a:pt x="226" y="5"/>
                    <a:pt x="226" y="5"/>
                    <a:pt x="226" y="5"/>
                  </a:cubicBezTo>
                  <a:cubicBezTo>
                    <a:pt x="226" y="6"/>
                    <a:pt x="226" y="6"/>
                    <a:pt x="226" y="6"/>
                  </a:cubicBezTo>
                  <a:cubicBezTo>
                    <a:pt x="206" y="14"/>
                    <a:pt x="206" y="14"/>
                    <a:pt x="206" y="14"/>
                  </a:cubicBezTo>
                  <a:cubicBezTo>
                    <a:pt x="205" y="14"/>
                    <a:pt x="205" y="14"/>
                    <a:pt x="205" y="14"/>
                  </a:cubicBezTo>
                  <a:cubicBezTo>
                    <a:pt x="204" y="14"/>
                    <a:pt x="204" y="14"/>
                    <a:pt x="204" y="14"/>
                  </a:cubicBezTo>
                  <a:cubicBezTo>
                    <a:pt x="181" y="16"/>
                    <a:pt x="181" y="16"/>
                    <a:pt x="181" y="16"/>
                  </a:cubicBezTo>
                  <a:cubicBezTo>
                    <a:pt x="177" y="16"/>
                    <a:pt x="170" y="14"/>
                    <a:pt x="161" y="12"/>
                  </a:cubicBezTo>
                  <a:cubicBezTo>
                    <a:pt x="141" y="8"/>
                    <a:pt x="141" y="8"/>
                    <a:pt x="141" y="8"/>
                  </a:cubicBezTo>
                  <a:cubicBezTo>
                    <a:pt x="140" y="8"/>
                    <a:pt x="140" y="8"/>
                    <a:pt x="140" y="8"/>
                  </a:cubicBezTo>
                  <a:cubicBezTo>
                    <a:pt x="140" y="8"/>
                    <a:pt x="140" y="8"/>
                    <a:pt x="140" y="8"/>
                  </a:cubicBezTo>
                  <a:cubicBezTo>
                    <a:pt x="128" y="2"/>
                    <a:pt x="128" y="2"/>
                    <a:pt x="128" y="2"/>
                  </a:cubicBezTo>
                  <a:lnTo>
                    <a:pt x="117" y="2"/>
                  </a:lnTo>
                  <a:close/>
                </a:path>
              </a:pathLst>
            </a:custGeom>
            <a:grpFill/>
            <a:ln>
              <a:noFill/>
            </a:ln>
          </p:spPr>
          <p:txBody>
            <a:bodyPr vert="horz" wrap="square" lIns="91440" tIns="45720" rIns="91440" bIns="45720" numCol="1" anchor="t" anchorCtr="0" compatLnSpc="1"/>
            <a:lstStyle/>
            <a:p>
              <a:endParaRPr lang="zh-CN" altLang="en-US"/>
            </a:p>
          </p:txBody>
        </p:sp>
        <p:sp>
          <p:nvSpPr>
            <p:cNvPr id="57" name="Freeform 19"/>
            <p:cNvSpPr/>
            <p:nvPr/>
          </p:nvSpPr>
          <p:spPr bwMode="auto">
            <a:xfrm>
              <a:off x="2305241" y="3670872"/>
              <a:ext cx="746125" cy="777875"/>
            </a:xfrm>
            <a:custGeom>
              <a:avLst/>
              <a:gdLst>
                <a:gd name="T0" fmla="*/ 14 w 431"/>
                <a:gd name="T1" fmla="*/ 276 h 449"/>
                <a:gd name="T2" fmla="*/ 61 w 431"/>
                <a:gd name="T3" fmla="*/ 274 h 449"/>
                <a:gd name="T4" fmla="*/ 64 w 431"/>
                <a:gd name="T5" fmla="*/ 295 h 449"/>
                <a:gd name="T6" fmla="*/ 102 w 431"/>
                <a:gd name="T7" fmla="*/ 335 h 449"/>
                <a:gd name="T8" fmla="*/ 109 w 431"/>
                <a:gd name="T9" fmla="*/ 394 h 449"/>
                <a:gd name="T10" fmla="*/ 167 w 431"/>
                <a:gd name="T11" fmla="*/ 410 h 449"/>
                <a:gd name="T12" fmla="*/ 179 w 431"/>
                <a:gd name="T13" fmla="*/ 428 h 449"/>
                <a:gd name="T14" fmla="*/ 205 w 431"/>
                <a:gd name="T15" fmla="*/ 449 h 449"/>
                <a:gd name="T16" fmla="*/ 206 w 431"/>
                <a:gd name="T17" fmla="*/ 431 h 449"/>
                <a:gd name="T18" fmla="*/ 204 w 431"/>
                <a:gd name="T19" fmla="*/ 370 h 449"/>
                <a:gd name="T20" fmla="*/ 245 w 431"/>
                <a:gd name="T21" fmla="*/ 357 h 449"/>
                <a:gd name="T22" fmla="*/ 288 w 431"/>
                <a:gd name="T23" fmla="*/ 357 h 449"/>
                <a:gd name="T24" fmla="*/ 333 w 431"/>
                <a:gd name="T25" fmla="*/ 353 h 449"/>
                <a:gd name="T26" fmla="*/ 388 w 431"/>
                <a:gd name="T27" fmla="*/ 320 h 449"/>
                <a:gd name="T28" fmla="*/ 402 w 431"/>
                <a:gd name="T29" fmla="*/ 324 h 449"/>
                <a:gd name="T30" fmla="*/ 409 w 431"/>
                <a:gd name="T31" fmla="*/ 327 h 449"/>
                <a:gd name="T32" fmla="*/ 431 w 431"/>
                <a:gd name="T33" fmla="*/ 311 h 449"/>
                <a:gd name="T34" fmla="*/ 415 w 431"/>
                <a:gd name="T35" fmla="*/ 295 h 449"/>
                <a:gd name="T36" fmla="*/ 381 w 431"/>
                <a:gd name="T37" fmla="*/ 273 h 449"/>
                <a:gd name="T38" fmla="*/ 358 w 431"/>
                <a:gd name="T39" fmla="*/ 275 h 449"/>
                <a:gd name="T40" fmla="*/ 349 w 431"/>
                <a:gd name="T41" fmla="*/ 258 h 449"/>
                <a:gd name="T42" fmla="*/ 355 w 431"/>
                <a:gd name="T43" fmla="*/ 235 h 449"/>
                <a:gd name="T44" fmla="*/ 343 w 431"/>
                <a:gd name="T45" fmla="*/ 207 h 449"/>
                <a:gd name="T46" fmla="*/ 352 w 431"/>
                <a:gd name="T47" fmla="*/ 160 h 449"/>
                <a:gd name="T48" fmla="*/ 327 w 431"/>
                <a:gd name="T49" fmla="*/ 154 h 449"/>
                <a:gd name="T50" fmla="*/ 304 w 431"/>
                <a:gd name="T51" fmla="*/ 127 h 449"/>
                <a:gd name="T52" fmla="*/ 301 w 431"/>
                <a:gd name="T53" fmla="*/ 113 h 449"/>
                <a:gd name="T54" fmla="*/ 312 w 431"/>
                <a:gd name="T55" fmla="*/ 99 h 449"/>
                <a:gd name="T56" fmla="*/ 357 w 431"/>
                <a:gd name="T57" fmla="*/ 95 h 449"/>
                <a:gd name="T58" fmla="*/ 368 w 431"/>
                <a:gd name="T59" fmla="*/ 99 h 449"/>
                <a:gd name="T60" fmla="*/ 388 w 431"/>
                <a:gd name="T61" fmla="*/ 81 h 449"/>
                <a:gd name="T62" fmla="*/ 356 w 431"/>
                <a:gd name="T63" fmla="*/ 78 h 449"/>
                <a:gd name="T64" fmla="*/ 344 w 431"/>
                <a:gd name="T65" fmla="*/ 67 h 449"/>
                <a:gd name="T66" fmla="*/ 337 w 431"/>
                <a:gd name="T67" fmla="*/ 33 h 449"/>
                <a:gd name="T68" fmla="*/ 301 w 431"/>
                <a:gd name="T69" fmla="*/ 51 h 449"/>
                <a:gd name="T70" fmla="*/ 304 w 431"/>
                <a:gd name="T71" fmla="*/ 76 h 449"/>
                <a:gd name="T72" fmla="*/ 292 w 431"/>
                <a:gd name="T73" fmla="*/ 93 h 449"/>
                <a:gd name="T74" fmla="*/ 277 w 431"/>
                <a:gd name="T75" fmla="*/ 129 h 449"/>
                <a:gd name="T76" fmla="*/ 278 w 431"/>
                <a:gd name="T77" fmla="*/ 148 h 449"/>
                <a:gd name="T78" fmla="*/ 269 w 431"/>
                <a:gd name="T79" fmla="*/ 158 h 449"/>
                <a:gd name="T80" fmla="*/ 262 w 431"/>
                <a:gd name="T81" fmla="*/ 162 h 449"/>
                <a:gd name="T82" fmla="*/ 233 w 431"/>
                <a:gd name="T83" fmla="*/ 169 h 449"/>
                <a:gd name="T84" fmla="*/ 210 w 431"/>
                <a:gd name="T85" fmla="*/ 166 h 449"/>
                <a:gd name="T86" fmla="*/ 195 w 431"/>
                <a:gd name="T87" fmla="*/ 161 h 449"/>
                <a:gd name="T88" fmla="*/ 185 w 431"/>
                <a:gd name="T89" fmla="*/ 127 h 449"/>
                <a:gd name="T90" fmla="*/ 171 w 431"/>
                <a:gd name="T91" fmla="*/ 96 h 449"/>
                <a:gd name="T92" fmla="*/ 166 w 431"/>
                <a:gd name="T93" fmla="*/ 86 h 449"/>
                <a:gd name="T94" fmla="*/ 151 w 431"/>
                <a:gd name="T95" fmla="*/ 78 h 449"/>
                <a:gd name="T96" fmla="*/ 131 w 431"/>
                <a:gd name="T97" fmla="*/ 66 h 449"/>
                <a:gd name="T98" fmla="*/ 129 w 431"/>
                <a:gd name="T99" fmla="*/ 53 h 449"/>
                <a:gd name="T100" fmla="*/ 117 w 431"/>
                <a:gd name="T101" fmla="*/ 43 h 449"/>
                <a:gd name="T102" fmla="*/ 92 w 431"/>
                <a:gd name="T103" fmla="*/ 63 h 449"/>
                <a:gd name="T104" fmla="*/ 75 w 431"/>
                <a:gd name="T105" fmla="*/ 31 h 449"/>
                <a:gd name="T106" fmla="*/ 60 w 431"/>
                <a:gd name="T107" fmla="*/ 15 h 449"/>
                <a:gd name="T108" fmla="*/ 43 w 431"/>
                <a:gd name="T109" fmla="*/ 49 h 449"/>
                <a:gd name="T110" fmla="*/ 42 w 431"/>
                <a:gd name="T111" fmla="*/ 81 h 449"/>
                <a:gd name="T112" fmla="*/ 69 w 431"/>
                <a:gd name="T113" fmla="*/ 105 h 449"/>
                <a:gd name="T114" fmla="*/ 47 w 431"/>
                <a:gd name="T115" fmla="*/ 193 h 449"/>
                <a:gd name="T116" fmla="*/ 2 w 431"/>
                <a:gd name="T117" fmla="*/ 263 h 449"/>
                <a:gd name="T118" fmla="*/ 3 w 431"/>
                <a:gd name="T119" fmla="*/ 27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1" h="449">
                  <a:moveTo>
                    <a:pt x="3" y="275"/>
                  </a:moveTo>
                  <a:cubicBezTo>
                    <a:pt x="0" y="283"/>
                    <a:pt x="0" y="283"/>
                    <a:pt x="0" y="283"/>
                  </a:cubicBezTo>
                  <a:cubicBezTo>
                    <a:pt x="4" y="283"/>
                    <a:pt x="9" y="281"/>
                    <a:pt x="14" y="277"/>
                  </a:cubicBezTo>
                  <a:cubicBezTo>
                    <a:pt x="14" y="276"/>
                    <a:pt x="14" y="276"/>
                    <a:pt x="14" y="276"/>
                  </a:cubicBezTo>
                  <a:cubicBezTo>
                    <a:pt x="15" y="276"/>
                    <a:pt x="15" y="276"/>
                    <a:pt x="15" y="276"/>
                  </a:cubicBezTo>
                  <a:cubicBezTo>
                    <a:pt x="40" y="273"/>
                    <a:pt x="40" y="273"/>
                    <a:pt x="40" y="273"/>
                  </a:cubicBezTo>
                  <a:cubicBezTo>
                    <a:pt x="55" y="266"/>
                    <a:pt x="55" y="266"/>
                    <a:pt x="55" y="266"/>
                  </a:cubicBezTo>
                  <a:cubicBezTo>
                    <a:pt x="61" y="274"/>
                    <a:pt x="61" y="274"/>
                    <a:pt x="61" y="274"/>
                  </a:cubicBezTo>
                  <a:cubicBezTo>
                    <a:pt x="63" y="275"/>
                    <a:pt x="63" y="275"/>
                    <a:pt x="63" y="275"/>
                  </a:cubicBezTo>
                  <a:cubicBezTo>
                    <a:pt x="55" y="286"/>
                    <a:pt x="55" y="286"/>
                    <a:pt x="55" y="286"/>
                  </a:cubicBezTo>
                  <a:cubicBezTo>
                    <a:pt x="64" y="295"/>
                    <a:pt x="64" y="295"/>
                    <a:pt x="64" y="295"/>
                  </a:cubicBezTo>
                  <a:cubicBezTo>
                    <a:pt x="64" y="295"/>
                    <a:pt x="64" y="295"/>
                    <a:pt x="64" y="295"/>
                  </a:cubicBezTo>
                  <a:cubicBezTo>
                    <a:pt x="64" y="297"/>
                    <a:pt x="64" y="297"/>
                    <a:pt x="64" y="297"/>
                  </a:cubicBezTo>
                  <a:cubicBezTo>
                    <a:pt x="58" y="323"/>
                    <a:pt x="58" y="323"/>
                    <a:pt x="58" y="323"/>
                  </a:cubicBezTo>
                  <a:cubicBezTo>
                    <a:pt x="74" y="334"/>
                    <a:pt x="74" y="334"/>
                    <a:pt x="74" y="334"/>
                  </a:cubicBezTo>
                  <a:cubicBezTo>
                    <a:pt x="102" y="335"/>
                    <a:pt x="102" y="335"/>
                    <a:pt x="102" y="335"/>
                  </a:cubicBezTo>
                  <a:cubicBezTo>
                    <a:pt x="98" y="341"/>
                    <a:pt x="98" y="341"/>
                    <a:pt x="98" y="341"/>
                  </a:cubicBezTo>
                  <a:cubicBezTo>
                    <a:pt x="80" y="363"/>
                    <a:pt x="71" y="377"/>
                    <a:pt x="72" y="381"/>
                  </a:cubicBezTo>
                  <a:cubicBezTo>
                    <a:pt x="83" y="383"/>
                    <a:pt x="83" y="383"/>
                    <a:pt x="83" y="383"/>
                  </a:cubicBezTo>
                  <a:cubicBezTo>
                    <a:pt x="97" y="385"/>
                    <a:pt x="106" y="389"/>
                    <a:pt x="109" y="394"/>
                  </a:cubicBezTo>
                  <a:cubicBezTo>
                    <a:pt x="112" y="402"/>
                    <a:pt x="116" y="409"/>
                    <a:pt x="119" y="417"/>
                  </a:cubicBezTo>
                  <a:cubicBezTo>
                    <a:pt x="136" y="426"/>
                    <a:pt x="136" y="426"/>
                    <a:pt x="136" y="426"/>
                  </a:cubicBezTo>
                  <a:cubicBezTo>
                    <a:pt x="146" y="428"/>
                    <a:pt x="146" y="428"/>
                    <a:pt x="146" y="428"/>
                  </a:cubicBezTo>
                  <a:cubicBezTo>
                    <a:pt x="167" y="410"/>
                    <a:pt x="167" y="410"/>
                    <a:pt x="167" y="410"/>
                  </a:cubicBezTo>
                  <a:cubicBezTo>
                    <a:pt x="178" y="426"/>
                    <a:pt x="178" y="426"/>
                    <a:pt x="178" y="426"/>
                  </a:cubicBezTo>
                  <a:cubicBezTo>
                    <a:pt x="178" y="427"/>
                    <a:pt x="178" y="427"/>
                    <a:pt x="178" y="427"/>
                  </a:cubicBezTo>
                  <a:cubicBezTo>
                    <a:pt x="178" y="427"/>
                    <a:pt x="178" y="427"/>
                    <a:pt x="178" y="427"/>
                  </a:cubicBezTo>
                  <a:cubicBezTo>
                    <a:pt x="179" y="428"/>
                    <a:pt x="179" y="428"/>
                    <a:pt x="179" y="428"/>
                  </a:cubicBezTo>
                  <a:cubicBezTo>
                    <a:pt x="182" y="443"/>
                    <a:pt x="182" y="443"/>
                    <a:pt x="182" y="443"/>
                  </a:cubicBezTo>
                  <a:cubicBezTo>
                    <a:pt x="191" y="445"/>
                    <a:pt x="191" y="445"/>
                    <a:pt x="191" y="445"/>
                  </a:cubicBezTo>
                  <a:cubicBezTo>
                    <a:pt x="191" y="445"/>
                    <a:pt x="191" y="445"/>
                    <a:pt x="191" y="445"/>
                  </a:cubicBezTo>
                  <a:cubicBezTo>
                    <a:pt x="205" y="449"/>
                    <a:pt x="205" y="449"/>
                    <a:pt x="205" y="449"/>
                  </a:cubicBezTo>
                  <a:cubicBezTo>
                    <a:pt x="209" y="448"/>
                    <a:pt x="209" y="448"/>
                    <a:pt x="209" y="448"/>
                  </a:cubicBezTo>
                  <a:cubicBezTo>
                    <a:pt x="209" y="448"/>
                    <a:pt x="209" y="448"/>
                    <a:pt x="209" y="448"/>
                  </a:cubicBezTo>
                  <a:cubicBezTo>
                    <a:pt x="207" y="432"/>
                    <a:pt x="207" y="432"/>
                    <a:pt x="207" y="432"/>
                  </a:cubicBezTo>
                  <a:cubicBezTo>
                    <a:pt x="206" y="431"/>
                    <a:pt x="206" y="431"/>
                    <a:pt x="206" y="431"/>
                  </a:cubicBezTo>
                  <a:cubicBezTo>
                    <a:pt x="198" y="395"/>
                    <a:pt x="198" y="395"/>
                    <a:pt x="198" y="395"/>
                  </a:cubicBezTo>
                  <a:cubicBezTo>
                    <a:pt x="198" y="394"/>
                    <a:pt x="198" y="394"/>
                    <a:pt x="198" y="394"/>
                  </a:cubicBezTo>
                  <a:cubicBezTo>
                    <a:pt x="203" y="369"/>
                    <a:pt x="203" y="369"/>
                    <a:pt x="203" y="369"/>
                  </a:cubicBezTo>
                  <a:cubicBezTo>
                    <a:pt x="204" y="370"/>
                    <a:pt x="204" y="370"/>
                    <a:pt x="204" y="370"/>
                  </a:cubicBezTo>
                  <a:cubicBezTo>
                    <a:pt x="206" y="370"/>
                    <a:pt x="206" y="370"/>
                    <a:pt x="206" y="370"/>
                  </a:cubicBezTo>
                  <a:cubicBezTo>
                    <a:pt x="222" y="371"/>
                    <a:pt x="222" y="371"/>
                    <a:pt x="222" y="371"/>
                  </a:cubicBezTo>
                  <a:cubicBezTo>
                    <a:pt x="243" y="356"/>
                    <a:pt x="243" y="356"/>
                    <a:pt x="243" y="356"/>
                  </a:cubicBezTo>
                  <a:cubicBezTo>
                    <a:pt x="245" y="357"/>
                    <a:pt x="245" y="357"/>
                    <a:pt x="245" y="357"/>
                  </a:cubicBezTo>
                  <a:cubicBezTo>
                    <a:pt x="256" y="366"/>
                    <a:pt x="263" y="372"/>
                    <a:pt x="267" y="377"/>
                  </a:cubicBezTo>
                  <a:cubicBezTo>
                    <a:pt x="270" y="376"/>
                    <a:pt x="277" y="369"/>
                    <a:pt x="286" y="359"/>
                  </a:cubicBezTo>
                  <a:cubicBezTo>
                    <a:pt x="287" y="358"/>
                    <a:pt x="287" y="358"/>
                    <a:pt x="287" y="358"/>
                  </a:cubicBezTo>
                  <a:cubicBezTo>
                    <a:pt x="288" y="357"/>
                    <a:pt x="288" y="357"/>
                    <a:pt x="288" y="357"/>
                  </a:cubicBezTo>
                  <a:cubicBezTo>
                    <a:pt x="318" y="365"/>
                    <a:pt x="318" y="365"/>
                    <a:pt x="318" y="365"/>
                  </a:cubicBezTo>
                  <a:cubicBezTo>
                    <a:pt x="332" y="354"/>
                    <a:pt x="332" y="354"/>
                    <a:pt x="332" y="354"/>
                  </a:cubicBezTo>
                  <a:cubicBezTo>
                    <a:pt x="332" y="354"/>
                    <a:pt x="332" y="354"/>
                    <a:pt x="332" y="354"/>
                  </a:cubicBezTo>
                  <a:cubicBezTo>
                    <a:pt x="333" y="353"/>
                    <a:pt x="333" y="353"/>
                    <a:pt x="333" y="353"/>
                  </a:cubicBezTo>
                  <a:cubicBezTo>
                    <a:pt x="333" y="353"/>
                    <a:pt x="333" y="353"/>
                    <a:pt x="333" y="353"/>
                  </a:cubicBezTo>
                  <a:cubicBezTo>
                    <a:pt x="334" y="354"/>
                    <a:pt x="334" y="354"/>
                    <a:pt x="334" y="354"/>
                  </a:cubicBezTo>
                  <a:cubicBezTo>
                    <a:pt x="347" y="356"/>
                    <a:pt x="347" y="356"/>
                    <a:pt x="347" y="356"/>
                  </a:cubicBezTo>
                  <a:cubicBezTo>
                    <a:pt x="388" y="320"/>
                    <a:pt x="388" y="320"/>
                    <a:pt x="388" y="320"/>
                  </a:cubicBezTo>
                  <a:cubicBezTo>
                    <a:pt x="401" y="323"/>
                    <a:pt x="401" y="323"/>
                    <a:pt x="401" y="323"/>
                  </a:cubicBezTo>
                  <a:cubicBezTo>
                    <a:pt x="401" y="323"/>
                    <a:pt x="401" y="323"/>
                    <a:pt x="401" y="323"/>
                  </a:cubicBezTo>
                  <a:cubicBezTo>
                    <a:pt x="401" y="324"/>
                    <a:pt x="401" y="324"/>
                    <a:pt x="401" y="324"/>
                  </a:cubicBezTo>
                  <a:cubicBezTo>
                    <a:pt x="402" y="324"/>
                    <a:pt x="402" y="324"/>
                    <a:pt x="402" y="324"/>
                  </a:cubicBezTo>
                  <a:cubicBezTo>
                    <a:pt x="403" y="325"/>
                    <a:pt x="403" y="325"/>
                    <a:pt x="403" y="325"/>
                  </a:cubicBezTo>
                  <a:cubicBezTo>
                    <a:pt x="406" y="331"/>
                    <a:pt x="406" y="331"/>
                    <a:pt x="406" y="331"/>
                  </a:cubicBezTo>
                  <a:cubicBezTo>
                    <a:pt x="409" y="327"/>
                    <a:pt x="409" y="327"/>
                    <a:pt x="409" y="327"/>
                  </a:cubicBezTo>
                  <a:cubicBezTo>
                    <a:pt x="409" y="327"/>
                    <a:pt x="409" y="327"/>
                    <a:pt x="409" y="327"/>
                  </a:cubicBezTo>
                  <a:cubicBezTo>
                    <a:pt x="409" y="326"/>
                    <a:pt x="409" y="326"/>
                    <a:pt x="409" y="326"/>
                  </a:cubicBezTo>
                  <a:cubicBezTo>
                    <a:pt x="410" y="326"/>
                    <a:pt x="410" y="326"/>
                    <a:pt x="410" y="326"/>
                  </a:cubicBezTo>
                  <a:cubicBezTo>
                    <a:pt x="422" y="320"/>
                    <a:pt x="422" y="320"/>
                    <a:pt x="422" y="320"/>
                  </a:cubicBezTo>
                  <a:cubicBezTo>
                    <a:pt x="431" y="311"/>
                    <a:pt x="431" y="311"/>
                    <a:pt x="431" y="311"/>
                  </a:cubicBezTo>
                  <a:cubicBezTo>
                    <a:pt x="429" y="292"/>
                    <a:pt x="429" y="292"/>
                    <a:pt x="429" y="292"/>
                  </a:cubicBezTo>
                  <a:cubicBezTo>
                    <a:pt x="427" y="290"/>
                    <a:pt x="427" y="290"/>
                    <a:pt x="427" y="290"/>
                  </a:cubicBezTo>
                  <a:cubicBezTo>
                    <a:pt x="415" y="295"/>
                    <a:pt x="415" y="295"/>
                    <a:pt x="415" y="295"/>
                  </a:cubicBezTo>
                  <a:cubicBezTo>
                    <a:pt x="415" y="295"/>
                    <a:pt x="415" y="295"/>
                    <a:pt x="415" y="295"/>
                  </a:cubicBezTo>
                  <a:cubicBezTo>
                    <a:pt x="412" y="296"/>
                    <a:pt x="409" y="297"/>
                    <a:pt x="404" y="297"/>
                  </a:cubicBezTo>
                  <a:cubicBezTo>
                    <a:pt x="391" y="297"/>
                    <a:pt x="391" y="297"/>
                    <a:pt x="391" y="297"/>
                  </a:cubicBezTo>
                  <a:cubicBezTo>
                    <a:pt x="387" y="297"/>
                    <a:pt x="384" y="295"/>
                    <a:pt x="383" y="293"/>
                  </a:cubicBezTo>
                  <a:cubicBezTo>
                    <a:pt x="381" y="273"/>
                    <a:pt x="381" y="273"/>
                    <a:pt x="381" y="273"/>
                  </a:cubicBezTo>
                  <a:cubicBezTo>
                    <a:pt x="377" y="271"/>
                    <a:pt x="375" y="270"/>
                    <a:pt x="373" y="270"/>
                  </a:cubicBezTo>
                  <a:cubicBezTo>
                    <a:pt x="370" y="271"/>
                    <a:pt x="370" y="271"/>
                    <a:pt x="370" y="271"/>
                  </a:cubicBezTo>
                  <a:cubicBezTo>
                    <a:pt x="366" y="273"/>
                    <a:pt x="366" y="273"/>
                    <a:pt x="366" y="273"/>
                  </a:cubicBezTo>
                  <a:cubicBezTo>
                    <a:pt x="358" y="275"/>
                    <a:pt x="358" y="275"/>
                    <a:pt x="358" y="275"/>
                  </a:cubicBezTo>
                  <a:cubicBezTo>
                    <a:pt x="355" y="275"/>
                    <a:pt x="355" y="275"/>
                    <a:pt x="355" y="275"/>
                  </a:cubicBezTo>
                  <a:cubicBezTo>
                    <a:pt x="355" y="274"/>
                    <a:pt x="355" y="274"/>
                    <a:pt x="355" y="274"/>
                  </a:cubicBezTo>
                  <a:cubicBezTo>
                    <a:pt x="350" y="266"/>
                    <a:pt x="350" y="266"/>
                    <a:pt x="350" y="266"/>
                  </a:cubicBezTo>
                  <a:cubicBezTo>
                    <a:pt x="349" y="258"/>
                    <a:pt x="349" y="258"/>
                    <a:pt x="349" y="258"/>
                  </a:cubicBezTo>
                  <a:cubicBezTo>
                    <a:pt x="349" y="258"/>
                    <a:pt x="349" y="258"/>
                    <a:pt x="349" y="258"/>
                  </a:cubicBezTo>
                  <a:cubicBezTo>
                    <a:pt x="354" y="235"/>
                    <a:pt x="354" y="235"/>
                    <a:pt x="354" y="235"/>
                  </a:cubicBezTo>
                  <a:cubicBezTo>
                    <a:pt x="354" y="235"/>
                    <a:pt x="354" y="235"/>
                    <a:pt x="354" y="235"/>
                  </a:cubicBezTo>
                  <a:cubicBezTo>
                    <a:pt x="355" y="235"/>
                    <a:pt x="355" y="235"/>
                    <a:pt x="355" y="235"/>
                  </a:cubicBezTo>
                  <a:cubicBezTo>
                    <a:pt x="355" y="234"/>
                    <a:pt x="355" y="234"/>
                    <a:pt x="355" y="234"/>
                  </a:cubicBezTo>
                  <a:cubicBezTo>
                    <a:pt x="360" y="222"/>
                    <a:pt x="360" y="222"/>
                    <a:pt x="360" y="222"/>
                  </a:cubicBezTo>
                  <a:cubicBezTo>
                    <a:pt x="343" y="207"/>
                    <a:pt x="343" y="207"/>
                    <a:pt x="343" y="207"/>
                  </a:cubicBezTo>
                  <a:cubicBezTo>
                    <a:pt x="343" y="207"/>
                    <a:pt x="343" y="207"/>
                    <a:pt x="343" y="207"/>
                  </a:cubicBezTo>
                  <a:cubicBezTo>
                    <a:pt x="342" y="206"/>
                    <a:pt x="342" y="206"/>
                    <a:pt x="342" y="206"/>
                  </a:cubicBezTo>
                  <a:cubicBezTo>
                    <a:pt x="342" y="188"/>
                    <a:pt x="342" y="188"/>
                    <a:pt x="342" y="188"/>
                  </a:cubicBezTo>
                  <a:cubicBezTo>
                    <a:pt x="343" y="188"/>
                    <a:pt x="343" y="188"/>
                    <a:pt x="343" y="188"/>
                  </a:cubicBezTo>
                  <a:cubicBezTo>
                    <a:pt x="352" y="160"/>
                    <a:pt x="352" y="160"/>
                    <a:pt x="352" y="160"/>
                  </a:cubicBezTo>
                  <a:cubicBezTo>
                    <a:pt x="346" y="145"/>
                    <a:pt x="346" y="145"/>
                    <a:pt x="346" y="145"/>
                  </a:cubicBezTo>
                  <a:cubicBezTo>
                    <a:pt x="341" y="144"/>
                    <a:pt x="341" y="144"/>
                    <a:pt x="341" y="144"/>
                  </a:cubicBezTo>
                  <a:cubicBezTo>
                    <a:pt x="334" y="144"/>
                    <a:pt x="334" y="144"/>
                    <a:pt x="334" y="144"/>
                  </a:cubicBezTo>
                  <a:cubicBezTo>
                    <a:pt x="327" y="154"/>
                    <a:pt x="327" y="154"/>
                    <a:pt x="327" y="154"/>
                  </a:cubicBezTo>
                  <a:cubicBezTo>
                    <a:pt x="319" y="148"/>
                    <a:pt x="319" y="148"/>
                    <a:pt x="319" y="148"/>
                  </a:cubicBezTo>
                  <a:cubicBezTo>
                    <a:pt x="310" y="144"/>
                    <a:pt x="310" y="144"/>
                    <a:pt x="310" y="144"/>
                  </a:cubicBezTo>
                  <a:cubicBezTo>
                    <a:pt x="304" y="127"/>
                    <a:pt x="304" y="127"/>
                    <a:pt x="304" y="127"/>
                  </a:cubicBezTo>
                  <a:cubicBezTo>
                    <a:pt x="304" y="127"/>
                    <a:pt x="304" y="127"/>
                    <a:pt x="304" y="127"/>
                  </a:cubicBezTo>
                  <a:cubicBezTo>
                    <a:pt x="304" y="127"/>
                    <a:pt x="304" y="127"/>
                    <a:pt x="304" y="127"/>
                  </a:cubicBezTo>
                  <a:cubicBezTo>
                    <a:pt x="301" y="114"/>
                    <a:pt x="301" y="114"/>
                    <a:pt x="301" y="114"/>
                  </a:cubicBezTo>
                  <a:cubicBezTo>
                    <a:pt x="301" y="113"/>
                    <a:pt x="301" y="113"/>
                    <a:pt x="301" y="113"/>
                  </a:cubicBezTo>
                  <a:cubicBezTo>
                    <a:pt x="301" y="113"/>
                    <a:pt x="301" y="113"/>
                    <a:pt x="301" y="113"/>
                  </a:cubicBezTo>
                  <a:cubicBezTo>
                    <a:pt x="302" y="111"/>
                    <a:pt x="302" y="111"/>
                    <a:pt x="302" y="111"/>
                  </a:cubicBezTo>
                  <a:cubicBezTo>
                    <a:pt x="310" y="100"/>
                    <a:pt x="310" y="100"/>
                    <a:pt x="310" y="100"/>
                  </a:cubicBezTo>
                  <a:cubicBezTo>
                    <a:pt x="312" y="99"/>
                    <a:pt x="312" y="99"/>
                    <a:pt x="312" y="99"/>
                  </a:cubicBezTo>
                  <a:cubicBezTo>
                    <a:pt x="312" y="99"/>
                    <a:pt x="312" y="99"/>
                    <a:pt x="312" y="99"/>
                  </a:cubicBezTo>
                  <a:cubicBezTo>
                    <a:pt x="313" y="99"/>
                    <a:pt x="313" y="99"/>
                    <a:pt x="313" y="99"/>
                  </a:cubicBezTo>
                  <a:cubicBezTo>
                    <a:pt x="319" y="98"/>
                    <a:pt x="319" y="98"/>
                    <a:pt x="319" y="98"/>
                  </a:cubicBezTo>
                  <a:cubicBezTo>
                    <a:pt x="326" y="96"/>
                    <a:pt x="326" y="96"/>
                    <a:pt x="326" y="96"/>
                  </a:cubicBezTo>
                  <a:cubicBezTo>
                    <a:pt x="357" y="95"/>
                    <a:pt x="357" y="95"/>
                    <a:pt x="357" y="95"/>
                  </a:cubicBezTo>
                  <a:cubicBezTo>
                    <a:pt x="358" y="95"/>
                    <a:pt x="358" y="95"/>
                    <a:pt x="358" y="95"/>
                  </a:cubicBezTo>
                  <a:cubicBezTo>
                    <a:pt x="362" y="97"/>
                    <a:pt x="362" y="97"/>
                    <a:pt x="362" y="97"/>
                  </a:cubicBezTo>
                  <a:cubicBezTo>
                    <a:pt x="363" y="97"/>
                    <a:pt x="363" y="97"/>
                    <a:pt x="363" y="97"/>
                  </a:cubicBezTo>
                  <a:cubicBezTo>
                    <a:pt x="368" y="99"/>
                    <a:pt x="368" y="99"/>
                    <a:pt x="368" y="99"/>
                  </a:cubicBezTo>
                  <a:cubicBezTo>
                    <a:pt x="377" y="96"/>
                    <a:pt x="377" y="96"/>
                    <a:pt x="377" y="96"/>
                  </a:cubicBezTo>
                  <a:cubicBezTo>
                    <a:pt x="384" y="90"/>
                    <a:pt x="384" y="90"/>
                    <a:pt x="384" y="90"/>
                  </a:cubicBezTo>
                  <a:cubicBezTo>
                    <a:pt x="387" y="84"/>
                    <a:pt x="387" y="84"/>
                    <a:pt x="387" y="84"/>
                  </a:cubicBezTo>
                  <a:cubicBezTo>
                    <a:pt x="388" y="81"/>
                    <a:pt x="388" y="81"/>
                    <a:pt x="388" y="81"/>
                  </a:cubicBezTo>
                  <a:cubicBezTo>
                    <a:pt x="387" y="68"/>
                    <a:pt x="387" y="68"/>
                    <a:pt x="387" y="68"/>
                  </a:cubicBezTo>
                  <a:cubicBezTo>
                    <a:pt x="381" y="66"/>
                    <a:pt x="381" y="66"/>
                    <a:pt x="381" y="66"/>
                  </a:cubicBezTo>
                  <a:cubicBezTo>
                    <a:pt x="368" y="71"/>
                    <a:pt x="368" y="71"/>
                    <a:pt x="368" y="71"/>
                  </a:cubicBezTo>
                  <a:cubicBezTo>
                    <a:pt x="364" y="75"/>
                    <a:pt x="360" y="78"/>
                    <a:pt x="356" y="78"/>
                  </a:cubicBezTo>
                  <a:cubicBezTo>
                    <a:pt x="352" y="78"/>
                    <a:pt x="348" y="74"/>
                    <a:pt x="344" y="68"/>
                  </a:cubicBezTo>
                  <a:cubicBezTo>
                    <a:pt x="344" y="68"/>
                    <a:pt x="344" y="68"/>
                    <a:pt x="344" y="68"/>
                  </a:cubicBezTo>
                  <a:cubicBezTo>
                    <a:pt x="344" y="68"/>
                    <a:pt x="344" y="68"/>
                    <a:pt x="344" y="68"/>
                  </a:cubicBezTo>
                  <a:cubicBezTo>
                    <a:pt x="344" y="67"/>
                    <a:pt x="344" y="67"/>
                    <a:pt x="344" y="67"/>
                  </a:cubicBezTo>
                  <a:cubicBezTo>
                    <a:pt x="343" y="59"/>
                    <a:pt x="343" y="59"/>
                    <a:pt x="343" y="59"/>
                  </a:cubicBezTo>
                  <a:cubicBezTo>
                    <a:pt x="343" y="57"/>
                    <a:pt x="343" y="57"/>
                    <a:pt x="343" y="57"/>
                  </a:cubicBezTo>
                  <a:cubicBezTo>
                    <a:pt x="344" y="49"/>
                    <a:pt x="344" y="49"/>
                    <a:pt x="344" y="49"/>
                  </a:cubicBezTo>
                  <a:cubicBezTo>
                    <a:pt x="337" y="33"/>
                    <a:pt x="337" y="33"/>
                    <a:pt x="337" y="33"/>
                  </a:cubicBezTo>
                  <a:cubicBezTo>
                    <a:pt x="324" y="37"/>
                    <a:pt x="324" y="37"/>
                    <a:pt x="324" y="37"/>
                  </a:cubicBezTo>
                  <a:cubicBezTo>
                    <a:pt x="319" y="42"/>
                    <a:pt x="319" y="42"/>
                    <a:pt x="319" y="42"/>
                  </a:cubicBezTo>
                  <a:cubicBezTo>
                    <a:pt x="321" y="60"/>
                    <a:pt x="321" y="60"/>
                    <a:pt x="321" y="60"/>
                  </a:cubicBezTo>
                  <a:cubicBezTo>
                    <a:pt x="301" y="51"/>
                    <a:pt x="301" y="51"/>
                    <a:pt x="301" y="51"/>
                  </a:cubicBezTo>
                  <a:cubicBezTo>
                    <a:pt x="305" y="62"/>
                    <a:pt x="305" y="62"/>
                    <a:pt x="305" y="62"/>
                  </a:cubicBezTo>
                  <a:cubicBezTo>
                    <a:pt x="306" y="62"/>
                    <a:pt x="306" y="62"/>
                    <a:pt x="306" y="62"/>
                  </a:cubicBezTo>
                  <a:cubicBezTo>
                    <a:pt x="306" y="63"/>
                    <a:pt x="306" y="63"/>
                    <a:pt x="306" y="63"/>
                  </a:cubicBezTo>
                  <a:cubicBezTo>
                    <a:pt x="304" y="76"/>
                    <a:pt x="304" y="76"/>
                    <a:pt x="304" y="76"/>
                  </a:cubicBezTo>
                  <a:cubicBezTo>
                    <a:pt x="304" y="77"/>
                    <a:pt x="304" y="77"/>
                    <a:pt x="304" y="77"/>
                  </a:cubicBezTo>
                  <a:cubicBezTo>
                    <a:pt x="304" y="77"/>
                    <a:pt x="304" y="77"/>
                    <a:pt x="304" y="77"/>
                  </a:cubicBezTo>
                  <a:cubicBezTo>
                    <a:pt x="292" y="93"/>
                    <a:pt x="292" y="93"/>
                    <a:pt x="292" y="93"/>
                  </a:cubicBezTo>
                  <a:cubicBezTo>
                    <a:pt x="292" y="93"/>
                    <a:pt x="292" y="93"/>
                    <a:pt x="292" y="93"/>
                  </a:cubicBezTo>
                  <a:cubicBezTo>
                    <a:pt x="273" y="105"/>
                    <a:pt x="273" y="105"/>
                    <a:pt x="273" y="105"/>
                  </a:cubicBezTo>
                  <a:cubicBezTo>
                    <a:pt x="271" y="116"/>
                    <a:pt x="271" y="116"/>
                    <a:pt x="271" y="116"/>
                  </a:cubicBezTo>
                  <a:cubicBezTo>
                    <a:pt x="271" y="117"/>
                    <a:pt x="273" y="122"/>
                    <a:pt x="276" y="128"/>
                  </a:cubicBezTo>
                  <a:cubicBezTo>
                    <a:pt x="277" y="129"/>
                    <a:pt x="277" y="129"/>
                    <a:pt x="277" y="129"/>
                  </a:cubicBezTo>
                  <a:cubicBezTo>
                    <a:pt x="277" y="130"/>
                    <a:pt x="277" y="130"/>
                    <a:pt x="277" y="130"/>
                  </a:cubicBezTo>
                  <a:cubicBezTo>
                    <a:pt x="278" y="145"/>
                    <a:pt x="278" y="145"/>
                    <a:pt x="278" y="145"/>
                  </a:cubicBezTo>
                  <a:cubicBezTo>
                    <a:pt x="278" y="147"/>
                    <a:pt x="278" y="147"/>
                    <a:pt x="278" y="147"/>
                  </a:cubicBezTo>
                  <a:cubicBezTo>
                    <a:pt x="278" y="148"/>
                    <a:pt x="278" y="148"/>
                    <a:pt x="278" y="148"/>
                  </a:cubicBezTo>
                  <a:cubicBezTo>
                    <a:pt x="270" y="158"/>
                    <a:pt x="270" y="158"/>
                    <a:pt x="270" y="158"/>
                  </a:cubicBezTo>
                  <a:cubicBezTo>
                    <a:pt x="270" y="158"/>
                    <a:pt x="270" y="158"/>
                    <a:pt x="270" y="158"/>
                  </a:cubicBezTo>
                  <a:cubicBezTo>
                    <a:pt x="270" y="158"/>
                    <a:pt x="270" y="158"/>
                    <a:pt x="270" y="158"/>
                  </a:cubicBezTo>
                  <a:cubicBezTo>
                    <a:pt x="269" y="158"/>
                    <a:pt x="269" y="158"/>
                    <a:pt x="269" y="158"/>
                  </a:cubicBezTo>
                  <a:cubicBezTo>
                    <a:pt x="264" y="162"/>
                    <a:pt x="264" y="162"/>
                    <a:pt x="264" y="162"/>
                  </a:cubicBezTo>
                  <a:cubicBezTo>
                    <a:pt x="263" y="162"/>
                    <a:pt x="263" y="162"/>
                    <a:pt x="263" y="162"/>
                  </a:cubicBezTo>
                  <a:cubicBezTo>
                    <a:pt x="262" y="162"/>
                    <a:pt x="262" y="162"/>
                    <a:pt x="262" y="162"/>
                  </a:cubicBezTo>
                  <a:cubicBezTo>
                    <a:pt x="262" y="162"/>
                    <a:pt x="262" y="162"/>
                    <a:pt x="262" y="162"/>
                  </a:cubicBezTo>
                  <a:cubicBezTo>
                    <a:pt x="261" y="162"/>
                    <a:pt x="261" y="162"/>
                    <a:pt x="261" y="162"/>
                  </a:cubicBezTo>
                  <a:cubicBezTo>
                    <a:pt x="247" y="159"/>
                    <a:pt x="247" y="159"/>
                    <a:pt x="247" y="159"/>
                  </a:cubicBezTo>
                  <a:cubicBezTo>
                    <a:pt x="245" y="159"/>
                    <a:pt x="242" y="160"/>
                    <a:pt x="239" y="162"/>
                  </a:cubicBezTo>
                  <a:cubicBezTo>
                    <a:pt x="233" y="169"/>
                    <a:pt x="233" y="169"/>
                    <a:pt x="233" y="169"/>
                  </a:cubicBezTo>
                  <a:cubicBezTo>
                    <a:pt x="228" y="175"/>
                    <a:pt x="228" y="175"/>
                    <a:pt x="228" y="175"/>
                  </a:cubicBezTo>
                  <a:cubicBezTo>
                    <a:pt x="225" y="181"/>
                    <a:pt x="221" y="182"/>
                    <a:pt x="214" y="181"/>
                  </a:cubicBezTo>
                  <a:cubicBezTo>
                    <a:pt x="210" y="180"/>
                    <a:pt x="208" y="176"/>
                    <a:pt x="210" y="170"/>
                  </a:cubicBezTo>
                  <a:cubicBezTo>
                    <a:pt x="210" y="166"/>
                    <a:pt x="210" y="166"/>
                    <a:pt x="210" y="166"/>
                  </a:cubicBezTo>
                  <a:cubicBezTo>
                    <a:pt x="209" y="162"/>
                    <a:pt x="209" y="162"/>
                    <a:pt x="209" y="162"/>
                  </a:cubicBezTo>
                  <a:cubicBezTo>
                    <a:pt x="207" y="165"/>
                    <a:pt x="207" y="165"/>
                    <a:pt x="207" y="165"/>
                  </a:cubicBezTo>
                  <a:cubicBezTo>
                    <a:pt x="205" y="167"/>
                    <a:pt x="203" y="168"/>
                    <a:pt x="200" y="168"/>
                  </a:cubicBezTo>
                  <a:cubicBezTo>
                    <a:pt x="198" y="167"/>
                    <a:pt x="196" y="165"/>
                    <a:pt x="195" y="161"/>
                  </a:cubicBezTo>
                  <a:cubicBezTo>
                    <a:pt x="195" y="160"/>
                    <a:pt x="195" y="160"/>
                    <a:pt x="195" y="160"/>
                  </a:cubicBezTo>
                  <a:cubicBezTo>
                    <a:pt x="194" y="146"/>
                    <a:pt x="194" y="146"/>
                    <a:pt x="194" y="146"/>
                  </a:cubicBezTo>
                  <a:cubicBezTo>
                    <a:pt x="191" y="133"/>
                    <a:pt x="191" y="133"/>
                    <a:pt x="191" y="133"/>
                  </a:cubicBezTo>
                  <a:cubicBezTo>
                    <a:pt x="185" y="127"/>
                    <a:pt x="185" y="127"/>
                    <a:pt x="185" y="127"/>
                  </a:cubicBezTo>
                  <a:cubicBezTo>
                    <a:pt x="185" y="127"/>
                    <a:pt x="185" y="127"/>
                    <a:pt x="185" y="127"/>
                  </a:cubicBezTo>
                  <a:cubicBezTo>
                    <a:pt x="184" y="126"/>
                    <a:pt x="184" y="126"/>
                    <a:pt x="184" y="126"/>
                  </a:cubicBezTo>
                  <a:cubicBezTo>
                    <a:pt x="171" y="97"/>
                    <a:pt x="171" y="97"/>
                    <a:pt x="171" y="97"/>
                  </a:cubicBezTo>
                  <a:cubicBezTo>
                    <a:pt x="171" y="96"/>
                    <a:pt x="171" y="96"/>
                    <a:pt x="171" y="96"/>
                  </a:cubicBezTo>
                  <a:cubicBezTo>
                    <a:pt x="167" y="88"/>
                    <a:pt x="167" y="88"/>
                    <a:pt x="167" y="88"/>
                  </a:cubicBezTo>
                  <a:cubicBezTo>
                    <a:pt x="167" y="87"/>
                    <a:pt x="167" y="87"/>
                    <a:pt x="167" y="87"/>
                  </a:cubicBezTo>
                  <a:cubicBezTo>
                    <a:pt x="166" y="87"/>
                    <a:pt x="166" y="87"/>
                    <a:pt x="166" y="87"/>
                  </a:cubicBezTo>
                  <a:cubicBezTo>
                    <a:pt x="166" y="86"/>
                    <a:pt x="166" y="86"/>
                    <a:pt x="166" y="86"/>
                  </a:cubicBezTo>
                  <a:cubicBezTo>
                    <a:pt x="164" y="71"/>
                    <a:pt x="164" y="71"/>
                    <a:pt x="164" y="71"/>
                  </a:cubicBezTo>
                  <a:cubicBezTo>
                    <a:pt x="162" y="68"/>
                    <a:pt x="162" y="68"/>
                    <a:pt x="162" y="68"/>
                  </a:cubicBezTo>
                  <a:cubicBezTo>
                    <a:pt x="160" y="70"/>
                    <a:pt x="160" y="70"/>
                    <a:pt x="160" y="70"/>
                  </a:cubicBezTo>
                  <a:cubicBezTo>
                    <a:pt x="156" y="75"/>
                    <a:pt x="153" y="78"/>
                    <a:pt x="151" y="78"/>
                  </a:cubicBezTo>
                  <a:cubicBezTo>
                    <a:pt x="149" y="78"/>
                    <a:pt x="146" y="76"/>
                    <a:pt x="142" y="72"/>
                  </a:cubicBezTo>
                  <a:cubicBezTo>
                    <a:pt x="132" y="68"/>
                    <a:pt x="132" y="68"/>
                    <a:pt x="132" y="68"/>
                  </a:cubicBezTo>
                  <a:cubicBezTo>
                    <a:pt x="131" y="67"/>
                    <a:pt x="131" y="67"/>
                    <a:pt x="131" y="67"/>
                  </a:cubicBezTo>
                  <a:cubicBezTo>
                    <a:pt x="131" y="66"/>
                    <a:pt x="131" y="66"/>
                    <a:pt x="131" y="66"/>
                  </a:cubicBezTo>
                  <a:cubicBezTo>
                    <a:pt x="131" y="66"/>
                    <a:pt x="131" y="66"/>
                    <a:pt x="131" y="66"/>
                  </a:cubicBezTo>
                  <a:cubicBezTo>
                    <a:pt x="130" y="65"/>
                    <a:pt x="130" y="65"/>
                    <a:pt x="130" y="65"/>
                  </a:cubicBezTo>
                  <a:cubicBezTo>
                    <a:pt x="129" y="53"/>
                    <a:pt x="129" y="53"/>
                    <a:pt x="129" y="53"/>
                  </a:cubicBezTo>
                  <a:cubicBezTo>
                    <a:pt x="129" y="53"/>
                    <a:pt x="129" y="53"/>
                    <a:pt x="129" y="53"/>
                  </a:cubicBezTo>
                  <a:cubicBezTo>
                    <a:pt x="128" y="43"/>
                    <a:pt x="128" y="43"/>
                    <a:pt x="128" y="43"/>
                  </a:cubicBezTo>
                  <a:cubicBezTo>
                    <a:pt x="123" y="31"/>
                    <a:pt x="123" y="31"/>
                    <a:pt x="123" y="31"/>
                  </a:cubicBezTo>
                  <a:cubicBezTo>
                    <a:pt x="118" y="31"/>
                    <a:pt x="118" y="31"/>
                    <a:pt x="118" y="31"/>
                  </a:cubicBezTo>
                  <a:cubicBezTo>
                    <a:pt x="119" y="36"/>
                    <a:pt x="118" y="40"/>
                    <a:pt x="117" y="43"/>
                  </a:cubicBezTo>
                  <a:cubicBezTo>
                    <a:pt x="115" y="47"/>
                    <a:pt x="113" y="49"/>
                    <a:pt x="109" y="53"/>
                  </a:cubicBezTo>
                  <a:cubicBezTo>
                    <a:pt x="108" y="57"/>
                    <a:pt x="106" y="60"/>
                    <a:pt x="104" y="62"/>
                  </a:cubicBezTo>
                  <a:cubicBezTo>
                    <a:pt x="100" y="66"/>
                    <a:pt x="97" y="66"/>
                    <a:pt x="94" y="63"/>
                  </a:cubicBezTo>
                  <a:cubicBezTo>
                    <a:pt x="92" y="63"/>
                    <a:pt x="92" y="63"/>
                    <a:pt x="92" y="63"/>
                  </a:cubicBezTo>
                  <a:cubicBezTo>
                    <a:pt x="88" y="62"/>
                    <a:pt x="88" y="57"/>
                    <a:pt x="88" y="49"/>
                  </a:cubicBezTo>
                  <a:cubicBezTo>
                    <a:pt x="88" y="46"/>
                    <a:pt x="88" y="46"/>
                    <a:pt x="88" y="46"/>
                  </a:cubicBezTo>
                  <a:cubicBezTo>
                    <a:pt x="80" y="42"/>
                    <a:pt x="80" y="42"/>
                    <a:pt x="80" y="42"/>
                  </a:cubicBezTo>
                  <a:cubicBezTo>
                    <a:pt x="77" y="40"/>
                    <a:pt x="75" y="37"/>
                    <a:pt x="75" y="31"/>
                  </a:cubicBezTo>
                  <a:cubicBezTo>
                    <a:pt x="78" y="4"/>
                    <a:pt x="78" y="4"/>
                    <a:pt x="78" y="4"/>
                  </a:cubicBezTo>
                  <a:cubicBezTo>
                    <a:pt x="77" y="0"/>
                    <a:pt x="77" y="0"/>
                    <a:pt x="77" y="0"/>
                  </a:cubicBezTo>
                  <a:cubicBezTo>
                    <a:pt x="67" y="11"/>
                    <a:pt x="67" y="11"/>
                    <a:pt x="67" y="11"/>
                  </a:cubicBezTo>
                  <a:cubicBezTo>
                    <a:pt x="60" y="15"/>
                    <a:pt x="60" y="15"/>
                    <a:pt x="60" y="15"/>
                  </a:cubicBezTo>
                  <a:cubicBezTo>
                    <a:pt x="58" y="20"/>
                    <a:pt x="58" y="20"/>
                    <a:pt x="58" y="20"/>
                  </a:cubicBezTo>
                  <a:cubicBezTo>
                    <a:pt x="61" y="25"/>
                    <a:pt x="62" y="29"/>
                    <a:pt x="62" y="32"/>
                  </a:cubicBezTo>
                  <a:cubicBezTo>
                    <a:pt x="62" y="39"/>
                    <a:pt x="59" y="43"/>
                    <a:pt x="54" y="45"/>
                  </a:cubicBezTo>
                  <a:cubicBezTo>
                    <a:pt x="43" y="49"/>
                    <a:pt x="43" y="49"/>
                    <a:pt x="43" y="49"/>
                  </a:cubicBezTo>
                  <a:cubicBezTo>
                    <a:pt x="40" y="51"/>
                    <a:pt x="40" y="51"/>
                    <a:pt x="40" y="51"/>
                  </a:cubicBezTo>
                  <a:cubicBezTo>
                    <a:pt x="39" y="56"/>
                    <a:pt x="39" y="56"/>
                    <a:pt x="39" y="56"/>
                  </a:cubicBezTo>
                  <a:cubicBezTo>
                    <a:pt x="39" y="73"/>
                    <a:pt x="39" y="73"/>
                    <a:pt x="39" y="73"/>
                  </a:cubicBezTo>
                  <a:cubicBezTo>
                    <a:pt x="40" y="78"/>
                    <a:pt x="40" y="81"/>
                    <a:pt x="42" y="81"/>
                  </a:cubicBezTo>
                  <a:cubicBezTo>
                    <a:pt x="46" y="83"/>
                    <a:pt x="50" y="83"/>
                    <a:pt x="54" y="80"/>
                  </a:cubicBezTo>
                  <a:cubicBezTo>
                    <a:pt x="57" y="78"/>
                    <a:pt x="57" y="78"/>
                    <a:pt x="57" y="78"/>
                  </a:cubicBezTo>
                  <a:cubicBezTo>
                    <a:pt x="69" y="105"/>
                    <a:pt x="69" y="105"/>
                    <a:pt x="69" y="105"/>
                  </a:cubicBezTo>
                  <a:cubicBezTo>
                    <a:pt x="69" y="105"/>
                    <a:pt x="69" y="105"/>
                    <a:pt x="69" y="105"/>
                  </a:cubicBezTo>
                  <a:cubicBezTo>
                    <a:pt x="69" y="105"/>
                    <a:pt x="69" y="105"/>
                    <a:pt x="69" y="105"/>
                  </a:cubicBezTo>
                  <a:cubicBezTo>
                    <a:pt x="69" y="107"/>
                    <a:pt x="69" y="107"/>
                    <a:pt x="69" y="107"/>
                  </a:cubicBezTo>
                  <a:cubicBezTo>
                    <a:pt x="65" y="154"/>
                    <a:pt x="60" y="182"/>
                    <a:pt x="55" y="189"/>
                  </a:cubicBezTo>
                  <a:cubicBezTo>
                    <a:pt x="52" y="192"/>
                    <a:pt x="51" y="193"/>
                    <a:pt x="47" y="193"/>
                  </a:cubicBezTo>
                  <a:cubicBezTo>
                    <a:pt x="43" y="193"/>
                    <a:pt x="40" y="193"/>
                    <a:pt x="35" y="190"/>
                  </a:cubicBezTo>
                  <a:cubicBezTo>
                    <a:pt x="20" y="222"/>
                    <a:pt x="9" y="238"/>
                    <a:pt x="4" y="241"/>
                  </a:cubicBezTo>
                  <a:cubicBezTo>
                    <a:pt x="5" y="241"/>
                    <a:pt x="5" y="241"/>
                    <a:pt x="5" y="241"/>
                  </a:cubicBezTo>
                  <a:cubicBezTo>
                    <a:pt x="3" y="241"/>
                    <a:pt x="1" y="249"/>
                    <a:pt x="2" y="263"/>
                  </a:cubicBezTo>
                  <a:cubicBezTo>
                    <a:pt x="6" y="266"/>
                    <a:pt x="6" y="266"/>
                    <a:pt x="6" y="266"/>
                  </a:cubicBezTo>
                  <a:cubicBezTo>
                    <a:pt x="7" y="267"/>
                    <a:pt x="7" y="267"/>
                    <a:pt x="7" y="267"/>
                  </a:cubicBezTo>
                  <a:cubicBezTo>
                    <a:pt x="8" y="269"/>
                    <a:pt x="8" y="269"/>
                    <a:pt x="8" y="269"/>
                  </a:cubicBezTo>
                  <a:lnTo>
                    <a:pt x="3" y="275"/>
                  </a:ln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58" name="Freeform 20"/>
            <p:cNvSpPr/>
            <p:nvPr/>
          </p:nvSpPr>
          <p:spPr bwMode="auto">
            <a:xfrm>
              <a:off x="2840228" y="3658172"/>
              <a:ext cx="503237" cy="436563"/>
            </a:xfrm>
            <a:custGeom>
              <a:avLst/>
              <a:gdLst>
                <a:gd name="T0" fmla="*/ 216 w 291"/>
                <a:gd name="T1" fmla="*/ 12 h 252"/>
                <a:gd name="T2" fmla="*/ 199 w 291"/>
                <a:gd name="T3" fmla="*/ 15 h 252"/>
                <a:gd name="T4" fmla="*/ 196 w 291"/>
                <a:gd name="T5" fmla="*/ 1 h 252"/>
                <a:gd name="T6" fmla="*/ 190 w 291"/>
                <a:gd name="T7" fmla="*/ 15 h 252"/>
                <a:gd name="T8" fmla="*/ 180 w 291"/>
                <a:gd name="T9" fmla="*/ 27 h 252"/>
                <a:gd name="T10" fmla="*/ 163 w 291"/>
                <a:gd name="T11" fmla="*/ 27 h 252"/>
                <a:gd name="T12" fmla="*/ 160 w 291"/>
                <a:gd name="T13" fmla="*/ 38 h 252"/>
                <a:gd name="T14" fmla="*/ 143 w 291"/>
                <a:gd name="T15" fmla="*/ 43 h 252"/>
                <a:gd name="T16" fmla="*/ 137 w 291"/>
                <a:gd name="T17" fmla="*/ 46 h 252"/>
                <a:gd name="T18" fmla="*/ 122 w 291"/>
                <a:gd name="T19" fmla="*/ 40 h 252"/>
                <a:gd name="T20" fmla="*/ 111 w 291"/>
                <a:gd name="T21" fmla="*/ 36 h 252"/>
                <a:gd name="T22" fmla="*/ 128 w 291"/>
                <a:gd name="T23" fmla="*/ 61 h 252"/>
                <a:gd name="T24" fmla="*/ 137 w 291"/>
                <a:gd name="T25" fmla="*/ 70 h 252"/>
                <a:gd name="T26" fmla="*/ 133 w 291"/>
                <a:gd name="T27" fmla="*/ 84 h 252"/>
                <a:gd name="T28" fmla="*/ 105 w 291"/>
                <a:gd name="T29" fmla="*/ 98 h 252"/>
                <a:gd name="T30" fmla="*/ 94 w 291"/>
                <a:gd name="T31" fmla="*/ 99 h 252"/>
                <a:gd name="T32" fmla="*/ 83 w 291"/>
                <a:gd name="T33" fmla="*/ 96 h 252"/>
                <a:gd name="T34" fmla="*/ 71 w 291"/>
                <a:gd name="T35" fmla="*/ 108 h 252"/>
                <a:gd name="T36" fmla="*/ 59 w 291"/>
                <a:gd name="T37" fmla="*/ 113 h 252"/>
                <a:gd name="T38" fmla="*/ 12 w 291"/>
                <a:gd name="T39" fmla="*/ 112 h 252"/>
                <a:gd name="T40" fmla="*/ 7 w 291"/>
                <a:gd name="T41" fmla="*/ 146 h 252"/>
                <a:gd name="T42" fmla="*/ 17 w 291"/>
                <a:gd name="T43" fmla="*/ 152 h 252"/>
                <a:gd name="T44" fmla="*/ 23 w 291"/>
                <a:gd name="T45" fmla="*/ 144 h 252"/>
                <a:gd name="T46" fmla="*/ 42 w 291"/>
                <a:gd name="T47" fmla="*/ 146 h 252"/>
                <a:gd name="T48" fmla="*/ 47 w 291"/>
                <a:gd name="T49" fmla="*/ 179 h 252"/>
                <a:gd name="T50" fmla="*/ 40 w 291"/>
                <a:gd name="T51" fmla="*/ 197 h 252"/>
                <a:gd name="T52" fmla="*/ 57 w 291"/>
                <a:gd name="T53" fmla="*/ 226 h 252"/>
                <a:gd name="T54" fmla="*/ 50 w 291"/>
                <a:gd name="T55" fmla="*/ 252 h 252"/>
                <a:gd name="T56" fmla="*/ 70 w 291"/>
                <a:gd name="T57" fmla="*/ 242 h 252"/>
                <a:gd name="T58" fmla="*/ 83 w 291"/>
                <a:gd name="T59" fmla="*/ 244 h 252"/>
                <a:gd name="T60" fmla="*/ 128 w 291"/>
                <a:gd name="T61" fmla="*/ 243 h 252"/>
                <a:gd name="T62" fmla="*/ 149 w 291"/>
                <a:gd name="T63" fmla="*/ 229 h 252"/>
                <a:gd name="T64" fmla="*/ 174 w 291"/>
                <a:gd name="T65" fmla="*/ 208 h 252"/>
                <a:gd name="T66" fmla="*/ 189 w 291"/>
                <a:gd name="T67" fmla="*/ 215 h 252"/>
                <a:gd name="T68" fmla="*/ 208 w 291"/>
                <a:gd name="T69" fmla="*/ 223 h 252"/>
                <a:gd name="T70" fmla="*/ 222 w 291"/>
                <a:gd name="T71" fmla="*/ 227 h 252"/>
                <a:gd name="T72" fmla="*/ 225 w 291"/>
                <a:gd name="T73" fmla="*/ 220 h 252"/>
                <a:gd name="T74" fmla="*/ 230 w 291"/>
                <a:gd name="T75" fmla="*/ 216 h 252"/>
                <a:gd name="T76" fmla="*/ 239 w 291"/>
                <a:gd name="T77" fmla="*/ 209 h 252"/>
                <a:gd name="T78" fmla="*/ 263 w 291"/>
                <a:gd name="T79" fmla="*/ 192 h 252"/>
                <a:gd name="T80" fmla="*/ 267 w 291"/>
                <a:gd name="T81" fmla="*/ 188 h 252"/>
                <a:gd name="T82" fmla="*/ 278 w 291"/>
                <a:gd name="T83" fmla="*/ 185 h 252"/>
                <a:gd name="T84" fmla="*/ 288 w 291"/>
                <a:gd name="T85" fmla="*/ 180 h 252"/>
                <a:gd name="T86" fmla="*/ 282 w 291"/>
                <a:gd name="T87" fmla="*/ 157 h 252"/>
                <a:gd name="T88" fmla="*/ 285 w 291"/>
                <a:gd name="T89" fmla="*/ 143 h 252"/>
                <a:gd name="T90" fmla="*/ 264 w 291"/>
                <a:gd name="T91" fmla="*/ 126 h 252"/>
                <a:gd name="T92" fmla="*/ 283 w 291"/>
                <a:gd name="T93" fmla="*/ 52 h 252"/>
                <a:gd name="T94" fmla="*/ 271 w 291"/>
                <a:gd name="T95" fmla="*/ 58 h 252"/>
                <a:gd name="T96" fmla="*/ 256 w 291"/>
                <a:gd name="T97" fmla="*/ 58 h 252"/>
                <a:gd name="T98" fmla="*/ 253 w 291"/>
                <a:gd name="T99" fmla="*/ 52 h 252"/>
                <a:gd name="T100" fmla="*/ 251 w 291"/>
                <a:gd name="T101" fmla="*/ 49 h 252"/>
                <a:gd name="T102" fmla="*/ 237 w 291"/>
                <a:gd name="T103" fmla="*/ 30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91" h="252">
                  <a:moveTo>
                    <a:pt x="228" y="5"/>
                  </a:moveTo>
                  <a:cubicBezTo>
                    <a:pt x="224" y="3"/>
                    <a:pt x="224" y="3"/>
                    <a:pt x="224" y="3"/>
                  </a:cubicBezTo>
                  <a:cubicBezTo>
                    <a:pt x="219" y="6"/>
                    <a:pt x="219" y="6"/>
                    <a:pt x="219" y="6"/>
                  </a:cubicBezTo>
                  <a:cubicBezTo>
                    <a:pt x="216" y="12"/>
                    <a:pt x="216" y="12"/>
                    <a:pt x="216" y="12"/>
                  </a:cubicBezTo>
                  <a:cubicBezTo>
                    <a:pt x="214" y="17"/>
                    <a:pt x="211" y="20"/>
                    <a:pt x="207" y="20"/>
                  </a:cubicBezTo>
                  <a:cubicBezTo>
                    <a:pt x="205" y="20"/>
                    <a:pt x="202" y="18"/>
                    <a:pt x="200" y="16"/>
                  </a:cubicBezTo>
                  <a:cubicBezTo>
                    <a:pt x="199" y="16"/>
                    <a:pt x="199" y="16"/>
                    <a:pt x="199" y="16"/>
                  </a:cubicBezTo>
                  <a:cubicBezTo>
                    <a:pt x="199" y="15"/>
                    <a:pt x="199" y="15"/>
                    <a:pt x="199" y="15"/>
                  </a:cubicBezTo>
                  <a:cubicBezTo>
                    <a:pt x="199" y="15"/>
                    <a:pt x="199" y="15"/>
                    <a:pt x="199" y="15"/>
                  </a:cubicBezTo>
                  <a:cubicBezTo>
                    <a:pt x="197" y="9"/>
                    <a:pt x="197" y="9"/>
                    <a:pt x="197" y="9"/>
                  </a:cubicBezTo>
                  <a:cubicBezTo>
                    <a:pt x="197" y="9"/>
                    <a:pt x="197" y="9"/>
                    <a:pt x="197" y="9"/>
                  </a:cubicBezTo>
                  <a:cubicBezTo>
                    <a:pt x="196" y="1"/>
                    <a:pt x="196" y="1"/>
                    <a:pt x="196" y="1"/>
                  </a:cubicBezTo>
                  <a:cubicBezTo>
                    <a:pt x="193" y="0"/>
                    <a:pt x="193" y="0"/>
                    <a:pt x="193" y="0"/>
                  </a:cubicBezTo>
                  <a:cubicBezTo>
                    <a:pt x="192" y="1"/>
                    <a:pt x="192" y="1"/>
                    <a:pt x="192" y="1"/>
                  </a:cubicBezTo>
                  <a:cubicBezTo>
                    <a:pt x="190" y="7"/>
                    <a:pt x="190" y="7"/>
                    <a:pt x="190" y="7"/>
                  </a:cubicBezTo>
                  <a:cubicBezTo>
                    <a:pt x="190" y="15"/>
                    <a:pt x="190" y="15"/>
                    <a:pt x="190" y="15"/>
                  </a:cubicBezTo>
                  <a:cubicBezTo>
                    <a:pt x="190" y="16"/>
                    <a:pt x="190" y="16"/>
                    <a:pt x="190" y="16"/>
                  </a:cubicBezTo>
                  <a:cubicBezTo>
                    <a:pt x="189" y="16"/>
                    <a:pt x="189" y="16"/>
                    <a:pt x="189" y="16"/>
                  </a:cubicBezTo>
                  <a:cubicBezTo>
                    <a:pt x="182" y="26"/>
                    <a:pt x="182" y="26"/>
                    <a:pt x="182" y="26"/>
                  </a:cubicBezTo>
                  <a:cubicBezTo>
                    <a:pt x="180" y="27"/>
                    <a:pt x="180" y="27"/>
                    <a:pt x="180" y="27"/>
                  </a:cubicBezTo>
                  <a:cubicBezTo>
                    <a:pt x="179" y="27"/>
                    <a:pt x="179" y="27"/>
                    <a:pt x="179" y="27"/>
                  </a:cubicBezTo>
                  <a:cubicBezTo>
                    <a:pt x="165" y="26"/>
                    <a:pt x="165" y="26"/>
                    <a:pt x="165" y="26"/>
                  </a:cubicBezTo>
                  <a:cubicBezTo>
                    <a:pt x="163" y="26"/>
                    <a:pt x="163" y="26"/>
                    <a:pt x="163" y="26"/>
                  </a:cubicBezTo>
                  <a:cubicBezTo>
                    <a:pt x="163" y="27"/>
                    <a:pt x="163" y="27"/>
                    <a:pt x="163" y="27"/>
                  </a:cubicBezTo>
                  <a:cubicBezTo>
                    <a:pt x="163" y="27"/>
                    <a:pt x="163" y="27"/>
                    <a:pt x="163" y="27"/>
                  </a:cubicBezTo>
                  <a:cubicBezTo>
                    <a:pt x="163" y="27"/>
                    <a:pt x="163" y="27"/>
                    <a:pt x="163" y="27"/>
                  </a:cubicBezTo>
                  <a:cubicBezTo>
                    <a:pt x="159" y="34"/>
                    <a:pt x="159" y="34"/>
                    <a:pt x="159" y="34"/>
                  </a:cubicBezTo>
                  <a:cubicBezTo>
                    <a:pt x="160" y="38"/>
                    <a:pt x="160" y="38"/>
                    <a:pt x="160" y="38"/>
                  </a:cubicBezTo>
                  <a:cubicBezTo>
                    <a:pt x="161" y="38"/>
                    <a:pt x="161" y="38"/>
                    <a:pt x="161" y="38"/>
                  </a:cubicBezTo>
                  <a:cubicBezTo>
                    <a:pt x="157" y="45"/>
                    <a:pt x="157" y="45"/>
                    <a:pt x="157" y="45"/>
                  </a:cubicBezTo>
                  <a:cubicBezTo>
                    <a:pt x="143" y="45"/>
                    <a:pt x="143" y="45"/>
                    <a:pt x="143" y="45"/>
                  </a:cubicBezTo>
                  <a:cubicBezTo>
                    <a:pt x="143" y="43"/>
                    <a:pt x="143" y="43"/>
                    <a:pt x="143" y="43"/>
                  </a:cubicBezTo>
                  <a:cubicBezTo>
                    <a:pt x="142" y="41"/>
                    <a:pt x="142" y="41"/>
                    <a:pt x="142" y="41"/>
                  </a:cubicBezTo>
                  <a:cubicBezTo>
                    <a:pt x="140" y="40"/>
                    <a:pt x="140" y="40"/>
                    <a:pt x="140" y="40"/>
                  </a:cubicBezTo>
                  <a:cubicBezTo>
                    <a:pt x="138" y="44"/>
                    <a:pt x="138" y="44"/>
                    <a:pt x="138" y="44"/>
                  </a:cubicBezTo>
                  <a:cubicBezTo>
                    <a:pt x="137" y="46"/>
                    <a:pt x="137" y="46"/>
                    <a:pt x="137" y="46"/>
                  </a:cubicBezTo>
                  <a:cubicBezTo>
                    <a:pt x="128" y="46"/>
                    <a:pt x="128" y="46"/>
                    <a:pt x="128" y="46"/>
                  </a:cubicBezTo>
                  <a:cubicBezTo>
                    <a:pt x="128" y="46"/>
                    <a:pt x="128" y="46"/>
                    <a:pt x="128" y="46"/>
                  </a:cubicBezTo>
                  <a:cubicBezTo>
                    <a:pt x="122" y="41"/>
                    <a:pt x="122" y="41"/>
                    <a:pt x="122" y="41"/>
                  </a:cubicBezTo>
                  <a:cubicBezTo>
                    <a:pt x="122" y="40"/>
                    <a:pt x="122" y="40"/>
                    <a:pt x="122" y="40"/>
                  </a:cubicBezTo>
                  <a:cubicBezTo>
                    <a:pt x="122" y="39"/>
                    <a:pt x="122" y="39"/>
                    <a:pt x="122" y="39"/>
                  </a:cubicBezTo>
                  <a:cubicBezTo>
                    <a:pt x="121" y="39"/>
                    <a:pt x="121" y="39"/>
                    <a:pt x="121" y="39"/>
                  </a:cubicBezTo>
                  <a:cubicBezTo>
                    <a:pt x="121" y="38"/>
                    <a:pt x="121" y="38"/>
                    <a:pt x="121" y="38"/>
                  </a:cubicBezTo>
                  <a:cubicBezTo>
                    <a:pt x="111" y="36"/>
                    <a:pt x="111" y="36"/>
                    <a:pt x="111" y="36"/>
                  </a:cubicBezTo>
                  <a:cubicBezTo>
                    <a:pt x="104" y="39"/>
                    <a:pt x="104" y="39"/>
                    <a:pt x="104" y="39"/>
                  </a:cubicBezTo>
                  <a:cubicBezTo>
                    <a:pt x="100" y="43"/>
                    <a:pt x="100" y="43"/>
                    <a:pt x="100" y="43"/>
                  </a:cubicBezTo>
                  <a:cubicBezTo>
                    <a:pt x="112" y="56"/>
                    <a:pt x="112" y="56"/>
                    <a:pt x="112" y="56"/>
                  </a:cubicBezTo>
                  <a:cubicBezTo>
                    <a:pt x="128" y="61"/>
                    <a:pt x="128" y="61"/>
                    <a:pt x="128" y="61"/>
                  </a:cubicBezTo>
                  <a:cubicBezTo>
                    <a:pt x="128" y="62"/>
                    <a:pt x="128" y="62"/>
                    <a:pt x="128" y="62"/>
                  </a:cubicBezTo>
                  <a:cubicBezTo>
                    <a:pt x="128" y="62"/>
                    <a:pt x="128" y="62"/>
                    <a:pt x="128" y="62"/>
                  </a:cubicBezTo>
                  <a:cubicBezTo>
                    <a:pt x="129" y="63"/>
                    <a:pt x="129" y="63"/>
                    <a:pt x="129" y="63"/>
                  </a:cubicBezTo>
                  <a:cubicBezTo>
                    <a:pt x="137" y="70"/>
                    <a:pt x="137" y="70"/>
                    <a:pt x="137" y="70"/>
                  </a:cubicBezTo>
                  <a:cubicBezTo>
                    <a:pt x="134" y="82"/>
                    <a:pt x="134" y="82"/>
                    <a:pt x="134" y="82"/>
                  </a:cubicBezTo>
                  <a:cubicBezTo>
                    <a:pt x="134" y="82"/>
                    <a:pt x="134" y="82"/>
                    <a:pt x="134" y="82"/>
                  </a:cubicBezTo>
                  <a:cubicBezTo>
                    <a:pt x="134" y="84"/>
                    <a:pt x="134" y="84"/>
                    <a:pt x="134" y="84"/>
                  </a:cubicBezTo>
                  <a:cubicBezTo>
                    <a:pt x="133" y="84"/>
                    <a:pt x="133" y="84"/>
                    <a:pt x="133" y="84"/>
                  </a:cubicBezTo>
                  <a:cubicBezTo>
                    <a:pt x="123" y="92"/>
                    <a:pt x="123" y="92"/>
                    <a:pt x="123" y="92"/>
                  </a:cubicBezTo>
                  <a:cubicBezTo>
                    <a:pt x="123" y="93"/>
                    <a:pt x="123" y="93"/>
                    <a:pt x="123" y="93"/>
                  </a:cubicBezTo>
                  <a:cubicBezTo>
                    <a:pt x="122" y="93"/>
                    <a:pt x="122" y="93"/>
                    <a:pt x="122" y="93"/>
                  </a:cubicBezTo>
                  <a:cubicBezTo>
                    <a:pt x="105" y="98"/>
                    <a:pt x="105" y="98"/>
                    <a:pt x="105" y="98"/>
                  </a:cubicBezTo>
                  <a:cubicBezTo>
                    <a:pt x="105" y="98"/>
                    <a:pt x="105" y="98"/>
                    <a:pt x="105" y="98"/>
                  </a:cubicBezTo>
                  <a:cubicBezTo>
                    <a:pt x="95" y="99"/>
                    <a:pt x="95" y="99"/>
                    <a:pt x="95" y="99"/>
                  </a:cubicBezTo>
                  <a:cubicBezTo>
                    <a:pt x="95" y="99"/>
                    <a:pt x="95" y="99"/>
                    <a:pt x="95" y="99"/>
                  </a:cubicBezTo>
                  <a:cubicBezTo>
                    <a:pt x="94" y="99"/>
                    <a:pt x="94" y="99"/>
                    <a:pt x="94" y="99"/>
                  </a:cubicBezTo>
                  <a:cubicBezTo>
                    <a:pt x="94" y="99"/>
                    <a:pt x="94" y="99"/>
                    <a:pt x="94" y="99"/>
                  </a:cubicBezTo>
                  <a:cubicBezTo>
                    <a:pt x="94" y="99"/>
                    <a:pt x="94" y="99"/>
                    <a:pt x="94" y="99"/>
                  </a:cubicBezTo>
                  <a:cubicBezTo>
                    <a:pt x="87" y="97"/>
                    <a:pt x="87" y="97"/>
                    <a:pt x="87" y="97"/>
                  </a:cubicBezTo>
                  <a:cubicBezTo>
                    <a:pt x="83" y="96"/>
                    <a:pt x="83" y="96"/>
                    <a:pt x="83" y="96"/>
                  </a:cubicBezTo>
                  <a:cubicBezTo>
                    <a:pt x="80" y="102"/>
                    <a:pt x="80" y="102"/>
                    <a:pt x="80" y="102"/>
                  </a:cubicBezTo>
                  <a:cubicBezTo>
                    <a:pt x="79" y="102"/>
                    <a:pt x="79" y="102"/>
                    <a:pt x="79" y="102"/>
                  </a:cubicBezTo>
                  <a:cubicBezTo>
                    <a:pt x="79" y="103"/>
                    <a:pt x="79" y="103"/>
                    <a:pt x="79" y="103"/>
                  </a:cubicBezTo>
                  <a:cubicBezTo>
                    <a:pt x="71" y="108"/>
                    <a:pt x="71" y="108"/>
                    <a:pt x="71" y="108"/>
                  </a:cubicBezTo>
                  <a:cubicBezTo>
                    <a:pt x="71" y="108"/>
                    <a:pt x="71" y="108"/>
                    <a:pt x="71" y="108"/>
                  </a:cubicBezTo>
                  <a:cubicBezTo>
                    <a:pt x="71" y="108"/>
                    <a:pt x="71" y="108"/>
                    <a:pt x="71" y="108"/>
                  </a:cubicBezTo>
                  <a:cubicBezTo>
                    <a:pt x="60" y="113"/>
                    <a:pt x="60" y="113"/>
                    <a:pt x="60" y="113"/>
                  </a:cubicBezTo>
                  <a:cubicBezTo>
                    <a:pt x="59" y="113"/>
                    <a:pt x="59" y="113"/>
                    <a:pt x="59" y="113"/>
                  </a:cubicBezTo>
                  <a:cubicBezTo>
                    <a:pt x="46" y="109"/>
                    <a:pt x="46" y="109"/>
                    <a:pt x="46" y="109"/>
                  </a:cubicBezTo>
                  <a:cubicBezTo>
                    <a:pt x="18" y="110"/>
                    <a:pt x="18" y="110"/>
                    <a:pt x="18" y="110"/>
                  </a:cubicBezTo>
                  <a:cubicBezTo>
                    <a:pt x="12" y="112"/>
                    <a:pt x="12" y="112"/>
                    <a:pt x="12" y="112"/>
                  </a:cubicBezTo>
                  <a:cubicBezTo>
                    <a:pt x="12" y="112"/>
                    <a:pt x="12" y="112"/>
                    <a:pt x="12" y="112"/>
                  </a:cubicBezTo>
                  <a:cubicBezTo>
                    <a:pt x="6" y="112"/>
                    <a:pt x="6" y="112"/>
                    <a:pt x="6" y="112"/>
                  </a:cubicBezTo>
                  <a:cubicBezTo>
                    <a:pt x="0" y="121"/>
                    <a:pt x="0" y="121"/>
                    <a:pt x="0" y="121"/>
                  </a:cubicBezTo>
                  <a:cubicBezTo>
                    <a:pt x="1" y="132"/>
                    <a:pt x="1" y="132"/>
                    <a:pt x="1" y="132"/>
                  </a:cubicBezTo>
                  <a:cubicBezTo>
                    <a:pt x="7" y="146"/>
                    <a:pt x="7" y="146"/>
                    <a:pt x="7" y="146"/>
                  </a:cubicBezTo>
                  <a:cubicBezTo>
                    <a:pt x="13" y="149"/>
                    <a:pt x="13" y="149"/>
                    <a:pt x="13" y="149"/>
                  </a:cubicBezTo>
                  <a:cubicBezTo>
                    <a:pt x="14" y="149"/>
                    <a:pt x="14" y="149"/>
                    <a:pt x="14" y="149"/>
                  </a:cubicBezTo>
                  <a:cubicBezTo>
                    <a:pt x="14" y="150"/>
                    <a:pt x="14" y="150"/>
                    <a:pt x="14" y="150"/>
                  </a:cubicBezTo>
                  <a:cubicBezTo>
                    <a:pt x="17" y="152"/>
                    <a:pt x="17" y="152"/>
                    <a:pt x="17" y="152"/>
                  </a:cubicBezTo>
                  <a:cubicBezTo>
                    <a:pt x="21" y="146"/>
                    <a:pt x="21" y="146"/>
                    <a:pt x="21" y="146"/>
                  </a:cubicBezTo>
                  <a:cubicBezTo>
                    <a:pt x="21" y="145"/>
                    <a:pt x="21" y="145"/>
                    <a:pt x="21" y="145"/>
                  </a:cubicBezTo>
                  <a:cubicBezTo>
                    <a:pt x="22" y="144"/>
                    <a:pt x="22" y="144"/>
                    <a:pt x="22" y="144"/>
                  </a:cubicBezTo>
                  <a:cubicBezTo>
                    <a:pt x="23" y="144"/>
                    <a:pt x="23" y="144"/>
                    <a:pt x="23" y="144"/>
                  </a:cubicBezTo>
                  <a:cubicBezTo>
                    <a:pt x="32" y="143"/>
                    <a:pt x="32" y="143"/>
                    <a:pt x="32" y="143"/>
                  </a:cubicBezTo>
                  <a:cubicBezTo>
                    <a:pt x="33" y="143"/>
                    <a:pt x="33" y="143"/>
                    <a:pt x="33" y="143"/>
                  </a:cubicBezTo>
                  <a:cubicBezTo>
                    <a:pt x="33" y="144"/>
                    <a:pt x="33" y="144"/>
                    <a:pt x="33" y="144"/>
                  </a:cubicBezTo>
                  <a:cubicBezTo>
                    <a:pt x="42" y="146"/>
                    <a:pt x="42" y="146"/>
                    <a:pt x="42" y="146"/>
                  </a:cubicBezTo>
                  <a:cubicBezTo>
                    <a:pt x="51" y="167"/>
                    <a:pt x="51" y="167"/>
                    <a:pt x="51" y="167"/>
                  </a:cubicBezTo>
                  <a:cubicBezTo>
                    <a:pt x="51" y="167"/>
                    <a:pt x="51" y="167"/>
                    <a:pt x="51" y="167"/>
                  </a:cubicBezTo>
                  <a:cubicBezTo>
                    <a:pt x="51" y="168"/>
                    <a:pt x="51" y="168"/>
                    <a:pt x="51" y="168"/>
                  </a:cubicBezTo>
                  <a:cubicBezTo>
                    <a:pt x="47" y="179"/>
                    <a:pt x="47" y="179"/>
                    <a:pt x="47" y="179"/>
                  </a:cubicBezTo>
                  <a:cubicBezTo>
                    <a:pt x="47" y="179"/>
                    <a:pt x="47" y="179"/>
                    <a:pt x="47" y="179"/>
                  </a:cubicBezTo>
                  <a:cubicBezTo>
                    <a:pt x="44" y="186"/>
                    <a:pt x="44" y="186"/>
                    <a:pt x="44" y="186"/>
                  </a:cubicBezTo>
                  <a:cubicBezTo>
                    <a:pt x="44" y="187"/>
                    <a:pt x="44" y="187"/>
                    <a:pt x="44" y="187"/>
                  </a:cubicBezTo>
                  <a:cubicBezTo>
                    <a:pt x="40" y="197"/>
                    <a:pt x="40" y="197"/>
                    <a:pt x="40" y="197"/>
                  </a:cubicBezTo>
                  <a:cubicBezTo>
                    <a:pt x="40" y="210"/>
                    <a:pt x="40" y="210"/>
                    <a:pt x="40" y="210"/>
                  </a:cubicBezTo>
                  <a:cubicBezTo>
                    <a:pt x="47" y="217"/>
                    <a:pt x="47" y="217"/>
                    <a:pt x="47" y="217"/>
                  </a:cubicBezTo>
                  <a:cubicBezTo>
                    <a:pt x="47" y="217"/>
                    <a:pt x="47" y="217"/>
                    <a:pt x="47" y="217"/>
                  </a:cubicBezTo>
                  <a:cubicBezTo>
                    <a:pt x="57" y="226"/>
                    <a:pt x="57" y="226"/>
                    <a:pt x="57" y="226"/>
                  </a:cubicBezTo>
                  <a:cubicBezTo>
                    <a:pt x="58" y="226"/>
                    <a:pt x="58" y="226"/>
                    <a:pt x="58" y="226"/>
                  </a:cubicBezTo>
                  <a:cubicBezTo>
                    <a:pt x="59" y="227"/>
                    <a:pt x="59" y="227"/>
                    <a:pt x="59" y="227"/>
                  </a:cubicBezTo>
                  <a:cubicBezTo>
                    <a:pt x="52" y="244"/>
                    <a:pt x="52" y="244"/>
                    <a:pt x="52" y="244"/>
                  </a:cubicBezTo>
                  <a:cubicBezTo>
                    <a:pt x="50" y="252"/>
                    <a:pt x="50" y="252"/>
                    <a:pt x="50" y="252"/>
                  </a:cubicBezTo>
                  <a:cubicBezTo>
                    <a:pt x="52" y="251"/>
                    <a:pt x="52" y="251"/>
                    <a:pt x="52" y="251"/>
                  </a:cubicBezTo>
                  <a:cubicBezTo>
                    <a:pt x="53" y="251"/>
                    <a:pt x="53" y="251"/>
                    <a:pt x="53" y="251"/>
                  </a:cubicBezTo>
                  <a:cubicBezTo>
                    <a:pt x="59" y="248"/>
                    <a:pt x="59" y="248"/>
                    <a:pt x="59" y="248"/>
                  </a:cubicBezTo>
                  <a:cubicBezTo>
                    <a:pt x="70" y="242"/>
                    <a:pt x="70" y="242"/>
                    <a:pt x="70" y="242"/>
                  </a:cubicBezTo>
                  <a:cubicBezTo>
                    <a:pt x="71" y="242"/>
                    <a:pt x="71" y="242"/>
                    <a:pt x="71" y="242"/>
                  </a:cubicBezTo>
                  <a:cubicBezTo>
                    <a:pt x="83" y="244"/>
                    <a:pt x="83" y="244"/>
                    <a:pt x="83" y="244"/>
                  </a:cubicBezTo>
                  <a:cubicBezTo>
                    <a:pt x="83" y="244"/>
                    <a:pt x="83" y="244"/>
                    <a:pt x="83" y="244"/>
                  </a:cubicBezTo>
                  <a:cubicBezTo>
                    <a:pt x="83" y="244"/>
                    <a:pt x="83" y="244"/>
                    <a:pt x="83" y="244"/>
                  </a:cubicBezTo>
                  <a:cubicBezTo>
                    <a:pt x="102" y="251"/>
                    <a:pt x="102" y="251"/>
                    <a:pt x="102" y="251"/>
                  </a:cubicBezTo>
                  <a:cubicBezTo>
                    <a:pt x="122" y="251"/>
                    <a:pt x="122" y="251"/>
                    <a:pt x="122" y="251"/>
                  </a:cubicBezTo>
                  <a:cubicBezTo>
                    <a:pt x="127" y="244"/>
                    <a:pt x="127" y="244"/>
                    <a:pt x="127" y="244"/>
                  </a:cubicBezTo>
                  <a:cubicBezTo>
                    <a:pt x="128" y="243"/>
                    <a:pt x="128" y="243"/>
                    <a:pt x="128" y="243"/>
                  </a:cubicBezTo>
                  <a:cubicBezTo>
                    <a:pt x="128" y="243"/>
                    <a:pt x="128" y="243"/>
                    <a:pt x="128" y="243"/>
                  </a:cubicBezTo>
                  <a:cubicBezTo>
                    <a:pt x="139" y="238"/>
                    <a:pt x="139" y="238"/>
                    <a:pt x="139" y="238"/>
                  </a:cubicBezTo>
                  <a:cubicBezTo>
                    <a:pt x="148" y="229"/>
                    <a:pt x="148" y="229"/>
                    <a:pt x="148" y="229"/>
                  </a:cubicBezTo>
                  <a:cubicBezTo>
                    <a:pt x="149" y="229"/>
                    <a:pt x="149" y="229"/>
                    <a:pt x="149" y="229"/>
                  </a:cubicBezTo>
                  <a:cubicBezTo>
                    <a:pt x="149" y="229"/>
                    <a:pt x="149" y="229"/>
                    <a:pt x="149" y="229"/>
                  </a:cubicBezTo>
                  <a:cubicBezTo>
                    <a:pt x="157" y="226"/>
                    <a:pt x="157" y="226"/>
                    <a:pt x="157" y="226"/>
                  </a:cubicBezTo>
                  <a:cubicBezTo>
                    <a:pt x="165" y="220"/>
                    <a:pt x="165" y="220"/>
                    <a:pt x="165" y="220"/>
                  </a:cubicBezTo>
                  <a:cubicBezTo>
                    <a:pt x="174" y="208"/>
                    <a:pt x="174" y="208"/>
                    <a:pt x="174" y="208"/>
                  </a:cubicBezTo>
                  <a:cubicBezTo>
                    <a:pt x="186" y="213"/>
                    <a:pt x="186" y="213"/>
                    <a:pt x="186" y="213"/>
                  </a:cubicBezTo>
                  <a:cubicBezTo>
                    <a:pt x="188" y="214"/>
                    <a:pt x="188" y="214"/>
                    <a:pt x="188" y="214"/>
                  </a:cubicBezTo>
                  <a:cubicBezTo>
                    <a:pt x="188" y="214"/>
                    <a:pt x="188" y="214"/>
                    <a:pt x="188" y="214"/>
                  </a:cubicBezTo>
                  <a:cubicBezTo>
                    <a:pt x="189" y="215"/>
                    <a:pt x="189" y="215"/>
                    <a:pt x="189" y="215"/>
                  </a:cubicBezTo>
                  <a:cubicBezTo>
                    <a:pt x="191" y="220"/>
                    <a:pt x="193" y="222"/>
                    <a:pt x="194" y="223"/>
                  </a:cubicBezTo>
                  <a:cubicBezTo>
                    <a:pt x="202" y="222"/>
                    <a:pt x="202" y="222"/>
                    <a:pt x="202" y="222"/>
                  </a:cubicBezTo>
                  <a:cubicBezTo>
                    <a:pt x="204" y="222"/>
                    <a:pt x="204" y="222"/>
                    <a:pt x="204" y="222"/>
                  </a:cubicBezTo>
                  <a:cubicBezTo>
                    <a:pt x="208" y="223"/>
                    <a:pt x="208" y="223"/>
                    <a:pt x="208" y="223"/>
                  </a:cubicBezTo>
                  <a:cubicBezTo>
                    <a:pt x="209" y="223"/>
                    <a:pt x="209" y="223"/>
                    <a:pt x="209" y="223"/>
                  </a:cubicBezTo>
                  <a:cubicBezTo>
                    <a:pt x="209" y="223"/>
                    <a:pt x="209" y="223"/>
                    <a:pt x="209" y="223"/>
                  </a:cubicBezTo>
                  <a:cubicBezTo>
                    <a:pt x="219" y="227"/>
                    <a:pt x="219" y="227"/>
                    <a:pt x="219" y="227"/>
                  </a:cubicBezTo>
                  <a:cubicBezTo>
                    <a:pt x="222" y="227"/>
                    <a:pt x="222" y="227"/>
                    <a:pt x="222" y="227"/>
                  </a:cubicBezTo>
                  <a:cubicBezTo>
                    <a:pt x="223" y="225"/>
                    <a:pt x="223" y="225"/>
                    <a:pt x="223" y="225"/>
                  </a:cubicBezTo>
                  <a:cubicBezTo>
                    <a:pt x="224" y="221"/>
                    <a:pt x="224" y="221"/>
                    <a:pt x="224" y="221"/>
                  </a:cubicBezTo>
                  <a:cubicBezTo>
                    <a:pt x="224" y="220"/>
                    <a:pt x="224" y="220"/>
                    <a:pt x="224" y="220"/>
                  </a:cubicBezTo>
                  <a:cubicBezTo>
                    <a:pt x="225" y="220"/>
                    <a:pt x="225" y="220"/>
                    <a:pt x="225" y="220"/>
                  </a:cubicBezTo>
                  <a:cubicBezTo>
                    <a:pt x="225" y="219"/>
                    <a:pt x="225" y="219"/>
                    <a:pt x="225" y="219"/>
                  </a:cubicBezTo>
                  <a:cubicBezTo>
                    <a:pt x="225" y="219"/>
                    <a:pt x="225" y="219"/>
                    <a:pt x="225" y="219"/>
                  </a:cubicBezTo>
                  <a:cubicBezTo>
                    <a:pt x="229" y="216"/>
                    <a:pt x="229" y="216"/>
                    <a:pt x="229" y="216"/>
                  </a:cubicBezTo>
                  <a:cubicBezTo>
                    <a:pt x="230" y="216"/>
                    <a:pt x="230" y="216"/>
                    <a:pt x="230" y="216"/>
                  </a:cubicBezTo>
                  <a:cubicBezTo>
                    <a:pt x="236" y="210"/>
                    <a:pt x="236" y="210"/>
                    <a:pt x="236" y="210"/>
                  </a:cubicBezTo>
                  <a:cubicBezTo>
                    <a:pt x="237" y="210"/>
                    <a:pt x="237" y="210"/>
                    <a:pt x="237" y="210"/>
                  </a:cubicBezTo>
                  <a:cubicBezTo>
                    <a:pt x="237" y="209"/>
                    <a:pt x="237" y="209"/>
                    <a:pt x="237" y="209"/>
                  </a:cubicBezTo>
                  <a:cubicBezTo>
                    <a:pt x="239" y="209"/>
                    <a:pt x="239" y="209"/>
                    <a:pt x="239" y="209"/>
                  </a:cubicBezTo>
                  <a:cubicBezTo>
                    <a:pt x="245" y="210"/>
                    <a:pt x="245" y="210"/>
                    <a:pt x="245" y="210"/>
                  </a:cubicBezTo>
                  <a:cubicBezTo>
                    <a:pt x="245" y="206"/>
                    <a:pt x="247" y="203"/>
                    <a:pt x="250" y="199"/>
                  </a:cubicBezTo>
                  <a:cubicBezTo>
                    <a:pt x="254" y="196"/>
                    <a:pt x="258" y="194"/>
                    <a:pt x="259" y="195"/>
                  </a:cubicBezTo>
                  <a:cubicBezTo>
                    <a:pt x="263" y="192"/>
                    <a:pt x="263" y="192"/>
                    <a:pt x="263" y="192"/>
                  </a:cubicBezTo>
                  <a:cubicBezTo>
                    <a:pt x="264" y="192"/>
                    <a:pt x="264" y="192"/>
                    <a:pt x="264" y="192"/>
                  </a:cubicBezTo>
                  <a:cubicBezTo>
                    <a:pt x="264" y="192"/>
                    <a:pt x="264" y="192"/>
                    <a:pt x="264" y="192"/>
                  </a:cubicBezTo>
                  <a:cubicBezTo>
                    <a:pt x="267" y="189"/>
                    <a:pt x="267" y="189"/>
                    <a:pt x="267" y="189"/>
                  </a:cubicBezTo>
                  <a:cubicBezTo>
                    <a:pt x="267" y="188"/>
                    <a:pt x="267" y="188"/>
                    <a:pt x="267" y="188"/>
                  </a:cubicBezTo>
                  <a:cubicBezTo>
                    <a:pt x="267" y="188"/>
                    <a:pt x="267" y="188"/>
                    <a:pt x="267" y="188"/>
                  </a:cubicBezTo>
                  <a:cubicBezTo>
                    <a:pt x="268" y="188"/>
                    <a:pt x="268" y="188"/>
                    <a:pt x="268" y="188"/>
                  </a:cubicBezTo>
                  <a:cubicBezTo>
                    <a:pt x="268" y="188"/>
                    <a:pt x="268" y="188"/>
                    <a:pt x="268" y="188"/>
                  </a:cubicBezTo>
                  <a:cubicBezTo>
                    <a:pt x="278" y="185"/>
                    <a:pt x="278" y="185"/>
                    <a:pt x="278" y="185"/>
                  </a:cubicBezTo>
                  <a:cubicBezTo>
                    <a:pt x="284" y="185"/>
                    <a:pt x="284" y="185"/>
                    <a:pt x="284" y="185"/>
                  </a:cubicBezTo>
                  <a:cubicBezTo>
                    <a:pt x="286" y="183"/>
                    <a:pt x="286" y="183"/>
                    <a:pt x="286" y="183"/>
                  </a:cubicBezTo>
                  <a:cubicBezTo>
                    <a:pt x="288" y="180"/>
                    <a:pt x="288" y="180"/>
                    <a:pt x="288" y="180"/>
                  </a:cubicBezTo>
                  <a:cubicBezTo>
                    <a:pt x="288" y="180"/>
                    <a:pt x="288" y="180"/>
                    <a:pt x="288" y="180"/>
                  </a:cubicBezTo>
                  <a:cubicBezTo>
                    <a:pt x="291" y="174"/>
                    <a:pt x="291" y="174"/>
                    <a:pt x="291" y="174"/>
                  </a:cubicBezTo>
                  <a:cubicBezTo>
                    <a:pt x="290" y="173"/>
                    <a:pt x="290" y="173"/>
                    <a:pt x="290" y="173"/>
                  </a:cubicBezTo>
                  <a:cubicBezTo>
                    <a:pt x="286" y="169"/>
                    <a:pt x="284" y="164"/>
                    <a:pt x="282" y="157"/>
                  </a:cubicBezTo>
                  <a:cubicBezTo>
                    <a:pt x="282" y="157"/>
                    <a:pt x="282" y="157"/>
                    <a:pt x="282" y="157"/>
                  </a:cubicBezTo>
                  <a:cubicBezTo>
                    <a:pt x="282" y="157"/>
                    <a:pt x="282" y="157"/>
                    <a:pt x="282" y="157"/>
                  </a:cubicBezTo>
                  <a:cubicBezTo>
                    <a:pt x="282" y="157"/>
                    <a:pt x="282" y="157"/>
                    <a:pt x="282" y="157"/>
                  </a:cubicBezTo>
                  <a:cubicBezTo>
                    <a:pt x="282" y="156"/>
                    <a:pt x="282" y="156"/>
                    <a:pt x="282" y="156"/>
                  </a:cubicBezTo>
                  <a:cubicBezTo>
                    <a:pt x="285" y="143"/>
                    <a:pt x="285" y="143"/>
                    <a:pt x="285" y="143"/>
                  </a:cubicBezTo>
                  <a:cubicBezTo>
                    <a:pt x="285" y="138"/>
                    <a:pt x="286" y="135"/>
                    <a:pt x="289" y="132"/>
                  </a:cubicBezTo>
                  <a:cubicBezTo>
                    <a:pt x="288" y="121"/>
                    <a:pt x="288" y="121"/>
                    <a:pt x="288" y="121"/>
                  </a:cubicBezTo>
                  <a:cubicBezTo>
                    <a:pt x="287" y="120"/>
                    <a:pt x="286" y="119"/>
                    <a:pt x="283" y="118"/>
                  </a:cubicBezTo>
                  <a:cubicBezTo>
                    <a:pt x="264" y="126"/>
                    <a:pt x="264" y="126"/>
                    <a:pt x="264" y="126"/>
                  </a:cubicBezTo>
                  <a:cubicBezTo>
                    <a:pt x="265" y="106"/>
                    <a:pt x="265" y="106"/>
                    <a:pt x="265" y="106"/>
                  </a:cubicBezTo>
                  <a:cubicBezTo>
                    <a:pt x="265" y="103"/>
                    <a:pt x="271" y="98"/>
                    <a:pt x="283" y="91"/>
                  </a:cubicBezTo>
                  <a:cubicBezTo>
                    <a:pt x="278" y="70"/>
                    <a:pt x="278" y="70"/>
                    <a:pt x="278" y="70"/>
                  </a:cubicBezTo>
                  <a:cubicBezTo>
                    <a:pt x="276" y="63"/>
                    <a:pt x="278" y="57"/>
                    <a:pt x="283" y="52"/>
                  </a:cubicBezTo>
                  <a:cubicBezTo>
                    <a:pt x="282" y="49"/>
                    <a:pt x="282" y="49"/>
                    <a:pt x="282" y="49"/>
                  </a:cubicBezTo>
                  <a:cubicBezTo>
                    <a:pt x="276" y="49"/>
                    <a:pt x="276" y="49"/>
                    <a:pt x="276" y="49"/>
                  </a:cubicBezTo>
                  <a:cubicBezTo>
                    <a:pt x="274" y="49"/>
                    <a:pt x="274" y="49"/>
                    <a:pt x="274" y="49"/>
                  </a:cubicBezTo>
                  <a:cubicBezTo>
                    <a:pt x="271" y="58"/>
                    <a:pt x="271" y="58"/>
                    <a:pt x="271" y="58"/>
                  </a:cubicBezTo>
                  <a:cubicBezTo>
                    <a:pt x="268" y="61"/>
                    <a:pt x="266" y="63"/>
                    <a:pt x="264" y="63"/>
                  </a:cubicBezTo>
                  <a:cubicBezTo>
                    <a:pt x="262" y="63"/>
                    <a:pt x="262" y="63"/>
                    <a:pt x="262" y="63"/>
                  </a:cubicBezTo>
                  <a:cubicBezTo>
                    <a:pt x="256" y="58"/>
                    <a:pt x="256" y="58"/>
                    <a:pt x="256" y="58"/>
                  </a:cubicBezTo>
                  <a:cubicBezTo>
                    <a:pt x="256" y="58"/>
                    <a:pt x="256" y="58"/>
                    <a:pt x="256" y="58"/>
                  </a:cubicBezTo>
                  <a:cubicBezTo>
                    <a:pt x="255" y="58"/>
                    <a:pt x="255" y="58"/>
                    <a:pt x="255" y="58"/>
                  </a:cubicBezTo>
                  <a:cubicBezTo>
                    <a:pt x="255" y="58"/>
                    <a:pt x="255" y="58"/>
                    <a:pt x="255" y="58"/>
                  </a:cubicBezTo>
                  <a:cubicBezTo>
                    <a:pt x="255" y="56"/>
                    <a:pt x="255" y="56"/>
                    <a:pt x="255" y="56"/>
                  </a:cubicBezTo>
                  <a:cubicBezTo>
                    <a:pt x="253" y="52"/>
                    <a:pt x="253" y="52"/>
                    <a:pt x="253" y="52"/>
                  </a:cubicBezTo>
                  <a:cubicBezTo>
                    <a:pt x="253" y="46"/>
                    <a:pt x="253" y="46"/>
                    <a:pt x="253" y="46"/>
                  </a:cubicBezTo>
                  <a:cubicBezTo>
                    <a:pt x="253" y="46"/>
                    <a:pt x="253" y="46"/>
                    <a:pt x="253" y="46"/>
                  </a:cubicBezTo>
                  <a:cubicBezTo>
                    <a:pt x="252" y="47"/>
                    <a:pt x="252" y="47"/>
                    <a:pt x="252" y="47"/>
                  </a:cubicBezTo>
                  <a:cubicBezTo>
                    <a:pt x="251" y="49"/>
                    <a:pt x="251" y="49"/>
                    <a:pt x="251" y="49"/>
                  </a:cubicBezTo>
                  <a:cubicBezTo>
                    <a:pt x="241" y="49"/>
                    <a:pt x="241" y="49"/>
                    <a:pt x="241" y="49"/>
                  </a:cubicBezTo>
                  <a:cubicBezTo>
                    <a:pt x="239" y="46"/>
                    <a:pt x="239" y="46"/>
                    <a:pt x="239" y="46"/>
                  </a:cubicBezTo>
                  <a:cubicBezTo>
                    <a:pt x="237" y="39"/>
                    <a:pt x="237" y="39"/>
                    <a:pt x="237" y="39"/>
                  </a:cubicBezTo>
                  <a:cubicBezTo>
                    <a:pt x="237" y="30"/>
                    <a:pt x="237" y="30"/>
                    <a:pt x="237" y="30"/>
                  </a:cubicBezTo>
                  <a:cubicBezTo>
                    <a:pt x="231" y="19"/>
                    <a:pt x="231" y="19"/>
                    <a:pt x="231" y="19"/>
                  </a:cubicBezTo>
                  <a:cubicBezTo>
                    <a:pt x="231" y="9"/>
                    <a:pt x="231" y="9"/>
                    <a:pt x="231" y="9"/>
                  </a:cubicBezTo>
                  <a:lnTo>
                    <a:pt x="228" y="5"/>
                  </a:lnTo>
                  <a:close/>
                </a:path>
              </a:pathLst>
            </a:custGeom>
            <a:grpFill/>
            <a:ln>
              <a:noFill/>
            </a:ln>
          </p:spPr>
          <p:txBody>
            <a:bodyPr vert="horz" wrap="square" lIns="91440" tIns="45720" rIns="91440" bIns="45720" numCol="1" anchor="t" anchorCtr="0" compatLnSpc="1"/>
            <a:lstStyle/>
            <a:p>
              <a:endParaRPr lang="zh-CN" altLang="en-US"/>
            </a:p>
          </p:txBody>
        </p:sp>
        <p:sp>
          <p:nvSpPr>
            <p:cNvPr id="59" name="Freeform 21"/>
            <p:cNvSpPr/>
            <p:nvPr/>
          </p:nvSpPr>
          <p:spPr bwMode="auto">
            <a:xfrm>
              <a:off x="2921191" y="3926459"/>
              <a:ext cx="658812" cy="504825"/>
            </a:xfrm>
            <a:custGeom>
              <a:avLst/>
              <a:gdLst>
                <a:gd name="T0" fmla="*/ 306 w 380"/>
                <a:gd name="T1" fmla="*/ 9 h 291"/>
                <a:gd name="T2" fmla="*/ 285 w 380"/>
                <a:gd name="T3" fmla="*/ 27 h 291"/>
                <a:gd name="T4" fmla="*/ 261 w 380"/>
                <a:gd name="T5" fmla="*/ 33 h 291"/>
                <a:gd name="T6" fmla="*/ 245 w 380"/>
                <a:gd name="T7" fmla="*/ 32 h 291"/>
                <a:gd name="T8" fmla="*/ 244 w 380"/>
                <a:gd name="T9" fmla="*/ 33 h 291"/>
                <a:gd name="T10" fmla="*/ 224 w 380"/>
                <a:gd name="T11" fmla="*/ 39 h 291"/>
                <a:gd name="T12" fmla="*/ 207 w 380"/>
                <a:gd name="T13" fmla="*/ 49 h 291"/>
                <a:gd name="T14" fmla="*/ 192 w 380"/>
                <a:gd name="T15" fmla="*/ 61 h 291"/>
                <a:gd name="T16" fmla="*/ 182 w 380"/>
                <a:gd name="T17" fmla="*/ 72 h 291"/>
                <a:gd name="T18" fmla="*/ 179 w 380"/>
                <a:gd name="T19" fmla="*/ 78 h 291"/>
                <a:gd name="T20" fmla="*/ 156 w 380"/>
                <a:gd name="T21" fmla="*/ 73 h 291"/>
                <a:gd name="T22" fmla="*/ 129 w 380"/>
                <a:gd name="T23" fmla="*/ 61 h 291"/>
                <a:gd name="T24" fmla="*/ 122 w 380"/>
                <a:gd name="T25" fmla="*/ 70 h 291"/>
                <a:gd name="T26" fmla="*/ 113 w 380"/>
                <a:gd name="T27" fmla="*/ 78 h 291"/>
                <a:gd name="T28" fmla="*/ 95 w 380"/>
                <a:gd name="T29" fmla="*/ 88 h 291"/>
                <a:gd name="T30" fmla="*/ 78 w 380"/>
                <a:gd name="T31" fmla="*/ 102 h 291"/>
                <a:gd name="T32" fmla="*/ 34 w 380"/>
                <a:gd name="T33" fmla="*/ 95 h 291"/>
                <a:gd name="T34" fmla="*/ 14 w 380"/>
                <a:gd name="T35" fmla="*/ 99 h 291"/>
                <a:gd name="T36" fmla="*/ 1 w 380"/>
                <a:gd name="T37" fmla="*/ 105 h 291"/>
                <a:gd name="T38" fmla="*/ 3 w 380"/>
                <a:gd name="T39" fmla="*/ 120 h 291"/>
                <a:gd name="T40" fmla="*/ 31 w 380"/>
                <a:gd name="T41" fmla="*/ 121 h 291"/>
                <a:gd name="T42" fmla="*/ 36 w 380"/>
                <a:gd name="T43" fmla="*/ 142 h 291"/>
                <a:gd name="T44" fmla="*/ 58 w 380"/>
                <a:gd name="T45" fmla="*/ 139 h 291"/>
                <a:gd name="T46" fmla="*/ 76 w 380"/>
                <a:gd name="T47" fmla="*/ 136 h 291"/>
                <a:gd name="T48" fmla="*/ 81 w 380"/>
                <a:gd name="T49" fmla="*/ 164 h 291"/>
                <a:gd name="T50" fmla="*/ 70 w 380"/>
                <a:gd name="T51" fmla="*/ 177 h 291"/>
                <a:gd name="T52" fmla="*/ 53 w 380"/>
                <a:gd name="T53" fmla="*/ 189 h 291"/>
                <a:gd name="T54" fmla="*/ 81 w 380"/>
                <a:gd name="T55" fmla="*/ 195 h 291"/>
                <a:gd name="T56" fmla="*/ 92 w 380"/>
                <a:gd name="T57" fmla="*/ 202 h 291"/>
                <a:gd name="T58" fmla="*/ 116 w 380"/>
                <a:gd name="T59" fmla="*/ 216 h 291"/>
                <a:gd name="T60" fmla="*/ 107 w 380"/>
                <a:gd name="T61" fmla="*/ 227 h 291"/>
                <a:gd name="T62" fmla="*/ 148 w 380"/>
                <a:gd name="T63" fmla="*/ 271 h 291"/>
                <a:gd name="T64" fmla="*/ 163 w 380"/>
                <a:gd name="T65" fmla="*/ 264 h 291"/>
                <a:gd name="T66" fmla="*/ 186 w 380"/>
                <a:gd name="T67" fmla="*/ 280 h 291"/>
                <a:gd name="T68" fmla="*/ 193 w 380"/>
                <a:gd name="T69" fmla="*/ 272 h 291"/>
                <a:gd name="T70" fmla="*/ 206 w 380"/>
                <a:gd name="T71" fmla="*/ 274 h 291"/>
                <a:gd name="T72" fmla="*/ 235 w 380"/>
                <a:gd name="T73" fmla="*/ 281 h 291"/>
                <a:gd name="T74" fmla="*/ 238 w 380"/>
                <a:gd name="T75" fmla="*/ 283 h 291"/>
                <a:gd name="T76" fmla="*/ 263 w 380"/>
                <a:gd name="T77" fmla="*/ 263 h 291"/>
                <a:gd name="T78" fmla="*/ 271 w 380"/>
                <a:gd name="T79" fmla="*/ 271 h 291"/>
                <a:gd name="T80" fmla="*/ 277 w 380"/>
                <a:gd name="T81" fmla="*/ 258 h 291"/>
                <a:gd name="T82" fmla="*/ 300 w 380"/>
                <a:gd name="T83" fmla="*/ 232 h 291"/>
                <a:gd name="T84" fmla="*/ 315 w 380"/>
                <a:gd name="T85" fmla="*/ 234 h 291"/>
                <a:gd name="T86" fmla="*/ 312 w 380"/>
                <a:gd name="T87" fmla="*/ 217 h 291"/>
                <a:gd name="T88" fmla="*/ 315 w 380"/>
                <a:gd name="T89" fmla="*/ 209 h 291"/>
                <a:gd name="T90" fmla="*/ 347 w 380"/>
                <a:gd name="T91" fmla="*/ 191 h 291"/>
                <a:gd name="T92" fmla="*/ 346 w 380"/>
                <a:gd name="T93" fmla="*/ 174 h 291"/>
                <a:gd name="T94" fmla="*/ 353 w 380"/>
                <a:gd name="T95" fmla="*/ 159 h 291"/>
                <a:gd name="T96" fmla="*/ 363 w 380"/>
                <a:gd name="T97" fmla="*/ 136 h 291"/>
                <a:gd name="T98" fmla="*/ 376 w 380"/>
                <a:gd name="T99" fmla="*/ 118 h 291"/>
                <a:gd name="T100" fmla="*/ 377 w 380"/>
                <a:gd name="T101" fmla="*/ 102 h 291"/>
                <a:gd name="T102" fmla="*/ 376 w 380"/>
                <a:gd name="T103" fmla="*/ 91 h 291"/>
                <a:gd name="T104" fmla="*/ 344 w 380"/>
                <a:gd name="T105" fmla="*/ 93 h 291"/>
                <a:gd name="T106" fmla="*/ 336 w 380"/>
                <a:gd name="T107" fmla="*/ 78 h 291"/>
                <a:gd name="T108" fmla="*/ 320 w 380"/>
                <a:gd name="T109" fmla="*/ 77 h 291"/>
                <a:gd name="T110" fmla="*/ 337 w 380"/>
                <a:gd name="T111" fmla="*/ 44 h 291"/>
                <a:gd name="T112" fmla="*/ 335 w 380"/>
                <a:gd name="T113" fmla="*/ 22 h 291"/>
                <a:gd name="T114" fmla="*/ 330 w 380"/>
                <a:gd name="T115" fmla="*/ 0 h 291"/>
                <a:gd name="T116" fmla="*/ 316 w 380"/>
                <a:gd name="T117" fmla="*/ 7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80" h="291">
                  <a:moveTo>
                    <a:pt x="305" y="7"/>
                  </a:moveTo>
                  <a:cubicBezTo>
                    <a:pt x="305" y="8"/>
                    <a:pt x="305" y="8"/>
                    <a:pt x="305" y="8"/>
                  </a:cubicBezTo>
                  <a:cubicBezTo>
                    <a:pt x="306" y="9"/>
                    <a:pt x="306" y="9"/>
                    <a:pt x="306" y="9"/>
                  </a:cubicBezTo>
                  <a:cubicBezTo>
                    <a:pt x="299" y="21"/>
                    <a:pt x="299" y="21"/>
                    <a:pt x="299" y="21"/>
                  </a:cubicBezTo>
                  <a:cubicBezTo>
                    <a:pt x="295" y="25"/>
                    <a:pt x="291" y="27"/>
                    <a:pt x="286" y="27"/>
                  </a:cubicBezTo>
                  <a:cubicBezTo>
                    <a:pt x="285" y="27"/>
                    <a:pt x="285" y="27"/>
                    <a:pt x="285" y="27"/>
                  </a:cubicBezTo>
                  <a:cubicBezTo>
                    <a:pt x="279" y="23"/>
                    <a:pt x="279" y="23"/>
                    <a:pt x="279" y="23"/>
                  </a:cubicBezTo>
                  <a:cubicBezTo>
                    <a:pt x="273" y="24"/>
                    <a:pt x="273" y="24"/>
                    <a:pt x="273" y="24"/>
                  </a:cubicBezTo>
                  <a:cubicBezTo>
                    <a:pt x="261" y="33"/>
                    <a:pt x="261" y="33"/>
                    <a:pt x="261" y="33"/>
                  </a:cubicBezTo>
                  <a:cubicBezTo>
                    <a:pt x="258" y="34"/>
                    <a:pt x="254" y="31"/>
                    <a:pt x="249" y="24"/>
                  </a:cubicBezTo>
                  <a:cubicBezTo>
                    <a:pt x="245" y="32"/>
                    <a:pt x="245" y="32"/>
                    <a:pt x="245" y="32"/>
                  </a:cubicBezTo>
                  <a:cubicBezTo>
                    <a:pt x="245" y="32"/>
                    <a:pt x="245" y="32"/>
                    <a:pt x="245" y="32"/>
                  </a:cubicBezTo>
                  <a:cubicBezTo>
                    <a:pt x="245" y="32"/>
                    <a:pt x="245" y="32"/>
                    <a:pt x="245" y="32"/>
                  </a:cubicBezTo>
                  <a:cubicBezTo>
                    <a:pt x="244" y="33"/>
                    <a:pt x="244" y="33"/>
                    <a:pt x="244" y="33"/>
                  </a:cubicBezTo>
                  <a:cubicBezTo>
                    <a:pt x="244" y="33"/>
                    <a:pt x="244" y="33"/>
                    <a:pt x="244" y="33"/>
                  </a:cubicBezTo>
                  <a:cubicBezTo>
                    <a:pt x="240" y="37"/>
                    <a:pt x="240" y="37"/>
                    <a:pt x="240" y="37"/>
                  </a:cubicBezTo>
                  <a:cubicBezTo>
                    <a:pt x="232" y="37"/>
                    <a:pt x="232" y="37"/>
                    <a:pt x="232" y="37"/>
                  </a:cubicBezTo>
                  <a:cubicBezTo>
                    <a:pt x="224" y="39"/>
                    <a:pt x="224" y="39"/>
                    <a:pt x="224" y="39"/>
                  </a:cubicBezTo>
                  <a:cubicBezTo>
                    <a:pt x="214" y="47"/>
                    <a:pt x="214" y="47"/>
                    <a:pt x="214" y="47"/>
                  </a:cubicBezTo>
                  <a:cubicBezTo>
                    <a:pt x="211" y="47"/>
                    <a:pt x="211" y="47"/>
                    <a:pt x="211" y="47"/>
                  </a:cubicBezTo>
                  <a:cubicBezTo>
                    <a:pt x="207" y="49"/>
                    <a:pt x="207" y="49"/>
                    <a:pt x="207" y="49"/>
                  </a:cubicBezTo>
                  <a:cubicBezTo>
                    <a:pt x="204" y="52"/>
                    <a:pt x="203" y="54"/>
                    <a:pt x="205" y="57"/>
                  </a:cubicBezTo>
                  <a:cubicBezTo>
                    <a:pt x="209" y="63"/>
                    <a:pt x="209" y="63"/>
                    <a:pt x="209" y="63"/>
                  </a:cubicBezTo>
                  <a:cubicBezTo>
                    <a:pt x="192" y="61"/>
                    <a:pt x="192" y="61"/>
                    <a:pt x="192" y="61"/>
                  </a:cubicBezTo>
                  <a:cubicBezTo>
                    <a:pt x="183" y="68"/>
                    <a:pt x="183" y="68"/>
                    <a:pt x="183" y="68"/>
                  </a:cubicBezTo>
                  <a:cubicBezTo>
                    <a:pt x="182" y="71"/>
                    <a:pt x="182" y="71"/>
                    <a:pt x="182" y="71"/>
                  </a:cubicBezTo>
                  <a:cubicBezTo>
                    <a:pt x="182" y="72"/>
                    <a:pt x="182" y="72"/>
                    <a:pt x="182" y="72"/>
                  </a:cubicBezTo>
                  <a:cubicBezTo>
                    <a:pt x="180" y="77"/>
                    <a:pt x="180" y="77"/>
                    <a:pt x="180" y="77"/>
                  </a:cubicBezTo>
                  <a:cubicBezTo>
                    <a:pt x="180" y="78"/>
                    <a:pt x="180" y="78"/>
                    <a:pt x="180" y="78"/>
                  </a:cubicBezTo>
                  <a:cubicBezTo>
                    <a:pt x="179" y="78"/>
                    <a:pt x="179" y="78"/>
                    <a:pt x="179" y="78"/>
                  </a:cubicBezTo>
                  <a:cubicBezTo>
                    <a:pt x="170" y="78"/>
                    <a:pt x="170" y="78"/>
                    <a:pt x="170" y="78"/>
                  </a:cubicBezTo>
                  <a:cubicBezTo>
                    <a:pt x="160" y="74"/>
                    <a:pt x="160" y="74"/>
                    <a:pt x="160" y="74"/>
                  </a:cubicBezTo>
                  <a:cubicBezTo>
                    <a:pt x="156" y="73"/>
                    <a:pt x="156" y="73"/>
                    <a:pt x="156" y="73"/>
                  </a:cubicBezTo>
                  <a:cubicBezTo>
                    <a:pt x="147" y="74"/>
                    <a:pt x="147" y="74"/>
                    <a:pt x="147" y="74"/>
                  </a:cubicBezTo>
                  <a:cubicBezTo>
                    <a:pt x="144" y="74"/>
                    <a:pt x="139" y="70"/>
                    <a:pt x="136" y="64"/>
                  </a:cubicBezTo>
                  <a:cubicBezTo>
                    <a:pt x="129" y="61"/>
                    <a:pt x="129" y="61"/>
                    <a:pt x="129" y="61"/>
                  </a:cubicBezTo>
                  <a:cubicBezTo>
                    <a:pt x="122" y="70"/>
                    <a:pt x="122" y="70"/>
                    <a:pt x="122" y="70"/>
                  </a:cubicBezTo>
                  <a:cubicBezTo>
                    <a:pt x="122" y="70"/>
                    <a:pt x="122" y="70"/>
                    <a:pt x="122" y="70"/>
                  </a:cubicBezTo>
                  <a:cubicBezTo>
                    <a:pt x="122" y="70"/>
                    <a:pt x="122" y="70"/>
                    <a:pt x="122" y="70"/>
                  </a:cubicBezTo>
                  <a:cubicBezTo>
                    <a:pt x="113" y="77"/>
                    <a:pt x="113" y="77"/>
                    <a:pt x="113" y="77"/>
                  </a:cubicBezTo>
                  <a:cubicBezTo>
                    <a:pt x="113" y="77"/>
                    <a:pt x="113" y="77"/>
                    <a:pt x="113" y="77"/>
                  </a:cubicBezTo>
                  <a:cubicBezTo>
                    <a:pt x="113" y="78"/>
                    <a:pt x="113" y="78"/>
                    <a:pt x="113" y="78"/>
                  </a:cubicBezTo>
                  <a:cubicBezTo>
                    <a:pt x="112" y="78"/>
                    <a:pt x="112" y="78"/>
                    <a:pt x="112" y="78"/>
                  </a:cubicBezTo>
                  <a:cubicBezTo>
                    <a:pt x="105" y="79"/>
                    <a:pt x="105" y="79"/>
                    <a:pt x="105" y="79"/>
                  </a:cubicBezTo>
                  <a:cubicBezTo>
                    <a:pt x="95" y="88"/>
                    <a:pt x="95" y="88"/>
                    <a:pt x="95" y="88"/>
                  </a:cubicBezTo>
                  <a:cubicBezTo>
                    <a:pt x="95" y="88"/>
                    <a:pt x="95" y="88"/>
                    <a:pt x="95" y="88"/>
                  </a:cubicBezTo>
                  <a:cubicBezTo>
                    <a:pt x="85" y="93"/>
                    <a:pt x="85" y="93"/>
                    <a:pt x="85" y="93"/>
                  </a:cubicBezTo>
                  <a:cubicBezTo>
                    <a:pt x="78" y="102"/>
                    <a:pt x="78" y="102"/>
                    <a:pt x="78" y="102"/>
                  </a:cubicBezTo>
                  <a:cubicBezTo>
                    <a:pt x="53" y="102"/>
                    <a:pt x="53" y="102"/>
                    <a:pt x="53" y="102"/>
                  </a:cubicBezTo>
                  <a:cubicBezTo>
                    <a:pt x="53" y="102"/>
                    <a:pt x="53" y="102"/>
                    <a:pt x="53" y="102"/>
                  </a:cubicBezTo>
                  <a:cubicBezTo>
                    <a:pt x="34" y="95"/>
                    <a:pt x="34" y="95"/>
                    <a:pt x="34" y="95"/>
                  </a:cubicBezTo>
                  <a:cubicBezTo>
                    <a:pt x="24" y="94"/>
                    <a:pt x="24" y="94"/>
                    <a:pt x="24" y="94"/>
                  </a:cubicBezTo>
                  <a:cubicBezTo>
                    <a:pt x="15" y="99"/>
                    <a:pt x="15" y="99"/>
                    <a:pt x="15" y="99"/>
                  </a:cubicBezTo>
                  <a:cubicBezTo>
                    <a:pt x="14" y="99"/>
                    <a:pt x="14" y="99"/>
                    <a:pt x="14" y="99"/>
                  </a:cubicBezTo>
                  <a:cubicBezTo>
                    <a:pt x="14" y="99"/>
                    <a:pt x="14" y="99"/>
                    <a:pt x="14" y="99"/>
                  </a:cubicBezTo>
                  <a:cubicBezTo>
                    <a:pt x="8" y="101"/>
                    <a:pt x="8" y="101"/>
                    <a:pt x="8" y="101"/>
                  </a:cubicBezTo>
                  <a:cubicBezTo>
                    <a:pt x="5" y="102"/>
                    <a:pt x="3" y="104"/>
                    <a:pt x="1" y="105"/>
                  </a:cubicBezTo>
                  <a:cubicBezTo>
                    <a:pt x="0" y="108"/>
                    <a:pt x="0" y="108"/>
                    <a:pt x="0" y="108"/>
                  </a:cubicBezTo>
                  <a:cubicBezTo>
                    <a:pt x="0" y="115"/>
                    <a:pt x="0" y="115"/>
                    <a:pt x="0" y="115"/>
                  </a:cubicBezTo>
                  <a:cubicBezTo>
                    <a:pt x="3" y="120"/>
                    <a:pt x="3" y="120"/>
                    <a:pt x="3" y="120"/>
                  </a:cubicBezTo>
                  <a:cubicBezTo>
                    <a:pt x="17" y="115"/>
                    <a:pt x="17" y="115"/>
                    <a:pt x="17" y="115"/>
                  </a:cubicBezTo>
                  <a:cubicBezTo>
                    <a:pt x="21" y="115"/>
                    <a:pt x="25" y="117"/>
                    <a:pt x="30" y="120"/>
                  </a:cubicBezTo>
                  <a:cubicBezTo>
                    <a:pt x="31" y="121"/>
                    <a:pt x="31" y="121"/>
                    <a:pt x="31" y="121"/>
                  </a:cubicBezTo>
                  <a:cubicBezTo>
                    <a:pt x="32" y="121"/>
                    <a:pt x="32" y="121"/>
                    <a:pt x="32" y="121"/>
                  </a:cubicBezTo>
                  <a:cubicBezTo>
                    <a:pt x="33" y="142"/>
                    <a:pt x="33" y="142"/>
                    <a:pt x="33" y="142"/>
                  </a:cubicBezTo>
                  <a:cubicBezTo>
                    <a:pt x="36" y="142"/>
                    <a:pt x="36" y="142"/>
                    <a:pt x="36" y="142"/>
                  </a:cubicBezTo>
                  <a:cubicBezTo>
                    <a:pt x="48" y="142"/>
                    <a:pt x="48" y="142"/>
                    <a:pt x="48" y="142"/>
                  </a:cubicBezTo>
                  <a:cubicBezTo>
                    <a:pt x="56" y="141"/>
                    <a:pt x="56" y="141"/>
                    <a:pt x="56" y="141"/>
                  </a:cubicBezTo>
                  <a:cubicBezTo>
                    <a:pt x="58" y="139"/>
                    <a:pt x="58" y="139"/>
                    <a:pt x="58" y="139"/>
                  </a:cubicBezTo>
                  <a:cubicBezTo>
                    <a:pt x="62" y="137"/>
                    <a:pt x="67" y="135"/>
                    <a:pt x="72" y="135"/>
                  </a:cubicBezTo>
                  <a:cubicBezTo>
                    <a:pt x="75" y="134"/>
                    <a:pt x="75" y="134"/>
                    <a:pt x="75" y="134"/>
                  </a:cubicBezTo>
                  <a:cubicBezTo>
                    <a:pt x="76" y="136"/>
                    <a:pt x="76" y="136"/>
                    <a:pt x="76" y="136"/>
                  </a:cubicBezTo>
                  <a:cubicBezTo>
                    <a:pt x="79" y="143"/>
                    <a:pt x="79" y="143"/>
                    <a:pt x="79" y="143"/>
                  </a:cubicBezTo>
                  <a:cubicBezTo>
                    <a:pt x="79" y="144"/>
                    <a:pt x="79" y="144"/>
                    <a:pt x="79" y="144"/>
                  </a:cubicBezTo>
                  <a:cubicBezTo>
                    <a:pt x="81" y="164"/>
                    <a:pt x="81" y="164"/>
                    <a:pt x="81" y="164"/>
                  </a:cubicBezTo>
                  <a:cubicBezTo>
                    <a:pt x="81" y="166"/>
                    <a:pt x="81" y="166"/>
                    <a:pt x="81" y="166"/>
                  </a:cubicBezTo>
                  <a:cubicBezTo>
                    <a:pt x="70" y="177"/>
                    <a:pt x="70" y="177"/>
                    <a:pt x="70" y="177"/>
                  </a:cubicBezTo>
                  <a:cubicBezTo>
                    <a:pt x="70" y="177"/>
                    <a:pt x="70" y="177"/>
                    <a:pt x="70" y="177"/>
                  </a:cubicBezTo>
                  <a:cubicBezTo>
                    <a:pt x="70" y="178"/>
                    <a:pt x="70" y="178"/>
                    <a:pt x="70" y="178"/>
                  </a:cubicBezTo>
                  <a:cubicBezTo>
                    <a:pt x="57" y="184"/>
                    <a:pt x="57" y="184"/>
                    <a:pt x="57" y="184"/>
                  </a:cubicBezTo>
                  <a:cubicBezTo>
                    <a:pt x="53" y="189"/>
                    <a:pt x="53" y="189"/>
                    <a:pt x="53" y="189"/>
                  </a:cubicBezTo>
                  <a:cubicBezTo>
                    <a:pt x="55" y="192"/>
                    <a:pt x="55" y="192"/>
                    <a:pt x="55" y="192"/>
                  </a:cubicBezTo>
                  <a:cubicBezTo>
                    <a:pt x="81" y="195"/>
                    <a:pt x="81" y="195"/>
                    <a:pt x="81" y="195"/>
                  </a:cubicBezTo>
                  <a:cubicBezTo>
                    <a:pt x="81" y="195"/>
                    <a:pt x="81" y="195"/>
                    <a:pt x="81" y="195"/>
                  </a:cubicBezTo>
                  <a:cubicBezTo>
                    <a:pt x="81" y="195"/>
                    <a:pt x="81" y="195"/>
                    <a:pt x="81" y="195"/>
                  </a:cubicBezTo>
                  <a:cubicBezTo>
                    <a:pt x="82" y="196"/>
                    <a:pt x="82" y="196"/>
                    <a:pt x="82" y="196"/>
                  </a:cubicBezTo>
                  <a:cubicBezTo>
                    <a:pt x="92" y="202"/>
                    <a:pt x="92" y="202"/>
                    <a:pt x="92" y="202"/>
                  </a:cubicBezTo>
                  <a:cubicBezTo>
                    <a:pt x="115" y="201"/>
                    <a:pt x="115" y="201"/>
                    <a:pt x="115" y="201"/>
                  </a:cubicBezTo>
                  <a:cubicBezTo>
                    <a:pt x="115" y="204"/>
                    <a:pt x="115" y="204"/>
                    <a:pt x="115" y="204"/>
                  </a:cubicBezTo>
                  <a:cubicBezTo>
                    <a:pt x="116" y="216"/>
                    <a:pt x="116" y="216"/>
                    <a:pt x="116" y="216"/>
                  </a:cubicBezTo>
                  <a:cubicBezTo>
                    <a:pt x="116" y="217"/>
                    <a:pt x="116" y="217"/>
                    <a:pt x="116" y="217"/>
                  </a:cubicBezTo>
                  <a:cubicBezTo>
                    <a:pt x="117" y="217"/>
                    <a:pt x="117" y="217"/>
                    <a:pt x="117" y="217"/>
                  </a:cubicBezTo>
                  <a:cubicBezTo>
                    <a:pt x="107" y="227"/>
                    <a:pt x="107" y="227"/>
                    <a:pt x="107" y="227"/>
                  </a:cubicBezTo>
                  <a:cubicBezTo>
                    <a:pt x="105" y="241"/>
                    <a:pt x="108" y="249"/>
                    <a:pt x="113" y="251"/>
                  </a:cubicBezTo>
                  <a:cubicBezTo>
                    <a:pt x="133" y="261"/>
                    <a:pt x="133" y="261"/>
                    <a:pt x="133" y="261"/>
                  </a:cubicBezTo>
                  <a:cubicBezTo>
                    <a:pt x="148" y="271"/>
                    <a:pt x="148" y="271"/>
                    <a:pt x="148" y="271"/>
                  </a:cubicBezTo>
                  <a:cubicBezTo>
                    <a:pt x="161" y="265"/>
                    <a:pt x="161" y="265"/>
                    <a:pt x="161" y="265"/>
                  </a:cubicBezTo>
                  <a:cubicBezTo>
                    <a:pt x="162" y="264"/>
                    <a:pt x="162" y="264"/>
                    <a:pt x="162" y="264"/>
                  </a:cubicBezTo>
                  <a:cubicBezTo>
                    <a:pt x="163" y="264"/>
                    <a:pt x="163" y="264"/>
                    <a:pt x="163" y="264"/>
                  </a:cubicBezTo>
                  <a:cubicBezTo>
                    <a:pt x="164" y="264"/>
                    <a:pt x="164" y="264"/>
                    <a:pt x="164" y="264"/>
                  </a:cubicBezTo>
                  <a:cubicBezTo>
                    <a:pt x="183" y="279"/>
                    <a:pt x="183" y="279"/>
                    <a:pt x="183" y="279"/>
                  </a:cubicBezTo>
                  <a:cubicBezTo>
                    <a:pt x="186" y="280"/>
                    <a:pt x="186" y="280"/>
                    <a:pt x="186" y="280"/>
                  </a:cubicBezTo>
                  <a:cubicBezTo>
                    <a:pt x="191" y="274"/>
                    <a:pt x="191" y="274"/>
                    <a:pt x="191" y="274"/>
                  </a:cubicBezTo>
                  <a:cubicBezTo>
                    <a:pt x="192" y="273"/>
                    <a:pt x="192" y="273"/>
                    <a:pt x="192" y="273"/>
                  </a:cubicBezTo>
                  <a:cubicBezTo>
                    <a:pt x="193" y="272"/>
                    <a:pt x="193" y="272"/>
                    <a:pt x="193" y="272"/>
                  </a:cubicBezTo>
                  <a:cubicBezTo>
                    <a:pt x="194" y="272"/>
                    <a:pt x="194" y="272"/>
                    <a:pt x="194" y="272"/>
                  </a:cubicBezTo>
                  <a:cubicBezTo>
                    <a:pt x="194" y="272"/>
                    <a:pt x="194" y="272"/>
                    <a:pt x="194" y="272"/>
                  </a:cubicBezTo>
                  <a:cubicBezTo>
                    <a:pt x="206" y="274"/>
                    <a:pt x="206" y="274"/>
                    <a:pt x="206" y="274"/>
                  </a:cubicBezTo>
                  <a:cubicBezTo>
                    <a:pt x="208" y="254"/>
                    <a:pt x="208" y="254"/>
                    <a:pt x="208" y="254"/>
                  </a:cubicBezTo>
                  <a:cubicBezTo>
                    <a:pt x="223" y="280"/>
                    <a:pt x="223" y="280"/>
                    <a:pt x="223" y="280"/>
                  </a:cubicBezTo>
                  <a:cubicBezTo>
                    <a:pt x="235" y="281"/>
                    <a:pt x="235" y="281"/>
                    <a:pt x="235" y="281"/>
                  </a:cubicBezTo>
                  <a:cubicBezTo>
                    <a:pt x="237" y="281"/>
                    <a:pt x="237" y="281"/>
                    <a:pt x="237" y="281"/>
                  </a:cubicBezTo>
                  <a:cubicBezTo>
                    <a:pt x="238" y="281"/>
                    <a:pt x="238" y="281"/>
                    <a:pt x="238" y="281"/>
                  </a:cubicBezTo>
                  <a:cubicBezTo>
                    <a:pt x="238" y="283"/>
                    <a:pt x="238" y="283"/>
                    <a:pt x="238" y="283"/>
                  </a:cubicBezTo>
                  <a:cubicBezTo>
                    <a:pt x="238" y="291"/>
                    <a:pt x="238" y="291"/>
                    <a:pt x="238" y="291"/>
                  </a:cubicBezTo>
                  <a:cubicBezTo>
                    <a:pt x="243" y="289"/>
                    <a:pt x="243" y="289"/>
                    <a:pt x="243" y="289"/>
                  </a:cubicBezTo>
                  <a:cubicBezTo>
                    <a:pt x="263" y="263"/>
                    <a:pt x="263" y="263"/>
                    <a:pt x="263" y="263"/>
                  </a:cubicBezTo>
                  <a:cubicBezTo>
                    <a:pt x="271" y="275"/>
                    <a:pt x="271" y="275"/>
                    <a:pt x="271" y="275"/>
                  </a:cubicBezTo>
                  <a:cubicBezTo>
                    <a:pt x="271" y="271"/>
                    <a:pt x="271" y="271"/>
                    <a:pt x="271" y="271"/>
                  </a:cubicBezTo>
                  <a:cubicBezTo>
                    <a:pt x="271" y="271"/>
                    <a:pt x="271" y="271"/>
                    <a:pt x="271" y="271"/>
                  </a:cubicBezTo>
                  <a:cubicBezTo>
                    <a:pt x="271" y="271"/>
                    <a:pt x="271" y="271"/>
                    <a:pt x="271" y="271"/>
                  </a:cubicBezTo>
                  <a:cubicBezTo>
                    <a:pt x="271" y="270"/>
                    <a:pt x="271" y="270"/>
                    <a:pt x="271" y="270"/>
                  </a:cubicBezTo>
                  <a:cubicBezTo>
                    <a:pt x="277" y="258"/>
                    <a:pt x="277" y="258"/>
                    <a:pt x="277" y="258"/>
                  </a:cubicBezTo>
                  <a:cubicBezTo>
                    <a:pt x="283" y="249"/>
                    <a:pt x="283" y="249"/>
                    <a:pt x="283" y="249"/>
                  </a:cubicBezTo>
                  <a:cubicBezTo>
                    <a:pt x="298" y="249"/>
                    <a:pt x="298" y="249"/>
                    <a:pt x="298" y="249"/>
                  </a:cubicBezTo>
                  <a:cubicBezTo>
                    <a:pt x="300" y="232"/>
                    <a:pt x="300" y="232"/>
                    <a:pt x="300" y="232"/>
                  </a:cubicBezTo>
                  <a:cubicBezTo>
                    <a:pt x="302" y="232"/>
                    <a:pt x="302" y="232"/>
                    <a:pt x="302" y="232"/>
                  </a:cubicBezTo>
                  <a:cubicBezTo>
                    <a:pt x="303" y="232"/>
                    <a:pt x="303" y="232"/>
                    <a:pt x="303" y="232"/>
                  </a:cubicBezTo>
                  <a:cubicBezTo>
                    <a:pt x="315" y="234"/>
                    <a:pt x="315" y="234"/>
                    <a:pt x="315" y="234"/>
                  </a:cubicBezTo>
                  <a:cubicBezTo>
                    <a:pt x="316" y="228"/>
                    <a:pt x="316" y="228"/>
                    <a:pt x="316" y="228"/>
                  </a:cubicBezTo>
                  <a:cubicBezTo>
                    <a:pt x="312" y="218"/>
                    <a:pt x="312" y="218"/>
                    <a:pt x="312" y="218"/>
                  </a:cubicBezTo>
                  <a:cubicBezTo>
                    <a:pt x="312" y="217"/>
                    <a:pt x="312" y="217"/>
                    <a:pt x="312" y="217"/>
                  </a:cubicBezTo>
                  <a:cubicBezTo>
                    <a:pt x="314" y="210"/>
                    <a:pt x="314" y="210"/>
                    <a:pt x="314" y="210"/>
                  </a:cubicBezTo>
                  <a:cubicBezTo>
                    <a:pt x="314" y="209"/>
                    <a:pt x="314" y="209"/>
                    <a:pt x="314" y="209"/>
                  </a:cubicBezTo>
                  <a:cubicBezTo>
                    <a:pt x="315" y="209"/>
                    <a:pt x="315" y="209"/>
                    <a:pt x="315" y="209"/>
                  </a:cubicBezTo>
                  <a:cubicBezTo>
                    <a:pt x="316" y="209"/>
                    <a:pt x="316" y="209"/>
                    <a:pt x="316" y="209"/>
                  </a:cubicBezTo>
                  <a:cubicBezTo>
                    <a:pt x="316" y="208"/>
                    <a:pt x="316" y="208"/>
                    <a:pt x="316" y="208"/>
                  </a:cubicBezTo>
                  <a:cubicBezTo>
                    <a:pt x="347" y="191"/>
                    <a:pt x="347" y="191"/>
                    <a:pt x="347" y="191"/>
                  </a:cubicBezTo>
                  <a:cubicBezTo>
                    <a:pt x="346" y="175"/>
                    <a:pt x="346" y="175"/>
                    <a:pt x="346" y="175"/>
                  </a:cubicBezTo>
                  <a:cubicBezTo>
                    <a:pt x="346" y="175"/>
                    <a:pt x="346" y="175"/>
                    <a:pt x="346" y="175"/>
                  </a:cubicBezTo>
                  <a:cubicBezTo>
                    <a:pt x="346" y="174"/>
                    <a:pt x="346" y="174"/>
                    <a:pt x="346" y="174"/>
                  </a:cubicBezTo>
                  <a:cubicBezTo>
                    <a:pt x="352" y="162"/>
                    <a:pt x="352" y="162"/>
                    <a:pt x="352" y="162"/>
                  </a:cubicBezTo>
                  <a:cubicBezTo>
                    <a:pt x="353" y="159"/>
                    <a:pt x="353" y="159"/>
                    <a:pt x="353" y="159"/>
                  </a:cubicBezTo>
                  <a:cubicBezTo>
                    <a:pt x="353" y="159"/>
                    <a:pt x="353" y="159"/>
                    <a:pt x="353" y="159"/>
                  </a:cubicBezTo>
                  <a:cubicBezTo>
                    <a:pt x="363" y="137"/>
                    <a:pt x="363" y="137"/>
                    <a:pt x="363" y="137"/>
                  </a:cubicBezTo>
                  <a:cubicBezTo>
                    <a:pt x="363" y="136"/>
                    <a:pt x="363" y="136"/>
                    <a:pt x="363" y="136"/>
                  </a:cubicBezTo>
                  <a:cubicBezTo>
                    <a:pt x="363" y="136"/>
                    <a:pt x="363" y="136"/>
                    <a:pt x="363" y="136"/>
                  </a:cubicBezTo>
                  <a:cubicBezTo>
                    <a:pt x="371" y="128"/>
                    <a:pt x="371" y="128"/>
                    <a:pt x="371" y="128"/>
                  </a:cubicBezTo>
                  <a:cubicBezTo>
                    <a:pt x="376" y="119"/>
                    <a:pt x="376" y="119"/>
                    <a:pt x="376" y="119"/>
                  </a:cubicBezTo>
                  <a:cubicBezTo>
                    <a:pt x="376" y="118"/>
                    <a:pt x="376" y="118"/>
                    <a:pt x="376" y="118"/>
                  </a:cubicBezTo>
                  <a:cubicBezTo>
                    <a:pt x="376" y="118"/>
                    <a:pt x="376" y="118"/>
                    <a:pt x="376" y="118"/>
                  </a:cubicBezTo>
                  <a:cubicBezTo>
                    <a:pt x="380" y="111"/>
                    <a:pt x="380" y="111"/>
                    <a:pt x="380" y="111"/>
                  </a:cubicBezTo>
                  <a:cubicBezTo>
                    <a:pt x="377" y="102"/>
                    <a:pt x="377" y="102"/>
                    <a:pt x="377" y="102"/>
                  </a:cubicBezTo>
                  <a:cubicBezTo>
                    <a:pt x="377" y="101"/>
                    <a:pt x="377" y="101"/>
                    <a:pt x="377" y="101"/>
                  </a:cubicBezTo>
                  <a:cubicBezTo>
                    <a:pt x="376" y="101"/>
                    <a:pt x="376" y="101"/>
                    <a:pt x="376" y="101"/>
                  </a:cubicBezTo>
                  <a:cubicBezTo>
                    <a:pt x="376" y="91"/>
                    <a:pt x="376" y="91"/>
                    <a:pt x="376" y="91"/>
                  </a:cubicBezTo>
                  <a:cubicBezTo>
                    <a:pt x="371" y="91"/>
                    <a:pt x="371" y="91"/>
                    <a:pt x="371" y="91"/>
                  </a:cubicBezTo>
                  <a:cubicBezTo>
                    <a:pt x="362" y="96"/>
                    <a:pt x="362" y="96"/>
                    <a:pt x="362" y="96"/>
                  </a:cubicBezTo>
                  <a:cubicBezTo>
                    <a:pt x="358" y="99"/>
                    <a:pt x="352" y="98"/>
                    <a:pt x="344" y="93"/>
                  </a:cubicBezTo>
                  <a:cubicBezTo>
                    <a:pt x="341" y="90"/>
                    <a:pt x="341" y="84"/>
                    <a:pt x="343" y="75"/>
                  </a:cubicBezTo>
                  <a:cubicBezTo>
                    <a:pt x="338" y="74"/>
                    <a:pt x="338" y="74"/>
                    <a:pt x="338" y="74"/>
                  </a:cubicBezTo>
                  <a:cubicBezTo>
                    <a:pt x="336" y="78"/>
                    <a:pt x="336" y="78"/>
                    <a:pt x="336" y="78"/>
                  </a:cubicBezTo>
                  <a:cubicBezTo>
                    <a:pt x="330" y="84"/>
                    <a:pt x="326" y="87"/>
                    <a:pt x="325" y="87"/>
                  </a:cubicBezTo>
                  <a:cubicBezTo>
                    <a:pt x="323" y="87"/>
                    <a:pt x="323" y="87"/>
                    <a:pt x="322" y="87"/>
                  </a:cubicBezTo>
                  <a:cubicBezTo>
                    <a:pt x="321" y="85"/>
                    <a:pt x="320" y="82"/>
                    <a:pt x="320" y="77"/>
                  </a:cubicBezTo>
                  <a:cubicBezTo>
                    <a:pt x="320" y="71"/>
                    <a:pt x="320" y="68"/>
                    <a:pt x="322" y="67"/>
                  </a:cubicBezTo>
                  <a:cubicBezTo>
                    <a:pt x="323" y="65"/>
                    <a:pt x="324" y="64"/>
                    <a:pt x="325" y="65"/>
                  </a:cubicBezTo>
                  <a:cubicBezTo>
                    <a:pt x="337" y="44"/>
                    <a:pt x="337" y="44"/>
                    <a:pt x="337" y="44"/>
                  </a:cubicBezTo>
                  <a:cubicBezTo>
                    <a:pt x="340" y="36"/>
                    <a:pt x="340" y="36"/>
                    <a:pt x="340" y="36"/>
                  </a:cubicBezTo>
                  <a:cubicBezTo>
                    <a:pt x="342" y="27"/>
                    <a:pt x="342" y="27"/>
                    <a:pt x="342" y="27"/>
                  </a:cubicBezTo>
                  <a:cubicBezTo>
                    <a:pt x="335" y="22"/>
                    <a:pt x="335" y="22"/>
                    <a:pt x="335" y="22"/>
                  </a:cubicBezTo>
                  <a:cubicBezTo>
                    <a:pt x="333" y="20"/>
                    <a:pt x="333" y="16"/>
                    <a:pt x="334" y="10"/>
                  </a:cubicBezTo>
                  <a:cubicBezTo>
                    <a:pt x="334" y="6"/>
                    <a:pt x="334" y="6"/>
                    <a:pt x="334" y="6"/>
                  </a:cubicBezTo>
                  <a:cubicBezTo>
                    <a:pt x="334" y="4"/>
                    <a:pt x="333" y="2"/>
                    <a:pt x="330" y="0"/>
                  </a:cubicBezTo>
                  <a:cubicBezTo>
                    <a:pt x="329" y="0"/>
                    <a:pt x="329" y="0"/>
                    <a:pt x="329" y="0"/>
                  </a:cubicBezTo>
                  <a:cubicBezTo>
                    <a:pt x="328" y="2"/>
                    <a:pt x="328" y="2"/>
                    <a:pt x="328" y="2"/>
                  </a:cubicBezTo>
                  <a:cubicBezTo>
                    <a:pt x="326" y="6"/>
                    <a:pt x="322" y="9"/>
                    <a:pt x="316" y="7"/>
                  </a:cubicBezTo>
                  <a:cubicBezTo>
                    <a:pt x="312" y="6"/>
                    <a:pt x="309" y="6"/>
                    <a:pt x="305" y="7"/>
                  </a:cubicBezTo>
                  <a:close/>
                </a:path>
              </a:pathLst>
            </a:custGeom>
            <a:solidFill>
              <a:srgbClr val="FF6600"/>
            </a:solidFill>
            <a:ln>
              <a:noFill/>
            </a:ln>
          </p:spPr>
          <p:txBody>
            <a:bodyPr vert="horz" wrap="square" lIns="91440" tIns="45720" rIns="91440" bIns="45720" numCol="1" anchor="t" anchorCtr="0" compatLnSpc="1"/>
            <a:lstStyle/>
            <a:p>
              <a:endParaRPr lang="zh-CN" altLang="en-US"/>
            </a:p>
          </p:txBody>
        </p:sp>
        <p:sp>
          <p:nvSpPr>
            <p:cNvPr id="60" name="Freeform 22"/>
            <p:cNvSpPr/>
            <p:nvPr/>
          </p:nvSpPr>
          <p:spPr bwMode="auto">
            <a:xfrm>
              <a:off x="3013266" y="3375597"/>
              <a:ext cx="373062" cy="377825"/>
            </a:xfrm>
            <a:custGeom>
              <a:avLst/>
              <a:gdLst>
                <a:gd name="T0" fmla="*/ 204 w 215"/>
                <a:gd name="T1" fmla="*/ 25 h 219"/>
                <a:gd name="T2" fmla="*/ 196 w 215"/>
                <a:gd name="T3" fmla="*/ 23 h 219"/>
                <a:gd name="T4" fmla="*/ 190 w 215"/>
                <a:gd name="T5" fmla="*/ 20 h 219"/>
                <a:gd name="T6" fmla="*/ 178 w 215"/>
                <a:gd name="T7" fmla="*/ 21 h 219"/>
                <a:gd name="T8" fmla="*/ 168 w 215"/>
                <a:gd name="T9" fmla="*/ 18 h 219"/>
                <a:gd name="T10" fmla="*/ 168 w 215"/>
                <a:gd name="T11" fmla="*/ 17 h 219"/>
                <a:gd name="T12" fmla="*/ 155 w 215"/>
                <a:gd name="T13" fmla="*/ 4 h 219"/>
                <a:gd name="T14" fmla="*/ 134 w 215"/>
                <a:gd name="T15" fmla="*/ 12 h 219"/>
                <a:gd name="T16" fmla="*/ 131 w 215"/>
                <a:gd name="T17" fmla="*/ 31 h 219"/>
                <a:gd name="T18" fmla="*/ 123 w 215"/>
                <a:gd name="T19" fmla="*/ 46 h 219"/>
                <a:gd name="T20" fmla="*/ 110 w 215"/>
                <a:gd name="T21" fmla="*/ 66 h 219"/>
                <a:gd name="T22" fmla="*/ 88 w 215"/>
                <a:gd name="T23" fmla="*/ 90 h 219"/>
                <a:gd name="T24" fmla="*/ 66 w 215"/>
                <a:gd name="T25" fmla="*/ 111 h 219"/>
                <a:gd name="T26" fmla="*/ 56 w 215"/>
                <a:gd name="T27" fmla="*/ 125 h 219"/>
                <a:gd name="T28" fmla="*/ 0 w 215"/>
                <a:gd name="T29" fmla="*/ 128 h 219"/>
                <a:gd name="T30" fmla="*/ 15 w 215"/>
                <a:gd name="T31" fmla="*/ 173 h 219"/>
                <a:gd name="T32" fmla="*/ 25 w 215"/>
                <a:gd name="T33" fmla="*/ 178 h 219"/>
                <a:gd name="T34" fmla="*/ 32 w 215"/>
                <a:gd name="T35" fmla="*/ 199 h 219"/>
                <a:gd name="T36" fmla="*/ 33 w 215"/>
                <a:gd name="T37" fmla="*/ 203 h 219"/>
                <a:gd name="T38" fmla="*/ 48 w 215"/>
                <a:gd name="T39" fmla="*/ 199 h 219"/>
                <a:gd name="T40" fmla="*/ 53 w 215"/>
                <a:gd name="T41" fmla="*/ 202 h 219"/>
                <a:gd name="T42" fmla="*/ 58 w 215"/>
                <a:gd name="T43" fmla="*/ 187 h 219"/>
                <a:gd name="T44" fmla="*/ 83 w 215"/>
                <a:gd name="T45" fmla="*/ 177 h 219"/>
                <a:gd name="T46" fmla="*/ 86 w 215"/>
                <a:gd name="T47" fmla="*/ 161 h 219"/>
                <a:gd name="T48" fmla="*/ 91 w 215"/>
                <a:gd name="T49" fmla="*/ 157 h 219"/>
                <a:gd name="T50" fmla="*/ 93 w 215"/>
                <a:gd name="T51" fmla="*/ 157 h 219"/>
                <a:gd name="T52" fmla="*/ 103 w 215"/>
                <a:gd name="T53" fmla="*/ 167 h 219"/>
                <a:gd name="T54" fmla="*/ 107 w 215"/>
                <a:gd name="T55" fmla="*/ 177 h 219"/>
                <a:gd name="T56" fmla="*/ 115 w 215"/>
                <a:gd name="T57" fmla="*/ 165 h 219"/>
                <a:gd name="T58" fmla="*/ 123 w 215"/>
                <a:gd name="T59" fmla="*/ 161 h 219"/>
                <a:gd name="T60" fmla="*/ 132 w 215"/>
                <a:gd name="T61" fmla="*/ 163 h 219"/>
                <a:gd name="T62" fmla="*/ 137 w 215"/>
                <a:gd name="T63" fmla="*/ 180 h 219"/>
                <a:gd name="T64" fmla="*/ 144 w 215"/>
                <a:gd name="T65" fmla="*/ 193 h 219"/>
                <a:gd name="T66" fmla="*/ 147 w 215"/>
                <a:gd name="T67" fmla="*/ 205 h 219"/>
                <a:gd name="T68" fmla="*/ 158 w 215"/>
                <a:gd name="T69" fmla="*/ 205 h 219"/>
                <a:gd name="T70" fmla="*/ 159 w 215"/>
                <a:gd name="T71" fmla="*/ 207 h 219"/>
                <a:gd name="T72" fmla="*/ 164 w 215"/>
                <a:gd name="T73" fmla="*/ 219 h 219"/>
                <a:gd name="T74" fmla="*/ 168 w 215"/>
                <a:gd name="T75" fmla="*/ 210 h 219"/>
                <a:gd name="T76" fmla="*/ 170 w 215"/>
                <a:gd name="T77" fmla="*/ 208 h 219"/>
                <a:gd name="T78" fmla="*/ 175 w 215"/>
                <a:gd name="T79" fmla="*/ 205 h 219"/>
                <a:gd name="T80" fmla="*/ 179 w 215"/>
                <a:gd name="T81" fmla="*/ 201 h 219"/>
                <a:gd name="T82" fmla="*/ 142 w 215"/>
                <a:gd name="T83" fmla="*/ 128 h 219"/>
                <a:gd name="T84" fmla="*/ 133 w 215"/>
                <a:gd name="T85" fmla="*/ 98 h 219"/>
                <a:gd name="T86" fmla="*/ 133 w 215"/>
                <a:gd name="T87" fmla="*/ 97 h 219"/>
                <a:gd name="T88" fmla="*/ 138 w 215"/>
                <a:gd name="T89" fmla="*/ 80 h 219"/>
                <a:gd name="T90" fmla="*/ 198 w 215"/>
                <a:gd name="T91" fmla="*/ 67 h 219"/>
                <a:gd name="T92" fmla="*/ 212 w 215"/>
                <a:gd name="T93" fmla="*/ 58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5" h="219">
                  <a:moveTo>
                    <a:pt x="215" y="44"/>
                  </a:moveTo>
                  <a:cubicBezTo>
                    <a:pt x="211" y="35"/>
                    <a:pt x="211" y="35"/>
                    <a:pt x="211" y="35"/>
                  </a:cubicBezTo>
                  <a:cubicBezTo>
                    <a:pt x="204" y="25"/>
                    <a:pt x="204" y="25"/>
                    <a:pt x="204" y="25"/>
                  </a:cubicBezTo>
                  <a:cubicBezTo>
                    <a:pt x="197" y="23"/>
                    <a:pt x="197" y="23"/>
                    <a:pt x="197" y="23"/>
                  </a:cubicBezTo>
                  <a:cubicBezTo>
                    <a:pt x="196" y="23"/>
                    <a:pt x="196" y="23"/>
                    <a:pt x="196" y="23"/>
                  </a:cubicBezTo>
                  <a:cubicBezTo>
                    <a:pt x="196" y="23"/>
                    <a:pt x="196" y="23"/>
                    <a:pt x="196" y="23"/>
                  </a:cubicBezTo>
                  <a:cubicBezTo>
                    <a:pt x="196" y="23"/>
                    <a:pt x="196" y="23"/>
                    <a:pt x="196" y="23"/>
                  </a:cubicBezTo>
                  <a:cubicBezTo>
                    <a:pt x="190" y="20"/>
                    <a:pt x="190" y="20"/>
                    <a:pt x="190" y="20"/>
                  </a:cubicBezTo>
                  <a:cubicBezTo>
                    <a:pt x="190" y="20"/>
                    <a:pt x="190" y="20"/>
                    <a:pt x="190" y="20"/>
                  </a:cubicBezTo>
                  <a:cubicBezTo>
                    <a:pt x="188" y="20"/>
                    <a:pt x="188" y="20"/>
                    <a:pt x="188" y="20"/>
                  </a:cubicBezTo>
                  <a:cubicBezTo>
                    <a:pt x="186" y="20"/>
                    <a:pt x="186" y="20"/>
                    <a:pt x="186" y="20"/>
                  </a:cubicBezTo>
                  <a:cubicBezTo>
                    <a:pt x="178" y="21"/>
                    <a:pt x="178" y="21"/>
                    <a:pt x="178" y="21"/>
                  </a:cubicBezTo>
                  <a:cubicBezTo>
                    <a:pt x="178" y="21"/>
                    <a:pt x="178" y="21"/>
                    <a:pt x="178" y="21"/>
                  </a:cubicBezTo>
                  <a:cubicBezTo>
                    <a:pt x="176" y="21"/>
                    <a:pt x="176" y="21"/>
                    <a:pt x="176" y="21"/>
                  </a:cubicBezTo>
                  <a:cubicBezTo>
                    <a:pt x="168" y="18"/>
                    <a:pt x="168" y="18"/>
                    <a:pt x="168" y="18"/>
                  </a:cubicBezTo>
                  <a:cubicBezTo>
                    <a:pt x="168" y="17"/>
                    <a:pt x="168" y="17"/>
                    <a:pt x="168" y="17"/>
                  </a:cubicBezTo>
                  <a:cubicBezTo>
                    <a:pt x="168" y="17"/>
                    <a:pt x="168" y="17"/>
                    <a:pt x="168" y="17"/>
                  </a:cubicBezTo>
                  <a:cubicBezTo>
                    <a:pt x="168" y="17"/>
                    <a:pt x="168" y="17"/>
                    <a:pt x="168" y="17"/>
                  </a:cubicBezTo>
                  <a:cubicBezTo>
                    <a:pt x="168" y="17"/>
                    <a:pt x="168" y="17"/>
                    <a:pt x="168" y="17"/>
                  </a:cubicBezTo>
                  <a:cubicBezTo>
                    <a:pt x="162" y="10"/>
                    <a:pt x="162" y="10"/>
                    <a:pt x="162" y="10"/>
                  </a:cubicBezTo>
                  <a:cubicBezTo>
                    <a:pt x="155" y="4"/>
                    <a:pt x="155" y="4"/>
                    <a:pt x="155" y="4"/>
                  </a:cubicBezTo>
                  <a:cubicBezTo>
                    <a:pt x="149" y="0"/>
                    <a:pt x="149" y="0"/>
                    <a:pt x="149" y="0"/>
                  </a:cubicBezTo>
                  <a:cubicBezTo>
                    <a:pt x="142" y="6"/>
                    <a:pt x="142" y="6"/>
                    <a:pt x="142" y="6"/>
                  </a:cubicBezTo>
                  <a:cubicBezTo>
                    <a:pt x="134" y="12"/>
                    <a:pt x="134" y="12"/>
                    <a:pt x="134" y="12"/>
                  </a:cubicBezTo>
                  <a:cubicBezTo>
                    <a:pt x="131" y="30"/>
                    <a:pt x="131" y="30"/>
                    <a:pt x="131" y="30"/>
                  </a:cubicBezTo>
                  <a:cubicBezTo>
                    <a:pt x="131" y="31"/>
                    <a:pt x="131" y="31"/>
                    <a:pt x="131" y="31"/>
                  </a:cubicBezTo>
                  <a:cubicBezTo>
                    <a:pt x="131" y="31"/>
                    <a:pt x="131" y="31"/>
                    <a:pt x="131" y="31"/>
                  </a:cubicBezTo>
                  <a:cubicBezTo>
                    <a:pt x="124" y="44"/>
                    <a:pt x="124" y="44"/>
                    <a:pt x="124" y="44"/>
                  </a:cubicBezTo>
                  <a:cubicBezTo>
                    <a:pt x="124" y="46"/>
                    <a:pt x="124" y="46"/>
                    <a:pt x="124" y="46"/>
                  </a:cubicBezTo>
                  <a:cubicBezTo>
                    <a:pt x="123" y="46"/>
                    <a:pt x="123" y="46"/>
                    <a:pt x="123" y="46"/>
                  </a:cubicBezTo>
                  <a:cubicBezTo>
                    <a:pt x="117" y="52"/>
                    <a:pt x="117" y="52"/>
                    <a:pt x="117" y="52"/>
                  </a:cubicBezTo>
                  <a:cubicBezTo>
                    <a:pt x="110" y="66"/>
                    <a:pt x="110" y="66"/>
                    <a:pt x="110" y="66"/>
                  </a:cubicBezTo>
                  <a:cubicBezTo>
                    <a:pt x="110" y="66"/>
                    <a:pt x="110" y="66"/>
                    <a:pt x="110" y="66"/>
                  </a:cubicBezTo>
                  <a:cubicBezTo>
                    <a:pt x="109" y="67"/>
                    <a:pt x="109" y="67"/>
                    <a:pt x="109" y="67"/>
                  </a:cubicBezTo>
                  <a:cubicBezTo>
                    <a:pt x="103" y="71"/>
                    <a:pt x="99" y="75"/>
                    <a:pt x="94" y="79"/>
                  </a:cubicBezTo>
                  <a:cubicBezTo>
                    <a:pt x="88" y="90"/>
                    <a:pt x="88" y="90"/>
                    <a:pt x="88" y="90"/>
                  </a:cubicBezTo>
                  <a:cubicBezTo>
                    <a:pt x="86" y="93"/>
                    <a:pt x="82" y="97"/>
                    <a:pt x="73" y="100"/>
                  </a:cubicBezTo>
                  <a:cubicBezTo>
                    <a:pt x="66" y="111"/>
                    <a:pt x="66" y="111"/>
                    <a:pt x="66" y="111"/>
                  </a:cubicBezTo>
                  <a:cubicBezTo>
                    <a:pt x="66" y="111"/>
                    <a:pt x="66" y="111"/>
                    <a:pt x="66" y="111"/>
                  </a:cubicBezTo>
                  <a:cubicBezTo>
                    <a:pt x="56" y="125"/>
                    <a:pt x="56" y="125"/>
                    <a:pt x="56" y="125"/>
                  </a:cubicBezTo>
                  <a:cubicBezTo>
                    <a:pt x="56" y="125"/>
                    <a:pt x="56" y="125"/>
                    <a:pt x="56" y="125"/>
                  </a:cubicBezTo>
                  <a:cubicBezTo>
                    <a:pt x="56" y="125"/>
                    <a:pt x="56" y="125"/>
                    <a:pt x="56" y="125"/>
                  </a:cubicBezTo>
                  <a:cubicBezTo>
                    <a:pt x="54" y="125"/>
                    <a:pt x="54" y="125"/>
                    <a:pt x="54" y="125"/>
                  </a:cubicBezTo>
                  <a:cubicBezTo>
                    <a:pt x="6" y="122"/>
                    <a:pt x="6" y="122"/>
                    <a:pt x="6" y="122"/>
                  </a:cubicBezTo>
                  <a:cubicBezTo>
                    <a:pt x="0" y="128"/>
                    <a:pt x="0" y="128"/>
                    <a:pt x="0" y="128"/>
                  </a:cubicBezTo>
                  <a:cubicBezTo>
                    <a:pt x="0" y="138"/>
                    <a:pt x="0" y="138"/>
                    <a:pt x="0" y="138"/>
                  </a:cubicBezTo>
                  <a:cubicBezTo>
                    <a:pt x="5" y="158"/>
                    <a:pt x="5" y="158"/>
                    <a:pt x="5" y="158"/>
                  </a:cubicBezTo>
                  <a:cubicBezTo>
                    <a:pt x="15" y="173"/>
                    <a:pt x="15" y="173"/>
                    <a:pt x="15" y="173"/>
                  </a:cubicBezTo>
                  <a:cubicBezTo>
                    <a:pt x="24" y="177"/>
                    <a:pt x="24" y="177"/>
                    <a:pt x="24" y="177"/>
                  </a:cubicBezTo>
                  <a:cubicBezTo>
                    <a:pt x="24" y="178"/>
                    <a:pt x="24" y="178"/>
                    <a:pt x="24" y="178"/>
                  </a:cubicBezTo>
                  <a:cubicBezTo>
                    <a:pt x="25" y="178"/>
                    <a:pt x="25" y="178"/>
                    <a:pt x="25" y="178"/>
                  </a:cubicBezTo>
                  <a:cubicBezTo>
                    <a:pt x="25" y="178"/>
                    <a:pt x="25" y="178"/>
                    <a:pt x="25" y="178"/>
                  </a:cubicBezTo>
                  <a:cubicBezTo>
                    <a:pt x="29" y="184"/>
                    <a:pt x="32" y="188"/>
                    <a:pt x="32" y="191"/>
                  </a:cubicBezTo>
                  <a:cubicBezTo>
                    <a:pt x="32" y="199"/>
                    <a:pt x="32" y="199"/>
                    <a:pt x="32" y="199"/>
                  </a:cubicBezTo>
                  <a:cubicBezTo>
                    <a:pt x="29" y="202"/>
                    <a:pt x="29" y="202"/>
                    <a:pt x="29" y="202"/>
                  </a:cubicBezTo>
                  <a:cubicBezTo>
                    <a:pt x="31" y="203"/>
                    <a:pt x="31" y="203"/>
                    <a:pt x="31" y="203"/>
                  </a:cubicBezTo>
                  <a:cubicBezTo>
                    <a:pt x="33" y="203"/>
                    <a:pt x="33" y="203"/>
                    <a:pt x="33" y="203"/>
                  </a:cubicBezTo>
                  <a:cubicBezTo>
                    <a:pt x="37" y="196"/>
                    <a:pt x="37" y="196"/>
                    <a:pt x="37" y="196"/>
                  </a:cubicBezTo>
                  <a:cubicBezTo>
                    <a:pt x="38" y="196"/>
                    <a:pt x="38" y="196"/>
                    <a:pt x="38" y="196"/>
                  </a:cubicBezTo>
                  <a:cubicBezTo>
                    <a:pt x="48" y="199"/>
                    <a:pt x="48" y="199"/>
                    <a:pt x="48" y="199"/>
                  </a:cubicBezTo>
                  <a:cubicBezTo>
                    <a:pt x="48" y="202"/>
                    <a:pt x="48" y="202"/>
                    <a:pt x="48" y="202"/>
                  </a:cubicBezTo>
                  <a:cubicBezTo>
                    <a:pt x="53" y="202"/>
                    <a:pt x="53" y="202"/>
                    <a:pt x="53" y="202"/>
                  </a:cubicBezTo>
                  <a:cubicBezTo>
                    <a:pt x="53" y="202"/>
                    <a:pt x="53" y="202"/>
                    <a:pt x="53" y="202"/>
                  </a:cubicBezTo>
                  <a:cubicBezTo>
                    <a:pt x="52" y="199"/>
                    <a:pt x="52" y="199"/>
                    <a:pt x="52" y="199"/>
                  </a:cubicBezTo>
                  <a:cubicBezTo>
                    <a:pt x="51" y="197"/>
                    <a:pt x="51" y="197"/>
                    <a:pt x="51" y="197"/>
                  </a:cubicBezTo>
                  <a:cubicBezTo>
                    <a:pt x="58" y="187"/>
                    <a:pt x="58" y="187"/>
                    <a:pt x="58" y="187"/>
                  </a:cubicBezTo>
                  <a:cubicBezTo>
                    <a:pt x="59" y="184"/>
                    <a:pt x="62" y="183"/>
                    <a:pt x="66" y="184"/>
                  </a:cubicBezTo>
                  <a:cubicBezTo>
                    <a:pt x="77" y="185"/>
                    <a:pt x="77" y="185"/>
                    <a:pt x="77" y="185"/>
                  </a:cubicBezTo>
                  <a:cubicBezTo>
                    <a:pt x="83" y="177"/>
                    <a:pt x="83" y="177"/>
                    <a:pt x="83" y="177"/>
                  </a:cubicBezTo>
                  <a:cubicBezTo>
                    <a:pt x="83" y="169"/>
                    <a:pt x="83" y="169"/>
                    <a:pt x="83" y="169"/>
                  </a:cubicBezTo>
                  <a:cubicBezTo>
                    <a:pt x="86" y="162"/>
                    <a:pt x="86" y="162"/>
                    <a:pt x="86" y="162"/>
                  </a:cubicBezTo>
                  <a:cubicBezTo>
                    <a:pt x="86" y="161"/>
                    <a:pt x="86" y="161"/>
                    <a:pt x="86" y="161"/>
                  </a:cubicBezTo>
                  <a:cubicBezTo>
                    <a:pt x="86" y="160"/>
                    <a:pt x="86" y="160"/>
                    <a:pt x="86" y="160"/>
                  </a:cubicBezTo>
                  <a:cubicBezTo>
                    <a:pt x="87" y="160"/>
                    <a:pt x="87" y="160"/>
                    <a:pt x="87" y="160"/>
                  </a:cubicBezTo>
                  <a:cubicBezTo>
                    <a:pt x="91" y="157"/>
                    <a:pt x="91" y="157"/>
                    <a:pt x="91" y="157"/>
                  </a:cubicBezTo>
                  <a:cubicBezTo>
                    <a:pt x="91" y="157"/>
                    <a:pt x="91" y="157"/>
                    <a:pt x="91" y="157"/>
                  </a:cubicBezTo>
                  <a:cubicBezTo>
                    <a:pt x="92" y="157"/>
                    <a:pt x="92" y="157"/>
                    <a:pt x="92" y="157"/>
                  </a:cubicBezTo>
                  <a:cubicBezTo>
                    <a:pt x="93" y="157"/>
                    <a:pt x="93" y="157"/>
                    <a:pt x="93" y="157"/>
                  </a:cubicBezTo>
                  <a:cubicBezTo>
                    <a:pt x="102" y="159"/>
                    <a:pt x="102" y="159"/>
                    <a:pt x="102" y="159"/>
                  </a:cubicBezTo>
                  <a:cubicBezTo>
                    <a:pt x="102" y="160"/>
                    <a:pt x="102" y="160"/>
                    <a:pt x="102" y="160"/>
                  </a:cubicBezTo>
                  <a:cubicBezTo>
                    <a:pt x="103" y="167"/>
                    <a:pt x="103" y="167"/>
                    <a:pt x="103" y="167"/>
                  </a:cubicBezTo>
                  <a:cubicBezTo>
                    <a:pt x="103" y="171"/>
                    <a:pt x="103" y="171"/>
                    <a:pt x="103" y="171"/>
                  </a:cubicBezTo>
                  <a:cubicBezTo>
                    <a:pt x="105" y="176"/>
                    <a:pt x="105" y="176"/>
                    <a:pt x="105" y="176"/>
                  </a:cubicBezTo>
                  <a:cubicBezTo>
                    <a:pt x="107" y="177"/>
                    <a:pt x="107" y="177"/>
                    <a:pt x="107" y="177"/>
                  </a:cubicBezTo>
                  <a:cubicBezTo>
                    <a:pt x="110" y="173"/>
                    <a:pt x="110" y="173"/>
                    <a:pt x="110" y="173"/>
                  </a:cubicBezTo>
                  <a:cubicBezTo>
                    <a:pt x="110" y="172"/>
                    <a:pt x="110" y="172"/>
                    <a:pt x="110" y="172"/>
                  </a:cubicBezTo>
                  <a:cubicBezTo>
                    <a:pt x="115" y="165"/>
                    <a:pt x="115" y="165"/>
                    <a:pt x="115" y="165"/>
                  </a:cubicBezTo>
                  <a:cubicBezTo>
                    <a:pt x="116" y="164"/>
                    <a:pt x="116" y="164"/>
                    <a:pt x="116" y="164"/>
                  </a:cubicBezTo>
                  <a:cubicBezTo>
                    <a:pt x="122" y="161"/>
                    <a:pt x="122" y="161"/>
                    <a:pt x="122" y="161"/>
                  </a:cubicBezTo>
                  <a:cubicBezTo>
                    <a:pt x="123" y="161"/>
                    <a:pt x="123" y="161"/>
                    <a:pt x="123" y="161"/>
                  </a:cubicBezTo>
                  <a:cubicBezTo>
                    <a:pt x="124" y="160"/>
                    <a:pt x="124" y="160"/>
                    <a:pt x="124" y="160"/>
                  </a:cubicBezTo>
                  <a:cubicBezTo>
                    <a:pt x="131" y="163"/>
                    <a:pt x="131" y="163"/>
                    <a:pt x="131" y="163"/>
                  </a:cubicBezTo>
                  <a:cubicBezTo>
                    <a:pt x="132" y="163"/>
                    <a:pt x="132" y="163"/>
                    <a:pt x="132" y="163"/>
                  </a:cubicBezTo>
                  <a:cubicBezTo>
                    <a:pt x="133" y="163"/>
                    <a:pt x="133" y="163"/>
                    <a:pt x="133" y="163"/>
                  </a:cubicBezTo>
                  <a:cubicBezTo>
                    <a:pt x="137" y="172"/>
                    <a:pt x="137" y="172"/>
                    <a:pt x="137" y="172"/>
                  </a:cubicBezTo>
                  <a:cubicBezTo>
                    <a:pt x="137" y="180"/>
                    <a:pt x="137" y="180"/>
                    <a:pt x="137" y="180"/>
                  </a:cubicBezTo>
                  <a:cubicBezTo>
                    <a:pt x="144" y="192"/>
                    <a:pt x="144" y="192"/>
                    <a:pt x="144" y="192"/>
                  </a:cubicBezTo>
                  <a:cubicBezTo>
                    <a:pt x="144" y="192"/>
                    <a:pt x="144" y="192"/>
                    <a:pt x="144" y="192"/>
                  </a:cubicBezTo>
                  <a:cubicBezTo>
                    <a:pt x="144" y="193"/>
                    <a:pt x="144" y="193"/>
                    <a:pt x="144" y="193"/>
                  </a:cubicBezTo>
                  <a:cubicBezTo>
                    <a:pt x="144" y="202"/>
                    <a:pt x="144" y="202"/>
                    <a:pt x="144" y="202"/>
                  </a:cubicBezTo>
                  <a:cubicBezTo>
                    <a:pt x="145" y="205"/>
                    <a:pt x="145" y="205"/>
                    <a:pt x="145" y="205"/>
                  </a:cubicBezTo>
                  <a:cubicBezTo>
                    <a:pt x="147" y="205"/>
                    <a:pt x="147" y="205"/>
                    <a:pt x="147" y="205"/>
                  </a:cubicBezTo>
                  <a:cubicBezTo>
                    <a:pt x="150" y="202"/>
                    <a:pt x="150" y="202"/>
                    <a:pt x="150" y="202"/>
                  </a:cubicBezTo>
                  <a:cubicBezTo>
                    <a:pt x="150" y="201"/>
                    <a:pt x="150" y="201"/>
                    <a:pt x="150" y="201"/>
                  </a:cubicBezTo>
                  <a:cubicBezTo>
                    <a:pt x="158" y="205"/>
                    <a:pt x="158" y="205"/>
                    <a:pt x="158" y="205"/>
                  </a:cubicBezTo>
                  <a:cubicBezTo>
                    <a:pt x="158" y="205"/>
                    <a:pt x="158" y="205"/>
                    <a:pt x="158" y="205"/>
                  </a:cubicBezTo>
                  <a:cubicBezTo>
                    <a:pt x="159" y="205"/>
                    <a:pt x="159" y="205"/>
                    <a:pt x="159" y="205"/>
                  </a:cubicBezTo>
                  <a:cubicBezTo>
                    <a:pt x="159" y="207"/>
                    <a:pt x="159" y="207"/>
                    <a:pt x="159" y="207"/>
                  </a:cubicBezTo>
                  <a:cubicBezTo>
                    <a:pt x="159" y="207"/>
                    <a:pt x="159" y="207"/>
                    <a:pt x="159" y="207"/>
                  </a:cubicBezTo>
                  <a:cubicBezTo>
                    <a:pt x="161" y="217"/>
                    <a:pt x="161" y="217"/>
                    <a:pt x="161" y="217"/>
                  </a:cubicBezTo>
                  <a:cubicBezTo>
                    <a:pt x="164" y="219"/>
                    <a:pt x="164" y="219"/>
                    <a:pt x="164" y="219"/>
                  </a:cubicBezTo>
                  <a:cubicBezTo>
                    <a:pt x="165" y="218"/>
                    <a:pt x="165" y="218"/>
                    <a:pt x="165" y="218"/>
                  </a:cubicBezTo>
                  <a:cubicBezTo>
                    <a:pt x="168" y="210"/>
                    <a:pt x="168" y="210"/>
                    <a:pt x="168" y="210"/>
                  </a:cubicBezTo>
                  <a:cubicBezTo>
                    <a:pt x="168" y="210"/>
                    <a:pt x="168" y="210"/>
                    <a:pt x="168" y="210"/>
                  </a:cubicBezTo>
                  <a:cubicBezTo>
                    <a:pt x="168" y="208"/>
                    <a:pt x="168" y="208"/>
                    <a:pt x="168" y="208"/>
                  </a:cubicBezTo>
                  <a:cubicBezTo>
                    <a:pt x="169" y="208"/>
                    <a:pt x="169" y="208"/>
                    <a:pt x="169" y="208"/>
                  </a:cubicBezTo>
                  <a:cubicBezTo>
                    <a:pt x="170" y="208"/>
                    <a:pt x="170" y="208"/>
                    <a:pt x="170" y="208"/>
                  </a:cubicBezTo>
                  <a:cubicBezTo>
                    <a:pt x="174" y="206"/>
                    <a:pt x="174" y="206"/>
                    <a:pt x="174" y="206"/>
                  </a:cubicBezTo>
                  <a:cubicBezTo>
                    <a:pt x="175" y="206"/>
                    <a:pt x="175" y="206"/>
                    <a:pt x="175" y="206"/>
                  </a:cubicBezTo>
                  <a:cubicBezTo>
                    <a:pt x="175" y="205"/>
                    <a:pt x="175" y="205"/>
                    <a:pt x="175" y="205"/>
                  </a:cubicBezTo>
                  <a:cubicBezTo>
                    <a:pt x="180" y="205"/>
                    <a:pt x="180" y="205"/>
                    <a:pt x="180" y="205"/>
                  </a:cubicBezTo>
                  <a:cubicBezTo>
                    <a:pt x="179" y="202"/>
                    <a:pt x="179" y="202"/>
                    <a:pt x="179" y="202"/>
                  </a:cubicBezTo>
                  <a:cubicBezTo>
                    <a:pt x="179" y="201"/>
                    <a:pt x="179" y="201"/>
                    <a:pt x="179" y="201"/>
                  </a:cubicBezTo>
                  <a:cubicBezTo>
                    <a:pt x="176" y="173"/>
                    <a:pt x="176" y="173"/>
                    <a:pt x="176" y="173"/>
                  </a:cubicBezTo>
                  <a:cubicBezTo>
                    <a:pt x="164" y="154"/>
                    <a:pt x="164" y="154"/>
                    <a:pt x="164" y="154"/>
                  </a:cubicBezTo>
                  <a:cubicBezTo>
                    <a:pt x="142" y="128"/>
                    <a:pt x="142" y="128"/>
                    <a:pt x="142" y="128"/>
                  </a:cubicBezTo>
                  <a:cubicBezTo>
                    <a:pt x="142" y="128"/>
                    <a:pt x="142" y="128"/>
                    <a:pt x="142" y="128"/>
                  </a:cubicBezTo>
                  <a:cubicBezTo>
                    <a:pt x="141" y="111"/>
                    <a:pt x="141" y="111"/>
                    <a:pt x="141" y="111"/>
                  </a:cubicBezTo>
                  <a:cubicBezTo>
                    <a:pt x="133" y="98"/>
                    <a:pt x="133" y="98"/>
                    <a:pt x="133" y="98"/>
                  </a:cubicBezTo>
                  <a:cubicBezTo>
                    <a:pt x="133" y="98"/>
                    <a:pt x="133" y="98"/>
                    <a:pt x="133" y="98"/>
                  </a:cubicBezTo>
                  <a:cubicBezTo>
                    <a:pt x="133" y="97"/>
                    <a:pt x="133" y="97"/>
                    <a:pt x="133" y="97"/>
                  </a:cubicBezTo>
                  <a:cubicBezTo>
                    <a:pt x="133" y="97"/>
                    <a:pt x="133" y="97"/>
                    <a:pt x="133" y="97"/>
                  </a:cubicBezTo>
                  <a:cubicBezTo>
                    <a:pt x="133" y="96"/>
                    <a:pt x="133" y="96"/>
                    <a:pt x="133" y="96"/>
                  </a:cubicBezTo>
                  <a:cubicBezTo>
                    <a:pt x="137" y="80"/>
                    <a:pt x="137" y="80"/>
                    <a:pt x="137" y="80"/>
                  </a:cubicBezTo>
                  <a:cubicBezTo>
                    <a:pt x="138" y="80"/>
                    <a:pt x="138" y="80"/>
                    <a:pt x="138" y="80"/>
                  </a:cubicBezTo>
                  <a:cubicBezTo>
                    <a:pt x="139" y="80"/>
                    <a:pt x="139" y="80"/>
                    <a:pt x="139" y="80"/>
                  </a:cubicBezTo>
                  <a:cubicBezTo>
                    <a:pt x="178" y="78"/>
                    <a:pt x="178" y="78"/>
                    <a:pt x="178" y="78"/>
                  </a:cubicBezTo>
                  <a:cubicBezTo>
                    <a:pt x="198" y="67"/>
                    <a:pt x="198" y="67"/>
                    <a:pt x="198" y="67"/>
                  </a:cubicBezTo>
                  <a:cubicBezTo>
                    <a:pt x="198" y="67"/>
                    <a:pt x="198" y="67"/>
                    <a:pt x="198" y="67"/>
                  </a:cubicBezTo>
                  <a:cubicBezTo>
                    <a:pt x="199" y="66"/>
                    <a:pt x="199" y="66"/>
                    <a:pt x="199" y="66"/>
                  </a:cubicBezTo>
                  <a:cubicBezTo>
                    <a:pt x="206" y="64"/>
                    <a:pt x="211" y="61"/>
                    <a:pt x="212" y="58"/>
                  </a:cubicBezTo>
                  <a:cubicBezTo>
                    <a:pt x="214" y="55"/>
                    <a:pt x="215" y="51"/>
                    <a:pt x="215" y="44"/>
                  </a:cubicBezTo>
                  <a:close/>
                </a:path>
              </a:pathLst>
            </a:custGeom>
            <a:grpFill/>
            <a:ln>
              <a:noFill/>
            </a:ln>
          </p:spPr>
          <p:txBody>
            <a:bodyPr vert="horz" wrap="square" lIns="91440" tIns="45720" rIns="91440" bIns="45720" numCol="1" anchor="t" anchorCtr="0" compatLnSpc="1"/>
            <a:lstStyle/>
            <a:p>
              <a:endParaRPr lang="zh-CN" altLang="en-US"/>
            </a:p>
          </p:txBody>
        </p:sp>
        <p:sp>
          <p:nvSpPr>
            <p:cNvPr id="61" name="Freeform 23"/>
            <p:cNvSpPr/>
            <p:nvPr/>
          </p:nvSpPr>
          <p:spPr bwMode="auto">
            <a:xfrm>
              <a:off x="3381566" y="2499297"/>
              <a:ext cx="284162" cy="622300"/>
            </a:xfrm>
            <a:custGeom>
              <a:avLst/>
              <a:gdLst>
                <a:gd name="T0" fmla="*/ 151 w 164"/>
                <a:gd name="T1" fmla="*/ 5 h 360"/>
                <a:gd name="T2" fmla="*/ 142 w 164"/>
                <a:gd name="T3" fmla="*/ 9 h 360"/>
                <a:gd name="T4" fmla="*/ 134 w 164"/>
                <a:gd name="T5" fmla="*/ 18 h 360"/>
                <a:gd name="T6" fmla="*/ 132 w 164"/>
                <a:gd name="T7" fmla="*/ 19 h 360"/>
                <a:gd name="T8" fmla="*/ 102 w 164"/>
                <a:gd name="T9" fmla="*/ 21 h 360"/>
                <a:gd name="T10" fmla="*/ 93 w 164"/>
                <a:gd name="T11" fmla="*/ 30 h 360"/>
                <a:gd name="T12" fmla="*/ 84 w 164"/>
                <a:gd name="T13" fmla="*/ 36 h 360"/>
                <a:gd name="T14" fmla="*/ 70 w 164"/>
                <a:gd name="T15" fmla="*/ 36 h 360"/>
                <a:gd name="T16" fmla="*/ 63 w 164"/>
                <a:gd name="T17" fmla="*/ 57 h 360"/>
                <a:gd name="T18" fmla="*/ 62 w 164"/>
                <a:gd name="T19" fmla="*/ 58 h 360"/>
                <a:gd name="T20" fmla="*/ 50 w 164"/>
                <a:gd name="T21" fmla="*/ 70 h 360"/>
                <a:gd name="T22" fmla="*/ 31 w 164"/>
                <a:gd name="T23" fmla="*/ 91 h 360"/>
                <a:gd name="T24" fmla="*/ 20 w 164"/>
                <a:gd name="T25" fmla="*/ 102 h 360"/>
                <a:gd name="T26" fmla="*/ 19 w 164"/>
                <a:gd name="T27" fmla="*/ 117 h 360"/>
                <a:gd name="T28" fmla="*/ 19 w 164"/>
                <a:gd name="T29" fmla="*/ 129 h 360"/>
                <a:gd name="T30" fmla="*/ 12 w 164"/>
                <a:gd name="T31" fmla="*/ 140 h 360"/>
                <a:gd name="T32" fmla="*/ 12 w 164"/>
                <a:gd name="T33" fmla="*/ 170 h 360"/>
                <a:gd name="T34" fmla="*/ 18 w 164"/>
                <a:gd name="T35" fmla="*/ 186 h 360"/>
                <a:gd name="T36" fmla="*/ 17 w 164"/>
                <a:gd name="T37" fmla="*/ 200 h 360"/>
                <a:gd name="T38" fmla="*/ 5 w 164"/>
                <a:gd name="T39" fmla="*/ 245 h 360"/>
                <a:gd name="T40" fmla="*/ 13 w 164"/>
                <a:gd name="T41" fmla="*/ 282 h 360"/>
                <a:gd name="T42" fmla="*/ 10 w 164"/>
                <a:gd name="T43" fmla="*/ 360 h 360"/>
                <a:gd name="T44" fmla="*/ 25 w 164"/>
                <a:gd name="T45" fmla="*/ 345 h 360"/>
                <a:gd name="T46" fmla="*/ 85 w 164"/>
                <a:gd name="T47" fmla="*/ 315 h 360"/>
                <a:gd name="T48" fmla="*/ 114 w 164"/>
                <a:gd name="T49" fmla="*/ 318 h 360"/>
                <a:gd name="T50" fmla="*/ 138 w 164"/>
                <a:gd name="T51" fmla="*/ 297 h 360"/>
                <a:gd name="T52" fmla="*/ 144 w 164"/>
                <a:gd name="T53" fmla="*/ 282 h 360"/>
                <a:gd name="T54" fmla="*/ 144 w 164"/>
                <a:gd name="T55" fmla="*/ 280 h 360"/>
                <a:gd name="T56" fmla="*/ 147 w 164"/>
                <a:gd name="T57" fmla="*/ 258 h 360"/>
                <a:gd name="T58" fmla="*/ 149 w 164"/>
                <a:gd name="T59" fmla="*/ 246 h 360"/>
                <a:gd name="T60" fmla="*/ 144 w 164"/>
                <a:gd name="T61" fmla="*/ 213 h 360"/>
                <a:gd name="T62" fmla="*/ 146 w 164"/>
                <a:gd name="T63" fmla="*/ 203 h 360"/>
                <a:gd name="T64" fmla="*/ 164 w 164"/>
                <a:gd name="T65" fmla="*/ 163 h 360"/>
                <a:gd name="T66" fmla="*/ 138 w 164"/>
                <a:gd name="T67" fmla="*/ 140 h 360"/>
                <a:gd name="T68" fmla="*/ 134 w 164"/>
                <a:gd name="T69" fmla="*/ 129 h 360"/>
                <a:gd name="T70" fmla="*/ 136 w 164"/>
                <a:gd name="T71" fmla="*/ 111 h 360"/>
                <a:gd name="T72" fmla="*/ 140 w 164"/>
                <a:gd name="T73" fmla="*/ 98 h 360"/>
                <a:gd name="T74" fmla="*/ 158 w 164"/>
                <a:gd name="T75" fmla="*/ 84 h 360"/>
                <a:gd name="T76" fmla="*/ 162 w 164"/>
                <a:gd name="T77" fmla="*/ 50 h 360"/>
                <a:gd name="T78" fmla="*/ 151 w 164"/>
                <a:gd name="T79" fmla="*/ 48 h 360"/>
                <a:gd name="T80" fmla="*/ 138 w 164"/>
                <a:gd name="T81" fmla="*/ 40 h 360"/>
                <a:gd name="T82" fmla="*/ 137 w 164"/>
                <a:gd name="T83" fmla="*/ 24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64" h="360">
                  <a:moveTo>
                    <a:pt x="153" y="18"/>
                  </a:moveTo>
                  <a:cubicBezTo>
                    <a:pt x="155" y="15"/>
                    <a:pt x="155" y="15"/>
                    <a:pt x="155" y="15"/>
                  </a:cubicBezTo>
                  <a:cubicBezTo>
                    <a:pt x="151" y="5"/>
                    <a:pt x="151" y="5"/>
                    <a:pt x="151" y="5"/>
                  </a:cubicBezTo>
                  <a:cubicBezTo>
                    <a:pt x="147" y="0"/>
                    <a:pt x="147" y="0"/>
                    <a:pt x="147" y="0"/>
                  </a:cubicBezTo>
                  <a:cubicBezTo>
                    <a:pt x="142" y="8"/>
                    <a:pt x="142" y="8"/>
                    <a:pt x="142" y="8"/>
                  </a:cubicBezTo>
                  <a:cubicBezTo>
                    <a:pt x="142" y="9"/>
                    <a:pt x="142" y="9"/>
                    <a:pt x="142" y="9"/>
                  </a:cubicBezTo>
                  <a:cubicBezTo>
                    <a:pt x="142" y="9"/>
                    <a:pt x="142" y="9"/>
                    <a:pt x="142" y="9"/>
                  </a:cubicBezTo>
                  <a:cubicBezTo>
                    <a:pt x="142" y="9"/>
                    <a:pt x="142" y="9"/>
                    <a:pt x="142" y="9"/>
                  </a:cubicBezTo>
                  <a:cubicBezTo>
                    <a:pt x="134" y="18"/>
                    <a:pt x="134" y="18"/>
                    <a:pt x="134" y="18"/>
                  </a:cubicBezTo>
                  <a:cubicBezTo>
                    <a:pt x="134" y="18"/>
                    <a:pt x="134" y="18"/>
                    <a:pt x="134" y="18"/>
                  </a:cubicBezTo>
                  <a:cubicBezTo>
                    <a:pt x="133" y="19"/>
                    <a:pt x="133" y="19"/>
                    <a:pt x="133" y="19"/>
                  </a:cubicBezTo>
                  <a:cubicBezTo>
                    <a:pt x="132" y="19"/>
                    <a:pt x="132" y="19"/>
                    <a:pt x="132" y="19"/>
                  </a:cubicBezTo>
                  <a:cubicBezTo>
                    <a:pt x="117" y="23"/>
                    <a:pt x="117" y="23"/>
                    <a:pt x="117" y="23"/>
                  </a:cubicBezTo>
                  <a:cubicBezTo>
                    <a:pt x="116" y="23"/>
                    <a:pt x="116" y="23"/>
                    <a:pt x="116" y="23"/>
                  </a:cubicBezTo>
                  <a:cubicBezTo>
                    <a:pt x="102" y="21"/>
                    <a:pt x="102" y="21"/>
                    <a:pt x="102" y="21"/>
                  </a:cubicBezTo>
                  <a:cubicBezTo>
                    <a:pt x="94" y="23"/>
                    <a:pt x="94" y="23"/>
                    <a:pt x="94" y="23"/>
                  </a:cubicBezTo>
                  <a:cubicBezTo>
                    <a:pt x="93" y="30"/>
                    <a:pt x="93" y="30"/>
                    <a:pt x="93" y="30"/>
                  </a:cubicBezTo>
                  <a:cubicBezTo>
                    <a:pt x="93" y="30"/>
                    <a:pt x="93" y="30"/>
                    <a:pt x="93" y="30"/>
                  </a:cubicBezTo>
                  <a:cubicBezTo>
                    <a:pt x="92" y="31"/>
                    <a:pt x="92" y="31"/>
                    <a:pt x="92" y="31"/>
                  </a:cubicBezTo>
                  <a:cubicBezTo>
                    <a:pt x="85" y="35"/>
                    <a:pt x="85" y="35"/>
                    <a:pt x="85" y="35"/>
                  </a:cubicBezTo>
                  <a:cubicBezTo>
                    <a:pt x="84" y="36"/>
                    <a:pt x="84" y="36"/>
                    <a:pt x="84" y="36"/>
                  </a:cubicBezTo>
                  <a:cubicBezTo>
                    <a:pt x="83" y="36"/>
                    <a:pt x="83" y="36"/>
                    <a:pt x="83" y="36"/>
                  </a:cubicBezTo>
                  <a:cubicBezTo>
                    <a:pt x="71" y="34"/>
                    <a:pt x="71" y="34"/>
                    <a:pt x="71" y="34"/>
                  </a:cubicBezTo>
                  <a:cubicBezTo>
                    <a:pt x="70" y="36"/>
                    <a:pt x="70" y="36"/>
                    <a:pt x="70" y="36"/>
                  </a:cubicBezTo>
                  <a:cubicBezTo>
                    <a:pt x="70" y="48"/>
                    <a:pt x="70" y="48"/>
                    <a:pt x="70" y="48"/>
                  </a:cubicBezTo>
                  <a:cubicBezTo>
                    <a:pt x="70" y="48"/>
                    <a:pt x="70" y="48"/>
                    <a:pt x="70" y="48"/>
                  </a:cubicBezTo>
                  <a:cubicBezTo>
                    <a:pt x="63" y="57"/>
                    <a:pt x="63" y="57"/>
                    <a:pt x="63" y="57"/>
                  </a:cubicBezTo>
                  <a:cubicBezTo>
                    <a:pt x="63" y="57"/>
                    <a:pt x="63" y="57"/>
                    <a:pt x="63" y="57"/>
                  </a:cubicBezTo>
                  <a:cubicBezTo>
                    <a:pt x="63" y="58"/>
                    <a:pt x="63" y="58"/>
                    <a:pt x="63" y="58"/>
                  </a:cubicBezTo>
                  <a:cubicBezTo>
                    <a:pt x="62" y="58"/>
                    <a:pt x="62" y="58"/>
                    <a:pt x="62" y="58"/>
                  </a:cubicBezTo>
                  <a:cubicBezTo>
                    <a:pt x="51" y="69"/>
                    <a:pt x="51" y="69"/>
                    <a:pt x="51" y="69"/>
                  </a:cubicBezTo>
                  <a:cubicBezTo>
                    <a:pt x="50" y="69"/>
                    <a:pt x="50" y="69"/>
                    <a:pt x="50" y="69"/>
                  </a:cubicBezTo>
                  <a:cubicBezTo>
                    <a:pt x="50" y="70"/>
                    <a:pt x="50" y="70"/>
                    <a:pt x="50" y="70"/>
                  </a:cubicBezTo>
                  <a:cubicBezTo>
                    <a:pt x="37" y="72"/>
                    <a:pt x="37" y="72"/>
                    <a:pt x="37" y="72"/>
                  </a:cubicBezTo>
                  <a:cubicBezTo>
                    <a:pt x="29" y="81"/>
                    <a:pt x="29" y="81"/>
                    <a:pt x="29" y="81"/>
                  </a:cubicBezTo>
                  <a:cubicBezTo>
                    <a:pt x="31" y="91"/>
                    <a:pt x="31" y="91"/>
                    <a:pt x="31" y="91"/>
                  </a:cubicBezTo>
                  <a:cubicBezTo>
                    <a:pt x="31" y="93"/>
                    <a:pt x="31" y="93"/>
                    <a:pt x="31" y="93"/>
                  </a:cubicBezTo>
                  <a:cubicBezTo>
                    <a:pt x="29" y="94"/>
                    <a:pt x="29" y="94"/>
                    <a:pt x="29" y="94"/>
                  </a:cubicBezTo>
                  <a:cubicBezTo>
                    <a:pt x="20" y="102"/>
                    <a:pt x="20" y="102"/>
                    <a:pt x="20" y="102"/>
                  </a:cubicBezTo>
                  <a:cubicBezTo>
                    <a:pt x="16" y="109"/>
                    <a:pt x="16" y="109"/>
                    <a:pt x="16" y="109"/>
                  </a:cubicBezTo>
                  <a:cubicBezTo>
                    <a:pt x="19" y="116"/>
                    <a:pt x="19" y="116"/>
                    <a:pt x="19" y="116"/>
                  </a:cubicBezTo>
                  <a:cubicBezTo>
                    <a:pt x="19" y="117"/>
                    <a:pt x="19" y="117"/>
                    <a:pt x="19" y="117"/>
                  </a:cubicBezTo>
                  <a:cubicBezTo>
                    <a:pt x="19" y="118"/>
                    <a:pt x="19" y="118"/>
                    <a:pt x="19" y="118"/>
                  </a:cubicBezTo>
                  <a:cubicBezTo>
                    <a:pt x="19" y="129"/>
                    <a:pt x="19" y="129"/>
                    <a:pt x="19" y="129"/>
                  </a:cubicBezTo>
                  <a:cubicBezTo>
                    <a:pt x="19" y="129"/>
                    <a:pt x="19" y="129"/>
                    <a:pt x="19" y="129"/>
                  </a:cubicBezTo>
                  <a:cubicBezTo>
                    <a:pt x="19" y="130"/>
                    <a:pt x="19" y="130"/>
                    <a:pt x="19" y="130"/>
                  </a:cubicBezTo>
                  <a:cubicBezTo>
                    <a:pt x="12" y="139"/>
                    <a:pt x="12" y="139"/>
                    <a:pt x="12" y="139"/>
                  </a:cubicBezTo>
                  <a:cubicBezTo>
                    <a:pt x="12" y="140"/>
                    <a:pt x="12" y="140"/>
                    <a:pt x="12" y="140"/>
                  </a:cubicBezTo>
                  <a:cubicBezTo>
                    <a:pt x="3" y="150"/>
                    <a:pt x="3" y="150"/>
                    <a:pt x="3" y="150"/>
                  </a:cubicBezTo>
                  <a:cubicBezTo>
                    <a:pt x="5" y="163"/>
                    <a:pt x="5" y="163"/>
                    <a:pt x="5" y="163"/>
                  </a:cubicBezTo>
                  <a:cubicBezTo>
                    <a:pt x="12" y="170"/>
                    <a:pt x="12" y="170"/>
                    <a:pt x="12" y="170"/>
                  </a:cubicBezTo>
                  <a:cubicBezTo>
                    <a:pt x="12" y="170"/>
                    <a:pt x="12" y="170"/>
                    <a:pt x="12" y="170"/>
                  </a:cubicBezTo>
                  <a:cubicBezTo>
                    <a:pt x="12" y="170"/>
                    <a:pt x="12" y="170"/>
                    <a:pt x="12" y="170"/>
                  </a:cubicBezTo>
                  <a:cubicBezTo>
                    <a:pt x="16" y="177"/>
                    <a:pt x="18" y="181"/>
                    <a:pt x="18" y="186"/>
                  </a:cubicBezTo>
                  <a:cubicBezTo>
                    <a:pt x="18" y="199"/>
                    <a:pt x="18" y="199"/>
                    <a:pt x="18" y="199"/>
                  </a:cubicBezTo>
                  <a:cubicBezTo>
                    <a:pt x="17" y="199"/>
                    <a:pt x="17" y="199"/>
                    <a:pt x="17" y="199"/>
                  </a:cubicBezTo>
                  <a:cubicBezTo>
                    <a:pt x="17" y="200"/>
                    <a:pt x="17" y="200"/>
                    <a:pt x="17" y="200"/>
                  </a:cubicBezTo>
                  <a:cubicBezTo>
                    <a:pt x="5" y="209"/>
                    <a:pt x="5" y="209"/>
                    <a:pt x="5" y="209"/>
                  </a:cubicBezTo>
                  <a:cubicBezTo>
                    <a:pt x="3" y="227"/>
                    <a:pt x="3" y="227"/>
                    <a:pt x="3" y="227"/>
                  </a:cubicBezTo>
                  <a:cubicBezTo>
                    <a:pt x="5" y="245"/>
                    <a:pt x="5" y="245"/>
                    <a:pt x="5" y="245"/>
                  </a:cubicBezTo>
                  <a:cubicBezTo>
                    <a:pt x="5" y="251"/>
                    <a:pt x="7" y="263"/>
                    <a:pt x="13" y="280"/>
                  </a:cubicBezTo>
                  <a:cubicBezTo>
                    <a:pt x="13" y="280"/>
                    <a:pt x="13" y="280"/>
                    <a:pt x="13" y="280"/>
                  </a:cubicBezTo>
                  <a:cubicBezTo>
                    <a:pt x="13" y="282"/>
                    <a:pt x="13" y="282"/>
                    <a:pt x="13" y="282"/>
                  </a:cubicBezTo>
                  <a:cubicBezTo>
                    <a:pt x="0" y="343"/>
                    <a:pt x="0" y="343"/>
                    <a:pt x="0" y="343"/>
                  </a:cubicBezTo>
                  <a:cubicBezTo>
                    <a:pt x="1" y="356"/>
                    <a:pt x="1" y="356"/>
                    <a:pt x="1" y="356"/>
                  </a:cubicBezTo>
                  <a:cubicBezTo>
                    <a:pt x="10" y="360"/>
                    <a:pt x="10" y="360"/>
                    <a:pt x="10" y="360"/>
                  </a:cubicBezTo>
                  <a:cubicBezTo>
                    <a:pt x="25" y="345"/>
                    <a:pt x="25" y="345"/>
                    <a:pt x="25" y="345"/>
                  </a:cubicBezTo>
                  <a:cubicBezTo>
                    <a:pt x="25" y="345"/>
                    <a:pt x="25" y="345"/>
                    <a:pt x="25" y="345"/>
                  </a:cubicBezTo>
                  <a:cubicBezTo>
                    <a:pt x="25" y="345"/>
                    <a:pt x="25" y="345"/>
                    <a:pt x="25" y="345"/>
                  </a:cubicBezTo>
                  <a:cubicBezTo>
                    <a:pt x="72" y="327"/>
                    <a:pt x="72" y="327"/>
                    <a:pt x="72" y="327"/>
                  </a:cubicBezTo>
                  <a:cubicBezTo>
                    <a:pt x="84" y="316"/>
                    <a:pt x="84" y="316"/>
                    <a:pt x="84" y="316"/>
                  </a:cubicBezTo>
                  <a:cubicBezTo>
                    <a:pt x="85" y="315"/>
                    <a:pt x="85" y="315"/>
                    <a:pt x="85" y="315"/>
                  </a:cubicBezTo>
                  <a:cubicBezTo>
                    <a:pt x="86" y="316"/>
                    <a:pt x="86" y="316"/>
                    <a:pt x="86" y="316"/>
                  </a:cubicBezTo>
                  <a:cubicBezTo>
                    <a:pt x="87" y="316"/>
                    <a:pt x="87" y="316"/>
                    <a:pt x="87" y="316"/>
                  </a:cubicBezTo>
                  <a:cubicBezTo>
                    <a:pt x="114" y="318"/>
                    <a:pt x="114" y="318"/>
                    <a:pt x="114" y="318"/>
                  </a:cubicBezTo>
                  <a:cubicBezTo>
                    <a:pt x="117" y="318"/>
                    <a:pt x="125" y="315"/>
                    <a:pt x="137" y="310"/>
                  </a:cubicBezTo>
                  <a:cubicBezTo>
                    <a:pt x="137" y="297"/>
                    <a:pt x="137" y="297"/>
                    <a:pt x="137" y="297"/>
                  </a:cubicBezTo>
                  <a:cubicBezTo>
                    <a:pt x="138" y="297"/>
                    <a:pt x="138" y="297"/>
                    <a:pt x="138" y="297"/>
                  </a:cubicBezTo>
                  <a:cubicBezTo>
                    <a:pt x="138" y="297"/>
                    <a:pt x="138" y="297"/>
                    <a:pt x="138" y="297"/>
                  </a:cubicBezTo>
                  <a:cubicBezTo>
                    <a:pt x="145" y="290"/>
                    <a:pt x="145" y="290"/>
                    <a:pt x="145" y="290"/>
                  </a:cubicBezTo>
                  <a:cubicBezTo>
                    <a:pt x="144" y="282"/>
                    <a:pt x="144" y="282"/>
                    <a:pt x="144" y="282"/>
                  </a:cubicBezTo>
                  <a:cubicBezTo>
                    <a:pt x="144" y="282"/>
                    <a:pt x="144" y="282"/>
                    <a:pt x="144" y="282"/>
                  </a:cubicBezTo>
                  <a:cubicBezTo>
                    <a:pt x="144" y="281"/>
                    <a:pt x="144" y="281"/>
                    <a:pt x="144" y="281"/>
                  </a:cubicBezTo>
                  <a:cubicBezTo>
                    <a:pt x="144" y="280"/>
                    <a:pt x="144" y="280"/>
                    <a:pt x="144" y="280"/>
                  </a:cubicBezTo>
                  <a:cubicBezTo>
                    <a:pt x="144" y="279"/>
                    <a:pt x="144" y="279"/>
                    <a:pt x="144" y="279"/>
                  </a:cubicBezTo>
                  <a:cubicBezTo>
                    <a:pt x="147" y="277"/>
                    <a:pt x="147" y="274"/>
                    <a:pt x="145" y="272"/>
                  </a:cubicBezTo>
                  <a:cubicBezTo>
                    <a:pt x="143" y="269"/>
                    <a:pt x="144" y="264"/>
                    <a:pt x="147" y="258"/>
                  </a:cubicBezTo>
                  <a:cubicBezTo>
                    <a:pt x="150" y="254"/>
                    <a:pt x="150" y="254"/>
                    <a:pt x="150" y="254"/>
                  </a:cubicBezTo>
                  <a:cubicBezTo>
                    <a:pt x="150" y="254"/>
                    <a:pt x="150" y="254"/>
                    <a:pt x="150" y="254"/>
                  </a:cubicBezTo>
                  <a:cubicBezTo>
                    <a:pt x="149" y="246"/>
                    <a:pt x="149" y="246"/>
                    <a:pt x="149" y="246"/>
                  </a:cubicBezTo>
                  <a:cubicBezTo>
                    <a:pt x="140" y="235"/>
                    <a:pt x="140" y="235"/>
                    <a:pt x="140" y="235"/>
                  </a:cubicBezTo>
                  <a:cubicBezTo>
                    <a:pt x="136" y="232"/>
                    <a:pt x="135" y="227"/>
                    <a:pt x="138" y="223"/>
                  </a:cubicBezTo>
                  <a:cubicBezTo>
                    <a:pt x="139" y="220"/>
                    <a:pt x="141" y="216"/>
                    <a:pt x="144" y="213"/>
                  </a:cubicBezTo>
                  <a:cubicBezTo>
                    <a:pt x="146" y="203"/>
                    <a:pt x="146" y="203"/>
                    <a:pt x="146" y="203"/>
                  </a:cubicBezTo>
                  <a:cubicBezTo>
                    <a:pt x="146" y="203"/>
                    <a:pt x="146" y="203"/>
                    <a:pt x="146" y="203"/>
                  </a:cubicBezTo>
                  <a:cubicBezTo>
                    <a:pt x="146" y="203"/>
                    <a:pt x="146" y="203"/>
                    <a:pt x="146" y="203"/>
                  </a:cubicBezTo>
                  <a:cubicBezTo>
                    <a:pt x="153" y="188"/>
                    <a:pt x="153" y="188"/>
                    <a:pt x="153" y="188"/>
                  </a:cubicBezTo>
                  <a:cubicBezTo>
                    <a:pt x="155" y="181"/>
                    <a:pt x="155" y="181"/>
                    <a:pt x="155" y="181"/>
                  </a:cubicBezTo>
                  <a:cubicBezTo>
                    <a:pt x="164" y="163"/>
                    <a:pt x="164" y="163"/>
                    <a:pt x="164" y="163"/>
                  </a:cubicBezTo>
                  <a:cubicBezTo>
                    <a:pt x="158" y="152"/>
                    <a:pt x="158" y="152"/>
                    <a:pt x="158" y="152"/>
                  </a:cubicBezTo>
                  <a:cubicBezTo>
                    <a:pt x="139" y="140"/>
                    <a:pt x="139" y="140"/>
                    <a:pt x="139" y="140"/>
                  </a:cubicBezTo>
                  <a:cubicBezTo>
                    <a:pt x="138" y="140"/>
                    <a:pt x="138" y="140"/>
                    <a:pt x="138" y="140"/>
                  </a:cubicBezTo>
                  <a:cubicBezTo>
                    <a:pt x="138" y="139"/>
                    <a:pt x="138" y="139"/>
                    <a:pt x="138" y="139"/>
                  </a:cubicBezTo>
                  <a:cubicBezTo>
                    <a:pt x="138" y="139"/>
                    <a:pt x="138" y="139"/>
                    <a:pt x="138" y="139"/>
                  </a:cubicBezTo>
                  <a:cubicBezTo>
                    <a:pt x="134" y="129"/>
                    <a:pt x="134" y="129"/>
                    <a:pt x="134" y="129"/>
                  </a:cubicBezTo>
                  <a:cubicBezTo>
                    <a:pt x="134" y="129"/>
                    <a:pt x="134" y="129"/>
                    <a:pt x="134" y="129"/>
                  </a:cubicBezTo>
                  <a:cubicBezTo>
                    <a:pt x="134" y="127"/>
                    <a:pt x="134" y="127"/>
                    <a:pt x="134" y="127"/>
                  </a:cubicBezTo>
                  <a:cubicBezTo>
                    <a:pt x="136" y="111"/>
                    <a:pt x="136" y="111"/>
                    <a:pt x="136" y="111"/>
                  </a:cubicBezTo>
                  <a:cubicBezTo>
                    <a:pt x="136" y="111"/>
                    <a:pt x="136" y="111"/>
                    <a:pt x="136" y="111"/>
                  </a:cubicBezTo>
                  <a:cubicBezTo>
                    <a:pt x="136" y="110"/>
                    <a:pt x="136" y="110"/>
                    <a:pt x="136" y="110"/>
                  </a:cubicBezTo>
                  <a:cubicBezTo>
                    <a:pt x="140" y="98"/>
                    <a:pt x="140" y="98"/>
                    <a:pt x="140" y="98"/>
                  </a:cubicBezTo>
                  <a:cubicBezTo>
                    <a:pt x="139" y="94"/>
                    <a:pt x="140" y="91"/>
                    <a:pt x="142" y="88"/>
                  </a:cubicBezTo>
                  <a:cubicBezTo>
                    <a:pt x="143" y="87"/>
                    <a:pt x="145" y="86"/>
                    <a:pt x="147" y="86"/>
                  </a:cubicBezTo>
                  <a:cubicBezTo>
                    <a:pt x="158" y="84"/>
                    <a:pt x="158" y="84"/>
                    <a:pt x="158" y="84"/>
                  </a:cubicBezTo>
                  <a:cubicBezTo>
                    <a:pt x="161" y="78"/>
                    <a:pt x="161" y="78"/>
                    <a:pt x="161" y="78"/>
                  </a:cubicBezTo>
                  <a:cubicBezTo>
                    <a:pt x="164" y="58"/>
                    <a:pt x="164" y="58"/>
                    <a:pt x="164" y="58"/>
                  </a:cubicBezTo>
                  <a:cubicBezTo>
                    <a:pt x="162" y="50"/>
                    <a:pt x="162" y="50"/>
                    <a:pt x="162" y="50"/>
                  </a:cubicBezTo>
                  <a:cubicBezTo>
                    <a:pt x="152" y="48"/>
                    <a:pt x="152" y="48"/>
                    <a:pt x="152" y="48"/>
                  </a:cubicBezTo>
                  <a:cubicBezTo>
                    <a:pt x="151" y="48"/>
                    <a:pt x="151" y="48"/>
                    <a:pt x="151" y="48"/>
                  </a:cubicBezTo>
                  <a:cubicBezTo>
                    <a:pt x="151" y="48"/>
                    <a:pt x="151" y="48"/>
                    <a:pt x="151" y="48"/>
                  </a:cubicBezTo>
                  <a:cubicBezTo>
                    <a:pt x="139" y="42"/>
                    <a:pt x="139" y="42"/>
                    <a:pt x="139" y="42"/>
                  </a:cubicBezTo>
                  <a:cubicBezTo>
                    <a:pt x="138" y="41"/>
                    <a:pt x="138" y="41"/>
                    <a:pt x="138" y="41"/>
                  </a:cubicBezTo>
                  <a:cubicBezTo>
                    <a:pt x="138" y="40"/>
                    <a:pt x="138" y="40"/>
                    <a:pt x="138" y="40"/>
                  </a:cubicBezTo>
                  <a:cubicBezTo>
                    <a:pt x="138" y="39"/>
                    <a:pt x="138" y="39"/>
                    <a:pt x="138" y="39"/>
                  </a:cubicBezTo>
                  <a:cubicBezTo>
                    <a:pt x="137" y="25"/>
                    <a:pt x="137" y="25"/>
                    <a:pt x="137" y="25"/>
                  </a:cubicBezTo>
                  <a:cubicBezTo>
                    <a:pt x="137" y="24"/>
                    <a:pt x="137" y="24"/>
                    <a:pt x="137" y="24"/>
                  </a:cubicBezTo>
                  <a:cubicBezTo>
                    <a:pt x="137" y="22"/>
                    <a:pt x="137" y="22"/>
                    <a:pt x="137" y="22"/>
                  </a:cubicBezTo>
                  <a:lnTo>
                    <a:pt x="153" y="18"/>
                  </a:lnTo>
                  <a:close/>
                </a:path>
              </a:pathLst>
            </a:custGeom>
            <a:grpFill/>
            <a:ln>
              <a:noFill/>
            </a:ln>
          </p:spPr>
          <p:txBody>
            <a:bodyPr vert="horz" wrap="square" lIns="91440" tIns="45720" rIns="91440" bIns="45720" numCol="1" anchor="t" anchorCtr="0" compatLnSpc="1"/>
            <a:lstStyle/>
            <a:p>
              <a:endParaRPr lang="zh-CN" altLang="en-US"/>
            </a:p>
          </p:txBody>
        </p:sp>
        <p:sp>
          <p:nvSpPr>
            <p:cNvPr id="62" name="Freeform 24"/>
            <p:cNvSpPr/>
            <p:nvPr/>
          </p:nvSpPr>
          <p:spPr bwMode="auto">
            <a:xfrm>
              <a:off x="3397441" y="3994722"/>
              <a:ext cx="666750" cy="530225"/>
            </a:xfrm>
            <a:custGeom>
              <a:avLst/>
              <a:gdLst>
                <a:gd name="T0" fmla="*/ 371 w 385"/>
                <a:gd name="T1" fmla="*/ 99 h 306"/>
                <a:gd name="T2" fmla="*/ 385 w 385"/>
                <a:gd name="T3" fmla="*/ 96 h 306"/>
                <a:gd name="T4" fmla="*/ 357 w 385"/>
                <a:gd name="T5" fmla="*/ 68 h 306"/>
                <a:gd name="T6" fmla="*/ 339 w 385"/>
                <a:gd name="T7" fmla="*/ 34 h 306"/>
                <a:gd name="T8" fmla="*/ 306 w 385"/>
                <a:gd name="T9" fmla="*/ 42 h 306"/>
                <a:gd name="T10" fmla="*/ 304 w 385"/>
                <a:gd name="T11" fmla="*/ 45 h 306"/>
                <a:gd name="T12" fmla="*/ 277 w 385"/>
                <a:gd name="T13" fmla="*/ 39 h 306"/>
                <a:gd name="T14" fmla="*/ 228 w 385"/>
                <a:gd name="T15" fmla="*/ 61 h 306"/>
                <a:gd name="T16" fmla="*/ 228 w 385"/>
                <a:gd name="T17" fmla="*/ 29 h 306"/>
                <a:gd name="T18" fmla="*/ 226 w 385"/>
                <a:gd name="T19" fmla="*/ 16 h 306"/>
                <a:gd name="T20" fmla="*/ 210 w 385"/>
                <a:gd name="T21" fmla="*/ 15 h 306"/>
                <a:gd name="T22" fmla="*/ 192 w 385"/>
                <a:gd name="T23" fmla="*/ 14 h 306"/>
                <a:gd name="T24" fmla="*/ 166 w 385"/>
                <a:gd name="T25" fmla="*/ 2 h 306"/>
                <a:gd name="T26" fmla="*/ 159 w 385"/>
                <a:gd name="T27" fmla="*/ 38 h 306"/>
                <a:gd name="T28" fmla="*/ 125 w 385"/>
                <a:gd name="T29" fmla="*/ 28 h 306"/>
                <a:gd name="T30" fmla="*/ 118 w 385"/>
                <a:gd name="T31" fmla="*/ 25 h 306"/>
                <a:gd name="T32" fmla="*/ 108 w 385"/>
                <a:gd name="T33" fmla="*/ 51 h 306"/>
                <a:gd name="T34" fmla="*/ 113 w 385"/>
                <a:gd name="T35" fmla="*/ 72 h 306"/>
                <a:gd name="T36" fmla="*/ 102 w 385"/>
                <a:gd name="T37" fmla="*/ 93 h 306"/>
                <a:gd name="T38" fmla="*/ 79 w 385"/>
                <a:gd name="T39" fmla="*/ 156 h 306"/>
                <a:gd name="T40" fmla="*/ 44 w 385"/>
                <a:gd name="T41" fmla="*/ 179 h 306"/>
                <a:gd name="T42" fmla="*/ 48 w 385"/>
                <a:gd name="T43" fmla="*/ 190 h 306"/>
                <a:gd name="T44" fmla="*/ 28 w 385"/>
                <a:gd name="T45" fmla="*/ 217 h 306"/>
                <a:gd name="T46" fmla="*/ 8 w 385"/>
                <a:gd name="T47" fmla="*/ 223 h 306"/>
                <a:gd name="T48" fmla="*/ 3 w 385"/>
                <a:gd name="T49" fmla="*/ 279 h 306"/>
                <a:gd name="T50" fmla="*/ 11 w 385"/>
                <a:gd name="T51" fmla="*/ 298 h 306"/>
                <a:gd name="T52" fmla="*/ 31 w 385"/>
                <a:gd name="T53" fmla="*/ 305 h 306"/>
                <a:gd name="T54" fmla="*/ 33 w 385"/>
                <a:gd name="T55" fmla="*/ 303 h 306"/>
                <a:gd name="T56" fmla="*/ 27 w 385"/>
                <a:gd name="T57" fmla="*/ 284 h 306"/>
                <a:gd name="T58" fmla="*/ 18 w 385"/>
                <a:gd name="T59" fmla="*/ 276 h 306"/>
                <a:gd name="T60" fmla="*/ 28 w 385"/>
                <a:gd name="T61" fmla="*/ 264 h 306"/>
                <a:gd name="T62" fmla="*/ 48 w 385"/>
                <a:gd name="T63" fmla="*/ 247 h 306"/>
                <a:gd name="T64" fmla="*/ 97 w 385"/>
                <a:gd name="T65" fmla="*/ 215 h 306"/>
                <a:gd name="T66" fmla="*/ 107 w 385"/>
                <a:gd name="T67" fmla="*/ 221 h 306"/>
                <a:gd name="T68" fmla="*/ 113 w 385"/>
                <a:gd name="T69" fmla="*/ 215 h 306"/>
                <a:gd name="T70" fmla="*/ 146 w 385"/>
                <a:gd name="T71" fmla="*/ 208 h 306"/>
                <a:gd name="T72" fmla="*/ 148 w 385"/>
                <a:gd name="T73" fmla="*/ 207 h 306"/>
                <a:gd name="T74" fmla="*/ 180 w 385"/>
                <a:gd name="T75" fmla="*/ 195 h 306"/>
                <a:gd name="T76" fmla="*/ 187 w 385"/>
                <a:gd name="T77" fmla="*/ 146 h 306"/>
                <a:gd name="T78" fmla="*/ 198 w 385"/>
                <a:gd name="T79" fmla="*/ 144 h 306"/>
                <a:gd name="T80" fmla="*/ 200 w 385"/>
                <a:gd name="T81" fmla="*/ 145 h 306"/>
                <a:gd name="T82" fmla="*/ 241 w 385"/>
                <a:gd name="T83" fmla="*/ 171 h 306"/>
                <a:gd name="T84" fmla="*/ 236 w 385"/>
                <a:gd name="T85" fmla="*/ 157 h 306"/>
                <a:gd name="T86" fmla="*/ 252 w 385"/>
                <a:gd name="T87" fmla="*/ 151 h 306"/>
                <a:gd name="T88" fmla="*/ 262 w 385"/>
                <a:gd name="T89" fmla="*/ 145 h 306"/>
                <a:gd name="T90" fmla="*/ 292 w 385"/>
                <a:gd name="T91" fmla="*/ 154 h 306"/>
                <a:gd name="T92" fmla="*/ 312 w 385"/>
                <a:gd name="T93" fmla="*/ 141 h 306"/>
                <a:gd name="T94" fmla="*/ 314 w 385"/>
                <a:gd name="T95" fmla="*/ 143 h 306"/>
                <a:gd name="T96" fmla="*/ 361 w 385"/>
                <a:gd name="T97" fmla="*/ 10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85" h="306">
                  <a:moveTo>
                    <a:pt x="361" y="105"/>
                  </a:moveTo>
                  <a:cubicBezTo>
                    <a:pt x="366" y="105"/>
                    <a:pt x="370" y="102"/>
                    <a:pt x="371" y="99"/>
                  </a:cubicBezTo>
                  <a:cubicBezTo>
                    <a:pt x="371" y="99"/>
                    <a:pt x="371" y="99"/>
                    <a:pt x="371" y="99"/>
                  </a:cubicBezTo>
                  <a:cubicBezTo>
                    <a:pt x="371" y="97"/>
                    <a:pt x="371" y="97"/>
                    <a:pt x="371" y="97"/>
                  </a:cubicBezTo>
                  <a:cubicBezTo>
                    <a:pt x="374" y="97"/>
                    <a:pt x="374" y="97"/>
                    <a:pt x="374" y="97"/>
                  </a:cubicBezTo>
                  <a:cubicBezTo>
                    <a:pt x="385" y="96"/>
                    <a:pt x="385" y="96"/>
                    <a:pt x="385" y="96"/>
                  </a:cubicBezTo>
                  <a:cubicBezTo>
                    <a:pt x="385" y="88"/>
                    <a:pt x="385" y="88"/>
                    <a:pt x="385" y="88"/>
                  </a:cubicBezTo>
                  <a:cubicBezTo>
                    <a:pt x="382" y="88"/>
                    <a:pt x="379" y="87"/>
                    <a:pt x="376" y="85"/>
                  </a:cubicBezTo>
                  <a:cubicBezTo>
                    <a:pt x="357" y="68"/>
                    <a:pt x="357" y="68"/>
                    <a:pt x="357" y="68"/>
                  </a:cubicBezTo>
                  <a:cubicBezTo>
                    <a:pt x="357" y="68"/>
                    <a:pt x="357" y="68"/>
                    <a:pt x="357" y="68"/>
                  </a:cubicBezTo>
                  <a:cubicBezTo>
                    <a:pt x="349" y="45"/>
                    <a:pt x="349" y="45"/>
                    <a:pt x="349" y="45"/>
                  </a:cubicBezTo>
                  <a:cubicBezTo>
                    <a:pt x="339" y="34"/>
                    <a:pt x="339" y="34"/>
                    <a:pt x="339" y="34"/>
                  </a:cubicBezTo>
                  <a:cubicBezTo>
                    <a:pt x="325" y="33"/>
                    <a:pt x="315" y="33"/>
                    <a:pt x="308" y="34"/>
                  </a:cubicBezTo>
                  <a:cubicBezTo>
                    <a:pt x="305" y="34"/>
                    <a:pt x="305" y="34"/>
                    <a:pt x="305" y="34"/>
                  </a:cubicBezTo>
                  <a:cubicBezTo>
                    <a:pt x="306" y="42"/>
                    <a:pt x="306" y="42"/>
                    <a:pt x="306" y="42"/>
                  </a:cubicBezTo>
                  <a:cubicBezTo>
                    <a:pt x="306" y="43"/>
                    <a:pt x="306" y="43"/>
                    <a:pt x="306" y="43"/>
                  </a:cubicBezTo>
                  <a:cubicBezTo>
                    <a:pt x="306" y="45"/>
                    <a:pt x="306" y="45"/>
                    <a:pt x="306" y="45"/>
                  </a:cubicBezTo>
                  <a:cubicBezTo>
                    <a:pt x="304" y="45"/>
                    <a:pt x="304" y="45"/>
                    <a:pt x="304" y="45"/>
                  </a:cubicBezTo>
                  <a:cubicBezTo>
                    <a:pt x="294" y="49"/>
                    <a:pt x="294" y="49"/>
                    <a:pt x="294" y="49"/>
                  </a:cubicBezTo>
                  <a:cubicBezTo>
                    <a:pt x="292" y="48"/>
                    <a:pt x="292" y="48"/>
                    <a:pt x="292" y="48"/>
                  </a:cubicBezTo>
                  <a:cubicBezTo>
                    <a:pt x="285" y="40"/>
                    <a:pt x="280" y="37"/>
                    <a:pt x="277" y="39"/>
                  </a:cubicBezTo>
                  <a:cubicBezTo>
                    <a:pt x="255" y="49"/>
                    <a:pt x="243" y="54"/>
                    <a:pt x="240" y="51"/>
                  </a:cubicBezTo>
                  <a:cubicBezTo>
                    <a:pt x="237" y="52"/>
                    <a:pt x="234" y="54"/>
                    <a:pt x="230" y="59"/>
                  </a:cubicBezTo>
                  <a:cubicBezTo>
                    <a:pt x="228" y="61"/>
                    <a:pt x="228" y="61"/>
                    <a:pt x="228" y="61"/>
                  </a:cubicBezTo>
                  <a:cubicBezTo>
                    <a:pt x="226" y="59"/>
                    <a:pt x="226" y="59"/>
                    <a:pt x="226" y="59"/>
                  </a:cubicBezTo>
                  <a:cubicBezTo>
                    <a:pt x="220" y="53"/>
                    <a:pt x="217" y="48"/>
                    <a:pt x="217" y="45"/>
                  </a:cubicBezTo>
                  <a:cubicBezTo>
                    <a:pt x="217" y="42"/>
                    <a:pt x="221" y="37"/>
                    <a:pt x="228" y="29"/>
                  </a:cubicBezTo>
                  <a:cubicBezTo>
                    <a:pt x="237" y="20"/>
                    <a:pt x="241" y="14"/>
                    <a:pt x="241" y="13"/>
                  </a:cubicBezTo>
                  <a:cubicBezTo>
                    <a:pt x="239" y="10"/>
                    <a:pt x="239" y="10"/>
                    <a:pt x="239" y="10"/>
                  </a:cubicBezTo>
                  <a:cubicBezTo>
                    <a:pt x="237" y="9"/>
                    <a:pt x="232" y="11"/>
                    <a:pt x="226" y="16"/>
                  </a:cubicBezTo>
                  <a:cubicBezTo>
                    <a:pt x="220" y="20"/>
                    <a:pt x="216" y="22"/>
                    <a:pt x="214" y="22"/>
                  </a:cubicBezTo>
                  <a:cubicBezTo>
                    <a:pt x="212" y="22"/>
                    <a:pt x="211" y="20"/>
                    <a:pt x="210" y="17"/>
                  </a:cubicBezTo>
                  <a:cubicBezTo>
                    <a:pt x="210" y="15"/>
                    <a:pt x="210" y="15"/>
                    <a:pt x="210" y="15"/>
                  </a:cubicBezTo>
                  <a:cubicBezTo>
                    <a:pt x="204" y="6"/>
                    <a:pt x="204" y="6"/>
                    <a:pt x="204" y="6"/>
                  </a:cubicBezTo>
                  <a:cubicBezTo>
                    <a:pt x="193" y="13"/>
                    <a:pt x="193" y="13"/>
                    <a:pt x="193" y="13"/>
                  </a:cubicBezTo>
                  <a:cubicBezTo>
                    <a:pt x="192" y="14"/>
                    <a:pt x="192" y="14"/>
                    <a:pt x="192" y="14"/>
                  </a:cubicBezTo>
                  <a:cubicBezTo>
                    <a:pt x="191" y="13"/>
                    <a:pt x="191" y="13"/>
                    <a:pt x="191" y="13"/>
                  </a:cubicBezTo>
                  <a:cubicBezTo>
                    <a:pt x="190" y="13"/>
                    <a:pt x="190" y="13"/>
                    <a:pt x="190" y="13"/>
                  </a:cubicBezTo>
                  <a:cubicBezTo>
                    <a:pt x="182" y="8"/>
                    <a:pt x="174" y="5"/>
                    <a:pt x="166" y="2"/>
                  </a:cubicBezTo>
                  <a:cubicBezTo>
                    <a:pt x="161" y="0"/>
                    <a:pt x="155" y="3"/>
                    <a:pt x="150" y="9"/>
                  </a:cubicBezTo>
                  <a:cubicBezTo>
                    <a:pt x="155" y="18"/>
                    <a:pt x="155" y="18"/>
                    <a:pt x="155" y="18"/>
                  </a:cubicBezTo>
                  <a:cubicBezTo>
                    <a:pt x="159" y="28"/>
                    <a:pt x="161" y="34"/>
                    <a:pt x="159" y="38"/>
                  </a:cubicBezTo>
                  <a:cubicBezTo>
                    <a:pt x="158" y="40"/>
                    <a:pt x="156" y="42"/>
                    <a:pt x="154" y="42"/>
                  </a:cubicBezTo>
                  <a:cubicBezTo>
                    <a:pt x="150" y="43"/>
                    <a:pt x="145" y="42"/>
                    <a:pt x="138" y="36"/>
                  </a:cubicBezTo>
                  <a:cubicBezTo>
                    <a:pt x="133" y="32"/>
                    <a:pt x="129" y="29"/>
                    <a:pt x="125" y="28"/>
                  </a:cubicBezTo>
                  <a:cubicBezTo>
                    <a:pt x="118" y="25"/>
                    <a:pt x="118" y="25"/>
                    <a:pt x="118" y="25"/>
                  </a:cubicBezTo>
                  <a:cubicBezTo>
                    <a:pt x="118" y="25"/>
                    <a:pt x="118" y="25"/>
                    <a:pt x="118" y="25"/>
                  </a:cubicBezTo>
                  <a:cubicBezTo>
                    <a:pt x="118" y="25"/>
                    <a:pt x="118" y="25"/>
                    <a:pt x="118" y="25"/>
                  </a:cubicBezTo>
                  <a:cubicBezTo>
                    <a:pt x="118" y="26"/>
                    <a:pt x="118" y="26"/>
                    <a:pt x="118" y="26"/>
                  </a:cubicBezTo>
                  <a:cubicBezTo>
                    <a:pt x="118" y="40"/>
                    <a:pt x="118" y="40"/>
                    <a:pt x="118" y="40"/>
                  </a:cubicBezTo>
                  <a:cubicBezTo>
                    <a:pt x="108" y="51"/>
                    <a:pt x="108" y="51"/>
                    <a:pt x="108" y="51"/>
                  </a:cubicBezTo>
                  <a:cubicBezTo>
                    <a:pt x="108" y="61"/>
                    <a:pt x="108" y="61"/>
                    <a:pt x="108" y="61"/>
                  </a:cubicBezTo>
                  <a:cubicBezTo>
                    <a:pt x="113" y="72"/>
                    <a:pt x="113" y="72"/>
                    <a:pt x="113" y="72"/>
                  </a:cubicBezTo>
                  <a:cubicBezTo>
                    <a:pt x="113" y="72"/>
                    <a:pt x="113" y="72"/>
                    <a:pt x="113" y="72"/>
                  </a:cubicBezTo>
                  <a:cubicBezTo>
                    <a:pt x="107" y="83"/>
                    <a:pt x="107" y="83"/>
                    <a:pt x="107" y="83"/>
                  </a:cubicBezTo>
                  <a:cubicBezTo>
                    <a:pt x="102" y="93"/>
                    <a:pt x="102" y="93"/>
                    <a:pt x="102" y="93"/>
                  </a:cubicBezTo>
                  <a:cubicBezTo>
                    <a:pt x="102" y="93"/>
                    <a:pt x="102" y="93"/>
                    <a:pt x="102" y="93"/>
                  </a:cubicBezTo>
                  <a:cubicBezTo>
                    <a:pt x="93" y="102"/>
                    <a:pt x="93" y="102"/>
                    <a:pt x="93" y="102"/>
                  </a:cubicBezTo>
                  <a:cubicBezTo>
                    <a:pt x="78" y="137"/>
                    <a:pt x="78" y="137"/>
                    <a:pt x="78" y="137"/>
                  </a:cubicBezTo>
                  <a:cubicBezTo>
                    <a:pt x="79" y="156"/>
                    <a:pt x="79" y="156"/>
                    <a:pt x="79" y="156"/>
                  </a:cubicBezTo>
                  <a:cubicBezTo>
                    <a:pt x="78" y="156"/>
                    <a:pt x="78" y="156"/>
                    <a:pt x="78" y="156"/>
                  </a:cubicBezTo>
                  <a:cubicBezTo>
                    <a:pt x="45" y="175"/>
                    <a:pt x="45" y="175"/>
                    <a:pt x="45" y="175"/>
                  </a:cubicBezTo>
                  <a:cubicBezTo>
                    <a:pt x="44" y="179"/>
                    <a:pt x="44" y="179"/>
                    <a:pt x="44" y="179"/>
                  </a:cubicBezTo>
                  <a:cubicBezTo>
                    <a:pt x="48" y="188"/>
                    <a:pt x="48" y="188"/>
                    <a:pt x="48" y="188"/>
                  </a:cubicBezTo>
                  <a:cubicBezTo>
                    <a:pt x="48" y="189"/>
                    <a:pt x="48" y="189"/>
                    <a:pt x="48" y="189"/>
                  </a:cubicBezTo>
                  <a:cubicBezTo>
                    <a:pt x="48" y="190"/>
                    <a:pt x="48" y="190"/>
                    <a:pt x="48" y="190"/>
                  </a:cubicBezTo>
                  <a:cubicBezTo>
                    <a:pt x="45" y="202"/>
                    <a:pt x="45" y="202"/>
                    <a:pt x="45" y="202"/>
                  </a:cubicBezTo>
                  <a:cubicBezTo>
                    <a:pt x="31" y="201"/>
                    <a:pt x="31" y="201"/>
                    <a:pt x="31" y="201"/>
                  </a:cubicBezTo>
                  <a:cubicBezTo>
                    <a:pt x="28" y="217"/>
                    <a:pt x="28" y="217"/>
                    <a:pt x="28" y="217"/>
                  </a:cubicBezTo>
                  <a:cubicBezTo>
                    <a:pt x="11" y="217"/>
                    <a:pt x="11" y="217"/>
                    <a:pt x="11" y="217"/>
                  </a:cubicBezTo>
                  <a:cubicBezTo>
                    <a:pt x="8" y="223"/>
                    <a:pt x="8" y="223"/>
                    <a:pt x="8" y="223"/>
                  </a:cubicBezTo>
                  <a:cubicBezTo>
                    <a:pt x="8" y="223"/>
                    <a:pt x="8" y="223"/>
                    <a:pt x="8" y="223"/>
                  </a:cubicBezTo>
                  <a:cubicBezTo>
                    <a:pt x="3" y="233"/>
                    <a:pt x="3" y="233"/>
                    <a:pt x="3" y="233"/>
                  </a:cubicBezTo>
                  <a:cubicBezTo>
                    <a:pt x="0" y="272"/>
                    <a:pt x="0" y="272"/>
                    <a:pt x="0" y="272"/>
                  </a:cubicBezTo>
                  <a:cubicBezTo>
                    <a:pt x="3" y="279"/>
                    <a:pt x="3" y="279"/>
                    <a:pt x="3" y="279"/>
                  </a:cubicBezTo>
                  <a:cubicBezTo>
                    <a:pt x="4" y="281"/>
                    <a:pt x="4" y="281"/>
                    <a:pt x="4" y="281"/>
                  </a:cubicBezTo>
                  <a:cubicBezTo>
                    <a:pt x="4" y="289"/>
                    <a:pt x="4" y="289"/>
                    <a:pt x="4" y="289"/>
                  </a:cubicBezTo>
                  <a:cubicBezTo>
                    <a:pt x="11" y="298"/>
                    <a:pt x="11" y="298"/>
                    <a:pt x="11" y="298"/>
                  </a:cubicBezTo>
                  <a:cubicBezTo>
                    <a:pt x="12" y="299"/>
                    <a:pt x="12" y="299"/>
                    <a:pt x="12" y="299"/>
                  </a:cubicBezTo>
                  <a:cubicBezTo>
                    <a:pt x="12" y="306"/>
                    <a:pt x="12" y="306"/>
                    <a:pt x="12" y="306"/>
                  </a:cubicBezTo>
                  <a:cubicBezTo>
                    <a:pt x="31" y="305"/>
                    <a:pt x="31" y="305"/>
                    <a:pt x="31" y="305"/>
                  </a:cubicBezTo>
                  <a:cubicBezTo>
                    <a:pt x="33" y="303"/>
                    <a:pt x="33" y="303"/>
                    <a:pt x="33" y="303"/>
                  </a:cubicBezTo>
                  <a:cubicBezTo>
                    <a:pt x="33" y="303"/>
                    <a:pt x="33" y="303"/>
                    <a:pt x="33" y="303"/>
                  </a:cubicBezTo>
                  <a:cubicBezTo>
                    <a:pt x="33" y="303"/>
                    <a:pt x="33" y="303"/>
                    <a:pt x="33" y="303"/>
                  </a:cubicBezTo>
                  <a:cubicBezTo>
                    <a:pt x="33" y="302"/>
                    <a:pt x="33" y="302"/>
                    <a:pt x="33" y="302"/>
                  </a:cubicBezTo>
                  <a:cubicBezTo>
                    <a:pt x="39" y="295"/>
                    <a:pt x="39" y="295"/>
                    <a:pt x="39" y="295"/>
                  </a:cubicBezTo>
                  <a:cubicBezTo>
                    <a:pt x="27" y="284"/>
                    <a:pt x="27" y="284"/>
                    <a:pt x="27" y="284"/>
                  </a:cubicBezTo>
                  <a:cubicBezTo>
                    <a:pt x="25" y="283"/>
                    <a:pt x="25" y="283"/>
                    <a:pt x="25" y="283"/>
                  </a:cubicBezTo>
                  <a:cubicBezTo>
                    <a:pt x="19" y="277"/>
                    <a:pt x="19" y="277"/>
                    <a:pt x="19" y="277"/>
                  </a:cubicBezTo>
                  <a:cubicBezTo>
                    <a:pt x="18" y="276"/>
                    <a:pt x="18" y="276"/>
                    <a:pt x="18" y="276"/>
                  </a:cubicBezTo>
                  <a:cubicBezTo>
                    <a:pt x="17" y="276"/>
                    <a:pt x="17" y="276"/>
                    <a:pt x="17" y="276"/>
                  </a:cubicBezTo>
                  <a:cubicBezTo>
                    <a:pt x="17" y="264"/>
                    <a:pt x="17" y="264"/>
                    <a:pt x="17" y="264"/>
                  </a:cubicBezTo>
                  <a:cubicBezTo>
                    <a:pt x="28" y="264"/>
                    <a:pt x="28" y="264"/>
                    <a:pt x="28" y="264"/>
                  </a:cubicBezTo>
                  <a:cubicBezTo>
                    <a:pt x="29" y="259"/>
                    <a:pt x="29" y="259"/>
                    <a:pt x="29" y="259"/>
                  </a:cubicBezTo>
                  <a:cubicBezTo>
                    <a:pt x="25" y="247"/>
                    <a:pt x="25" y="247"/>
                    <a:pt x="25" y="247"/>
                  </a:cubicBezTo>
                  <a:cubicBezTo>
                    <a:pt x="48" y="247"/>
                    <a:pt x="48" y="247"/>
                    <a:pt x="48" y="247"/>
                  </a:cubicBezTo>
                  <a:cubicBezTo>
                    <a:pt x="90" y="227"/>
                    <a:pt x="90" y="227"/>
                    <a:pt x="90" y="227"/>
                  </a:cubicBezTo>
                  <a:cubicBezTo>
                    <a:pt x="96" y="218"/>
                    <a:pt x="96" y="218"/>
                    <a:pt x="96" y="218"/>
                  </a:cubicBezTo>
                  <a:cubicBezTo>
                    <a:pt x="97" y="215"/>
                    <a:pt x="97" y="215"/>
                    <a:pt x="97" y="215"/>
                  </a:cubicBezTo>
                  <a:cubicBezTo>
                    <a:pt x="105" y="219"/>
                    <a:pt x="105" y="219"/>
                    <a:pt x="105" y="219"/>
                  </a:cubicBezTo>
                  <a:cubicBezTo>
                    <a:pt x="106" y="219"/>
                    <a:pt x="106" y="219"/>
                    <a:pt x="106" y="219"/>
                  </a:cubicBezTo>
                  <a:cubicBezTo>
                    <a:pt x="107" y="221"/>
                    <a:pt x="107" y="221"/>
                    <a:pt x="107" y="221"/>
                  </a:cubicBezTo>
                  <a:cubicBezTo>
                    <a:pt x="110" y="225"/>
                    <a:pt x="110" y="225"/>
                    <a:pt x="110" y="225"/>
                  </a:cubicBezTo>
                  <a:cubicBezTo>
                    <a:pt x="115" y="224"/>
                    <a:pt x="115" y="224"/>
                    <a:pt x="115" y="224"/>
                  </a:cubicBezTo>
                  <a:cubicBezTo>
                    <a:pt x="113" y="215"/>
                    <a:pt x="113" y="215"/>
                    <a:pt x="113" y="215"/>
                  </a:cubicBezTo>
                  <a:cubicBezTo>
                    <a:pt x="127" y="215"/>
                    <a:pt x="127" y="215"/>
                    <a:pt x="127" y="215"/>
                  </a:cubicBezTo>
                  <a:cubicBezTo>
                    <a:pt x="141" y="218"/>
                    <a:pt x="141" y="218"/>
                    <a:pt x="141" y="218"/>
                  </a:cubicBezTo>
                  <a:cubicBezTo>
                    <a:pt x="146" y="208"/>
                    <a:pt x="146" y="208"/>
                    <a:pt x="146" y="208"/>
                  </a:cubicBezTo>
                  <a:cubicBezTo>
                    <a:pt x="147" y="208"/>
                    <a:pt x="147" y="208"/>
                    <a:pt x="147" y="208"/>
                  </a:cubicBezTo>
                  <a:cubicBezTo>
                    <a:pt x="147" y="207"/>
                    <a:pt x="147" y="207"/>
                    <a:pt x="147" y="207"/>
                  </a:cubicBezTo>
                  <a:cubicBezTo>
                    <a:pt x="148" y="207"/>
                    <a:pt x="148" y="207"/>
                    <a:pt x="148" y="207"/>
                  </a:cubicBezTo>
                  <a:cubicBezTo>
                    <a:pt x="163" y="202"/>
                    <a:pt x="163" y="202"/>
                    <a:pt x="163" y="202"/>
                  </a:cubicBezTo>
                  <a:cubicBezTo>
                    <a:pt x="165" y="181"/>
                    <a:pt x="165" y="181"/>
                    <a:pt x="165" y="181"/>
                  </a:cubicBezTo>
                  <a:cubicBezTo>
                    <a:pt x="180" y="195"/>
                    <a:pt x="180" y="195"/>
                    <a:pt x="180" y="195"/>
                  </a:cubicBezTo>
                  <a:cubicBezTo>
                    <a:pt x="186" y="196"/>
                    <a:pt x="186" y="196"/>
                    <a:pt x="186" y="196"/>
                  </a:cubicBezTo>
                  <a:cubicBezTo>
                    <a:pt x="189" y="192"/>
                    <a:pt x="189" y="192"/>
                    <a:pt x="189" y="192"/>
                  </a:cubicBezTo>
                  <a:cubicBezTo>
                    <a:pt x="187" y="146"/>
                    <a:pt x="187" y="146"/>
                    <a:pt x="187" y="146"/>
                  </a:cubicBezTo>
                  <a:cubicBezTo>
                    <a:pt x="187" y="145"/>
                    <a:pt x="187" y="145"/>
                    <a:pt x="187" y="145"/>
                  </a:cubicBezTo>
                  <a:cubicBezTo>
                    <a:pt x="187" y="142"/>
                    <a:pt x="187" y="142"/>
                    <a:pt x="187" y="142"/>
                  </a:cubicBezTo>
                  <a:cubicBezTo>
                    <a:pt x="198" y="144"/>
                    <a:pt x="198" y="144"/>
                    <a:pt x="198" y="144"/>
                  </a:cubicBezTo>
                  <a:cubicBezTo>
                    <a:pt x="198" y="144"/>
                    <a:pt x="198" y="144"/>
                    <a:pt x="198" y="144"/>
                  </a:cubicBezTo>
                  <a:cubicBezTo>
                    <a:pt x="200" y="145"/>
                    <a:pt x="200" y="145"/>
                    <a:pt x="200" y="145"/>
                  </a:cubicBezTo>
                  <a:cubicBezTo>
                    <a:pt x="200" y="145"/>
                    <a:pt x="200" y="145"/>
                    <a:pt x="200" y="145"/>
                  </a:cubicBezTo>
                  <a:cubicBezTo>
                    <a:pt x="217" y="175"/>
                    <a:pt x="217" y="175"/>
                    <a:pt x="217" y="175"/>
                  </a:cubicBezTo>
                  <a:cubicBezTo>
                    <a:pt x="237" y="173"/>
                    <a:pt x="237" y="173"/>
                    <a:pt x="237" y="173"/>
                  </a:cubicBezTo>
                  <a:cubicBezTo>
                    <a:pt x="241" y="171"/>
                    <a:pt x="241" y="171"/>
                    <a:pt x="241" y="171"/>
                  </a:cubicBezTo>
                  <a:cubicBezTo>
                    <a:pt x="244" y="164"/>
                    <a:pt x="244" y="164"/>
                    <a:pt x="244" y="164"/>
                  </a:cubicBezTo>
                  <a:cubicBezTo>
                    <a:pt x="238" y="159"/>
                    <a:pt x="238" y="159"/>
                    <a:pt x="238" y="159"/>
                  </a:cubicBezTo>
                  <a:cubicBezTo>
                    <a:pt x="236" y="157"/>
                    <a:pt x="236" y="157"/>
                    <a:pt x="236" y="157"/>
                  </a:cubicBezTo>
                  <a:cubicBezTo>
                    <a:pt x="250" y="152"/>
                    <a:pt x="250" y="152"/>
                    <a:pt x="250" y="152"/>
                  </a:cubicBezTo>
                  <a:cubicBezTo>
                    <a:pt x="251" y="151"/>
                    <a:pt x="251" y="151"/>
                    <a:pt x="251" y="151"/>
                  </a:cubicBezTo>
                  <a:cubicBezTo>
                    <a:pt x="252" y="151"/>
                    <a:pt x="252" y="151"/>
                    <a:pt x="252" y="151"/>
                  </a:cubicBezTo>
                  <a:cubicBezTo>
                    <a:pt x="257" y="157"/>
                    <a:pt x="257" y="157"/>
                    <a:pt x="257" y="157"/>
                  </a:cubicBezTo>
                  <a:cubicBezTo>
                    <a:pt x="262" y="154"/>
                    <a:pt x="262" y="154"/>
                    <a:pt x="262" y="154"/>
                  </a:cubicBezTo>
                  <a:cubicBezTo>
                    <a:pt x="262" y="145"/>
                    <a:pt x="262" y="145"/>
                    <a:pt x="262" y="145"/>
                  </a:cubicBezTo>
                  <a:cubicBezTo>
                    <a:pt x="265" y="145"/>
                    <a:pt x="265" y="145"/>
                    <a:pt x="265" y="145"/>
                  </a:cubicBezTo>
                  <a:cubicBezTo>
                    <a:pt x="275" y="145"/>
                    <a:pt x="275" y="145"/>
                    <a:pt x="275" y="145"/>
                  </a:cubicBezTo>
                  <a:cubicBezTo>
                    <a:pt x="283" y="145"/>
                    <a:pt x="288" y="149"/>
                    <a:pt x="292" y="154"/>
                  </a:cubicBezTo>
                  <a:cubicBezTo>
                    <a:pt x="294" y="157"/>
                    <a:pt x="294" y="157"/>
                    <a:pt x="294" y="157"/>
                  </a:cubicBezTo>
                  <a:cubicBezTo>
                    <a:pt x="298" y="142"/>
                    <a:pt x="298" y="142"/>
                    <a:pt x="298" y="142"/>
                  </a:cubicBezTo>
                  <a:cubicBezTo>
                    <a:pt x="300" y="139"/>
                    <a:pt x="305" y="138"/>
                    <a:pt x="312" y="141"/>
                  </a:cubicBezTo>
                  <a:cubicBezTo>
                    <a:pt x="314" y="142"/>
                    <a:pt x="314" y="142"/>
                    <a:pt x="314" y="142"/>
                  </a:cubicBezTo>
                  <a:cubicBezTo>
                    <a:pt x="314" y="142"/>
                    <a:pt x="314" y="142"/>
                    <a:pt x="314" y="142"/>
                  </a:cubicBezTo>
                  <a:cubicBezTo>
                    <a:pt x="314" y="143"/>
                    <a:pt x="314" y="143"/>
                    <a:pt x="314" y="143"/>
                  </a:cubicBezTo>
                  <a:cubicBezTo>
                    <a:pt x="315" y="144"/>
                    <a:pt x="316" y="144"/>
                    <a:pt x="317" y="144"/>
                  </a:cubicBezTo>
                  <a:cubicBezTo>
                    <a:pt x="320" y="143"/>
                    <a:pt x="331" y="136"/>
                    <a:pt x="348" y="122"/>
                  </a:cubicBezTo>
                  <a:cubicBezTo>
                    <a:pt x="348" y="113"/>
                    <a:pt x="353" y="108"/>
                    <a:pt x="361" y="105"/>
                  </a:cubicBezTo>
                  <a:close/>
                </a:path>
              </a:pathLst>
            </a:custGeom>
            <a:grpFill/>
            <a:ln>
              <a:noFill/>
            </a:ln>
          </p:spPr>
          <p:txBody>
            <a:bodyPr vert="horz" wrap="square" lIns="91440" tIns="45720" rIns="91440" bIns="45720" numCol="1" anchor="t" anchorCtr="0" compatLnSpc="1"/>
            <a:lstStyle/>
            <a:p>
              <a:endParaRPr lang="zh-CN" altLang="en-US"/>
            </a:p>
          </p:txBody>
        </p:sp>
        <p:sp>
          <p:nvSpPr>
            <p:cNvPr id="63" name="Freeform 25"/>
            <p:cNvSpPr/>
            <p:nvPr/>
          </p:nvSpPr>
          <p:spPr bwMode="auto">
            <a:xfrm>
              <a:off x="3711766" y="3539109"/>
              <a:ext cx="400050" cy="544513"/>
            </a:xfrm>
            <a:custGeom>
              <a:avLst/>
              <a:gdLst>
                <a:gd name="T0" fmla="*/ 182 w 232"/>
                <a:gd name="T1" fmla="*/ 12 h 314"/>
                <a:gd name="T2" fmla="*/ 161 w 232"/>
                <a:gd name="T3" fmla="*/ 4 h 314"/>
                <a:gd name="T4" fmla="*/ 134 w 232"/>
                <a:gd name="T5" fmla="*/ 24 h 314"/>
                <a:gd name="T6" fmla="*/ 117 w 232"/>
                <a:gd name="T7" fmla="*/ 16 h 314"/>
                <a:gd name="T8" fmla="*/ 116 w 232"/>
                <a:gd name="T9" fmla="*/ 17 h 314"/>
                <a:gd name="T10" fmla="*/ 82 w 232"/>
                <a:gd name="T11" fmla="*/ 25 h 314"/>
                <a:gd name="T12" fmla="*/ 65 w 232"/>
                <a:gd name="T13" fmla="*/ 27 h 314"/>
                <a:gd name="T14" fmla="*/ 52 w 232"/>
                <a:gd name="T15" fmla="*/ 40 h 314"/>
                <a:gd name="T16" fmla="*/ 31 w 232"/>
                <a:gd name="T17" fmla="*/ 42 h 314"/>
                <a:gd name="T18" fmla="*/ 17 w 232"/>
                <a:gd name="T19" fmla="*/ 67 h 314"/>
                <a:gd name="T20" fmla="*/ 17 w 232"/>
                <a:gd name="T21" fmla="*/ 70 h 314"/>
                <a:gd name="T22" fmla="*/ 26 w 232"/>
                <a:gd name="T23" fmla="*/ 104 h 314"/>
                <a:gd name="T24" fmla="*/ 27 w 232"/>
                <a:gd name="T25" fmla="*/ 108 h 314"/>
                <a:gd name="T26" fmla="*/ 25 w 232"/>
                <a:gd name="T27" fmla="*/ 109 h 314"/>
                <a:gd name="T28" fmla="*/ 0 w 232"/>
                <a:gd name="T29" fmla="*/ 142 h 314"/>
                <a:gd name="T30" fmla="*/ 11 w 232"/>
                <a:gd name="T31" fmla="*/ 149 h 314"/>
                <a:gd name="T32" fmla="*/ 20 w 232"/>
                <a:gd name="T33" fmla="*/ 198 h 314"/>
                <a:gd name="T34" fmla="*/ 32 w 232"/>
                <a:gd name="T35" fmla="*/ 217 h 314"/>
                <a:gd name="T36" fmla="*/ 33 w 232"/>
                <a:gd name="T37" fmla="*/ 230 h 314"/>
                <a:gd name="T38" fmla="*/ 34 w 232"/>
                <a:gd name="T39" fmla="*/ 274 h 314"/>
                <a:gd name="T40" fmla="*/ 40 w 232"/>
                <a:gd name="T41" fmla="*/ 274 h 314"/>
                <a:gd name="T42" fmla="*/ 67 w 232"/>
                <a:gd name="T43" fmla="*/ 274 h 314"/>
                <a:gd name="T44" fmla="*/ 43 w 232"/>
                <a:gd name="T45" fmla="*/ 308 h 314"/>
                <a:gd name="T46" fmla="*/ 61 w 232"/>
                <a:gd name="T47" fmla="*/ 308 h 314"/>
                <a:gd name="T48" fmla="*/ 114 w 232"/>
                <a:gd name="T49" fmla="*/ 305 h 314"/>
                <a:gd name="T50" fmla="*/ 117 w 232"/>
                <a:gd name="T51" fmla="*/ 295 h 314"/>
                <a:gd name="T52" fmla="*/ 117 w 232"/>
                <a:gd name="T53" fmla="*/ 289 h 314"/>
                <a:gd name="T54" fmla="*/ 114 w 232"/>
                <a:gd name="T55" fmla="*/ 271 h 314"/>
                <a:gd name="T56" fmla="*/ 127 w 232"/>
                <a:gd name="T57" fmla="*/ 262 h 314"/>
                <a:gd name="T58" fmla="*/ 124 w 232"/>
                <a:gd name="T59" fmla="*/ 254 h 314"/>
                <a:gd name="T60" fmla="*/ 124 w 232"/>
                <a:gd name="T61" fmla="*/ 254 h 314"/>
                <a:gd name="T62" fmla="*/ 130 w 232"/>
                <a:gd name="T63" fmla="*/ 234 h 314"/>
                <a:gd name="T64" fmla="*/ 136 w 232"/>
                <a:gd name="T65" fmla="*/ 226 h 314"/>
                <a:gd name="T66" fmla="*/ 142 w 232"/>
                <a:gd name="T67" fmla="*/ 221 h 314"/>
                <a:gd name="T68" fmla="*/ 153 w 232"/>
                <a:gd name="T69" fmla="*/ 196 h 314"/>
                <a:gd name="T70" fmla="*/ 157 w 232"/>
                <a:gd name="T71" fmla="*/ 193 h 314"/>
                <a:gd name="T72" fmla="*/ 151 w 232"/>
                <a:gd name="T73" fmla="*/ 168 h 314"/>
                <a:gd name="T74" fmla="*/ 170 w 232"/>
                <a:gd name="T75" fmla="*/ 151 h 314"/>
                <a:gd name="T76" fmla="*/ 168 w 232"/>
                <a:gd name="T77" fmla="*/ 129 h 314"/>
                <a:gd name="T78" fmla="*/ 190 w 232"/>
                <a:gd name="T79" fmla="*/ 102 h 314"/>
                <a:gd name="T80" fmla="*/ 199 w 232"/>
                <a:gd name="T81" fmla="*/ 107 h 314"/>
                <a:gd name="T82" fmla="*/ 216 w 232"/>
                <a:gd name="T83" fmla="*/ 97 h 314"/>
                <a:gd name="T84" fmla="*/ 216 w 232"/>
                <a:gd name="T85" fmla="*/ 97 h 314"/>
                <a:gd name="T86" fmla="*/ 226 w 232"/>
                <a:gd name="T87" fmla="*/ 90 h 314"/>
                <a:gd name="T88" fmla="*/ 225 w 232"/>
                <a:gd name="T89" fmla="*/ 80 h 314"/>
                <a:gd name="T90" fmla="*/ 229 w 232"/>
                <a:gd name="T91" fmla="*/ 78 h 314"/>
                <a:gd name="T92" fmla="*/ 232 w 232"/>
                <a:gd name="T93" fmla="*/ 73 h 314"/>
                <a:gd name="T94" fmla="*/ 211 w 232"/>
                <a:gd name="T95" fmla="*/ 39 h 314"/>
                <a:gd name="T96" fmla="*/ 202 w 232"/>
                <a:gd name="T97" fmla="*/ 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 h="314">
                  <a:moveTo>
                    <a:pt x="182" y="13"/>
                  </a:moveTo>
                  <a:cubicBezTo>
                    <a:pt x="182" y="12"/>
                    <a:pt x="182" y="12"/>
                    <a:pt x="182" y="12"/>
                  </a:cubicBezTo>
                  <a:cubicBezTo>
                    <a:pt x="168" y="0"/>
                    <a:pt x="168" y="0"/>
                    <a:pt x="168" y="0"/>
                  </a:cubicBezTo>
                  <a:cubicBezTo>
                    <a:pt x="161" y="4"/>
                    <a:pt x="161" y="4"/>
                    <a:pt x="161" y="4"/>
                  </a:cubicBezTo>
                  <a:cubicBezTo>
                    <a:pt x="156" y="15"/>
                    <a:pt x="150" y="22"/>
                    <a:pt x="141" y="25"/>
                  </a:cubicBezTo>
                  <a:cubicBezTo>
                    <a:pt x="139" y="26"/>
                    <a:pt x="136" y="25"/>
                    <a:pt x="134" y="24"/>
                  </a:cubicBezTo>
                  <a:cubicBezTo>
                    <a:pt x="131" y="20"/>
                    <a:pt x="133" y="14"/>
                    <a:pt x="137" y="3"/>
                  </a:cubicBezTo>
                  <a:cubicBezTo>
                    <a:pt x="117" y="16"/>
                    <a:pt x="117" y="16"/>
                    <a:pt x="117" y="16"/>
                  </a:cubicBezTo>
                  <a:cubicBezTo>
                    <a:pt x="116" y="17"/>
                    <a:pt x="116" y="17"/>
                    <a:pt x="116" y="17"/>
                  </a:cubicBezTo>
                  <a:cubicBezTo>
                    <a:pt x="116" y="17"/>
                    <a:pt x="116" y="17"/>
                    <a:pt x="116" y="17"/>
                  </a:cubicBezTo>
                  <a:cubicBezTo>
                    <a:pt x="98" y="17"/>
                    <a:pt x="98" y="17"/>
                    <a:pt x="98" y="17"/>
                  </a:cubicBezTo>
                  <a:cubicBezTo>
                    <a:pt x="82" y="25"/>
                    <a:pt x="82" y="25"/>
                    <a:pt x="82" y="25"/>
                  </a:cubicBezTo>
                  <a:cubicBezTo>
                    <a:pt x="82" y="27"/>
                    <a:pt x="82" y="27"/>
                    <a:pt x="82" y="27"/>
                  </a:cubicBezTo>
                  <a:cubicBezTo>
                    <a:pt x="65" y="27"/>
                    <a:pt x="65" y="27"/>
                    <a:pt x="65" y="27"/>
                  </a:cubicBezTo>
                  <a:cubicBezTo>
                    <a:pt x="56" y="32"/>
                    <a:pt x="56" y="32"/>
                    <a:pt x="56" y="32"/>
                  </a:cubicBezTo>
                  <a:cubicBezTo>
                    <a:pt x="52" y="40"/>
                    <a:pt x="52" y="40"/>
                    <a:pt x="52" y="40"/>
                  </a:cubicBezTo>
                  <a:cubicBezTo>
                    <a:pt x="51" y="42"/>
                    <a:pt x="51" y="42"/>
                    <a:pt x="51" y="42"/>
                  </a:cubicBezTo>
                  <a:cubicBezTo>
                    <a:pt x="31" y="42"/>
                    <a:pt x="31" y="42"/>
                    <a:pt x="31" y="42"/>
                  </a:cubicBezTo>
                  <a:cubicBezTo>
                    <a:pt x="27" y="42"/>
                    <a:pt x="19" y="48"/>
                    <a:pt x="6" y="61"/>
                  </a:cubicBezTo>
                  <a:cubicBezTo>
                    <a:pt x="12" y="63"/>
                    <a:pt x="16" y="65"/>
                    <a:pt x="17" y="67"/>
                  </a:cubicBezTo>
                  <a:cubicBezTo>
                    <a:pt x="17" y="71"/>
                    <a:pt x="17" y="71"/>
                    <a:pt x="17" y="71"/>
                  </a:cubicBezTo>
                  <a:cubicBezTo>
                    <a:pt x="17" y="70"/>
                    <a:pt x="17" y="70"/>
                    <a:pt x="17" y="70"/>
                  </a:cubicBezTo>
                  <a:cubicBezTo>
                    <a:pt x="26" y="104"/>
                    <a:pt x="26" y="104"/>
                    <a:pt x="26" y="104"/>
                  </a:cubicBezTo>
                  <a:cubicBezTo>
                    <a:pt x="26" y="104"/>
                    <a:pt x="26" y="104"/>
                    <a:pt x="26" y="104"/>
                  </a:cubicBezTo>
                  <a:cubicBezTo>
                    <a:pt x="27" y="106"/>
                    <a:pt x="27" y="106"/>
                    <a:pt x="27" y="106"/>
                  </a:cubicBezTo>
                  <a:cubicBezTo>
                    <a:pt x="27" y="108"/>
                    <a:pt x="27" y="108"/>
                    <a:pt x="27" y="108"/>
                  </a:cubicBezTo>
                  <a:cubicBezTo>
                    <a:pt x="26" y="108"/>
                    <a:pt x="26" y="108"/>
                    <a:pt x="26" y="108"/>
                  </a:cubicBezTo>
                  <a:cubicBezTo>
                    <a:pt x="25" y="109"/>
                    <a:pt x="25" y="109"/>
                    <a:pt x="25" y="109"/>
                  </a:cubicBezTo>
                  <a:cubicBezTo>
                    <a:pt x="25" y="109"/>
                    <a:pt x="25" y="109"/>
                    <a:pt x="25" y="109"/>
                  </a:cubicBezTo>
                  <a:cubicBezTo>
                    <a:pt x="0" y="142"/>
                    <a:pt x="0" y="142"/>
                    <a:pt x="0" y="142"/>
                  </a:cubicBezTo>
                  <a:cubicBezTo>
                    <a:pt x="2" y="151"/>
                    <a:pt x="2" y="151"/>
                    <a:pt x="2" y="151"/>
                  </a:cubicBezTo>
                  <a:cubicBezTo>
                    <a:pt x="5" y="148"/>
                    <a:pt x="8" y="147"/>
                    <a:pt x="11" y="149"/>
                  </a:cubicBezTo>
                  <a:cubicBezTo>
                    <a:pt x="14" y="150"/>
                    <a:pt x="15" y="155"/>
                    <a:pt x="14" y="162"/>
                  </a:cubicBezTo>
                  <a:cubicBezTo>
                    <a:pt x="12" y="173"/>
                    <a:pt x="14" y="186"/>
                    <a:pt x="20" y="198"/>
                  </a:cubicBezTo>
                  <a:cubicBezTo>
                    <a:pt x="28" y="207"/>
                    <a:pt x="28" y="207"/>
                    <a:pt x="28" y="207"/>
                  </a:cubicBezTo>
                  <a:cubicBezTo>
                    <a:pt x="31" y="210"/>
                    <a:pt x="33" y="213"/>
                    <a:pt x="32" y="217"/>
                  </a:cubicBezTo>
                  <a:cubicBezTo>
                    <a:pt x="28" y="223"/>
                    <a:pt x="28" y="223"/>
                    <a:pt x="28" y="223"/>
                  </a:cubicBezTo>
                  <a:cubicBezTo>
                    <a:pt x="33" y="230"/>
                    <a:pt x="33" y="230"/>
                    <a:pt x="33" y="230"/>
                  </a:cubicBezTo>
                  <a:cubicBezTo>
                    <a:pt x="36" y="236"/>
                    <a:pt x="34" y="246"/>
                    <a:pt x="26" y="261"/>
                  </a:cubicBezTo>
                  <a:cubicBezTo>
                    <a:pt x="34" y="274"/>
                    <a:pt x="34" y="274"/>
                    <a:pt x="34" y="274"/>
                  </a:cubicBezTo>
                  <a:cubicBezTo>
                    <a:pt x="36" y="277"/>
                    <a:pt x="36" y="277"/>
                    <a:pt x="36" y="277"/>
                  </a:cubicBezTo>
                  <a:cubicBezTo>
                    <a:pt x="40" y="274"/>
                    <a:pt x="40" y="274"/>
                    <a:pt x="40" y="274"/>
                  </a:cubicBezTo>
                  <a:cubicBezTo>
                    <a:pt x="48" y="267"/>
                    <a:pt x="55" y="265"/>
                    <a:pt x="60" y="267"/>
                  </a:cubicBezTo>
                  <a:cubicBezTo>
                    <a:pt x="64" y="268"/>
                    <a:pt x="66" y="271"/>
                    <a:pt x="67" y="274"/>
                  </a:cubicBezTo>
                  <a:cubicBezTo>
                    <a:pt x="67" y="278"/>
                    <a:pt x="62" y="286"/>
                    <a:pt x="51" y="297"/>
                  </a:cubicBezTo>
                  <a:cubicBezTo>
                    <a:pt x="43" y="308"/>
                    <a:pt x="43" y="308"/>
                    <a:pt x="43" y="308"/>
                  </a:cubicBezTo>
                  <a:cubicBezTo>
                    <a:pt x="47" y="314"/>
                    <a:pt x="47" y="314"/>
                    <a:pt x="47" y="314"/>
                  </a:cubicBezTo>
                  <a:cubicBezTo>
                    <a:pt x="53" y="309"/>
                    <a:pt x="58" y="307"/>
                    <a:pt x="61" y="308"/>
                  </a:cubicBezTo>
                  <a:cubicBezTo>
                    <a:pt x="65" y="308"/>
                    <a:pt x="75" y="305"/>
                    <a:pt x="93" y="295"/>
                  </a:cubicBezTo>
                  <a:cubicBezTo>
                    <a:pt x="98" y="292"/>
                    <a:pt x="105" y="295"/>
                    <a:pt x="114" y="305"/>
                  </a:cubicBezTo>
                  <a:cubicBezTo>
                    <a:pt x="118" y="303"/>
                    <a:pt x="118" y="303"/>
                    <a:pt x="118" y="303"/>
                  </a:cubicBezTo>
                  <a:cubicBezTo>
                    <a:pt x="117" y="295"/>
                    <a:pt x="117" y="295"/>
                    <a:pt x="117" y="295"/>
                  </a:cubicBezTo>
                  <a:cubicBezTo>
                    <a:pt x="116" y="294"/>
                    <a:pt x="116" y="294"/>
                    <a:pt x="116" y="294"/>
                  </a:cubicBezTo>
                  <a:cubicBezTo>
                    <a:pt x="114" y="292"/>
                    <a:pt x="116" y="291"/>
                    <a:pt x="117" y="289"/>
                  </a:cubicBezTo>
                  <a:cubicBezTo>
                    <a:pt x="114" y="277"/>
                    <a:pt x="114" y="277"/>
                    <a:pt x="114" y="277"/>
                  </a:cubicBezTo>
                  <a:cubicBezTo>
                    <a:pt x="114" y="275"/>
                    <a:pt x="114" y="273"/>
                    <a:pt x="114" y="271"/>
                  </a:cubicBezTo>
                  <a:cubicBezTo>
                    <a:pt x="116" y="269"/>
                    <a:pt x="119" y="268"/>
                    <a:pt x="121" y="267"/>
                  </a:cubicBezTo>
                  <a:cubicBezTo>
                    <a:pt x="127" y="262"/>
                    <a:pt x="127" y="262"/>
                    <a:pt x="127" y="262"/>
                  </a:cubicBezTo>
                  <a:cubicBezTo>
                    <a:pt x="124" y="255"/>
                    <a:pt x="124" y="255"/>
                    <a:pt x="124" y="255"/>
                  </a:cubicBezTo>
                  <a:cubicBezTo>
                    <a:pt x="124" y="254"/>
                    <a:pt x="124" y="254"/>
                    <a:pt x="124" y="254"/>
                  </a:cubicBezTo>
                  <a:cubicBezTo>
                    <a:pt x="124" y="254"/>
                    <a:pt x="124" y="254"/>
                    <a:pt x="124" y="254"/>
                  </a:cubicBezTo>
                  <a:cubicBezTo>
                    <a:pt x="124" y="254"/>
                    <a:pt x="124" y="254"/>
                    <a:pt x="124" y="254"/>
                  </a:cubicBezTo>
                  <a:cubicBezTo>
                    <a:pt x="127" y="250"/>
                    <a:pt x="127" y="247"/>
                    <a:pt x="126" y="245"/>
                  </a:cubicBezTo>
                  <a:cubicBezTo>
                    <a:pt x="124" y="241"/>
                    <a:pt x="125" y="238"/>
                    <a:pt x="130" y="234"/>
                  </a:cubicBezTo>
                  <a:cubicBezTo>
                    <a:pt x="137" y="227"/>
                    <a:pt x="137" y="227"/>
                    <a:pt x="137" y="227"/>
                  </a:cubicBezTo>
                  <a:cubicBezTo>
                    <a:pt x="136" y="226"/>
                    <a:pt x="136" y="226"/>
                    <a:pt x="136" y="226"/>
                  </a:cubicBezTo>
                  <a:cubicBezTo>
                    <a:pt x="134" y="224"/>
                    <a:pt x="134" y="224"/>
                    <a:pt x="134" y="224"/>
                  </a:cubicBezTo>
                  <a:cubicBezTo>
                    <a:pt x="142" y="221"/>
                    <a:pt x="142" y="221"/>
                    <a:pt x="142" y="221"/>
                  </a:cubicBezTo>
                  <a:cubicBezTo>
                    <a:pt x="142" y="211"/>
                    <a:pt x="142" y="211"/>
                    <a:pt x="142" y="211"/>
                  </a:cubicBezTo>
                  <a:cubicBezTo>
                    <a:pt x="142" y="207"/>
                    <a:pt x="145" y="203"/>
                    <a:pt x="153" y="196"/>
                  </a:cubicBezTo>
                  <a:cubicBezTo>
                    <a:pt x="157" y="193"/>
                    <a:pt x="157" y="193"/>
                    <a:pt x="157" y="193"/>
                  </a:cubicBezTo>
                  <a:cubicBezTo>
                    <a:pt x="157" y="193"/>
                    <a:pt x="157" y="193"/>
                    <a:pt x="157" y="193"/>
                  </a:cubicBezTo>
                  <a:cubicBezTo>
                    <a:pt x="148" y="183"/>
                    <a:pt x="148" y="183"/>
                    <a:pt x="148" y="183"/>
                  </a:cubicBezTo>
                  <a:cubicBezTo>
                    <a:pt x="145" y="179"/>
                    <a:pt x="146" y="173"/>
                    <a:pt x="151" y="168"/>
                  </a:cubicBezTo>
                  <a:cubicBezTo>
                    <a:pt x="151" y="167"/>
                    <a:pt x="151" y="167"/>
                    <a:pt x="151" y="167"/>
                  </a:cubicBezTo>
                  <a:cubicBezTo>
                    <a:pt x="170" y="151"/>
                    <a:pt x="170" y="151"/>
                    <a:pt x="170" y="151"/>
                  </a:cubicBezTo>
                  <a:cubicBezTo>
                    <a:pt x="171" y="147"/>
                    <a:pt x="171" y="147"/>
                    <a:pt x="171" y="147"/>
                  </a:cubicBezTo>
                  <a:cubicBezTo>
                    <a:pt x="167" y="145"/>
                    <a:pt x="166" y="139"/>
                    <a:pt x="168" y="129"/>
                  </a:cubicBezTo>
                  <a:cubicBezTo>
                    <a:pt x="170" y="112"/>
                    <a:pt x="178" y="104"/>
                    <a:pt x="190" y="102"/>
                  </a:cubicBezTo>
                  <a:cubicBezTo>
                    <a:pt x="190" y="102"/>
                    <a:pt x="190" y="102"/>
                    <a:pt x="190" y="102"/>
                  </a:cubicBezTo>
                  <a:cubicBezTo>
                    <a:pt x="192" y="102"/>
                    <a:pt x="192" y="102"/>
                    <a:pt x="192" y="102"/>
                  </a:cubicBezTo>
                  <a:cubicBezTo>
                    <a:pt x="199" y="107"/>
                    <a:pt x="199" y="107"/>
                    <a:pt x="199" y="107"/>
                  </a:cubicBezTo>
                  <a:cubicBezTo>
                    <a:pt x="208" y="107"/>
                    <a:pt x="208" y="107"/>
                    <a:pt x="208" y="107"/>
                  </a:cubicBezTo>
                  <a:cubicBezTo>
                    <a:pt x="216" y="97"/>
                    <a:pt x="216" y="97"/>
                    <a:pt x="216" y="97"/>
                  </a:cubicBezTo>
                  <a:cubicBezTo>
                    <a:pt x="216" y="97"/>
                    <a:pt x="216" y="97"/>
                    <a:pt x="216" y="97"/>
                  </a:cubicBezTo>
                  <a:cubicBezTo>
                    <a:pt x="216" y="97"/>
                    <a:pt x="216" y="97"/>
                    <a:pt x="216" y="97"/>
                  </a:cubicBezTo>
                  <a:cubicBezTo>
                    <a:pt x="216" y="96"/>
                    <a:pt x="216" y="96"/>
                    <a:pt x="216" y="96"/>
                  </a:cubicBezTo>
                  <a:cubicBezTo>
                    <a:pt x="226" y="90"/>
                    <a:pt x="226" y="90"/>
                    <a:pt x="226" y="90"/>
                  </a:cubicBezTo>
                  <a:cubicBezTo>
                    <a:pt x="225" y="82"/>
                    <a:pt x="225" y="82"/>
                    <a:pt x="225" y="82"/>
                  </a:cubicBezTo>
                  <a:cubicBezTo>
                    <a:pt x="225" y="80"/>
                    <a:pt x="225" y="80"/>
                    <a:pt x="225" y="80"/>
                  </a:cubicBezTo>
                  <a:cubicBezTo>
                    <a:pt x="226" y="79"/>
                    <a:pt x="226" y="79"/>
                    <a:pt x="226" y="79"/>
                  </a:cubicBezTo>
                  <a:cubicBezTo>
                    <a:pt x="229" y="78"/>
                    <a:pt x="229" y="78"/>
                    <a:pt x="229" y="78"/>
                  </a:cubicBezTo>
                  <a:cubicBezTo>
                    <a:pt x="232" y="74"/>
                    <a:pt x="232" y="74"/>
                    <a:pt x="232" y="74"/>
                  </a:cubicBezTo>
                  <a:cubicBezTo>
                    <a:pt x="232" y="73"/>
                    <a:pt x="232" y="73"/>
                    <a:pt x="232" y="73"/>
                  </a:cubicBezTo>
                  <a:cubicBezTo>
                    <a:pt x="226" y="63"/>
                    <a:pt x="226" y="63"/>
                    <a:pt x="226" y="63"/>
                  </a:cubicBezTo>
                  <a:cubicBezTo>
                    <a:pt x="220" y="55"/>
                    <a:pt x="215" y="48"/>
                    <a:pt x="211" y="39"/>
                  </a:cubicBezTo>
                  <a:cubicBezTo>
                    <a:pt x="208" y="34"/>
                    <a:pt x="209" y="28"/>
                    <a:pt x="213" y="21"/>
                  </a:cubicBezTo>
                  <a:cubicBezTo>
                    <a:pt x="202" y="14"/>
                    <a:pt x="202" y="14"/>
                    <a:pt x="202" y="14"/>
                  </a:cubicBezTo>
                  <a:lnTo>
                    <a:pt x="182" y="13"/>
                  </a:lnTo>
                  <a:close/>
                </a:path>
              </a:pathLst>
            </a:custGeom>
            <a:grpFill/>
            <a:ln>
              <a:noFill/>
            </a:ln>
          </p:spPr>
          <p:txBody>
            <a:bodyPr vert="horz" wrap="square" lIns="91440" tIns="45720" rIns="91440" bIns="45720" numCol="1" anchor="t" anchorCtr="0" compatLnSpc="1"/>
            <a:lstStyle/>
            <a:p>
              <a:endParaRPr lang="zh-CN" altLang="en-US"/>
            </a:p>
          </p:txBody>
        </p:sp>
        <p:sp>
          <p:nvSpPr>
            <p:cNvPr id="64" name="Freeform 26"/>
            <p:cNvSpPr/>
            <p:nvPr/>
          </p:nvSpPr>
          <p:spPr bwMode="auto">
            <a:xfrm>
              <a:off x="3919728" y="3681984"/>
              <a:ext cx="369887" cy="454025"/>
            </a:xfrm>
            <a:custGeom>
              <a:avLst/>
              <a:gdLst>
                <a:gd name="T0" fmla="*/ 110 w 213"/>
                <a:gd name="T1" fmla="*/ 13 h 263"/>
                <a:gd name="T2" fmla="*/ 91 w 213"/>
                <a:gd name="T3" fmla="*/ 30 h 263"/>
                <a:gd name="T4" fmla="*/ 90 w 213"/>
                <a:gd name="T5" fmla="*/ 31 h 263"/>
                <a:gd name="T6" fmla="*/ 77 w 213"/>
                <a:gd name="T7" fmla="*/ 31 h 263"/>
                <a:gd name="T8" fmla="*/ 54 w 213"/>
                <a:gd name="T9" fmla="*/ 47 h 263"/>
                <a:gd name="T10" fmla="*/ 60 w 213"/>
                <a:gd name="T11" fmla="*/ 51 h 263"/>
                <a:gd name="T12" fmla="*/ 55 w 213"/>
                <a:gd name="T13" fmla="*/ 71 h 263"/>
                <a:gd name="T14" fmla="*/ 35 w 213"/>
                <a:gd name="T15" fmla="*/ 90 h 263"/>
                <a:gd name="T16" fmla="*/ 36 w 213"/>
                <a:gd name="T17" fmla="*/ 102 h 263"/>
                <a:gd name="T18" fmla="*/ 40 w 213"/>
                <a:gd name="T19" fmla="*/ 116 h 263"/>
                <a:gd name="T20" fmla="*/ 27 w 213"/>
                <a:gd name="T21" fmla="*/ 141 h 263"/>
                <a:gd name="T22" fmla="*/ 27 w 213"/>
                <a:gd name="T23" fmla="*/ 143 h 263"/>
                <a:gd name="T24" fmla="*/ 18 w 213"/>
                <a:gd name="T25" fmla="*/ 153 h 263"/>
                <a:gd name="T26" fmla="*/ 11 w 213"/>
                <a:gd name="T27" fmla="*/ 160 h 263"/>
                <a:gd name="T28" fmla="*/ 10 w 213"/>
                <a:gd name="T29" fmla="*/ 184 h 263"/>
                <a:gd name="T30" fmla="*/ 3 w 213"/>
                <a:gd name="T31" fmla="*/ 191 h 263"/>
                <a:gd name="T32" fmla="*/ 0 w 213"/>
                <a:gd name="T33" fmla="*/ 193 h 263"/>
                <a:gd name="T34" fmla="*/ 5 w 213"/>
                <a:gd name="T35" fmla="*/ 208 h 263"/>
                <a:gd name="T36" fmla="*/ 40 w 213"/>
                <a:gd name="T37" fmla="*/ 208 h 263"/>
                <a:gd name="T38" fmla="*/ 53 w 213"/>
                <a:gd name="T39" fmla="*/ 222 h 263"/>
                <a:gd name="T40" fmla="*/ 54 w 213"/>
                <a:gd name="T41" fmla="*/ 223 h 263"/>
                <a:gd name="T42" fmla="*/ 78 w 213"/>
                <a:gd name="T43" fmla="*/ 260 h 263"/>
                <a:gd name="T44" fmla="*/ 85 w 213"/>
                <a:gd name="T45" fmla="*/ 244 h 263"/>
                <a:gd name="T46" fmla="*/ 103 w 213"/>
                <a:gd name="T47" fmla="*/ 257 h 263"/>
                <a:gd name="T48" fmla="*/ 115 w 213"/>
                <a:gd name="T49" fmla="*/ 221 h 263"/>
                <a:gd name="T50" fmla="*/ 119 w 213"/>
                <a:gd name="T51" fmla="*/ 222 h 263"/>
                <a:gd name="T52" fmla="*/ 129 w 213"/>
                <a:gd name="T53" fmla="*/ 213 h 263"/>
                <a:gd name="T54" fmla="*/ 129 w 213"/>
                <a:gd name="T55" fmla="*/ 210 h 263"/>
                <a:gd name="T56" fmla="*/ 146 w 213"/>
                <a:gd name="T57" fmla="*/ 211 h 263"/>
                <a:gd name="T58" fmla="*/ 156 w 213"/>
                <a:gd name="T59" fmla="*/ 169 h 263"/>
                <a:gd name="T60" fmla="*/ 173 w 213"/>
                <a:gd name="T61" fmla="*/ 167 h 263"/>
                <a:gd name="T62" fmla="*/ 165 w 213"/>
                <a:gd name="T63" fmla="*/ 159 h 263"/>
                <a:gd name="T64" fmla="*/ 177 w 213"/>
                <a:gd name="T65" fmla="*/ 148 h 263"/>
                <a:gd name="T66" fmla="*/ 186 w 213"/>
                <a:gd name="T67" fmla="*/ 152 h 263"/>
                <a:gd name="T68" fmla="*/ 181 w 213"/>
                <a:gd name="T69" fmla="*/ 139 h 263"/>
                <a:gd name="T70" fmla="*/ 186 w 213"/>
                <a:gd name="T71" fmla="*/ 136 h 263"/>
                <a:gd name="T72" fmla="*/ 179 w 213"/>
                <a:gd name="T73" fmla="*/ 120 h 263"/>
                <a:gd name="T74" fmla="*/ 181 w 213"/>
                <a:gd name="T75" fmla="*/ 118 h 263"/>
                <a:gd name="T76" fmla="*/ 198 w 213"/>
                <a:gd name="T77" fmla="*/ 102 h 263"/>
                <a:gd name="T78" fmla="*/ 183 w 213"/>
                <a:gd name="T79" fmla="*/ 83 h 263"/>
                <a:gd name="T80" fmla="*/ 202 w 213"/>
                <a:gd name="T81" fmla="*/ 75 h 263"/>
                <a:gd name="T82" fmla="*/ 211 w 213"/>
                <a:gd name="T83" fmla="*/ 65 h 263"/>
                <a:gd name="T84" fmla="*/ 205 w 213"/>
                <a:gd name="T85" fmla="*/ 52 h 263"/>
                <a:gd name="T86" fmla="*/ 204 w 213"/>
                <a:gd name="T87" fmla="*/ 50 h 263"/>
                <a:gd name="T88" fmla="*/ 204 w 213"/>
                <a:gd name="T89" fmla="*/ 45 h 263"/>
                <a:gd name="T90" fmla="*/ 202 w 213"/>
                <a:gd name="T91" fmla="*/ 45 h 263"/>
                <a:gd name="T92" fmla="*/ 177 w 213"/>
                <a:gd name="T93" fmla="*/ 42 h 263"/>
                <a:gd name="T94" fmla="*/ 177 w 213"/>
                <a:gd name="T95" fmla="*/ 42 h 263"/>
                <a:gd name="T96" fmla="*/ 171 w 213"/>
                <a:gd name="T97" fmla="*/ 34 h 263"/>
                <a:gd name="T98" fmla="*/ 141 w 213"/>
                <a:gd name="T99" fmla="*/ 47 h 263"/>
                <a:gd name="T100" fmla="*/ 129 w 213"/>
                <a:gd name="T101" fmla="*/ 23 h 263"/>
                <a:gd name="T102" fmla="*/ 111 w 213"/>
                <a:gd name="T103" fmla="*/ 1 h 263"/>
                <a:gd name="T104" fmla="*/ 111 w 213"/>
                <a:gd name="T105" fmla="*/ 1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3" h="263">
                  <a:moveTo>
                    <a:pt x="111" y="12"/>
                  </a:moveTo>
                  <a:cubicBezTo>
                    <a:pt x="110" y="13"/>
                    <a:pt x="110" y="13"/>
                    <a:pt x="110" y="13"/>
                  </a:cubicBezTo>
                  <a:cubicBezTo>
                    <a:pt x="100" y="20"/>
                    <a:pt x="100" y="20"/>
                    <a:pt x="100" y="20"/>
                  </a:cubicBezTo>
                  <a:cubicBezTo>
                    <a:pt x="91" y="30"/>
                    <a:pt x="91" y="30"/>
                    <a:pt x="91" y="30"/>
                  </a:cubicBezTo>
                  <a:cubicBezTo>
                    <a:pt x="90" y="30"/>
                    <a:pt x="90" y="30"/>
                    <a:pt x="90" y="30"/>
                  </a:cubicBezTo>
                  <a:cubicBezTo>
                    <a:pt x="90" y="31"/>
                    <a:pt x="90" y="31"/>
                    <a:pt x="90" y="31"/>
                  </a:cubicBezTo>
                  <a:cubicBezTo>
                    <a:pt x="77" y="31"/>
                    <a:pt x="77" y="31"/>
                    <a:pt x="77" y="31"/>
                  </a:cubicBezTo>
                  <a:cubicBezTo>
                    <a:pt x="77" y="31"/>
                    <a:pt x="77" y="31"/>
                    <a:pt x="77" y="31"/>
                  </a:cubicBezTo>
                  <a:cubicBezTo>
                    <a:pt x="69" y="27"/>
                    <a:pt x="69" y="27"/>
                    <a:pt x="69" y="27"/>
                  </a:cubicBezTo>
                  <a:cubicBezTo>
                    <a:pt x="60" y="30"/>
                    <a:pt x="55" y="36"/>
                    <a:pt x="54" y="47"/>
                  </a:cubicBezTo>
                  <a:cubicBezTo>
                    <a:pt x="53" y="57"/>
                    <a:pt x="53" y="57"/>
                    <a:pt x="53" y="57"/>
                  </a:cubicBezTo>
                  <a:cubicBezTo>
                    <a:pt x="60" y="51"/>
                    <a:pt x="60" y="51"/>
                    <a:pt x="60" y="51"/>
                  </a:cubicBezTo>
                  <a:cubicBezTo>
                    <a:pt x="55" y="71"/>
                    <a:pt x="55" y="71"/>
                    <a:pt x="55" y="71"/>
                  </a:cubicBezTo>
                  <a:cubicBezTo>
                    <a:pt x="55" y="71"/>
                    <a:pt x="55" y="71"/>
                    <a:pt x="55" y="71"/>
                  </a:cubicBezTo>
                  <a:cubicBezTo>
                    <a:pt x="55" y="72"/>
                    <a:pt x="55" y="72"/>
                    <a:pt x="55" y="72"/>
                  </a:cubicBezTo>
                  <a:cubicBezTo>
                    <a:pt x="35" y="90"/>
                    <a:pt x="35" y="90"/>
                    <a:pt x="35" y="90"/>
                  </a:cubicBezTo>
                  <a:cubicBezTo>
                    <a:pt x="32" y="93"/>
                    <a:pt x="31" y="96"/>
                    <a:pt x="32" y="98"/>
                  </a:cubicBezTo>
                  <a:cubicBezTo>
                    <a:pt x="36" y="102"/>
                    <a:pt x="36" y="102"/>
                    <a:pt x="36" y="102"/>
                  </a:cubicBezTo>
                  <a:cubicBezTo>
                    <a:pt x="40" y="106"/>
                    <a:pt x="43" y="109"/>
                    <a:pt x="42" y="111"/>
                  </a:cubicBezTo>
                  <a:cubicBezTo>
                    <a:pt x="42" y="113"/>
                    <a:pt x="41" y="115"/>
                    <a:pt x="40" y="116"/>
                  </a:cubicBezTo>
                  <a:cubicBezTo>
                    <a:pt x="27" y="127"/>
                    <a:pt x="27" y="127"/>
                    <a:pt x="27" y="127"/>
                  </a:cubicBezTo>
                  <a:cubicBezTo>
                    <a:pt x="28" y="130"/>
                    <a:pt x="28" y="135"/>
                    <a:pt x="27" y="141"/>
                  </a:cubicBezTo>
                  <a:cubicBezTo>
                    <a:pt x="27" y="142"/>
                    <a:pt x="27" y="142"/>
                    <a:pt x="27" y="142"/>
                  </a:cubicBezTo>
                  <a:cubicBezTo>
                    <a:pt x="27" y="143"/>
                    <a:pt x="27" y="143"/>
                    <a:pt x="27" y="143"/>
                  </a:cubicBezTo>
                  <a:cubicBezTo>
                    <a:pt x="22" y="145"/>
                    <a:pt x="22" y="145"/>
                    <a:pt x="22" y="145"/>
                  </a:cubicBezTo>
                  <a:cubicBezTo>
                    <a:pt x="22" y="148"/>
                    <a:pt x="21" y="150"/>
                    <a:pt x="18" y="153"/>
                  </a:cubicBezTo>
                  <a:cubicBezTo>
                    <a:pt x="11" y="159"/>
                    <a:pt x="11" y="159"/>
                    <a:pt x="11" y="159"/>
                  </a:cubicBezTo>
                  <a:cubicBezTo>
                    <a:pt x="11" y="160"/>
                    <a:pt x="11" y="160"/>
                    <a:pt x="11" y="160"/>
                  </a:cubicBezTo>
                  <a:cubicBezTo>
                    <a:pt x="12" y="163"/>
                    <a:pt x="12" y="167"/>
                    <a:pt x="10" y="172"/>
                  </a:cubicBezTo>
                  <a:cubicBezTo>
                    <a:pt x="13" y="178"/>
                    <a:pt x="13" y="182"/>
                    <a:pt x="10" y="184"/>
                  </a:cubicBezTo>
                  <a:cubicBezTo>
                    <a:pt x="4" y="190"/>
                    <a:pt x="4" y="190"/>
                    <a:pt x="4" y="190"/>
                  </a:cubicBezTo>
                  <a:cubicBezTo>
                    <a:pt x="3" y="191"/>
                    <a:pt x="3" y="191"/>
                    <a:pt x="3" y="191"/>
                  </a:cubicBezTo>
                  <a:cubicBezTo>
                    <a:pt x="0" y="192"/>
                    <a:pt x="0" y="192"/>
                    <a:pt x="0" y="192"/>
                  </a:cubicBezTo>
                  <a:cubicBezTo>
                    <a:pt x="0" y="193"/>
                    <a:pt x="0" y="193"/>
                    <a:pt x="0" y="193"/>
                  </a:cubicBezTo>
                  <a:cubicBezTo>
                    <a:pt x="4" y="208"/>
                    <a:pt x="4" y="208"/>
                    <a:pt x="4" y="208"/>
                  </a:cubicBezTo>
                  <a:cubicBezTo>
                    <a:pt x="5" y="208"/>
                    <a:pt x="5" y="208"/>
                    <a:pt x="5" y="208"/>
                  </a:cubicBezTo>
                  <a:cubicBezTo>
                    <a:pt x="15" y="207"/>
                    <a:pt x="26" y="207"/>
                    <a:pt x="38" y="208"/>
                  </a:cubicBezTo>
                  <a:cubicBezTo>
                    <a:pt x="40" y="208"/>
                    <a:pt x="40" y="208"/>
                    <a:pt x="40" y="208"/>
                  </a:cubicBezTo>
                  <a:cubicBezTo>
                    <a:pt x="40" y="209"/>
                    <a:pt x="40" y="209"/>
                    <a:pt x="40" y="209"/>
                  </a:cubicBezTo>
                  <a:cubicBezTo>
                    <a:pt x="53" y="222"/>
                    <a:pt x="53" y="222"/>
                    <a:pt x="53" y="222"/>
                  </a:cubicBezTo>
                  <a:cubicBezTo>
                    <a:pt x="53" y="223"/>
                    <a:pt x="53" y="223"/>
                    <a:pt x="53" y="223"/>
                  </a:cubicBezTo>
                  <a:cubicBezTo>
                    <a:pt x="54" y="223"/>
                    <a:pt x="54" y="223"/>
                    <a:pt x="54" y="223"/>
                  </a:cubicBezTo>
                  <a:cubicBezTo>
                    <a:pt x="61" y="245"/>
                    <a:pt x="61" y="245"/>
                    <a:pt x="61" y="245"/>
                  </a:cubicBezTo>
                  <a:cubicBezTo>
                    <a:pt x="78" y="260"/>
                    <a:pt x="78" y="260"/>
                    <a:pt x="78" y="260"/>
                  </a:cubicBezTo>
                  <a:cubicBezTo>
                    <a:pt x="85" y="263"/>
                    <a:pt x="85" y="263"/>
                    <a:pt x="85" y="263"/>
                  </a:cubicBezTo>
                  <a:cubicBezTo>
                    <a:pt x="85" y="244"/>
                    <a:pt x="85" y="244"/>
                    <a:pt x="85" y="244"/>
                  </a:cubicBezTo>
                  <a:cubicBezTo>
                    <a:pt x="100" y="259"/>
                    <a:pt x="100" y="259"/>
                    <a:pt x="100" y="259"/>
                  </a:cubicBezTo>
                  <a:cubicBezTo>
                    <a:pt x="103" y="257"/>
                    <a:pt x="103" y="257"/>
                    <a:pt x="103" y="257"/>
                  </a:cubicBezTo>
                  <a:cubicBezTo>
                    <a:pt x="114" y="234"/>
                    <a:pt x="114" y="234"/>
                    <a:pt x="114" y="234"/>
                  </a:cubicBezTo>
                  <a:cubicBezTo>
                    <a:pt x="115" y="221"/>
                    <a:pt x="115" y="221"/>
                    <a:pt x="115" y="221"/>
                  </a:cubicBezTo>
                  <a:cubicBezTo>
                    <a:pt x="117" y="222"/>
                    <a:pt x="117" y="222"/>
                    <a:pt x="117" y="222"/>
                  </a:cubicBezTo>
                  <a:cubicBezTo>
                    <a:pt x="119" y="222"/>
                    <a:pt x="119" y="222"/>
                    <a:pt x="119" y="222"/>
                  </a:cubicBezTo>
                  <a:cubicBezTo>
                    <a:pt x="130" y="223"/>
                    <a:pt x="130" y="223"/>
                    <a:pt x="130" y="223"/>
                  </a:cubicBezTo>
                  <a:cubicBezTo>
                    <a:pt x="129" y="213"/>
                    <a:pt x="129" y="213"/>
                    <a:pt x="129" y="213"/>
                  </a:cubicBezTo>
                  <a:cubicBezTo>
                    <a:pt x="129" y="212"/>
                    <a:pt x="129" y="212"/>
                    <a:pt x="129" y="212"/>
                  </a:cubicBezTo>
                  <a:cubicBezTo>
                    <a:pt x="129" y="210"/>
                    <a:pt x="129" y="210"/>
                    <a:pt x="129" y="210"/>
                  </a:cubicBezTo>
                  <a:cubicBezTo>
                    <a:pt x="131" y="210"/>
                    <a:pt x="131" y="210"/>
                    <a:pt x="131" y="210"/>
                  </a:cubicBezTo>
                  <a:cubicBezTo>
                    <a:pt x="146" y="211"/>
                    <a:pt x="146" y="211"/>
                    <a:pt x="146" y="211"/>
                  </a:cubicBezTo>
                  <a:cubicBezTo>
                    <a:pt x="154" y="203"/>
                    <a:pt x="158" y="196"/>
                    <a:pt x="158" y="191"/>
                  </a:cubicBezTo>
                  <a:cubicBezTo>
                    <a:pt x="156" y="169"/>
                    <a:pt x="156" y="169"/>
                    <a:pt x="156" y="169"/>
                  </a:cubicBezTo>
                  <a:cubicBezTo>
                    <a:pt x="169" y="173"/>
                    <a:pt x="169" y="173"/>
                    <a:pt x="169" y="173"/>
                  </a:cubicBezTo>
                  <a:cubicBezTo>
                    <a:pt x="173" y="167"/>
                    <a:pt x="173" y="167"/>
                    <a:pt x="173" y="167"/>
                  </a:cubicBezTo>
                  <a:cubicBezTo>
                    <a:pt x="166" y="161"/>
                    <a:pt x="166" y="161"/>
                    <a:pt x="166" y="161"/>
                  </a:cubicBezTo>
                  <a:cubicBezTo>
                    <a:pt x="165" y="159"/>
                    <a:pt x="165" y="159"/>
                    <a:pt x="165" y="159"/>
                  </a:cubicBezTo>
                  <a:cubicBezTo>
                    <a:pt x="177" y="147"/>
                    <a:pt x="177" y="147"/>
                    <a:pt x="177" y="147"/>
                  </a:cubicBezTo>
                  <a:cubicBezTo>
                    <a:pt x="177" y="148"/>
                    <a:pt x="177" y="148"/>
                    <a:pt x="177" y="148"/>
                  </a:cubicBezTo>
                  <a:cubicBezTo>
                    <a:pt x="179" y="148"/>
                    <a:pt x="179" y="148"/>
                    <a:pt x="179" y="148"/>
                  </a:cubicBezTo>
                  <a:cubicBezTo>
                    <a:pt x="186" y="152"/>
                    <a:pt x="186" y="152"/>
                    <a:pt x="186" y="152"/>
                  </a:cubicBezTo>
                  <a:cubicBezTo>
                    <a:pt x="186" y="150"/>
                    <a:pt x="186" y="150"/>
                    <a:pt x="186" y="150"/>
                  </a:cubicBezTo>
                  <a:cubicBezTo>
                    <a:pt x="181" y="139"/>
                    <a:pt x="181" y="139"/>
                    <a:pt x="181" y="139"/>
                  </a:cubicBezTo>
                  <a:cubicBezTo>
                    <a:pt x="183" y="138"/>
                    <a:pt x="183" y="138"/>
                    <a:pt x="183" y="138"/>
                  </a:cubicBezTo>
                  <a:cubicBezTo>
                    <a:pt x="186" y="136"/>
                    <a:pt x="186" y="136"/>
                    <a:pt x="186" y="136"/>
                  </a:cubicBezTo>
                  <a:cubicBezTo>
                    <a:pt x="185" y="131"/>
                    <a:pt x="185" y="131"/>
                    <a:pt x="185" y="131"/>
                  </a:cubicBezTo>
                  <a:cubicBezTo>
                    <a:pt x="179" y="120"/>
                    <a:pt x="179" y="120"/>
                    <a:pt x="179" y="120"/>
                  </a:cubicBezTo>
                  <a:cubicBezTo>
                    <a:pt x="180" y="119"/>
                    <a:pt x="180" y="119"/>
                    <a:pt x="180" y="119"/>
                  </a:cubicBezTo>
                  <a:cubicBezTo>
                    <a:pt x="181" y="118"/>
                    <a:pt x="181" y="118"/>
                    <a:pt x="181" y="118"/>
                  </a:cubicBezTo>
                  <a:cubicBezTo>
                    <a:pt x="197" y="109"/>
                    <a:pt x="197" y="109"/>
                    <a:pt x="197" y="109"/>
                  </a:cubicBezTo>
                  <a:cubicBezTo>
                    <a:pt x="198" y="102"/>
                    <a:pt x="198" y="102"/>
                    <a:pt x="198" y="102"/>
                  </a:cubicBezTo>
                  <a:cubicBezTo>
                    <a:pt x="184" y="95"/>
                    <a:pt x="177" y="89"/>
                    <a:pt x="178" y="86"/>
                  </a:cubicBezTo>
                  <a:cubicBezTo>
                    <a:pt x="179" y="84"/>
                    <a:pt x="180" y="83"/>
                    <a:pt x="183" y="83"/>
                  </a:cubicBezTo>
                  <a:cubicBezTo>
                    <a:pt x="201" y="86"/>
                    <a:pt x="201" y="86"/>
                    <a:pt x="201" y="86"/>
                  </a:cubicBezTo>
                  <a:cubicBezTo>
                    <a:pt x="202" y="75"/>
                    <a:pt x="202" y="75"/>
                    <a:pt x="202" y="75"/>
                  </a:cubicBezTo>
                  <a:cubicBezTo>
                    <a:pt x="202" y="74"/>
                    <a:pt x="202" y="74"/>
                    <a:pt x="202" y="74"/>
                  </a:cubicBezTo>
                  <a:cubicBezTo>
                    <a:pt x="211" y="65"/>
                    <a:pt x="211" y="65"/>
                    <a:pt x="211" y="65"/>
                  </a:cubicBezTo>
                  <a:cubicBezTo>
                    <a:pt x="213" y="58"/>
                    <a:pt x="213" y="58"/>
                    <a:pt x="213" y="58"/>
                  </a:cubicBezTo>
                  <a:cubicBezTo>
                    <a:pt x="210" y="57"/>
                    <a:pt x="207" y="54"/>
                    <a:pt x="205" y="52"/>
                  </a:cubicBezTo>
                  <a:cubicBezTo>
                    <a:pt x="204" y="51"/>
                    <a:pt x="204" y="51"/>
                    <a:pt x="204" y="51"/>
                  </a:cubicBezTo>
                  <a:cubicBezTo>
                    <a:pt x="204" y="50"/>
                    <a:pt x="204" y="50"/>
                    <a:pt x="204" y="50"/>
                  </a:cubicBezTo>
                  <a:cubicBezTo>
                    <a:pt x="205" y="47"/>
                    <a:pt x="205" y="47"/>
                    <a:pt x="205" y="47"/>
                  </a:cubicBezTo>
                  <a:cubicBezTo>
                    <a:pt x="204" y="45"/>
                    <a:pt x="204" y="45"/>
                    <a:pt x="204" y="45"/>
                  </a:cubicBezTo>
                  <a:cubicBezTo>
                    <a:pt x="203" y="45"/>
                    <a:pt x="203" y="45"/>
                    <a:pt x="203" y="45"/>
                  </a:cubicBezTo>
                  <a:cubicBezTo>
                    <a:pt x="202" y="45"/>
                    <a:pt x="202" y="45"/>
                    <a:pt x="202" y="45"/>
                  </a:cubicBezTo>
                  <a:cubicBezTo>
                    <a:pt x="201" y="48"/>
                    <a:pt x="198" y="50"/>
                    <a:pt x="194" y="50"/>
                  </a:cubicBezTo>
                  <a:cubicBezTo>
                    <a:pt x="187" y="50"/>
                    <a:pt x="182" y="47"/>
                    <a:pt x="177" y="42"/>
                  </a:cubicBezTo>
                  <a:cubicBezTo>
                    <a:pt x="177" y="42"/>
                    <a:pt x="177" y="42"/>
                    <a:pt x="177" y="42"/>
                  </a:cubicBezTo>
                  <a:cubicBezTo>
                    <a:pt x="177" y="42"/>
                    <a:pt x="177" y="42"/>
                    <a:pt x="177" y="42"/>
                  </a:cubicBezTo>
                  <a:cubicBezTo>
                    <a:pt x="172" y="33"/>
                    <a:pt x="172" y="33"/>
                    <a:pt x="172" y="33"/>
                  </a:cubicBezTo>
                  <a:cubicBezTo>
                    <a:pt x="171" y="34"/>
                    <a:pt x="171" y="34"/>
                    <a:pt x="171" y="34"/>
                  </a:cubicBezTo>
                  <a:cubicBezTo>
                    <a:pt x="170" y="38"/>
                    <a:pt x="168" y="42"/>
                    <a:pt x="163" y="45"/>
                  </a:cubicBezTo>
                  <a:cubicBezTo>
                    <a:pt x="156" y="48"/>
                    <a:pt x="148" y="50"/>
                    <a:pt x="141" y="47"/>
                  </a:cubicBezTo>
                  <a:cubicBezTo>
                    <a:pt x="136" y="45"/>
                    <a:pt x="133" y="41"/>
                    <a:pt x="131" y="36"/>
                  </a:cubicBezTo>
                  <a:cubicBezTo>
                    <a:pt x="129" y="23"/>
                    <a:pt x="129" y="23"/>
                    <a:pt x="129" y="23"/>
                  </a:cubicBezTo>
                  <a:cubicBezTo>
                    <a:pt x="128" y="12"/>
                    <a:pt x="125" y="5"/>
                    <a:pt x="122" y="3"/>
                  </a:cubicBezTo>
                  <a:cubicBezTo>
                    <a:pt x="118" y="1"/>
                    <a:pt x="114" y="0"/>
                    <a:pt x="111" y="1"/>
                  </a:cubicBezTo>
                  <a:cubicBezTo>
                    <a:pt x="112" y="11"/>
                    <a:pt x="112" y="11"/>
                    <a:pt x="112" y="11"/>
                  </a:cubicBezTo>
                  <a:lnTo>
                    <a:pt x="111" y="12"/>
                  </a:lnTo>
                  <a:close/>
                </a:path>
              </a:pathLst>
            </a:custGeom>
            <a:grpFill/>
            <a:ln>
              <a:noFill/>
            </a:ln>
          </p:spPr>
          <p:txBody>
            <a:bodyPr vert="horz" wrap="square" lIns="91440" tIns="45720" rIns="91440" bIns="45720" numCol="1" anchor="t" anchorCtr="0" compatLnSpc="1"/>
            <a:lstStyle/>
            <a:p>
              <a:endParaRPr lang="zh-CN" altLang="en-US"/>
            </a:p>
          </p:txBody>
        </p:sp>
        <p:sp>
          <p:nvSpPr>
            <p:cNvPr id="65" name="Freeform 27"/>
            <p:cNvSpPr/>
            <p:nvPr/>
          </p:nvSpPr>
          <p:spPr bwMode="auto">
            <a:xfrm>
              <a:off x="4083241" y="3396234"/>
              <a:ext cx="320675" cy="369888"/>
            </a:xfrm>
            <a:custGeom>
              <a:avLst/>
              <a:gdLst>
                <a:gd name="T0" fmla="*/ 97 w 185"/>
                <a:gd name="T1" fmla="*/ 9 h 214"/>
                <a:gd name="T2" fmla="*/ 65 w 185"/>
                <a:gd name="T3" fmla="*/ 3 h 214"/>
                <a:gd name="T4" fmla="*/ 58 w 185"/>
                <a:gd name="T5" fmla="*/ 41 h 214"/>
                <a:gd name="T6" fmla="*/ 42 w 185"/>
                <a:gd name="T7" fmla="*/ 49 h 214"/>
                <a:gd name="T8" fmla="*/ 34 w 185"/>
                <a:gd name="T9" fmla="*/ 63 h 214"/>
                <a:gd name="T10" fmla="*/ 25 w 185"/>
                <a:gd name="T11" fmla="*/ 82 h 214"/>
                <a:gd name="T12" fmla="*/ 9 w 185"/>
                <a:gd name="T13" fmla="*/ 103 h 214"/>
                <a:gd name="T14" fmla="*/ 2 w 185"/>
                <a:gd name="T15" fmla="*/ 119 h 214"/>
                <a:gd name="T16" fmla="*/ 17 w 185"/>
                <a:gd name="T17" fmla="*/ 142 h 214"/>
                <a:gd name="T18" fmla="*/ 24 w 185"/>
                <a:gd name="T19" fmla="*/ 154 h 214"/>
                <a:gd name="T20" fmla="*/ 25 w 185"/>
                <a:gd name="T21" fmla="*/ 156 h 214"/>
                <a:gd name="T22" fmla="*/ 24 w 185"/>
                <a:gd name="T23" fmla="*/ 158 h 214"/>
                <a:gd name="T24" fmla="*/ 23 w 185"/>
                <a:gd name="T25" fmla="*/ 160 h 214"/>
                <a:gd name="T26" fmla="*/ 41 w 185"/>
                <a:gd name="T27" fmla="*/ 187 h 214"/>
                <a:gd name="T28" fmla="*/ 49 w 185"/>
                <a:gd name="T29" fmla="*/ 205 h 214"/>
                <a:gd name="T30" fmla="*/ 70 w 185"/>
                <a:gd name="T31" fmla="*/ 198 h 214"/>
                <a:gd name="T32" fmla="*/ 69 w 185"/>
                <a:gd name="T33" fmla="*/ 196 h 214"/>
                <a:gd name="T34" fmla="*/ 81 w 185"/>
                <a:gd name="T35" fmla="*/ 190 h 214"/>
                <a:gd name="T36" fmla="*/ 100 w 185"/>
                <a:gd name="T37" fmla="*/ 207 h 214"/>
                <a:gd name="T38" fmla="*/ 103 w 185"/>
                <a:gd name="T39" fmla="*/ 207 h 214"/>
                <a:gd name="T40" fmla="*/ 112 w 185"/>
                <a:gd name="T41" fmla="*/ 204 h 214"/>
                <a:gd name="T42" fmla="*/ 116 w 185"/>
                <a:gd name="T43" fmla="*/ 204 h 214"/>
                <a:gd name="T44" fmla="*/ 127 w 185"/>
                <a:gd name="T45" fmla="*/ 214 h 214"/>
                <a:gd name="T46" fmla="*/ 130 w 185"/>
                <a:gd name="T47" fmla="*/ 188 h 214"/>
                <a:gd name="T48" fmla="*/ 130 w 185"/>
                <a:gd name="T49" fmla="*/ 188 h 214"/>
                <a:gd name="T50" fmla="*/ 134 w 185"/>
                <a:gd name="T51" fmla="*/ 172 h 214"/>
                <a:gd name="T52" fmla="*/ 134 w 185"/>
                <a:gd name="T53" fmla="*/ 169 h 214"/>
                <a:gd name="T54" fmla="*/ 136 w 185"/>
                <a:gd name="T55" fmla="*/ 167 h 214"/>
                <a:gd name="T56" fmla="*/ 153 w 185"/>
                <a:gd name="T57" fmla="*/ 143 h 214"/>
                <a:gd name="T58" fmla="*/ 157 w 185"/>
                <a:gd name="T59" fmla="*/ 144 h 214"/>
                <a:gd name="T60" fmla="*/ 156 w 185"/>
                <a:gd name="T61" fmla="*/ 155 h 214"/>
                <a:gd name="T62" fmla="*/ 174 w 185"/>
                <a:gd name="T63" fmla="*/ 140 h 214"/>
                <a:gd name="T64" fmla="*/ 170 w 185"/>
                <a:gd name="T65" fmla="*/ 132 h 214"/>
                <a:gd name="T66" fmla="*/ 174 w 185"/>
                <a:gd name="T67" fmla="*/ 105 h 214"/>
                <a:gd name="T68" fmla="*/ 165 w 185"/>
                <a:gd name="T69" fmla="*/ 103 h 214"/>
                <a:gd name="T70" fmla="*/ 164 w 185"/>
                <a:gd name="T71" fmla="*/ 102 h 214"/>
                <a:gd name="T72" fmla="*/ 161 w 185"/>
                <a:gd name="T73" fmla="*/ 89 h 214"/>
                <a:gd name="T74" fmla="*/ 185 w 185"/>
                <a:gd name="T75" fmla="*/ 88 h 214"/>
                <a:gd name="T76" fmla="*/ 165 w 185"/>
                <a:gd name="T77" fmla="*/ 66 h 214"/>
                <a:gd name="T78" fmla="*/ 178 w 185"/>
                <a:gd name="T79" fmla="*/ 51 h 214"/>
                <a:gd name="T80" fmla="*/ 169 w 185"/>
                <a:gd name="T81" fmla="*/ 52 h 214"/>
                <a:gd name="T82" fmla="*/ 168 w 185"/>
                <a:gd name="T83" fmla="*/ 51 h 214"/>
                <a:gd name="T84" fmla="*/ 157 w 185"/>
                <a:gd name="T85" fmla="*/ 37 h 214"/>
                <a:gd name="T86" fmla="*/ 122 w 185"/>
                <a:gd name="T87" fmla="*/ 49 h 214"/>
                <a:gd name="T88" fmla="*/ 119 w 185"/>
                <a:gd name="T89" fmla="*/ 49 h 214"/>
                <a:gd name="T90" fmla="*/ 118 w 185"/>
                <a:gd name="T91" fmla="*/ 28 h 214"/>
                <a:gd name="T92" fmla="*/ 124 w 185"/>
                <a:gd name="T93"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5" h="214">
                  <a:moveTo>
                    <a:pt x="113" y="3"/>
                  </a:moveTo>
                  <a:cubicBezTo>
                    <a:pt x="106" y="6"/>
                    <a:pt x="101" y="9"/>
                    <a:pt x="97" y="9"/>
                  </a:cubicBezTo>
                  <a:cubicBezTo>
                    <a:pt x="93" y="9"/>
                    <a:pt x="87" y="8"/>
                    <a:pt x="79" y="5"/>
                  </a:cubicBezTo>
                  <a:cubicBezTo>
                    <a:pt x="65" y="3"/>
                    <a:pt x="65" y="3"/>
                    <a:pt x="65" y="3"/>
                  </a:cubicBezTo>
                  <a:cubicBezTo>
                    <a:pt x="60" y="5"/>
                    <a:pt x="55" y="11"/>
                    <a:pt x="49" y="22"/>
                  </a:cubicBezTo>
                  <a:cubicBezTo>
                    <a:pt x="58" y="41"/>
                    <a:pt x="58" y="41"/>
                    <a:pt x="58" y="41"/>
                  </a:cubicBezTo>
                  <a:cubicBezTo>
                    <a:pt x="43" y="49"/>
                    <a:pt x="43" y="49"/>
                    <a:pt x="43" y="49"/>
                  </a:cubicBezTo>
                  <a:cubicBezTo>
                    <a:pt x="42" y="49"/>
                    <a:pt x="42" y="49"/>
                    <a:pt x="42" y="49"/>
                  </a:cubicBezTo>
                  <a:cubicBezTo>
                    <a:pt x="30" y="46"/>
                    <a:pt x="30" y="46"/>
                    <a:pt x="30" y="46"/>
                  </a:cubicBezTo>
                  <a:cubicBezTo>
                    <a:pt x="35" y="55"/>
                    <a:pt x="36" y="60"/>
                    <a:pt x="34" y="63"/>
                  </a:cubicBezTo>
                  <a:cubicBezTo>
                    <a:pt x="33" y="68"/>
                    <a:pt x="33" y="68"/>
                    <a:pt x="33" y="68"/>
                  </a:cubicBezTo>
                  <a:cubicBezTo>
                    <a:pt x="30" y="75"/>
                    <a:pt x="28" y="79"/>
                    <a:pt x="25" y="82"/>
                  </a:cubicBezTo>
                  <a:cubicBezTo>
                    <a:pt x="4" y="100"/>
                    <a:pt x="4" y="100"/>
                    <a:pt x="4" y="100"/>
                  </a:cubicBezTo>
                  <a:cubicBezTo>
                    <a:pt x="9" y="103"/>
                    <a:pt x="9" y="103"/>
                    <a:pt x="9" y="103"/>
                  </a:cubicBezTo>
                  <a:cubicBezTo>
                    <a:pt x="6" y="107"/>
                    <a:pt x="6" y="107"/>
                    <a:pt x="6" y="107"/>
                  </a:cubicBezTo>
                  <a:cubicBezTo>
                    <a:pt x="1" y="111"/>
                    <a:pt x="0" y="116"/>
                    <a:pt x="2" y="119"/>
                  </a:cubicBezTo>
                  <a:cubicBezTo>
                    <a:pt x="17" y="142"/>
                    <a:pt x="17" y="142"/>
                    <a:pt x="17" y="142"/>
                  </a:cubicBezTo>
                  <a:cubicBezTo>
                    <a:pt x="17" y="142"/>
                    <a:pt x="17" y="142"/>
                    <a:pt x="17" y="142"/>
                  </a:cubicBezTo>
                  <a:cubicBezTo>
                    <a:pt x="17" y="142"/>
                    <a:pt x="17" y="142"/>
                    <a:pt x="17" y="142"/>
                  </a:cubicBezTo>
                  <a:cubicBezTo>
                    <a:pt x="24" y="154"/>
                    <a:pt x="24" y="154"/>
                    <a:pt x="24" y="154"/>
                  </a:cubicBezTo>
                  <a:cubicBezTo>
                    <a:pt x="24" y="155"/>
                    <a:pt x="24" y="155"/>
                    <a:pt x="24" y="155"/>
                  </a:cubicBezTo>
                  <a:cubicBezTo>
                    <a:pt x="25" y="156"/>
                    <a:pt x="25" y="156"/>
                    <a:pt x="25" y="156"/>
                  </a:cubicBezTo>
                  <a:cubicBezTo>
                    <a:pt x="24" y="157"/>
                    <a:pt x="24" y="157"/>
                    <a:pt x="24" y="157"/>
                  </a:cubicBezTo>
                  <a:cubicBezTo>
                    <a:pt x="24" y="158"/>
                    <a:pt x="24" y="158"/>
                    <a:pt x="24" y="158"/>
                  </a:cubicBezTo>
                  <a:cubicBezTo>
                    <a:pt x="24" y="159"/>
                    <a:pt x="24" y="159"/>
                    <a:pt x="24" y="159"/>
                  </a:cubicBezTo>
                  <a:cubicBezTo>
                    <a:pt x="23" y="160"/>
                    <a:pt x="23" y="160"/>
                    <a:pt x="23" y="160"/>
                  </a:cubicBezTo>
                  <a:cubicBezTo>
                    <a:pt x="26" y="160"/>
                    <a:pt x="28" y="161"/>
                    <a:pt x="31" y="163"/>
                  </a:cubicBezTo>
                  <a:cubicBezTo>
                    <a:pt x="36" y="166"/>
                    <a:pt x="40" y="174"/>
                    <a:pt x="41" y="187"/>
                  </a:cubicBezTo>
                  <a:cubicBezTo>
                    <a:pt x="44" y="199"/>
                    <a:pt x="44" y="199"/>
                    <a:pt x="44" y="199"/>
                  </a:cubicBezTo>
                  <a:cubicBezTo>
                    <a:pt x="45" y="202"/>
                    <a:pt x="46" y="204"/>
                    <a:pt x="49" y="205"/>
                  </a:cubicBezTo>
                  <a:cubicBezTo>
                    <a:pt x="54" y="208"/>
                    <a:pt x="60" y="207"/>
                    <a:pt x="66" y="204"/>
                  </a:cubicBezTo>
                  <a:cubicBezTo>
                    <a:pt x="69" y="202"/>
                    <a:pt x="71" y="200"/>
                    <a:pt x="70" y="198"/>
                  </a:cubicBezTo>
                  <a:cubicBezTo>
                    <a:pt x="69" y="198"/>
                    <a:pt x="69" y="198"/>
                    <a:pt x="69" y="198"/>
                  </a:cubicBezTo>
                  <a:cubicBezTo>
                    <a:pt x="69" y="196"/>
                    <a:pt x="69" y="196"/>
                    <a:pt x="69" y="196"/>
                  </a:cubicBezTo>
                  <a:cubicBezTo>
                    <a:pt x="80" y="189"/>
                    <a:pt x="80" y="189"/>
                    <a:pt x="80" y="189"/>
                  </a:cubicBezTo>
                  <a:cubicBezTo>
                    <a:pt x="81" y="190"/>
                    <a:pt x="81" y="190"/>
                    <a:pt x="81" y="190"/>
                  </a:cubicBezTo>
                  <a:cubicBezTo>
                    <a:pt x="89" y="204"/>
                    <a:pt x="89" y="204"/>
                    <a:pt x="89" y="204"/>
                  </a:cubicBezTo>
                  <a:cubicBezTo>
                    <a:pt x="92" y="206"/>
                    <a:pt x="95" y="207"/>
                    <a:pt x="100" y="207"/>
                  </a:cubicBezTo>
                  <a:cubicBezTo>
                    <a:pt x="103" y="207"/>
                    <a:pt x="103" y="207"/>
                    <a:pt x="103" y="207"/>
                  </a:cubicBezTo>
                  <a:cubicBezTo>
                    <a:pt x="103" y="207"/>
                    <a:pt x="103" y="207"/>
                    <a:pt x="103" y="207"/>
                  </a:cubicBezTo>
                  <a:cubicBezTo>
                    <a:pt x="100" y="199"/>
                    <a:pt x="100" y="199"/>
                    <a:pt x="100" y="199"/>
                  </a:cubicBezTo>
                  <a:cubicBezTo>
                    <a:pt x="112" y="204"/>
                    <a:pt x="112" y="204"/>
                    <a:pt x="112" y="204"/>
                  </a:cubicBezTo>
                  <a:cubicBezTo>
                    <a:pt x="115" y="204"/>
                    <a:pt x="115" y="204"/>
                    <a:pt x="115" y="204"/>
                  </a:cubicBezTo>
                  <a:cubicBezTo>
                    <a:pt x="116" y="204"/>
                    <a:pt x="116" y="204"/>
                    <a:pt x="116" y="204"/>
                  </a:cubicBezTo>
                  <a:cubicBezTo>
                    <a:pt x="116" y="205"/>
                    <a:pt x="116" y="205"/>
                    <a:pt x="116" y="205"/>
                  </a:cubicBezTo>
                  <a:cubicBezTo>
                    <a:pt x="127" y="214"/>
                    <a:pt x="127" y="214"/>
                    <a:pt x="127" y="214"/>
                  </a:cubicBezTo>
                  <a:cubicBezTo>
                    <a:pt x="130" y="209"/>
                    <a:pt x="130" y="209"/>
                    <a:pt x="130" y="209"/>
                  </a:cubicBezTo>
                  <a:cubicBezTo>
                    <a:pt x="130" y="188"/>
                    <a:pt x="130" y="188"/>
                    <a:pt x="130" y="188"/>
                  </a:cubicBezTo>
                  <a:cubicBezTo>
                    <a:pt x="130" y="188"/>
                    <a:pt x="130" y="188"/>
                    <a:pt x="130" y="188"/>
                  </a:cubicBezTo>
                  <a:cubicBezTo>
                    <a:pt x="130" y="188"/>
                    <a:pt x="130" y="188"/>
                    <a:pt x="130" y="188"/>
                  </a:cubicBezTo>
                  <a:cubicBezTo>
                    <a:pt x="137" y="179"/>
                    <a:pt x="137" y="179"/>
                    <a:pt x="137" y="179"/>
                  </a:cubicBezTo>
                  <a:cubicBezTo>
                    <a:pt x="138" y="178"/>
                    <a:pt x="137" y="175"/>
                    <a:pt x="134" y="172"/>
                  </a:cubicBezTo>
                  <a:cubicBezTo>
                    <a:pt x="133" y="170"/>
                    <a:pt x="133" y="170"/>
                    <a:pt x="133" y="170"/>
                  </a:cubicBezTo>
                  <a:cubicBezTo>
                    <a:pt x="134" y="169"/>
                    <a:pt x="134" y="169"/>
                    <a:pt x="134" y="169"/>
                  </a:cubicBezTo>
                  <a:cubicBezTo>
                    <a:pt x="134" y="168"/>
                    <a:pt x="134" y="168"/>
                    <a:pt x="134" y="168"/>
                  </a:cubicBezTo>
                  <a:cubicBezTo>
                    <a:pt x="136" y="167"/>
                    <a:pt x="136" y="167"/>
                    <a:pt x="136" y="167"/>
                  </a:cubicBezTo>
                  <a:cubicBezTo>
                    <a:pt x="151" y="142"/>
                    <a:pt x="151" y="142"/>
                    <a:pt x="151" y="142"/>
                  </a:cubicBezTo>
                  <a:cubicBezTo>
                    <a:pt x="153" y="143"/>
                    <a:pt x="153" y="143"/>
                    <a:pt x="153" y="143"/>
                  </a:cubicBezTo>
                  <a:cubicBezTo>
                    <a:pt x="156" y="144"/>
                    <a:pt x="156" y="144"/>
                    <a:pt x="156" y="144"/>
                  </a:cubicBezTo>
                  <a:cubicBezTo>
                    <a:pt x="157" y="144"/>
                    <a:pt x="157" y="144"/>
                    <a:pt x="157" y="144"/>
                  </a:cubicBezTo>
                  <a:cubicBezTo>
                    <a:pt x="157" y="145"/>
                    <a:pt x="157" y="145"/>
                    <a:pt x="157" y="145"/>
                  </a:cubicBezTo>
                  <a:cubicBezTo>
                    <a:pt x="156" y="155"/>
                    <a:pt x="156" y="155"/>
                    <a:pt x="156" y="155"/>
                  </a:cubicBezTo>
                  <a:cubicBezTo>
                    <a:pt x="157" y="155"/>
                    <a:pt x="157" y="155"/>
                    <a:pt x="157" y="155"/>
                  </a:cubicBezTo>
                  <a:cubicBezTo>
                    <a:pt x="174" y="140"/>
                    <a:pt x="174" y="140"/>
                    <a:pt x="174" y="140"/>
                  </a:cubicBezTo>
                  <a:cubicBezTo>
                    <a:pt x="173" y="132"/>
                    <a:pt x="173" y="132"/>
                    <a:pt x="173" y="132"/>
                  </a:cubicBezTo>
                  <a:cubicBezTo>
                    <a:pt x="170" y="132"/>
                    <a:pt x="170" y="132"/>
                    <a:pt x="170" y="132"/>
                  </a:cubicBezTo>
                  <a:cubicBezTo>
                    <a:pt x="164" y="133"/>
                    <a:pt x="164" y="133"/>
                    <a:pt x="164" y="133"/>
                  </a:cubicBezTo>
                  <a:cubicBezTo>
                    <a:pt x="174" y="105"/>
                    <a:pt x="174" y="105"/>
                    <a:pt x="174" y="105"/>
                  </a:cubicBezTo>
                  <a:cubicBezTo>
                    <a:pt x="165" y="103"/>
                    <a:pt x="165" y="103"/>
                    <a:pt x="165" y="103"/>
                  </a:cubicBezTo>
                  <a:cubicBezTo>
                    <a:pt x="165" y="103"/>
                    <a:pt x="165" y="103"/>
                    <a:pt x="165" y="103"/>
                  </a:cubicBezTo>
                  <a:cubicBezTo>
                    <a:pt x="164" y="103"/>
                    <a:pt x="164" y="103"/>
                    <a:pt x="164" y="103"/>
                  </a:cubicBezTo>
                  <a:cubicBezTo>
                    <a:pt x="164" y="102"/>
                    <a:pt x="164" y="102"/>
                    <a:pt x="164" y="102"/>
                  </a:cubicBezTo>
                  <a:cubicBezTo>
                    <a:pt x="160" y="99"/>
                    <a:pt x="160" y="99"/>
                    <a:pt x="160" y="99"/>
                  </a:cubicBezTo>
                  <a:cubicBezTo>
                    <a:pt x="159" y="95"/>
                    <a:pt x="159" y="92"/>
                    <a:pt x="161" y="89"/>
                  </a:cubicBezTo>
                  <a:cubicBezTo>
                    <a:pt x="176" y="88"/>
                    <a:pt x="176" y="88"/>
                    <a:pt x="176" y="88"/>
                  </a:cubicBezTo>
                  <a:cubicBezTo>
                    <a:pt x="185" y="88"/>
                    <a:pt x="185" y="88"/>
                    <a:pt x="185" y="88"/>
                  </a:cubicBezTo>
                  <a:cubicBezTo>
                    <a:pt x="185" y="85"/>
                    <a:pt x="183" y="80"/>
                    <a:pt x="177" y="71"/>
                  </a:cubicBezTo>
                  <a:cubicBezTo>
                    <a:pt x="165" y="66"/>
                    <a:pt x="165" y="66"/>
                    <a:pt x="165" y="66"/>
                  </a:cubicBezTo>
                  <a:cubicBezTo>
                    <a:pt x="178" y="54"/>
                    <a:pt x="178" y="54"/>
                    <a:pt x="178" y="54"/>
                  </a:cubicBezTo>
                  <a:cubicBezTo>
                    <a:pt x="178" y="51"/>
                    <a:pt x="178" y="51"/>
                    <a:pt x="178" y="51"/>
                  </a:cubicBezTo>
                  <a:cubicBezTo>
                    <a:pt x="171" y="52"/>
                    <a:pt x="171" y="52"/>
                    <a:pt x="171" y="52"/>
                  </a:cubicBezTo>
                  <a:cubicBezTo>
                    <a:pt x="169" y="52"/>
                    <a:pt x="169" y="52"/>
                    <a:pt x="169" y="52"/>
                  </a:cubicBezTo>
                  <a:cubicBezTo>
                    <a:pt x="169" y="51"/>
                    <a:pt x="169" y="51"/>
                    <a:pt x="169" y="51"/>
                  </a:cubicBezTo>
                  <a:cubicBezTo>
                    <a:pt x="168" y="51"/>
                    <a:pt x="168" y="51"/>
                    <a:pt x="168" y="51"/>
                  </a:cubicBezTo>
                  <a:cubicBezTo>
                    <a:pt x="168" y="49"/>
                    <a:pt x="168" y="49"/>
                    <a:pt x="168" y="49"/>
                  </a:cubicBezTo>
                  <a:cubicBezTo>
                    <a:pt x="166" y="43"/>
                    <a:pt x="162" y="39"/>
                    <a:pt x="157" y="37"/>
                  </a:cubicBezTo>
                  <a:cubicBezTo>
                    <a:pt x="133" y="37"/>
                    <a:pt x="133" y="37"/>
                    <a:pt x="133" y="37"/>
                  </a:cubicBezTo>
                  <a:cubicBezTo>
                    <a:pt x="122" y="49"/>
                    <a:pt x="122" y="49"/>
                    <a:pt x="122" y="49"/>
                  </a:cubicBezTo>
                  <a:cubicBezTo>
                    <a:pt x="122" y="50"/>
                    <a:pt x="122" y="50"/>
                    <a:pt x="122" y="50"/>
                  </a:cubicBezTo>
                  <a:cubicBezTo>
                    <a:pt x="119" y="49"/>
                    <a:pt x="119" y="49"/>
                    <a:pt x="119" y="49"/>
                  </a:cubicBezTo>
                  <a:cubicBezTo>
                    <a:pt x="81" y="37"/>
                    <a:pt x="81" y="37"/>
                    <a:pt x="81" y="37"/>
                  </a:cubicBezTo>
                  <a:cubicBezTo>
                    <a:pt x="118" y="28"/>
                    <a:pt x="118" y="28"/>
                    <a:pt x="118" y="28"/>
                  </a:cubicBezTo>
                  <a:cubicBezTo>
                    <a:pt x="120" y="28"/>
                    <a:pt x="126" y="22"/>
                    <a:pt x="137" y="9"/>
                  </a:cubicBezTo>
                  <a:cubicBezTo>
                    <a:pt x="124" y="0"/>
                    <a:pt x="124" y="0"/>
                    <a:pt x="124" y="0"/>
                  </a:cubicBezTo>
                  <a:lnTo>
                    <a:pt x="113" y="3"/>
                  </a:lnTo>
                  <a:close/>
                </a:path>
              </a:pathLst>
            </a:custGeom>
            <a:grpFill/>
            <a:ln>
              <a:noFill/>
            </a:ln>
          </p:spPr>
          <p:txBody>
            <a:bodyPr vert="horz" wrap="square" lIns="91440" tIns="45720" rIns="91440" bIns="45720" numCol="1" anchor="t" anchorCtr="0" compatLnSpc="1"/>
            <a:lstStyle/>
            <a:p>
              <a:endParaRPr lang="zh-CN" altLang="en-US"/>
            </a:p>
          </p:txBody>
        </p:sp>
        <p:sp>
          <p:nvSpPr>
            <p:cNvPr id="66" name="Freeform 28"/>
            <p:cNvSpPr/>
            <p:nvPr/>
          </p:nvSpPr>
          <p:spPr bwMode="auto">
            <a:xfrm>
              <a:off x="3775266" y="3080322"/>
              <a:ext cx="401637" cy="492125"/>
            </a:xfrm>
            <a:custGeom>
              <a:avLst/>
              <a:gdLst>
                <a:gd name="T0" fmla="*/ 146 w 232"/>
                <a:gd name="T1" fmla="*/ 80 h 284"/>
                <a:gd name="T2" fmla="*/ 129 w 232"/>
                <a:gd name="T3" fmla="*/ 41 h 284"/>
                <a:gd name="T4" fmla="*/ 84 w 232"/>
                <a:gd name="T5" fmla="*/ 26 h 284"/>
                <a:gd name="T6" fmla="*/ 57 w 232"/>
                <a:gd name="T7" fmla="*/ 0 h 284"/>
                <a:gd name="T8" fmla="*/ 74 w 232"/>
                <a:gd name="T9" fmla="*/ 26 h 284"/>
                <a:gd name="T10" fmla="*/ 75 w 232"/>
                <a:gd name="T11" fmla="*/ 27 h 284"/>
                <a:gd name="T12" fmla="*/ 54 w 232"/>
                <a:gd name="T13" fmla="*/ 54 h 284"/>
                <a:gd name="T14" fmla="*/ 29 w 232"/>
                <a:gd name="T15" fmla="*/ 34 h 284"/>
                <a:gd name="T16" fmla="*/ 35 w 232"/>
                <a:gd name="T17" fmla="*/ 53 h 284"/>
                <a:gd name="T18" fmla="*/ 35 w 232"/>
                <a:gd name="T19" fmla="*/ 54 h 284"/>
                <a:gd name="T20" fmla="*/ 33 w 232"/>
                <a:gd name="T21" fmla="*/ 61 h 284"/>
                <a:gd name="T22" fmla="*/ 22 w 232"/>
                <a:gd name="T23" fmla="*/ 66 h 284"/>
                <a:gd name="T24" fmla="*/ 17 w 232"/>
                <a:gd name="T25" fmla="*/ 76 h 284"/>
                <a:gd name="T26" fmla="*/ 13 w 232"/>
                <a:gd name="T27" fmla="*/ 94 h 284"/>
                <a:gd name="T28" fmla="*/ 13 w 232"/>
                <a:gd name="T29" fmla="*/ 94 h 284"/>
                <a:gd name="T30" fmla="*/ 6 w 232"/>
                <a:gd name="T31" fmla="*/ 99 h 284"/>
                <a:gd name="T32" fmla="*/ 22 w 232"/>
                <a:gd name="T33" fmla="*/ 123 h 284"/>
                <a:gd name="T34" fmla="*/ 28 w 232"/>
                <a:gd name="T35" fmla="*/ 122 h 284"/>
                <a:gd name="T36" fmla="*/ 53 w 232"/>
                <a:gd name="T37" fmla="*/ 134 h 284"/>
                <a:gd name="T38" fmla="*/ 54 w 232"/>
                <a:gd name="T39" fmla="*/ 135 h 284"/>
                <a:gd name="T40" fmla="*/ 53 w 232"/>
                <a:gd name="T41" fmla="*/ 151 h 284"/>
                <a:gd name="T42" fmla="*/ 47 w 232"/>
                <a:gd name="T43" fmla="*/ 164 h 284"/>
                <a:gd name="T44" fmla="*/ 38 w 232"/>
                <a:gd name="T45" fmla="*/ 173 h 284"/>
                <a:gd name="T46" fmla="*/ 38 w 232"/>
                <a:gd name="T47" fmla="*/ 174 h 284"/>
                <a:gd name="T48" fmla="*/ 40 w 232"/>
                <a:gd name="T49" fmla="*/ 191 h 284"/>
                <a:gd name="T50" fmla="*/ 57 w 232"/>
                <a:gd name="T51" fmla="*/ 194 h 284"/>
                <a:gd name="T52" fmla="*/ 65 w 232"/>
                <a:gd name="T53" fmla="*/ 203 h 284"/>
                <a:gd name="T54" fmla="*/ 78 w 232"/>
                <a:gd name="T55" fmla="*/ 266 h 284"/>
                <a:gd name="T56" fmla="*/ 75 w 232"/>
                <a:gd name="T57" fmla="*/ 271 h 284"/>
                <a:gd name="T58" fmla="*/ 77 w 232"/>
                <a:gd name="T59" fmla="*/ 275 h 284"/>
                <a:gd name="T60" fmla="*/ 111 w 232"/>
                <a:gd name="T61" fmla="*/ 261 h 284"/>
                <a:gd name="T62" fmla="*/ 119 w 232"/>
                <a:gd name="T63" fmla="*/ 265 h 284"/>
                <a:gd name="T64" fmla="*/ 120 w 232"/>
                <a:gd name="T65" fmla="*/ 264 h 284"/>
                <a:gd name="T66" fmla="*/ 132 w 232"/>
                <a:gd name="T67" fmla="*/ 257 h 284"/>
                <a:gd name="T68" fmla="*/ 167 w 232"/>
                <a:gd name="T69" fmla="*/ 272 h 284"/>
                <a:gd name="T70" fmla="*/ 176 w 232"/>
                <a:gd name="T71" fmla="*/ 278 h 284"/>
                <a:gd name="T72" fmla="*/ 204 w 232"/>
                <a:gd name="T73" fmla="*/ 247 h 284"/>
                <a:gd name="T74" fmla="*/ 198 w 232"/>
                <a:gd name="T75" fmla="*/ 224 h 284"/>
                <a:gd name="T76" fmla="*/ 219 w 232"/>
                <a:gd name="T77" fmla="*/ 225 h 284"/>
                <a:gd name="T78" fmla="*/ 219 w 232"/>
                <a:gd name="T79" fmla="*/ 204 h 284"/>
                <a:gd name="T80" fmla="*/ 232 w 232"/>
                <a:gd name="T81" fmla="*/ 185 h 284"/>
                <a:gd name="T82" fmla="*/ 215 w 232"/>
                <a:gd name="T83" fmla="*/ 168 h 284"/>
                <a:gd name="T84" fmla="*/ 207 w 232"/>
                <a:gd name="T85" fmla="*/ 175 h 284"/>
                <a:gd name="T86" fmla="*/ 205 w 232"/>
                <a:gd name="T87" fmla="*/ 174 h 284"/>
                <a:gd name="T88" fmla="*/ 191 w 232"/>
                <a:gd name="T89" fmla="*/ 161 h 284"/>
                <a:gd name="T90" fmla="*/ 172 w 232"/>
                <a:gd name="T91" fmla="*/ 149 h 284"/>
                <a:gd name="T92" fmla="*/ 167 w 232"/>
                <a:gd name="T93" fmla="*/ 128 h 284"/>
                <a:gd name="T94" fmla="*/ 178 w 232"/>
                <a:gd name="T95" fmla="*/ 96 h 284"/>
                <a:gd name="T96" fmla="*/ 196 w 232"/>
                <a:gd name="T97" fmla="*/ 97 h 284"/>
                <a:gd name="T98" fmla="*/ 197 w 232"/>
                <a:gd name="T99" fmla="*/ 78 h 284"/>
                <a:gd name="T100" fmla="*/ 147 w 232"/>
                <a:gd name="T101" fmla="*/ 81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2" h="284">
                  <a:moveTo>
                    <a:pt x="147" y="80"/>
                  </a:moveTo>
                  <a:cubicBezTo>
                    <a:pt x="146" y="80"/>
                    <a:pt x="146" y="80"/>
                    <a:pt x="146" y="80"/>
                  </a:cubicBezTo>
                  <a:cubicBezTo>
                    <a:pt x="146" y="79"/>
                    <a:pt x="146" y="79"/>
                    <a:pt x="146" y="79"/>
                  </a:cubicBezTo>
                  <a:cubicBezTo>
                    <a:pt x="139" y="56"/>
                    <a:pt x="133" y="43"/>
                    <a:pt x="129" y="41"/>
                  </a:cubicBezTo>
                  <a:cubicBezTo>
                    <a:pt x="108" y="34"/>
                    <a:pt x="108" y="34"/>
                    <a:pt x="108" y="34"/>
                  </a:cubicBezTo>
                  <a:cubicBezTo>
                    <a:pt x="96" y="31"/>
                    <a:pt x="87" y="28"/>
                    <a:pt x="84" y="26"/>
                  </a:cubicBezTo>
                  <a:cubicBezTo>
                    <a:pt x="77" y="22"/>
                    <a:pt x="70" y="14"/>
                    <a:pt x="60" y="0"/>
                  </a:cubicBezTo>
                  <a:cubicBezTo>
                    <a:pt x="57" y="0"/>
                    <a:pt x="57" y="0"/>
                    <a:pt x="57" y="0"/>
                  </a:cubicBezTo>
                  <a:cubicBezTo>
                    <a:pt x="57" y="0"/>
                    <a:pt x="57" y="0"/>
                    <a:pt x="57" y="0"/>
                  </a:cubicBezTo>
                  <a:cubicBezTo>
                    <a:pt x="59" y="5"/>
                    <a:pt x="64" y="14"/>
                    <a:pt x="74" y="26"/>
                  </a:cubicBezTo>
                  <a:cubicBezTo>
                    <a:pt x="74" y="26"/>
                    <a:pt x="74" y="26"/>
                    <a:pt x="74" y="26"/>
                  </a:cubicBezTo>
                  <a:cubicBezTo>
                    <a:pt x="75" y="27"/>
                    <a:pt x="75" y="27"/>
                    <a:pt x="75" y="27"/>
                  </a:cubicBezTo>
                  <a:cubicBezTo>
                    <a:pt x="65" y="45"/>
                    <a:pt x="65" y="45"/>
                    <a:pt x="65" y="45"/>
                  </a:cubicBezTo>
                  <a:cubicBezTo>
                    <a:pt x="62" y="52"/>
                    <a:pt x="58" y="55"/>
                    <a:pt x="54" y="54"/>
                  </a:cubicBezTo>
                  <a:cubicBezTo>
                    <a:pt x="52" y="52"/>
                    <a:pt x="47" y="47"/>
                    <a:pt x="39" y="37"/>
                  </a:cubicBezTo>
                  <a:cubicBezTo>
                    <a:pt x="29" y="34"/>
                    <a:pt x="29" y="34"/>
                    <a:pt x="29" y="34"/>
                  </a:cubicBezTo>
                  <a:cubicBezTo>
                    <a:pt x="29" y="37"/>
                    <a:pt x="31" y="43"/>
                    <a:pt x="35" y="52"/>
                  </a:cubicBezTo>
                  <a:cubicBezTo>
                    <a:pt x="35" y="53"/>
                    <a:pt x="35" y="53"/>
                    <a:pt x="35" y="53"/>
                  </a:cubicBezTo>
                  <a:cubicBezTo>
                    <a:pt x="35" y="54"/>
                    <a:pt x="35" y="54"/>
                    <a:pt x="35" y="54"/>
                  </a:cubicBezTo>
                  <a:cubicBezTo>
                    <a:pt x="35" y="54"/>
                    <a:pt x="35" y="54"/>
                    <a:pt x="35" y="54"/>
                  </a:cubicBezTo>
                  <a:cubicBezTo>
                    <a:pt x="35" y="55"/>
                    <a:pt x="35" y="55"/>
                    <a:pt x="35" y="55"/>
                  </a:cubicBezTo>
                  <a:cubicBezTo>
                    <a:pt x="33" y="61"/>
                    <a:pt x="33" y="61"/>
                    <a:pt x="33" y="61"/>
                  </a:cubicBezTo>
                  <a:cubicBezTo>
                    <a:pt x="22" y="66"/>
                    <a:pt x="22" y="66"/>
                    <a:pt x="22" y="66"/>
                  </a:cubicBezTo>
                  <a:cubicBezTo>
                    <a:pt x="22" y="66"/>
                    <a:pt x="22" y="66"/>
                    <a:pt x="22" y="66"/>
                  </a:cubicBezTo>
                  <a:cubicBezTo>
                    <a:pt x="19" y="68"/>
                    <a:pt x="19" y="68"/>
                    <a:pt x="19" y="68"/>
                  </a:cubicBezTo>
                  <a:cubicBezTo>
                    <a:pt x="17" y="69"/>
                    <a:pt x="17" y="72"/>
                    <a:pt x="17" y="76"/>
                  </a:cubicBezTo>
                  <a:cubicBezTo>
                    <a:pt x="19" y="85"/>
                    <a:pt x="18" y="91"/>
                    <a:pt x="16" y="93"/>
                  </a:cubicBezTo>
                  <a:cubicBezTo>
                    <a:pt x="15" y="94"/>
                    <a:pt x="14" y="94"/>
                    <a:pt x="13" y="94"/>
                  </a:cubicBezTo>
                  <a:cubicBezTo>
                    <a:pt x="13" y="94"/>
                    <a:pt x="13" y="94"/>
                    <a:pt x="13" y="94"/>
                  </a:cubicBezTo>
                  <a:cubicBezTo>
                    <a:pt x="13" y="94"/>
                    <a:pt x="13" y="94"/>
                    <a:pt x="13" y="94"/>
                  </a:cubicBezTo>
                  <a:cubicBezTo>
                    <a:pt x="0" y="92"/>
                    <a:pt x="0" y="92"/>
                    <a:pt x="0" y="92"/>
                  </a:cubicBezTo>
                  <a:cubicBezTo>
                    <a:pt x="1" y="94"/>
                    <a:pt x="3" y="97"/>
                    <a:pt x="6" y="99"/>
                  </a:cubicBezTo>
                  <a:cubicBezTo>
                    <a:pt x="12" y="104"/>
                    <a:pt x="17" y="112"/>
                    <a:pt x="22" y="121"/>
                  </a:cubicBezTo>
                  <a:cubicBezTo>
                    <a:pt x="22" y="123"/>
                    <a:pt x="22" y="123"/>
                    <a:pt x="22" y="123"/>
                  </a:cubicBezTo>
                  <a:cubicBezTo>
                    <a:pt x="22" y="123"/>
                    <a:pt x="22" y="123"/>
                    <a:pt x="22" y="123"/>
                  </a:cubicBezTo>
                  <a:cubicBezTo>
                    <a:pt x="28" y="122"/>
                    <a:pt x="28" y="122"/>
                    <a:pt x="28" y="122"/>
                  </a:cubicBezTo>
                  <a:cubicBezTo>
                    <a:pt x="34" y="120"/>
                    <a:pt x="40" y="122"/>
                    <a:pt x="47" y="126"/>
                  </a:cubicBezTo>
                  <a:cubicBezTo>
                    <a:pt x="53" y="134"/>
                    <a:pt x="53" y="134"/>
                    <a:pt x="53" y="134"/>
                  </a:cubicBezTo>
                  <a:cubicBezTo>
                    <a:pt x="54" y="134"/>
                    <a:pt x="54" y="134"/>
                    <a:pt x="54" y="134"/>
                  </a:cubicBezTo>
                  <a:cubicBezTo>
                    <a:pt x="54" y="135"/>
                    <a:pt x="54" y="135"/>
                    <a:pt x="54" y="135"/>
                  </a:cubicBezTo>
                  <a:cubicBezTo>
                    <a:pt x="53" y="135"/>
                    <a:pt x="53" y="135"/>
                    <a:pt x="53" y="135"/>
                  </a:cubicBezTo>
                  <a:cubicBezTo>
                    <a:pt x="53" y="151"/>
                    <a:pt x="53" y="151"/>
                    <a:pt x="53" y="151"/>
                  </a:cubicBezTo>
                  <a:cubicBezTo>
                    <a:pt x="54" y="153"/>
                    <a:pt x="56" y="156"/>
                    <a:pt x="54" y="159"/>
                  </a:cubicBezTo>
                  <a:cubicBezTo>
                    <a:pt x="53" y="162"/>
                    <a:pt x="51" y="163"/>
                    <a:pt x="47" y="164"/>
                  </a:cubicBezTo>
                  <a:cubicBezTo>
                    <a:pt x="42" y="164"/>
                    <a:pt x="39" y="167"/>
                    <a:pt x="38" y="173"/>
                  </a:cubicBezTo>
                  <a:cubicBezTo>
                    <a:pt x="38" y="173"/>
                    <a:pt x="38" y="173"/>
                    <a:pt x="38" y="173"/>
                  </a:cubicBezTo>
                  <a:cubicBezTo>
                    <a:pt x="38" y="173"/>
                    <a:pt x="38" y="173"/>
                    <a:pt x="38" y="173"/>
                  </a:cubicBezTo>
                  <a:cubicBezTo>
                    <a:pt x="38" y="174"/>
                    <a:pt x="38" y="174"/>
                    <a:pt x="38" y="174"/>
                  </a:cubicBezTo>
                  <a:cubicBezTo>
                    <a:pt x="33" y="184"/>
                    <a:pt x="33" y="184"/>
                    <a:pt x="33" y="184"/>
                  </a:cubicBezTo>
                  <a:cubicBezTo>
                    <a:pt x="40" y="191"/>
                    <a:pt x="40" y="191"/>
                    <a:pt x="40" y="191"/>
                  </a:cubicBezTo>
                  <a:cubicBezTo>
                    <a:pt x="56" y="194"/>
                    <a:pt x="56" y="194"/>
                    <a:pt x="56" y="194"/>
                  </a:cubicBezTo>
                  <a:cubicBezTo>
                    <a:pt x="57" y="194"/>
                    <a:pt x="57" y="194"/>
                    <a:pt x="57" y="194"/>
                  </a:cubicBezTo>
                  <a:cubicBezTo>
                    <a:pt x="57" y="194"/>
                    <a:pt x="57" y="194"/>
                    <a:pt x="57" y="194"/>
                  </a:cubicBezTo>
                  <a:cubicBezTo>
                    <a:pt x="65" y="203"/>
                    <a:pt x="65" y="203"/>
                    <a:pt x="65" y="203"/>
                  </a:cubicBezTo>
                  <a:cubicBezTo>
                    <a:pt x="56" y="217"/>
                    <a:pt x="56" y="217"/>
                    <a:pt x="56" y="217"/>
                  </a:cubicBezTo>
                  <a:cubicBezTo>
                    <a:pt x="78" y="266"/>
                    <a:pt x="78" y="266"/>
                    <a:pt x="78" y="266"/>
                  </a:cubicBezTo>
                  <a:cubicBezTo>
                    <a:pt x="79" y="267"/>
                    <a:pt x="79" y="267"/>
                    <a:pt x="79" y="267"/>
                  </a:cubicBezTo>
                  <a:cubicBezTo>
                    <a:pt x="75" y="271"/>
                    <a:pt x="75" y="271"/>
                    <a:pt x="75" y="271"/>
                  </a:cubicBezTo>
                  <a:cubicBezTo>
                    <a:pt x="76" y="275"/>
                    <a:pt x="76" y="275"/>
                    <a:pt x="76" y="275"/>
                  </a:cubicBezTo>
                  <a:cubicBezTo>
                    <a:pt x="77" y="275"/>
                    <a:pt x="77" y="275"/>
                    <a:pt x="77" y="275"/>
                  </a:cubicBezTo>
                  <a:cubicBezTo>
                    <a:pt x="118" y="249"/>
                    <a:pt x="118" y="249"/>
                    <a:pt x="118" y="249"/>
                  </a:cubicBezTo>
                  <a:cubicBezTo>
                    <a:pt x="111" y="261"/>
                    <a:pt x="111" y="261"/>
                    <a:pt x="111" y="261"/>
                  </a:cubicBezTo>
                  <a:cubicBezTo>
                    <a:pt x="106" y="270"/>
                    <a:pt x="103" y="278"/>
                    <a:pt x="102" y="284"/>
                  </a:cubicBezTo>
                  <a:cubicBezTo>
                    <a:pt x="109" y="281"/>
                    <a:pt x="115" y="275"/>
                    <a:pt x="119" y="265"/>
                  </a:cubicBezTo>
                  <a:cubicBezTo>
                    <a:pt x="119" y="264"/>
                    <a:pt x="119" y="264"/>
                    <a:pt x="119" y="264"/>
                  </a:cubicBezTo>
                  <a:cubicBezTo>
                    <a:pt x="120" y="264"/>
                    <a:pt x="120" y="264"/>
                    <a:pt x="120" y="264"/>
                  </a:cubicBezTo>
                  <a:cubicBezTo>
                    <a:pt x="131" y="258"/>
                    <a:pt x="131" y="258"/>
                    <a:pt x="131" y="258"/>
                  </a:cubicBezTo>
                  <a:cubicBezTo>
                    <a:pt x="132" y="257"/>
                    <a:pt x="132" y="257"/>
                    <a:pt x="132" y="257"/>
                  </a:cubicBezTo>
                  <a:cubicBezTo>
                    <a:pt x="148" y="271"/>
                    <a:pt x="148" y="271"/>
                    <a:pt x="148" y="271"/>
                  </a:cubicBezTo>
                  <a:cubicBezTo>
                    <a:pt x="167" y="272"/>
                    <a:pt x="167" y="272"/>
                    <a:pt x="167" y="272"/>
                  </a:cubicBezTo>
                  <a:cubicBezTo>
                    <a:pt x="167" y="273"/>
                    <a:pt x="167" y="273"/>
                    <a:pt x="167" y="273"/>
                  </a:cubicBezTo>
                  <a:cubicBezTo>
                    <a:pt x="176" y="278"/>
                    <a:pt x="176" y="278"/>
                    <a:pt x="176" y="278"/>
                  </a:cubicBezTo>
                  <a:cubicBezTo>
                    <a:pt x="198" y="259"/>
                    <a:pt x="198" y="259"/>
                    <a:pt x="198" y="259"/>
                  </a:cubicBezTo>
                  <a:cubicBezTo>
                    <a:pt x="200" y="257"/>
                    <a:pt x="202" y="253"/>
                    <a:pt x="204" y="247"/>
                  </a:cubicBezTo>
                  <a:cubicBezTo>
                    <a:pt x="207" y="242"/>
                    <a:pt x="207" y="242"/>
                    <a:pt x="207" y="242"/>
                  </a:cubicBezTo>
                  <a:cubicBezTo>
                    <a:pt x="207" y="240"/>
                    <a:pt x="204" y="234"/>
                    <a:pt x="198" y="224"/>
                  </a:cubicBezTo>
                  <a:cubicBezTo>
                    <a:pt x="193" y="216"/>
                    <a:pt x="193" y="216"/>
                    <a:pt x="193" y="216"/>
                  </a:cubicBezTo>
                  <a:cubicBezTo>
                    <a:pt x="219" y="225"/>
                    <a:pt x="219" y="225"/>
                    <a:pt x="219" y="225"/>
                  </a:cubicBezTo>
                  <a:cubicBezTo>
                    <a:pt x="227" y="221"/>
                    <a:pt x="227" y="221"/>
                    <a:pt x="227" y="221"/>
                  </a:cubicBezTo>
                  <a:cubicBezTo>
                    <a:pt x="219" y="204"/>
                    <a:pt x="219" y="204"/>
                    <a:pt x="219" y="204"/>
                  </a:cubicBezTo>
                  <a:cubicBezTo>
                    <a:pt x="219" y="203"/>
                    <a:pt x="219" y="203"/>
                    <a:pt x="219" y="203"/>
                  </a:cubicBezTo>
                  <a:cubicBezTo>
                    <a:pt x="232" y="185"/>
                    <a:pt x="232" y="185"/>
                    <a:pt x="232" y="185"/>
                  </a:cubicBezTo>
                  <a:cubicBezTo>
                    <a:pt x="227" y="177"/>
                    <a:pt x="227" y="177"/>
                    <a:pt x="227" y="177"/>
                  </a:cubicBezTo>
                  <a:cubicBezTo>
                    <a:pt x="221" y="171"/>
                    <a:pt x="218" y="168"/>
                    <a:pt x="215" y="168"/>
                  </a:cubicBezTo>
                  <a:cubicBezTo>
                    <a:pt x="214" y="168"/>
                    <a:pt x="214" y="168"/>
                    <a:pt x="214" y="168"/>
                  </a:cubicBezTo>
                  <a:cubicBezTo>
                    <a:pt x="207" y="175"/>
                    <a:pt x="207" y="175"/>
                    <a:pt x="207" y="175"/>
                  </a:cubicBezTo>
                  <a:cubicBezTo>
                    <a:pt x="206" y="174"/>
                    <a:pt x="206" y="174"/>
                    <a:pt x="206" y="174"/>
                  </a:cubicBezTo>
                  <a:cubicBezTo>
                    <a:pt x="205" y="174"/>
                    <a:pt x="205" y="174"/>
                    <a:pt x="205" y="174"/>
                  </a:cubicBezTo>
                  <a:cubicBezTo>
                    <a:pt x="194" y="171"/>
                    <a:pt x="194" y="171"/>
                    <a:pt x="194" y="171"/>
                  </a:cubicBezTo>
                  <a:cubicBezTo>
                    <a:pt x="191" y="161"/>
                    <a:pt x="191" y="161"/>
                    <a:pt x="191" y="161"/>
                  </a:cubicBezTo>
                  <a:cubicBezTo>
                    <a:pt x="187" y="160"/>
                    <a:pt x="182" y="158"/>
                    <a:pt x="179" y="154"/>
                  </a:cubicBezTo>
                  <a:cubicBezTo>
                    <a:pt x="172" y="149"/>
                    <a:pt x="172" y="149"/>
                    <a:pt x="172" y="149"/>
                  </a:cubicBezTo>
                  <a:cubicBezTo>
                    <a:pt x="167" y="147"/>
                    <a:pt x="164" y="144"/>
                    <a:pt x="164" y="141"/>
                  </a:cubicBezTo>
                  <a:cubicBezTo>
                    <a:pt x="162" y="137"/>
                    <a:pt x="164" y="133"/>
                    <a:pt x="167" y="128"/>
                  </a:cubicBezTo>
                  <a:cubicBezTo>
                    <a:pt x="174" y="118"/>
                    <a:pt x="178" y="110"/>
                    <a:pt x="178" y="104"/>
                  </a:cubicBezTo>
                  <a:cubicBezTo>
                    <a:pt x="178" y="96"/>
                    <a:pt x="178" y="96"/>
                    <a:pt x="178" y="96"/>
                  </a:cubicBezTo>
                  <a:cubicBezTo>
                    <a:pt x="182" y="97"/>
                    <a:pt x="182" y="97"/>
                    <a:pt x="182" y="97"/>
                  </a:cubicBezTo>
                  <a:cubicBezTo>
                    <a:pt x="196" y="97"/>
                    <a:pt x="196" y="97"/>
                    <a:pt x="196" y="97"/>
                  </a:cubicBezTo>
                  <a:cubicBezTo>
                    <a:pt x="197" y="96"/>
                    <a:pt x="199" y="90"/>
                    <a:pt x="201" y="79"/>
                  </a:cubicBezTo>
                  <a:cubicBezTo>
                    <a:pt x="197" y="78"/>
                    <a:pt x="197" y="78"/>
                    <a:pt x="197" y="78"/>
                  </a:cubicBezTo>
                  <a:cubicBezTo>
                    <a:pt x="187" y="85"/>
                    <a:pt x="180" y="89"/>
                    <a:pt x="175" y="91"/>
                  </a:cubicBezTo>
                  <a:cubicBezTo>
                    <a:pt x="168" y="93"/>
                    <a:pt x="159" y="89"/>
                    <a:pt x="147" y="81"/>
                  </a:cubicBezTo>
                  <a:cubicBezTo>
                    <a:pt x="147" y="80"/>
                    <a:pt x="147" y="80"/>
                    <a:pt x="147" y="80"/>
                  </a:cubicBezTo>
                  <a:close/>
                </a:path>
              </a:pathLst>
            </a:custGeom>
            <a:grpFill/>
            <a:ln>
              <a:noFill/>
            </a:ln>
          </p:spPr>
          <p:txBody>
            <a:bodyPr vert="horz" wrap="square" lIns="91440" tIns="45720" rIns="91440" bIns="45720" numCol="1" anchor="t" anchorCtr="0" compatLnSpc="1"/>
            <a:lstStyle/>
            <a:p>
              <a:endParaRPr lang="zh-CN" altLang="en-US"/>
            </a:p>
          </p:txBody>
        </p:sp>
        <p:sp>
          <p:nvSpPr>
            <p:cNvPr id="67" name="Freeform 29"/>
            <p:cNvSpPr/>
            <p:nvPr/>
          </p:nvSpPr>
          <p:spPr bwMode="auto">
            <a:xfrm>
              <a:off x="3984816" y="2145284"/>
              <a:ext cx="492125" cy="471488"/>
            </a:xfrm>
            <a:custGeom>
              <a:avLst/>
              <a:gdLst>
                <a:gd name="T0" fmla="*/ 123 w 285"/>
                <a:gd name="T1" fmla="*/ 57 h 272"/>
                <a:gd name="T2" fmla="*/ 108 w 285"/>
                <a:gd name="T3" fmla="*/ 61 h 272"/>
                <a:gd name="T4" fmla="*/ 89 w 285"/>
                <a:gd name="T5" fmla="*/ 70 h 272"/>
                <a:gd name="T6" fmla="*/ 70 w 285"/>
                <a:gd name="T7" fmla="*/ 86 h 272"/>
                <a:gd name="T8" fmla="*/ 69 w 285"/>
                <a:gd name="T9" fmla="*/ 88 h 272"/>
                <a:gd name="T10" fmla="*/ 53 w 285"/>
                <a:gd name="T11" fmla="*/ 106 h 272"/>
                <a:gd name="T12" fmla="*/ 32 w 285"/>
                <a:gd name="T13" fmla="*/ 106 h 272"/>
                <a:gd name="T14" fmla="*/ 24 w 285"/>
                <a:gd name="T15" fmla="*/ 96 h 272"/>
                <a:gd name="T16" fmla="*/ 26 w 285"/>
                <a:gd name="T17" fmla="*/ 132 h 272"/>
                <a:gd name="T18" fmla="*/ 4 w 285"/>
                <a:gd name="T19" fmla="*/ 167 h 272"/>
                <a:gd name="T20" fmla="*/ 0 w 285"/>
                <a:gd name="T21" fmla="*/ 172 h 272"/>
                <a:gd name="T22" fmla="*/ 25 w 285"/>
                <a:gd name="T23" fmla="*/ 181 h 272"/>
                <a:gd name="T24" fmla="*/ 26 w 285"/>
                <a:gd name="T25" fmla="*/ 182 h 272"/>
                <a:gd name="T26" fmla="*/ 35 w 285"/>
                <a:gd name="T27" fmla="*/ 188 h 272"/>
                <a:gd name="T28" fmla="*/ 37 w 285"/>
                <a:gd name="T29" fmla="*/ 189 h 272"/>
                <a:gd name="T30" fmla="*/ 60 w 285"/>
                <a:gd name="T31" fmla="*/ 207 h 272"/>
                <a:gd name="T32" fmla="*/ 86 w 285"/>
                <a:gd name="T33" fmla="*/ 170 h 272"/>
                <a:gd name="T34" fmla="*/ 93 w 285"/>
                <a:gd name="T35" fmla="*/ 161 h 272"/>
                <a:gd name="T36" fmla="*/ 113 w 285"/>
                <a:gd name="T37" fmla="*/ 154 h 272"/>
                <a:gd name="T38" fmla="*/ 132 w 285"/>
                <a:gd name="T39" fmla="*/ 151 h 272"/>
                <a:gd name="T40" fmla="*/ 143 w 285"/>
                <a:gd name="T41" fmla="*/ 168 h 272"/>
                <a:gd name="T42" fmla="*/ 145 w 285"/>
                <a:gd name="T43" fmla="*/ 181 h 272"/>
                <a:gd name="T44" fmla="*/ 141 w 285"/>
                <a:gd name="T45" fmla="*/ 204 h 272"/>
                <a:gd name="T46" fmla="*/ 140 w 285"/>
                <a:gd name="T47" fmla="*/ 206 h 272"/>
                <a:gd name="T48" fmla="*/ 129 w 285"/>
                <a:gd name="T49" fmla="*/ 237 h 272"/>
                <a:gd name="T50" fmla="*/ 140 w 285"/>
                <a:gd name="T51" fmla="*/ 231 h 272"/>
                <a:gd name="T52" fmla="*/ 148 w 285"/>
                <a:gd name="T53" fmla="*/ 234 h 272"/>
                <a:gd name="T54" fmla="*/ 147 w 285"/>
                <a:gd name="T55" fmla="*/ 244 h 272"/>
                <a:gd name="T56" fmla="*/ 140 w 285"/>
                <a:gd name="T57" fmla="*/ 254 h 272"/>
                <a:gd name="T58" fmla="*/ 136 w 285"/>
                <a:gd name="T59" fmla="*/ 262 h 272"/>
                <a:gd name="T60" fmla="*/ 129 w 285"/>
                <a:gd name="T61" fmla="*/ 263 h 272"/>
                <a:gd name="T62" fmla="*/ 121 w 285"/>
                <a:gd name="T63" fmla="*/ 272 h 272"/>
                <a:gd name="T64" fmla="*/ 151 w 285"/>
                <a:gd name="T65" fmla="*/ 249 h 272"/>
                <a:gd name="T66" fmla="*/ 197 w 285"/>
                <a:gd name="T67" fmla="*/ 203 h 272"/>
                <a:gd name="T68" fmla="*/ 208 w 285"/>
                <a:gd name="T69" fmla="*/ 198 h 272"/>
                <a:gd name="T70" fmla="*/ 232 w 285"/>
                <a:gd name="T71" fmla="*/ 192 h 272"/>
                <a:gd name="T72" fmla="*/ 248 w 285"/>
                <a:gd name="T73" fmla="*/ 159 h 272"/>
                <a:gd name="T74" fmla="*/ 285 w 285"/>
                <a:gd name="T75" fmla="*/ 118 h 272"/>
                <a:gd name="T76" fmla="*/ 276 w 285"/>
                <a:gd name="T77" fmla="*/ 92 h 272"/>
                <a:gd name="T78" fmla="*/ 263 w 285"/>
                <a:gd name="T79" fmla="*/ 88 h 272"/>
                <a:gd name="T80" fmla="*/ 261 w 285"/>
                <a:gd name="T81" fmla="*/ 83 h 272"/>
                <a:gd name="T82" fmla="*/ 241 w 285"/>
                <a:gd name="T83" fmla="*/ 34 h 272"/>
                <a:gd name="T84" fmla="*/ 234 w 285"/>
                <a:gd name="T85" fmla="*/ 9 h 272"/>
                <a:gd name="T86" fmla="*/ 224 w 285"/>
                <a:gd name="T87" fmla="*/ 19 h 272"/>
                <a:gd name="T88" fmla="*/ 204 w 285"/>
                <a:gd name="T89" fmla="*/ 8 h 272"/>
                <a:gd name="T90" fmla="*/ 189 w 285"/>
                <a:gd name="T91" fmla="*/ 9 h 272"/>
                <a:gd name="T92" fmla="*/ 174 w 285"/>
                <a:gd name="T93" fmla="*/ 3 h 272"/>
                <a:gd name="T94" fmla="*/ 173 w 285"/>
                <a:gd name="T95" fmla="*/ 24 h 272"/>
                <a:gd name="T96" fmla="*/ 172 w 285"/>
                <a:gd name="T97" fmla="*/ 24 h 272"/>
                <a:gd name="T98" fmla="*/ 159 w 285"/>
                <a:gd name="T99" fmla="*/ 37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5" h="272">
                  <a:moveTo>
                    <a:pt x="131" y="36"/>
                  </a:moveTo>
                  <a:cubicBezTo>
                    <a:pt x="123" y="45"/>
                    <a:pt x="123" y="45"/>
                    <a:pt x="123" y="45"/>
                  </a:cubicBezTo>
                  <a:cubicBezTo>
                    <a:pt x="122" y="47"/>
                    <a:pt x="122" y="51"/>
                    <a:pt x="123" y="57"/>
                  </a:cubicBezTo>
                  <a:cubicBezTo>
                    <a:pt x="123" y="61"/>
                    <a:pt x="123" y="61"/>
                    <a:pt x="123" y="61"/>
                  </a:cubicBezTo>
                  <a:cubicBezTo>
                    <a:pt x="108" y="61"/>
                    <a:pt x="108" y="61"/>
                    <a:pt x="108" y="61"/>
                  </a:cubicBezTo>
                  <a:cubicBezTo>
                    <a:pt x="108" y="61"/>
                    <a:pt x="108" y="61"/>
                    <a:pt x="108" y="61"/>
                  </a:cubicBezTo>
                  <a:cubicBezTo>
                    <a:pt x="108" y="61"/>
                    <a:pt x="108" y="61"/>
                    <a:pt x="108" y="61"/>
                  </a:cubicBezTo>
                  <a:cubicBezTo>
                    <a:pt x="97" y="58"/>
                    <a:pt x="97" y="58"/>
                    <a:pt x="97" y="58"/>
                  </a:cubicBezTo>
                  <a:cubicBezTo>
                    <a:pt x="89" y="70"/>
                    <a:pt x="89" y="70"/>
                    <a:pt x="89" y="70"/>
                  </a:cubicBezTo>
                  <a:cubicBezTo>
                    <a:pt x="88" y="71"/>
                    <a:pt x="88" y="71"/>
                    <a:pt x="88" y="71"/>
                  </a:cubicBezTo>
                  <a:cubicBezTo>
                    <a:pt x="78" y="77"/>
                    <a:pt x="78" y="77"/>
                    <a:pt x="78" y="77"/>
                  </a:cubicBezTo>
                  <a:cubicBezTo>
                    <a:pt x="70" y="86"/>
                    <a:pt x="70" y="86"/>
                    <a:pt x="70" y="86"/>
                  </a:cubicBezTo>
                  <a:cubicBezTo>
                    <a:pt x="70" y="86"/>
                    <a:pt x="70" y="86"/>
                    <a:pt x="70" y="86"/>
                  </a:cubicBezTo>
                  <a:cubicBezTo>
                    <a:pt x="69" y="88"/>
                    <a:pt x="69" y="88"/>
                    <a:pt x="69" y="88"/>
                  </a:cubicBezTo>
                  <a:cubicBezTo>
                    <a:pt x="69" y="88"/>
                    <a:pt x="69" y="88"/>
                    <a:pt x="69" y="88"/>
                  </a:cubicBezTo>
                  <a:cubicBezTo>
                    <a:pt x="54" y="106"/>
                    <a:pt x="54" y="106"/>
                    <a:pt x="54" y="106"/>
                  </a:cubicBezTo>
                  <a:cubicBezTo>
                    <a:pt x="54" y="106"/>
                    <a:pt x="54" y="106"/>
                    <a:pt x="54" y="106"/>
                  </a:cubicBezTo>
                  <a:cubicBezTo>
                    <a:pt x="53" y="106"/>
                    <a:pt x="53" y="106"/>
                    <a:pt x="53" y="106"/>
                  </a:cubicBezTo>
                  <a:cubicBezTo>
                    <a:pt x="41" y="112"/>
                    <a:pt x="41" y="112"/>
                    <a:pt x="41" y="112"/>
                  </a:cubicBezTo>
                  <a:cubicBezTo>
                    <a:pt x="32" y="106"/>
                    <a:pt x="32" y="106"/>
                    <a:pt x="32" y="106"/>
                  </a:cubicBezTo>
                  <a:cubicBezTo>
                    <a:pt x="32" y="106"/>
                    <a:pt x="32" y="106"/>
                    <a:pt x="32" y="106"/>
                  </a:cubicBezTo>
                  <a:cubicBezTo>
                    <a:pt x="32" y="106"/>
                    <a:pt x="32" y="106"/>
                    <a:pt x="32" y="106"/>
                  </a:cubicBezTo>
                  <a:cubicBezTo>
                    <a:pt x="32" y="106"/>
                    <a:pt x="32" y="106"/>
                    <a:pt x="32" y="106"/>
                  </a:cubicBezTo>
                  <a:cubicBezTo>
                    <a:pt x="24" y="96"/>
                    <a:pt x="24" y="96"/>
                    <a:pt x="24" y="96"/>
                  </a:cubicBezTo>
                  <a:cubicBezTo>
                    <a:pt x="18" y="93"/>
                    <a:pt x="18" y="93"/>
                    <a:pt x="18" y="93"/>
                  </a:cubicBezTo>
                  <a:cubicBezTo>
                    <a:pt x="23" y="118"/>
                    <a:pt x="23" y="118"/>
                    <a:pt x="23" y="118"/>
                  </a:cubicBezTo>
                  <a:cubicBezTo>
                    <a:pt x="26" y="132"/>
                    <a:pt x="26" y="132"/>
                    <a:pt x="26" y="132"/>
                  </a:cubicBezTo>
                  <a:cubicBezTo>
                    <a:pt x="17" y="140"/>
                    <a:pt x="17" y="140"/>
                    <a:pt x="17" y="140"/>
                  </a:cubicBezTo>
                  <a:cubicBezTo>
                    <a:pt x="4" y="159"/>
                    <a:pt x="4" y="159"/>
                    <a:pt x="4" y="159"/>
                  </a:cubicBezTo>
                  <a:cubicBezTo>
                    <a:pt x="4" y="167"/>
                    <a:pt x="4" y="167"/>
                    <a:pt x="4" y="167"/>
                  </a:cubicBezTo>
                  <a:cubicBezTo>
                    <a:pt x="4" y="167"/>
                    <a:pt x="4" y="167"/>
                    <a:pt x="4" y="167"/>
                  </a:cubicBezTo>
                  <a:cubicBezTo>
                    <a:pt x="3" y="167"/>
                    <a:pt x="3" y="167"/>
                    <a:pt x="3" y="167"/>
                  </a:cubicBezTo>
                  <a:cubicBezTo>
                    <a:pt x="0" y="172"/>
                    <a:pt x="0" y="172"/>
                    <a:pt x="0" y="172"/>
                  </a:cubicBezTo>
                  <a:cubicBezTo>
                    <a:pt x="3" y="177"/>
                    <a:pt x="3" y="177"/>
                    <a:pt x="3" y="177"/>
                  </a:cubicBezTo>
                  <a:cubicBezTo>
                    <a:pt x="7" y="177"/>
                    <a:pt x="7" y="177"/>
                    <a:pt x="7" y="177"/>
                  </a:cubicBezTo>
                  <a:cubicBezTo>
                    <a:pt x="25" y="181"/>
                    <a:pt x="25" y="181"/>
                    <a:pt x="25" y="181"/>
                  </a:cubicBezTo>
                  <a:cubicBezTo>
                    <a:pt x="26" y="181"/>
                    <a:pt x="26" y="181"/>
                    <a:pt x="26" y="181"/>
                  </a:cubicBezTo>
                  <a:cubicBezTo>
                    <a:pt x="26" y="181"/>
                    <a:pt x="26" y="181"/>
                    <a:pt x="26" y="181"/>
                  </a:cubicBezTo>
                  <a:cubicBezTo>
                    <a:pt x="26" y="182"/>
                    <a:pt x="26" y="182"/>
                    <a:pt x="26" y="182"/>
                  </a:cubicBezTo>
                  <a:cubicBezTo>
                    <a:pt x="27" y="182"/>
                    <a:pt x="27" y="182"/>
                    <a:pt x="27" y="182"/>
                  </a:cubicBezTo>
                  <a:cubicBezTo>
                    <a:pt x="31" y="186"/>
                    <a:pt x="31" y="186"/>
                    <a:pt x="31" y="186"/>
                  </a:cubicBezTo>
                  <a:cubicBezTo>
                    <a:pt x="35" y="188"/>
                    <a:pt x="35" y="188"/>
                    <a:pt x="35" y="188"/>
                  </a:cubicBezTo>
                  <a:cubicBezTo>
                    <a:pt x="35" y="188"/>
                    <a:pt x="35" y="188"/>
                    <a:pt x="35" y="188"/>
                  </a:cubicBezTo>
                  <a:cubicBezTo>
                    <a:pt x="37" y="188"/>
                    <a:pt x="37" y="188"/>
                    <a:pt x="37" y="188"/>
                  </a:cubicBezTo>
                  <a:cubicBezTo>
                    <a:pt x="37" y="189"/>
                    <a:pt x="37" y="189"/>
                    <a:pt x="37" y="189"/>
                  </a:cubicBezTo>
                  <a:cubicBezTo>
                    <a:pt x="38" y="191"/>
                    <a:pt x="40" y="194"/>
                    <a:pt x="40" y="196"/>
                  </a:cubicBezTo>
                  <a:cubicBezTo>
                    <a:pt x="41" y="201"/>
                    <a:pt x="41" y="201"/>
                    <a:pt x="41" y="201"/>
                  </a:cubicBezTo>
                  <a:cubicBezTo>
                    <a:pt x="60" y="207"/>
                    <a:pt x="60" y="207"/>
                    <a:pt x="60" y="207"/>
                  </a:cubicBezTo>
                  <a:cubicBezTo>
                    <a:pt x="66" y="206"/>
                    <a:pt x="66" y="206"/>
                    <a:pt x="66" y="206"/>
                  </a:cubicBezTo>
                  <a:cubicBezTo>
                    <a:pt x="71" y="198"/>
                    <a:pt x="71" y="198"/>
                    <a:pt x="71" y="198"/>
                  </a:cubicBezTo>
                  <a:cubicBezTo>
                    <a:pt x="86" y="170"/>
                    <a:pt x="86" y="170"/>
                    <a:pt x="86" y="170"/>
                  </a:cubicBezTo>
                  <a:cubicBezTo>
                    <a:pt x="86" y="170"/>
                    <a:pt x="86" y="170"/>
                    <a:pt x="86" y="170"/>
                  </a:cubicBezTo>
                  <a:cubicBezTo>
                    <a:pt x="86" y="170"/>
                    <a:pt x="86" y="170"/>
                    <a:pt x="86" y="170"/>
                  </a:cubicBezTo>
                  <a:cubicBezTo>
                    <a:pt x="93" y="161"/>
                    <a:pt x="93" y="161"/>
                    <a:pt x="93" y="161"/>
                  </a:cubicBezTo>
                  <a:cubicBezTo>
                    <a:pt x="94" y="160"/>
                    <a:pt x="94" y="160"/>
                    <a:pt x="94" y="160"/>
                  </a:cubicBezTo>
                  <a:cubicBezTo>
                    <a:pt x="105" y="155"/>
                    <a:pt x="105" y="155"/>
                    <a:pt x="105" y="155"/>
                  </a:cubicBezTo>
                  <a:cubicBezTo>
                    <a:pt x="113" y="154"/>
                    <a:pt x="113" y="154"/>
                    <a:pt x="113" y="154"/>
                  </a:cubicBezTo>
                  <a:cubicBezTo>
                    <a:pt x="116" y="149"/>
                    <a:pt x="119" y="147"/>
                    <a:pt x="122" y="147"/>
                  </a:cubicBezTo>
                  <a:cubicBezTo>
                    <a:pt x="123" y="147"/>
                    <a:pt x="126" y="148"/>
                    <a:pt x="131" y="150"/>
                  </a:cubicBezTo>
                  <a:cubicBezTo>
                    <a:pt x="132" y="151"/>
                    <a:pt x="132" y="151"/>
                    <a:pt x="132" y="151"/>
                  </a:cubicBezTo>
                  <a:cubicBezTo>
                    <a:pt x="132" y="152"/>
                    <a:pt x="132" y="152"/>
                    <a:pt x="132" y="152"/>
                  </a:cubicBezTo>
                  <a:cubicBezTo>
                    <a:pt x="143" y="167"/>
                    <a:pt x="143" y="167"/>
                    <a:pt x="143" y="167"/>
                  </a:cubicBezTo>
                  <a:cubicBezTo>
                    <a:pt x="143" y="168"/>
                    <a:pt x="143" y="168"/>
                    <a:pt x="143" y="168"/>
                  </a:cubicBezTo>
                  <a:cubicBezTo>
                    <a:pt x="143" y="168"/>
                    <a:pt x="143" y="168"/>
                    <a:pt x="143" y="168"/>
                  </a:cubicBezTo>
                  <a:cubicBezTo>
                    <a:pt x="143" y="169"/>
                    <a:pt x="143" y="169"/>
                    <a:pt x="143" y="169"/>
                  </a:cubicBezTo>
                  <a:cubicBezTo>
                    <a:pt x="145" y="181"/>
                    <a:pt x="145" y="181"/>
                    <a:pt x="145" y="181"/>
                  </a:cubicBezTo>
                  <a:cubicBezTo>
                    <a:pt x="144" y="194"/>
                    <a:pt x="144" y="194"/>
                    <a:pt x="144" y="194"/>
                  </a:cubicBezTo>
                  <a:cubicBezTo>
                    <a:pt x="144" y="194"/>
                    <a:pt x="144" y="194"/>
                    <a:pt x="144" y="194"/>
                  </a:cubicBezTo>
                  <a:cubicBezTo>
                    <a:pt x="141" y="204"/>
                    <a:pt x="141" y="204"/>
                    <a:pt x="141" y="204"/>
                  </a:cubicBezTo>
                  <a:cubicBezTo>
                    <a:pt x="141" y="204"/>
                    <a:pt x="141" y="204"/>
                    <a:pt x="141" y="204"/>
                  </a:cubicBezTo>
                  <a:cubicBezTo>
                    <a:pt x="141" y="206"/>
                    <a:pt x="141" y="206"/>
                    <a:pt x="141" y="206"/>
                  </a:cubicBezTo>
                  <a:cubicBezTo>
                    <a:pt x="140" y="206"/>
                    <a:pt x="140" y="206"/>
                    <a:pt x="140" y="206"/>
                  </a:cubicBezTo>
                  <a:cubicBezTo>
                    <a:pt x="132" y="215"/>
                    <a:pt x="132" y="215"/>
                    <a:pt x="132" y="215"/>
                  </a:cubicBezTo>
                  <a:cubicBezTo>
                    <a:pt x="129" y="223"/>
                    <a:pt x="129" y="223"/>
                    <a:pt x="129" y="223"/>
                  </a:cubicBezTo>
                  <a:cubicBezTo>
                    <a:pt x="129" y="237"/>
                    <a:pt x="129" y="237"/>
                    <a:pt x="129" y="237"/>
                  </a:cubicBezTo>
                  <a:cubicBezTo>
                    <a:pt x="131" y="237"/>
                    <a:pt x="131" y="237"/>
                    <a:pt x="131" y="237"/>
                  </a:cubicBezTo>
                  <a:cubicBezTo>
                    <a:pt x="135" y="235"/>
                    <a:pt x="135" y="235"/>
                    <a:pt x="135" y="235"/>
                  </a:cubicBezTo>
                  <a:cubicBezTo>
                    <a:pt x="140" y="231"/>
                    <a:pt x="140" y="231"/>
                    <a:pt x="140" y="231"/>
                  </a:cubicBezTo>
                  <a:cubicBezTo>
                    <a:pt x="141" y="229"/>
                    <a:pt x="141" y="229"/>
                    <a:pt x="141" y="229"/>
                  </a:cubicBezTo>
                  <a:cubicBezTo>
                    <a:pt x="142" y="228"/>
                    <a:pt x="142" y="228"/>
                    <a:pt x="142" y="228"/>
                  </a:cubicBezTo>
                  <a:cubicBezTo>
                    <a:pt x="148" y="234"/>
                    <a:pt x="148" y="234"/>
                    <a:pt x="148" y="234"/>
                  </a:cubicBezTo>
                  <a:cubicBezTo>
                    <a:pt x="148" y="234"/>
                    <a:pt x="148" y="234"/>
                    <a:pt x="148" y="234"/>
                  </a:cubicBezTo>
                  <a:cubicBezTo>
                    <a:pt x="148" y="244"/>
                    <a:pt x="148" y="244"/>
                    <a:pt x="148" y="244"/>
                  </a:cubicBezTo>
                  <a:cubicBezTo>
                    <a:pt x="147" y="244"/>
                    <a:pt x="147" y="244"/>
                    <a:pt x="147" y="244"/>
                  </a:cubicBezTo>
                  <a:cubicBezTo>
                    <a:pt x="142" y="246"/>
                    <a:pt x="142" y="246"/>
                    <a:pt x="142" y="246"/>
                  </a:cubicBezTo>
                  <a:cubicBezTo>
                    <a:pt x="140" y="249"/>
                    <a:pt x="140" y="249"/>
                    <a:pt x="140" y="249"/>
                  </a:cubicBezTo>
                  <a:cubicBezTo>
                    <a:pt x="140" y="254"/>
                    <a:pt x="140" y="254"/>
                    <a:pt x="140" y="254"/>
                  </a:cubicBezTo>
                  <a:cubicBezTo>
                    <a:pt x="139" y="255"/>
                    <a:pt x="139" y="255"/>
                    <a:pt x="139" y="255"/>
                  </a:cubicBezTo>
                  <a:cubicBezTo>
                    <a:pt x="139" y="255"/>
                    <a:pt x="139" y="255"/>
                    <a:pt x="139" y="255"/>
                  </a:cubicBezTo>
                  <a:cubicBezTo>
                    <a:pt x="136" y="262"/>
                    <a:pt x="136" y="262"/>
                    <a:pt x="136" y="262"/>
                  </a:cubicBezTo>
                  <a:cubicBezTo>
                    <a:pt x="135" y="262"/>
                    <a:pt x="135" y="262"/>
                    <a:pt x="135" y="262"/>
                  </a:cubicBezTo>
                  <a:cubicBezTo>
                    <a:pt x="134" y="262"/>
                    <a:pt x="134" y="262"/>
                    <a:pt x="134" y="262"/>
                  </a:cubicBezTo>
                  <a:cubicBezTo>
                    <a:pt x="129" y="263"/>
                    <a:pt x="129" y="263"/>
                    <a:pt x="129" y="263"/>
                  </a:cubicBezTo>
                  <a:cubicBezTo>
                    <a:pt x="124" y="264"/>
                    <a:pt x="124" y="264"/>
                    <a:pt x="124" y="264"/>
                  </a:cubicBezTo>
                  <a:cubicBezTo>
                    <a:pt x="120" y="271"/>
                    <a:pt x="120" y="271"/>
                    <a:pt x="120" y="271"/>
                  </a:cubicBezTo>
                  <a:cubicBezTo>
                    <a:pt x="121" y="272"/>
                    <a:pt x="121" y="272"/>
                    <a:pt x="121" y="272"/>
                  </a:cubicBezTo>
                  <a:cubicBezTo>
                    <a:pt x="141" y="269"/>
                    <a:pt x="141" y="269"/>
                    <a:pt x="141" y="269"/>
                  </a:cubicBezTo>
                  <a:cubicBezTo>
                    <a:pt x="145" y="266"/>
                    <a:pt x="145" y="266"/>
                    <a:pt x="145" y="266"/>
                  </a:cubicBezTo>
                  <a:cubicBezTo>
                    <a:pt x="151" y="249"/>
                    <a:pt x="151" y="249"/>
                    <a:pt x="151" y="249"/>
                  </a:cubicBezTo>
                  <a:cubicBezTo>
                    <a:pt x="151" y="249"/>
                    <a:pt x="151" y="249"/>
                    <a:pt x="151" y="249"/>
                  </a:cubicBezTo>
                  <a:cubicBezTo>
                    <a:pt x="196" y="203"/>
                    <a:pt x="196" y="203"/>
                    <a:pt x="196" y="203"/>
                  </a:cubicBezTo>
                  <a:cubicBezTo>
                    <a:pt x="197" y="203"/>
                    <a:pt x="197" y="203"/>
                    <a:pt x="197" y="203"/>
                  </a:cubicBezTo>
                  <a:cubicBezTo>
                    <a:pt x="207" y="198"/>
                    <a:pt x="207" y="198"/>
                    <a:pt x="207" y="198"/>
                  </a:cubicBezTo>
                  <a:cubicBezTo>
                    <a:pt x="208" y="197"/>
                    <a:pt x="208" y="197"/>
                    <a:pt x="208" y="197"/>
                  </a:cubicBezTo>
                  <a:cubicBezTo>
                    <a:pt x="208" y="198"/>
                    <a:pt x="208" y="198"/>
                    <a:pt x="208" y="198"/>
                  </a:cubicBezTo>
                  <a:cubicBezTo>
                    <a:pt x="216" y="198"/>
                    <a:pt x="216" y="198"/>
                    <a:pt x="216" y="198"/>
                  </a:cubicBezTo>
                  <a:cubicBezTo>
                    <a:pt x="224" y="196"/>
                    <a:pt x="224" y="196"/>
                    <a:pt x="224" y="196"/>
                  </a:cubicBezTo>
                  <a:cubicBezTo>
                    <a:pt x="232" y="192"/>
                    <a:pt x="232" y="192"/>
                    <a:pt x="232" y="192"/>
                  </a:cubicBezTo>
                  <a:cubicBezTo>
                    <a:pt x="238" y="186"/>
                    <a:pt x="238" y="186"/>
                    <a:pt x="238" y="186"/>
                  </a:cubicBezTo>
                  <a:cubicBezTo>
                    <a:pt x="248" y="159"/>
                    <a:pt x="248" y="159"/>
                    <a:pt x="248" y="159"/>
                  </a:cubicBezTo>
                  <a:cubicBezTo>
                    <a:pt x="248" y="159"/>
                    <a:pt x="248" y="159"/>
                    <a:pt x="248" y="159"/>
                  </a:cubicBezTo>
                  <a:cubicBezTo>
                    <a:pt x="248" y="158"/>
                    <a:pt x="248" y="158"/>
                    <a:pt x="248" y="158"/>
                  </a:cubicBezTo>
                  <a:cubicBezTo>
                    <a:pt x="285" y="119"/>
                    <a:pt x="285" y="119"/>
                    <a:pt x="285" y="119"/>
                  </a:cubicBezTo>
                  <a:cubicBezTo>
                    <a:pt x="285" y="118"/>
                    <a:pt x="285" y="118"/>
                    <a:pt x="285" y="118"/>
                  </a:cubicBezTo>
                  <a:cubicBezTo>
                    <a:pt x="283" y="97"/>
                    <a:pt x="283" y="97"/>
                    <a:pt x="283" y="97"/>
                  </a:cubicBezTo>
                  <a:cubicBezTo>
                    <a:pt x="281" y="96"/>
                    <a:pt x="279" y="95"/>
                    <a:pt x="278" y="93"/>
                  </a:cubicBezTo>
                  <a:cubicBezTo>
                    <a:pt x="276" y="92"/>
                    <a:pt x="276" y="92"/>
                    <a:pt x="276" y="92"/>
                  </a:cubicBezTo>
                  <a:cubicBezTo>
                    <a:pt x="276" y="93"/>
                    <a:pt x="276" y="93"/>
                    <a:pt x="276" y="93"/>
                  </a:cubicBezTo>
                  <a:cubicBezTo>
                    <a:pt x="270" y="93"/>
                    <a:pt x="270" y="93"/>
                    <a:pt x="270" y="93"/>
                  </a:cubicBezTo>
                  <a:cubicBezTo>
                    <a:pt x="267" y="92"/>
                    <a:pt x="265" y="91"/>
                    <a:pt x="263" y="88"/>
                  </a:cubicBezTo>
                  <a:cubicBezTo>
                    <a:pt x="261" y="84"/>
                    <a:pt x="261" y="84"/>
                    <a:pt x="261" y="84"/>
                  </a:cubicBezTo>
                  <a:cubicBezTo>
                    <a:pt x="261" y="84"/>
                    <a:pt x="261" y="84"/>
                    <a:pt x="261" y="84"/>
                  </a:cubicBezTo>
                  <a:cubicBezTo>
                    <a:pt x="261" y="83"/>
                    <a:pt x="261" y="83"/>
                    <a:pt x="261" y="83"/>
                  </a:cubicBezTo>
                  <a:cubicBezTo>
                    <a:pt x="261" y="50"/>
                    <a:pt x="261" y="50"/>
                    <a:pt x="261" y="50"/>
                  </a:cubicBezTo>
                  <a:cubicBezTo>
                    <a:pt x="257" y="49"/>
                    <a:pt x="253" y="47"/>
                    <a:pt x="249" y="42"/>
                  </a:cubicBezTo>
                  <a:cubicBezTo>
                    <a:pt x="241" y="34"/>
                    <a:pt x="241" y="34"/>
                    <a:pt x="241" y="34"/>
                  </a:cubicBezTo>
                  <a:cubicBezTo>
                    <a:pt x="234" y="24"/>
                    <a:pt x="234" y="24"/>
                    <a:pt x="234" y="24"/>
                  </a:cubicBezTo>
                  <a:cubicBezTo>
                    <a:pt x="233" y="21"/>
                    <a:pt x="233" y="18"/>
                    <a:pt x="233" y="12"/>
                  </a:cubicBezTo>
                  <a:cubicBezTo>
                    <a:pt x="234" y="9"/>
                    <a:pt x="234" y="9"/>
                    <a:pt x="234" y="9"/>
                  </a:cubicBezTo>
                  <a:cubicBezTo>
                    <a:pt x="230" y="4"/>
                    <a:pt x="230" y="4"/>
                    <a:pt x="230" y="4"/>
                  </a:cubicBezTo>
                  <a:cubicBezTo>
                    <a:pt x="229" y="8"/>
                    <a:pt x="229" y="8"/>
                    <a:pt x="229" y="8"/>
                  </a:cubicBezTo>
                  <a:cubicBezTo>
                    <a:pt x="224" y="19"/>
                    <a:pt x="224" y="19"/>
                    <a:pt x="224" y="19"/>
                  </a:cubicBezTo>
                  <a:cubicBezTo>
                    <a:pt x="222" y="19"/>
                    <a:pt x="222" y="19"/>
                    <a:pt x="222" y="19"/>
                  </a:cubicBezTo>
                  <a:cubicBezTo>
                    <a:pt x="217" y="19"/>
                    <a:pt x="213" y="18"/>
                    <a:pt x="209" y="16"/>
                  </a:cubicBezTo>
                  <a:cubicBezTo>
                    <a:pt x="205" y="15"/>
                    <a:pt x="204" y="12"/>
                    <a:pt x="204" y="8"/>
                  </a:cubicBezTo>
                  <a:cubicBezTo>
                    <a:pt x="204" y="6"/>
                    <a:pt x="204" y="6"/>
                    <a:pt x="204" y="6"/>
                  </a:cubicBezTo>
                  <a:cubicBezTo>
                    <a:pt x="200" y="6"/>
                    <a:pt x="200" y="6"/>
                    <a:pt x="200" y="6"/>
                  </a:cubicBezTo>
                  <a:cubicBezTo>
                    <a:pt x="189" y="9"/>
                    <a:pt x="189" y="9"/>
                    <a:pt x="189" y="9"/>
                  </a:cubicBezTo>
                  <a:cubicBezTo>
                    <a:pt x="180" y="1"/>
                    <a:pt x="180" y="1"/>
                    <a:pt x="180" y="1"/>
                  </a:cubicBezTo>
                  <a:cubicBezTo>
                    <a:pt x="177" y="0"/>
                    <a:pt x="177" y="0"/>
                    <a:pt x="177" y="0"/>
                  </a:cubicBezTo>
                  <a:cubicBezTo>
                    <a:pt x="174" y="3"/>
                    <a:pt x="174" y="3"/>
                    <a:pt x="174" y="3"/>
                  </a:cubicBezTo>
                  <a:cubicBezTo>
                    <a:pt x="178" y="9"/>
                    <a:pt x="178" y="9"/>
                    <a:pt x="178" y="9"/>
                  </a:cubicBezTo>
                  <a:cubicBezTo>
                    <a:pt x="179" y="11"/>
                    <a:pt x="179" y="11"/>
                    <a:pt x="179" y="11"/>
                  </a:cubicBezTo>
                  <a:cubicBezTo>
                    <a:pt x="173" y="24"/>
                    <a:pt x="173" y="24"/>
                    <a:pt x="173" y="24"/>
                  </a:cubicBezTo>
                  <a:cubicBezTo>
                    <a:pt x="173" y="24"/>
                    <a:pt x="173" y="24"/>
                    <a:pt x="173" y="24"/>
                  </a:cubicBezTo>
                  <a:cubicBezTo>
                    <a:pt x="173" y="24"/>
                    <a:pt x="173" y="24"/>
                    <a:pt x="173" y="24"/>
                  </a:cubicBezTo>
                  <a:cubicBezTo>
                    <a:pt x="172" y="24"/>
                    <a:pt x="172" y="24"/>
                    <a:pt x="172" y="24"/>
                  </a:cubicBezTo>
                  <a:cubicBezTo>
                    <a:pt x="161" y="36"/>
                    <a:pt x="161" y="36"/>
                    <a:pt x="161" y="36"/>
                  </a:cubicBezTo>
                  <a:cubicBezTo>
                    <a:pt x="160" y="37"/>
                    <a:pt x="160" y="37"/>
                    <a:pt x="160" y="37"/>
                  </a:cubicBezTo>
                  <a:cubicBezTo>
                    <a:pt x="159" y="37"/>
                    <a:pt x="159" y="37"/>
                    <a:pt x="159" y="37"/>
                  </a:cubicBezTo>
                  <a:cubicBezTo>
                    <a:pt x="142" y="39"/>
                    <a:pt x="142" y="39"/>
                    <a:pt x="142" y="39"/>
                  </a:cubicBezTo>
                  <a:lnTo>
                    <a:pt x="131" y="36"/>
                  </a:lnTo>
                  <a:close/>
                </a:path>
              </a:pathLst>
            </a:custGeom>
            <a:solidFill>
              <a:schemeClr val="bg1">
                <a:lumMod val="75000"/>
              </a:schemeClr>
            </a:solidFill>
            <a:ln>
              <a:noFill/>
            </a:ln>
          </p:spPr>
          <p:txBody>
            <a:bodyPr vert="horz" wrap="square" lIns="91440" tIns="45720" rIns="91440" bIns="45720" numCol="1" anchor="t" anchorCtr="0" compatLnSpc="1"/>
            <a:lstStyle/>
            <a:p>
              <a:endParaRPr lang="zh-CN" altLang="en-US"/>
            </a:p>
          </p:txBody>
        </p:sp>
        <p:sp>
          <p:nvSpPr>
            <p:cNvPr id="68" name="Freeform 30"/>
            <p:cNvSpPr/>
            <p:nvPr/>
          </p:nvSpPr>
          <p:spPr bwMode="auto">
            <a:xfrm>
              <a:off x="4097528" y="1862709"/>
              <a:ext cx="703262" cy="477838"/>
            </a:xfrm>
            <a:custGeom>
              <a:avLst/>
              <a:gdLst>
                <a:gd name="T0" fmla="*/ 71 w 407"/>
                <a:gd name="T1" fmla="*/ 4 h 276"/>
                <a:gd name="T2" fmla="*/ 55 w 407"/>
                <a:gd name="T3" fmla="*/ 8 h 276"/>
                <a:gd name="T4" fmla="*/ 52 w 407"/>
                <a:gd name="T5" fmla="*/ 15 h 276"/>
                <a:gd name="T6" fmla="*/ 44 w 407"/>
                <a:gd name="T7" fmla="*/ 26 h 276"/>
                <a:gd name="T8" fmla="*/ 31 w 407"/>
                <a:gd name="T9" fmla="*/ 35 h 276"/>
                <a:gd name="T10" fmla="*/ 16 w 407"/>
                <a:gd name="T11" fmla="*/ 26 h 276"/>
                <a:gd name="T12" fmla="*/ 0 w 407"/>
                <a:gd name="T13" fmla="*/ 30 h 276"/>
                <a:gd name="T14" fmla="*/ 24 w 407"/>
                <a:gd name="T15" fmla="*/ 46 h 276"/>
                <a:gd name="T16" fmla="*/ 25 w 407"/>
                <a:gd name="T17" fmla="*/ 48 h 276"/>
                <a:gd name="T18" fmla="*/ 27 w 407"/>
                <a:gd name="T19" fmla="*/ 79 h 276"/>
                <a:gd name="T20" fmla="*/ 46 w 407"/>
                <a:gd name="T21" fmla="*/ 114 h 276"/>
                <a:gd name="T22" fmla="*/ 57 w 407"/>
                <a:gd name="T23" fmla="*/ 103 h 276"/>
                <a:gd name="T24" fmla="*/ 74 w 407"/>
                <a:gd name="T25" fmla="*/ 99 h 276"/>
                <a:gd name="T26" fmla="*/ 74 w 407"/>
                <a:gd name="T27" fmla="*/ 100 h 276"/>
                <a:gd name="T28" fmla="*/ 90 w 407"/>
                <a:gd name="T29" fmla="*/ 118 h 276"/>
                <a:gd name="T30" fmla="*/ 95 w 407"/>
                <a:gd name="T31" fmla="*/ 134 h 276"/>
                <a:gd name="T32" fmla="*/ 94 w 407"/>
                <a:gd name="T33" fmla="*/ 148 h 276"/>
                <a:gd name="T34" fmla="*/ 104 w 407"/>
                <a:gd name="T35" fmla="*/ 162 h 276"/>
                <a:gd name="T36" fmla="*/ 119 w 407"/>
                <a:gd name="T37" fmla="*/ 158 h 276"/>
                <a:gd name="T38" fmla="*/ 126 w 407"/>
                <a:gd name="T39" fmla="*/ 165 h 276"/>
                <a:gd name="T40" fmla="*/ 145 w 407"/>
                <a:gd name="T41" fmla="*/ 173 h 276"/>
                <a:gd name="T42" fmla="*/ 159 w 407"/>
                <a:gd name="T43" fmla="*/ 168 h 276"/>
                <a:gd name="T44" fmla="*/ 166 w 407"/>
                <a:gd name="T45" fmla="*/ 160 h 276"/>
                <a:gd name="T46" fmla="*/ 175 w 407"/>
                <a:gd name="T47" fmla="*/ 184 h 276"/>
                <a:gd name="T48" fmla="*/ 198 w 407"/>
                <a:gd name="T49" fmla="*/ 207 h 276"/>
                <a:gd name="T50" fmla="*/ 202 w 407"/>
                <a:gd name="T51" fmla="*/ 245 h 276"/>
                <a:gd name="T52" fmla="*/ 217 w 407"/>
                <a:gd name="T53" fmla="*/ 252 h 276"/>
                <a:gd name="T54" fmla="*/ 227 w 407"/>
                <a:gd name="T55" fmla="*/ 276 h 276"/>
                <a:gd name="T56" fmla="*/ 281 w 407"/>
                <a:gd name="T57" fmla="*/ 230 h 276"/>
                <a:gd name="T58" fmla="*/ 304 w 407"/>
                <a:gd name="T59" fmla="*/ 207 h 276"/>
                <a:gd name="T60" fmla="*/ 343 w 407"/>
                <a:gd name="T61" fmla="*/ 173 h 276"/>
                <a:gd name="T62" fmla="*/ 357 w 407"/>
                <a:gd name="T63" fmla="*/ 160 h 276"/>
                <a:gd name="T64" fmla="*/ 361 w 407"/>
                <a:gd name="T65" fmla="*/ 129 h 276"/>
                <a:gd name="T66" fmla="*/ 374 w 407"/>
                <a:gd name="T67" fmla="*/ 126 h 276"/>
                <a:gd name="T68" fmla="*/ 397 w 407"/>
                <a:gd name="T69" fmla="*/ 150 h 276"/>
                <a:gd name="T70" fmla="*/ 392 w 407"/>
                <a:gd name="T71" fmla="*/ 133 h 276"/>
                <a:gd name="T72" fmla="*/ 407 w 407"/>
                <a:gd name="T73" fmla="*/ 120 h 276"/>
                <a:gd name="T74" fmla="*/ 398 w 407"/>
                <a:gd name="T75" fmla="*/ 96 h 276"/>
                <a:gd name="T76" fmla="*/ 372 w 407"/>
                <a:gd name="T77" fmla="*/ 83 h 276"/>
                <a:gd name="T78" fmla="*/ 364 w 407"/>
                <a:gd name="T79" fmla="*/ 82 h 276"/>
                <a:gd name="T80" fmla="*/ 355 w 407"/>
                <a:gd name="T81" fmla="*/ 83 h 276"/>
                <a:gd name="T82" fmla="*/ 338 w 407"/>
                <a:gd name="T83" fmla="*/ 83 h 276"/>
                <a:gd name="T84" fmla="*/ 337 w 407"/>
                <a:gd name="T85" fmla="*/ 105 h 276"/>
                <a:gd name="T86" fmla="*/ 315 w 407"/>
                <a:gd name="T87" fmla="*/ 108 h 276"/>
                <a:gd name="T88" fmla="*/ 284 w 407"/>
                <a:gd name="T89" fmla="*/ 81 h 276"/>
                <a:gd name="T90" fmla="*/ 277 w 407"/>
                <a:gd name="T91" fmla="*/ 67 h 276"/>
                <a:gd name="T92" fmla="*/ 279 w 407"/>
                <a:gd name="T93" fmla="*/ 76 h 276"/>
                <a:gd name="T94" fmla="*/ 271 w 407"/>
                <a:gd name="T95" fmla="*/ 91 h 276"/>
                <a:gd name="T96" fmla="*/ 254 w 407"/>
                <a:gd name="T97" fmla="*/ 86 h 276"/>
                <a:gd name="T98" fmla="*/ 252 w 407"/>
                <a:gd name="T99" fmla="*/ 71 h 276"/>
                <a:gd name="T100" fmla="*/ 236 w 407"/>
                <a:gd name="T101" fmla="*/ 65 h 276"/>
                <a:gd name="T102" fmla="*/ 219 w 407"/>
                <a:gd name="T103" fmla="*/ 53 h 276"/>
                <a:gd name="T104" fmla="*/ 193 w 407"/>
                <a:gd name="T105" fmla="*/ 44 h 276"/>
                <a:gd name="T106" fmla="*/ 177 w 407"/>
                <a:gd name="T107" fmla="*/ 51 h 276"/>
                <a:gd name="T108" fmla="*/ 170 w 407"/>
                <a:gd name="T109" fmla="*/ 37 h 276"/>
                <a:gd name="T110" fmla="*/ 149 w 407"/>
                <a:gd name="T111" fmla="*/ 35 h 276"/>
                <a:gd name="T112" fmla="*/ 124 w 407"/>
                <a:gd name="T113" fmla="*/ 41 h 276"/>
                <a:gd name="T114" fmla="*/ 101 w 407"/>
                <a:gd name="T115" fmla="*/ 4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07" h="276">
                  <a:moveTo>
                    <a:pt x="79" y="13"/>
                  </a:moveTo>
                  <a:cubicBezTo>
                    <a:pt x="77" y="0"/>
                    <a:pt x="77" y="0"/>
                    <a:pt x="77" y="0"/>
                  </a:cubicBezTo>
                  <a:cubicBezTo>
                    <a:pt x="71" y="4"/>
                    <a:pt x="71" y="4"/>
                    <a:pt x="71" y="4"/>
                  </a:cubicBezTo>
                  <a:cubicBezTo>
                    <a:pt x="70" y="4"/>
                    <a:pt x="70" y="4"/>
                    <a:pt x="70" y="4"/>
                  </a:cubicBezTo>
                  <a:cubicBezTo>
                    <a:pt x="55" y="9"/>
                    <a:pt x="55" y="9"/>
                    <a:pt x="55" y="9"/>
                  </a:cubicBezTo>
                  <a:cubicBezTo>
                    <a:pt x="55" y="8"/>
                    <a:pt x="55" y="8"/>
                    <a:pt x="55" y="8"/>
                  </a:cubicBezTo>
                  <a:cubicBezTo>
                    <a:pt x="52" y="8"/>
                    <a:pt x="52" y="8"/>
                    <a:pt x="52" y="8"/>
                  </a:cubicBezTo>
                  <a:cubicBezTo>
                    <a:pt x="52" y="14"/>
                    <a:pt x="52" y="14"/>
                    <a:pt x="52" y="14"/>
                  </a:cubicBezTo>
                  <a:cubicBezTo>
                    <a:pt x="52" y="15"/>
                    <a:pt x="52" y="15"/>
                    <a:pt x="52" y="15"/>
                  </a:cubicBezTo>
                  <a:cubicBezTo>
                    <a:pt x="44" y="26"/>
                    <a:pt x="44" y="26"/>
                    <a:pt x="44" y="26"/>
                  </a:cubicBezTo>
                  <a:cubicBezTo>
                    <a:pt x="44" y="26"/>
                    <a:pt x="44" y="26"/>
                    <a:pt x="44" y="26"/>
                  </a:cubicBezTo>
                  <a:cubicBezTo>
                    <a:pt x="44" y="26"/>
                    <a:pt x="44" y="26"/>
                    <a:pt x="44" y="26"/>
                  </a:cubicBezTo>
                  <a:cubicBezTo>
                    <a:pt x="43" y="26"/>
                    <a:pt x="43" y="26"/>
                    <a:pt x="43" y="26"/>
                  </a:cubicBezTo>
                  <a:cubicBezTo>
                    <a:pt x="32" y="35"/>
                    <a:pt x="32" y="35"/>
                    <a:pt x="32" y="35"/>
                  </a:cubicBezTo>
                  <a:cubicBezTo>
                    <a:pt x="31" y="35"/>
                    <a:pt x="31" y="35"/>
                    <a:pt x="31" y="35"/>
                  </a:cubicBezTo>
                  <a:cubicBezTo>
                    <a:pt x="31" y="37"/>
                    <a:pt x="31" y="37"/>
                    <a:pt x="31" y="37"/>
                  </a:cubicBezTo>
                  <a:cubicBezTo>
                    <a:pt x="29" y="35"/>
                    <a:pt x="29" y="35"/>
                    <a:pt x="29" y="35"/>
                  </a:cubicBezTo>
                  <a:cubicBezTo>
                    <a:pt x="22" y="32"/>
                    <a:pt x="17" y="29"/>
                    <a:pt x="16" y="26"/>
                  </a:cubicBezTo>
                  <a:cubicBezTo>
                    <a:pt x="15" y="25"/>
                    <a:pt x="14" y="25"/>
                    <a:pt x="13" y="24"/>
                  </a:cubicBezTo>
                  <a:cubicBezTo>
                    <a:pt x="5" y="25"/>
                    <a:pt x="5" y="25"/>
                    <a:pt x="5" y="25"/>
                  </a:cubicBezTo>
                  <a:cubicBezTo>
                    <a:pt x="0" y="30"/>
                    <a:pt x="0" y="30"/>
                    <a:pt x="0" y="30"/>
                  </a:cubicBezTo>
                  <a:cubicBezTo>
                    <a:pt x="13" y="41"/>
                    <a:pt x="13" y="41"/>
                    <a:pt x="13" y="41"/>
                  </a:cubicBezTo>
                  <a:cubicBezTo>
                    <a:pt x="23" y="45"/>
                    <a:pt x="23" y="45"/>
                    <a:pt x="23" y="45"/>
                  </a:cubicBezTo>
                  <a:cubicBezTo>
                    <a:pt x="24" y="46"/>
                    <a:pt x="24" y="46"/>
                    <a:pt x="24" y="46"/>
                  </a:cubicBezTo>
                  <a:cubicBezTo>
                    <a:pt x="24" y="46"/>
                    <a:pt x="24" y="46"/>
                    <a:pt x="24" y="46"/>
                  </a:cubicBezTo>
                  <a:cubicBezTo>
                    <a:pt x="25" y="47"/>
                    <a:pt x="25" y="47"/>
                    <a:pt x="25" y="47"/>
                  </a:cubicBezTo>
                  <a:cubicBezTo>
                    <a:pt x="25" y="48"/>
                    <a:pt x="25" y="48"/>
                    <a:pt x="25" y="48"/>
                  </a:cubicBezTo>
                  <a:cubicBezTo>
                    <a:pt x="27" y="60"/>
                    <a:pt x="27" y="60"/>
                    <a:pt x="27" y="60"/>
                  </a:cubicBezTo>
                  <a:cubicBezTo>
                    <a:pt x="27" y="60"/>
                    <a:pt x="27" y="60"/>
                    <a:pt x="27" y="60"/>
                  </a:cubicBezTo>
                  <a:cubicBezTo>
                    <a:pt x="27" y="79"/>
                    <a:pt x="27" y="79"/>
                    <a:pt x="27" y="79"/>
                  </a:cubicBezTo>
                  <a:cubicBezTo>
                    <a:pt x="30" y="89"/>
                    <a:pt x="30" y="89"/>
                    <a:pt x="30" y="89"/>
                  </a:cubicBezTo>
                  <a:cubicBezTo>
                    <a:pt x="37" y="106"/>
                    <a:pt x="37" y="106"/>
                    <a:pt x="37" y="106"/>
                  </a:cubicBezTo>
                  <a:cubicBezTo>
                    <a:pt x="46" y="114"/>
                    <a:pt x="46" y="114"/>
                    <a:pt x="46" y="114"/>
                  </a:cubicBezTo>
                  <a:cubicBezTo>
                    <a:pt x="52" y="109"/>
                    <a:pt x="52" y="109"/>
                    <a:pt x="52" y="109"/>
                  </a:cubicBezTo>
                  <a:cubicBezTo>
                    <a:pt x="57" y="103"/>
                    <a:pt x="57" y="103"/>
                    <a:pt x="57" y="103"/>
                  </a:cubicBezTo>
                  <a:cubicBezTo>
                    <a:pt x="57" y="103"/>
                    <a:pt x="57" y="103"/>
                    <a:pt x="57" y="103"/>
                  </a:cubicBezTo>
                  <a:cubicBezTo>
                    <a:pt x="58" y="103"/>
                    <a:pt x="58" y="103"/>
                    <a:pt x="58" y="103"/>
                  </a:cubicBezTo>
                  <a:cubicBezTo>
                    <a:pt x="66" y="93"/>
                    <a:pt x="66" y="93"/>
                    <a:pt x="66" y="93"/>
                  </a:cubicBezTo>
                  <a:cubicBezTo>
                    <a:pt x="74" y="99"/>
                    <a:pt x="74" y="99"/>
                    <a:pt x="74" y="99"/>
                  </a:cubicBezTo>
                  <a:cubicBezTo>
                    <a:pt x="74" y="100"/>
                    <a:pt x="74" y="100"/>
                    <a:pt x="74" y="100"/>
                  </a:cubicBezTo>
                  <a:cubicBezTo>
                    <a:pt x="74" y="100"/>
                    <a:pt x="74" y="100"/>
                    <a:pt x="74" y="100"/>
                  </a:cubicBezTo>
                  <a:cubicBezTo>
                    <a:pt x="74" y="100"/>
                    <a:pt x="74" y="100"/>
                    <a:pt x="74" y="100"/>
                  </a:cubicBezTo>
                  <a:cubicBezTo>
                    <a:pt x="74" y="100"/>
                    <a:pt x="74" y="100"/>
                    <a:pt x="74" y="100"/>
                  </a:cubicBezTo>
                  <a:cubicBezTo>
                    <a:pt x="81" y="114"/>
                    <a:pt x="81" y="114"/>
                    <a:pt x="81" y="114"/>
                  </a:cubicBezTo>
                  <a:cubicBezTo>
                    <a:pt x="90" y="118"/>
                    <a:pt x="90" y="118"/>
                    <a:pt x="90" y="118"/>
                  </a:cubicBezTo>
                  <a:cubicBezTo>
                    <a:pt x="95" y="133"/>
                    <a:pt x="95" y="133"/>
                    <a:pt x="95" y="133"/>
                  </a:cubicBezTo>
                  <a:cubicBezTo>
                    <a:pt x="95" y="133"/>
                    <a:pt x="95" y="133"/>
                    <a:pt x="95" y="133"/>
                  </a:cubicBezTo>
                  <a:cubicBezTo>
                    <a:pt x="95" y="134"/>
                    <a:pt x="95" y="134"/>
                    <a:pt x="95" y="134"/>
                  </a:cubicBezTo>
                  <a:cubicBezTo>
                    <a:pt x="94" y="147"/>
                    <a:pt x="94" y="147"/>
                    <a:pt x="94" y="147"/>
                  </a:cubicBezTo>
                  <a:cubicBezTo>
                    <a:pt x="94" y="148"/>
                    <a:pt x="94" y="148"/>
                    <a:pt x="94" y="148"/>
                  </a:cubicBezTo>
                  <a:cubicBezTo>
                    <a:pt x="94" y="148"/>
                    <a:pt x="94" y="148"/>
                    <a:pt x="94" y="148"/>
                  </a:cubicBezTo>
                  <a:cubicBezTo>
                    <a:pt x="90" y="160"/>
                    <a:pt x="90" y="160"/>
                    <a:pt x="90" y="160"/>
                  </a:cubicBezTo>
                  <a:cubicBezTo>
                    <a:pt x="97" y="166"/>
                    <a:pt x="97" y="166"/>
                    <a:pt x="97" y="166"/>
                  </a:cubicBezTo>
                  <a:cubicBezTo>
                    <a:pt x="104" y="162"/>
                    <a:pt x="104" y="162"/>
                    <a:pt x="104" y="162"/>
                  </a:cubicBezTo>
                  <a:cubicBezTo>
                    <a:pt x="111" y="155"/>
                    <a:pt x="111" y="155"/>
                    <a:pt x="111" y="155"/>
                  </a:cubicBezTo>
                  <a:cubicBezTo>
                    <a:pt x="113" y="156"/>
                    <a:pt x="113" y="156"/>
                    <a:pt x="113" y="156"/>
                  </a:cubicBezTo>
                  <a:cubicBezTo>
                    <a:pt x="119" y="158"/>
                    <a:pt x="119" y="158"/>
                    <a:pt x="119" y="158"/>
                  </a:cubicBezTo>
                  <a:cubicBezTo>
                    <a:pt x="119" y="158"/>
                    <a:pt x="119" y="158"/>
                    <a:pt x="119" y="158"/>
                  </a:cubicBezTo>
                  <a:cubicBezTo>
                    <a:pt x="119" y="158"/>
                    <a:pt x="119" y="158"/>
                    <a:pt x="119" y="158"/>
                  </a:cubicBezTo>
                  <a:cubicBezTo>
                    <a:pt x="126" y="165"/>
                    <a:pt x="126" y="165"/>
                    <a:pt x="126" y="165"/>
                  </a:cubicBezTo>
                  <a:cubicBezTo>
                    <a:pt x="134" y="163"/>
                    <a:pt x="134" y="163"/>
                    <a:pt x="134" y="163"/>
                  </a:cubicBezTo>
                  <a:cubicBezTo>
                    <a:pt x="140" y="161"/>
                    <a:pt x="143" y="163"/>
                    <a:pt x="145" y="167"/>
                  </a:cubicBezTo>
                  <a:cubicBezTo>
                    <a:pt x="145" y="173"/>
                    <a:pt x="145" y="173"/>
                    <a:pt x="145" y="173"/>
                  </a:cubicBezTo>
                  <a:cubicBezTo>
                    <a:pt x="146" y="173"/>
                    <a:pt x="146" y="173"/>
                    <a:pt x="146" y="173"/>
                  </a:cubicBezTo>
                  <a:cubicBezTo>
                    <a:pt x="155" y="176"/>
                    <a:pt x="155" y="176"/>
                    <a:pt x="155" y="176"/>
                  </a:cubicBezTo>
                  <a:cubicBezTo>
                    <a:pt x="159" y="168"/>
                    <a:pt x="159" y="168"/>
                    <a:pt x="159" y="168"/>
                  </a:cubicBezTo>
                  <a:cubicBezTo>
                    <a:pt x="159" y="165"/>
                    <a:pt x="159" y="165"/>
                    <a:pt x="159" y="165"/>
                  </a:cubicBezTo>
                  <a:cubicBezTo>
                    <a:pt x="159" y="162"/>
                    <a:pt x="159" y="160"/>
                    <a:pt x="161" y="159"/>
                  </a:cubicBezTo>
                  <a:cubicBezTo>
                    <a:pt x="166" y="160"/>
                    <a:pt x="166" y="160"/>
                    <a:pt x="166" y="160"/>
                  </a:cubicBezTo>
                  <a:cubicBezTo>
                    <a:pt x="173" y="163"/>
                    <a:pt x="176" y="167"/>
                    <a:pt x="176" y="172"/>
                  </a:cubicBezTo>
                  <a:cubicBezTo>
                    <a:pt x="175" y="176"/>
                    <a:pt x="175" y="176"/>
                    <a:pt x="175" y="176"/>
                  </a:cubicBezTo>
                  <a:cubicBezTo>
                    <a:pt x="175" y="184"/>
                    <a:pt x="175" y="184"/>
                    <a:pt x="175" y="184"/>
                  </a:cubicBezTo>
                  <a:cubicBezTo>
                    <a:pt x="182" y="193"/>
                    <a:pt x="182" y="193"/>
                    <a:pt x="182" y="193"/>
                  </a:cubicBezTo>
                  <a:cubicBezTo>
                    <a:pt x="190" y="202"/>
                    <a:pt x="190" y="202"/>
                    <a:pt x="190" y="202"/>
                  </a:cubicBezTo>
                  <a:cubicBezTo>
                    <a:pt x="192" y="205"/>
                    <a:pt x="195" y="206"/>
                    <a:pt x="198" y="207"/>
                  </a:cubicBezTo>
                  <a:cubicBezTo>
                    <a:pt x="199" y="207"/>
                    <a:pt x="199" y="207"/>
                    <a:pt x="199" y="207"/>
                  </a:cubicBezTo>
                  <a:cubicBezTo>
                    <a:pt x="201" y="208"/>
                    <a:pt x="202" y="211"/>
                    <a:pt x="202" y="218"/>
                  </a:cubicBezTo>
                  <a:cubicBezTo>
                    <a:pt x="202" y="245"/>
                    <a:pt x="202" y="245"/>
                    <a:pt x="202" y="245"/>
                  </a:cubicBezTo>
                  <a:cubicBezTo>
                    <a:pt x="203" y="248"/>
                    <a:pt x="205" y="250"/>
                    <a:pt x="207" y="250"/>
                  </a:cubicBezTo>
                  <a:cubicBezTo>
                    <a:pt x="208" y="250"/>
                    <a:pt x="208" y="250"/>
                    <a:pt x="208" y="250"/>
                  </a:cubicBezTo>
                  <a:cubicBezTo>
                    <a:pt x="212" y="248"/>
                    <a:pt x="214" y="249"/>
                    <a:pt x="217" y="252"/>
                  </a:cubicBezTo>
                  <a:cubicBezTo>
                    <a:pt x="219" y="253"/>
                    <a:pt x="219" y="253"/>
                    <a:pt x="219" y="253"/>
                  </a:cubicBezTo>
                  <a:cubicBezTo>
                    <a:pt x="222" y="254"/>
                    <a:pt x="225" y="256"/>
                    <a:pt x="225" y="261"/>
                  </a:cubicBezTo>
                  <a:cubicBezTo>
                    <a:pt x="227" y="276"/>
                    <a:pt x="227" y="276"/>
                    <a:pt x="227" y="276"/>
                  </a:cubicBezTo>
                  <a:cubicBezTo>
                    <a:pt x="240" y="248"/>
                    <a:pt x="240" y="248"/>
                    <a:pt x="240" y="248"/>
                  </a:cubicBezTo>
                  <a:cubicBezTo>
                    <a:pt x="245" y="233"/>
                    <a:pt x="250" y="224"/>
                    <a:pt x="256" y="222"/>
                  </a:cubicBezTo>
                  <a:cubicBezTo>
                    <a:pt x="262" y="221"/>
                    <a:pt x="270" y="224"/>
                    <a:pt x="281" y="230"/>
                  </a:cubicBezTo>
                  <a:cubicBezTo>
                    <a:pt x="321" y="233"/>
                    <a:pt x="321" y="233"/>
                    <a:pt x="321" y="233"/>
                  </a:cubicBezTo>
                  <a:cubicBezTo>
                    <a:pt x="322" y="224"/>
                    <a:pt x="322" y="224"/>
                    <a:pt x="322" y="224"/>
                  </a:cubicBezTo>
                  <a:cubicBezTo>
                    <a:pt x="304" y="207"/>
                    <a:pt x="304" y="207"/>
                    <a:pt x="304" y="207"/>
                  </a:cubicBezTo>
                  <a:cubicBezTo>
                    <a:pt x="295" y="202"/>
                    <a:pt x="291" y="198"/>
                    <a:pt x="293" y="196"/>
                  </a:cubicBezTo>
                  <a:cubicBezTo>
                    <a:pt x="307" y="196"/>
                    <a:pt x="307" y="196"/>
                    <a:pt x="307" y="196"/>
                  </a:cubicBezTo>
                  <a:cubicBezTo>
                    <a:pt x="319" y="201"/>
                    <a:pt x="332" y="193"/>
                    <a:pt x="343" y="173"/>
                  </a:cubicBezTo>
                  <a:cubicBezTo>
                    <a:pt x="343" y="173"/>
                    <a:pt x="343" y="173"/>
                    <a:pt x="343" y="173"/>
                  </a:cubicBezTo>
                  <a:cubicBezTo>
                    <a:pt x="344" y="173"/>
                    <a:pt x="344" y="173"/>
                    <a:pt x="344" y="173"/>
                  </a:cubicBezTo>
                  <a:cubicBezTo>
                    <a:pt x="357" y="160"/>
                    <a:pt x="357" y="160"/>
                    <a:pt x="357" y="160"/>
                  </a:cubicBezTo>
                  <a:cubicBezTo>
                    <a:pt x="359" y="132"/>
                    <a:pt x="359" y="132"/>
                    <a:pt x="359" y="132"/>
                  </a:cubicBezTo>
                  <a:cubicBezTo>
                    <a:pt x="359" y="129"/>
                    <a:pt x="359" y="129"/>
                    <a:pt x="359" y="129"/>
                  </a:cubicBezTo>
                  <a:cubicBezTo>
                    <a:pt x="361" y="129"/>
                    <a:pt x="361" y="129"/>
                    <a:pt x="361" y="129"/>
                  </a:cubicBezTo>
                  <a:cubicBezTo>
                    <a:pt x="362" y="129"/>
                    <a:pt x="362" y="129"/>
                    <a:pt x="362" y="129"/>
                  </a:cubicBezTo>
                  <a:cubicBezTo>
                    <a:pt x="372" y="126"/>
                    <a:pt x="372" y="126"/>
                    <a:pt x="372" y="126"/>
                  </a:cubicBezTo>
                  <a:cubicBezTo>
                    <a:pt x="374" y="126"/>
                    <a:pt x="374" y="126"/>
                    <a:pt x="374" y="126"/>
                  </a:cubicBezTo>
                  <a:cubicBezTo>
                    <a:pt x="375" y="127"/>
                    <a:pt x="375" y="127"/>
                    <a:pt x="375" y="127"/>
                  </a:cubicBezTo>
                  <a:cubicBezTo>
                    <a:pt x="375" y="128"/>
                    <a:pt x="375" y="128"/>
                    <a:pt x="375" y="128"/>
                  </a:cubicBezTo>
                  <a:cubicBezTo>
                    <a:pt x="397" y="150"/>
                    <a:pt x="397" y="150"/>
                    <a:pt x="397" y="150"/>
                  </a:cubicBezTo>
                  <a:cubicBezTo>
                    <a:pt x="403" y="148"/>
                    <a:pt x="403" y="148"/>
                    <a:pt x="403" y="148"/>
                  </a:cubicBezTo>
                  <a:cubicBezTo>
                    <a:pt x="404" y="144"/>
                    <a:pt x="404" y="144"/>
                    <a:pt x="404" y="144"/>
                  </a:cubicBezTo>
                  <a:cubicBezTo>
                    <a:pt x="392" y="133"/>
                    <a:pt x="392" y="133"/>
                    <a:pt x="392" y="133"/>
                  </a:cubicBezTo>
                  <a:cubicBezTo>
                    <a:pt x="390" y="132"/>
                    <a:pt x="390" y="132"/>
                    <a:pt x="390" y="132"/>
                  </a:cubicBezTo>
                  <a:cubicBezTo>
                    <a:pt x="389" y="130"/>
                    <a:pt x="389" y="130"/>
                    <a:pt x="389" y="130"/>
                  </a:cubicBezTo>
                  <a:cubicBezTo>
                    <a:pt x="407" y="120"/>
                    <a:pt x="407" y="120"/>
                    <a:pt x="407" y="120"/>
                  </a:cubicBezTo>
                  <a:cubicBezTo>
                    <a:pt x="406" y="94"/>
                    <a:pt x="406" y="94"/>
                    <a:pt x="406" y="94"/>
                  </a:cubicBezTo>
                  <a:cubicBezTo>
                    <a:pt x="398" y="96"/>
                    <a:pt x="398" y="96"/>
                    <a:pt x="398" y="96"/>
                  </a:cubicBezTo>
                  <a:cubicBezTo>
                    <a:pt x="398" y="96"/>
                    <a:pt x="398" y="96"/>
                    <a:pt x="398" y="96"/>
                  </a:cubicBezTo>
                  <a:cubicBezTo>
                    <a:pt x="398" y="96"/>
                    <a:pt x="398" y="96"/>
                    <a:pt x="398" y="96"/>
                  </a:cubicBezTo>
                  <a:cubicBezTo>
                    <a:pt x="388" y="91"/>
                    <a:pt x="388" y="91"/>
                    <a:pt x="388" y="91"/>
                  </a:cubicBezTo>
                  <a:cubicBezTo>
                    <a:pt x="384" y="90"/>
                    <a:pt x="380" y="88"/>
                    <a:pt x="372" y="83"/>
                  </a:cubicBezTo>
                  <a:cubicBezTo>
                    <a:pt x="369" y="82"/>
                    <a:pt x="366" y="80"/>
                    <a:pt x="366" y="77"/>
                  </a:cubicBezTo>
                  <a:cubicBezTo>
                    <a:pt x="366" y="78"/>
                    <a:pt x="366" y="78"/>
                    <a:pt x="366" y="78"/>
                  </a:cubicBezTo>
                  <a:cubicBezTo>
                    <a:pt x="366" y="80"/>
                    <a:pt x="366" y="82"/>
                    <a:pt x="364" y="82"/>
                  </a:cubicBezTo>
                  <a:cubicBezTo>
                    <a:pt x="363" y="83"/>
                    <a:pt x="360" y="84"/>
                    <a:pt x="356" y="84"/>
                  </a:cubicBezTo>
                  <a:cubicBezTo>
                    <a:pt x="355" y="84"/>
                    <a:pt x="355" y="84"/>
                    <a:pt x="355" y="84"/>
                  </a:cubicBezTo>
                  <a:cubicBezTo>
                    <a:pt x="355" y="83"/>
                    <a:pt x="355" y="83"/>
                    <a:pt x="355" y="83"/>
                  </a:cubicBezTo>
                  <a:cubicBezTo>
                    <a:pt x="354" y="83"/>
                    <a:pt x="354" y="83"/>
                    <a:pt x="354" y="83"/>
                  </a:cubicBezTo>
                  <a:cubicBezTo>
                    <a:pt x="346" y="77"/>
                    <a:pt x="346" y="77"/>
                    <a:pt x="346" y="77"/>
                  </a:cubicBezTo>
                  <a:cubicBezTo>
                    <a:pt x="338" y="83"/>
                    <a:pt x="338" y="83"/>
                    <a:pt x="338" y="83"/>
                  </a:cubicBezTo>
                  <a:cubicBezTo>
                    <a:pt x="335" y="86"/>
                    <a:pt x="332" y="89"/>
                    <a:pt x="332" y="91"/>
                  </a:cubicBezTo>
                  <a:cubicBezTo>
                    <a:pt x="336" y="99"/>
                    <a:pt x="336" y="99"/>
                    <a:pt x="336" y="99"/>
                  </a:cubicBezTo>
                  <a:cubicBezTo>
                    <a:pt x="338" y="102"/>
                    <a:pt x="338" y="103"/>
                    <a:pt x="337" y="105"/>
                  </a:cubicBezTo>
                  <a:cubicBezTo>
                    <a:pt x="336" y="106"/>
                    <a:pt x="333" y="108"/>
                    <a:pt x="329" y="109"/>
                  </a:cubicBezTo>
                  <a:cubicBezTo>
                    <a:pt x="325" y="111"/>
                    <a:pt x="325" y="111"/>
                    <a:pt x="325" y="111"/>
                  </a:cubicBezTo>
                  <a:cubicBezTo>
                    <a:pt x="321" y="112"/>
                    <a:pt x="317" y="111"/>
                    <a:pt x="315" y="108"/>
                  </a:cubicBezTo>
                  <a:cubicBezTo>
                    <a:pt x="313" y="106"/>
                    <a:pt x="313" y="106"/>
                    <a:pt x="313" y="106"/>
                  </a:cubicBezTo>
                  <a:cubicBezTo>
                    <a:pt x="298" y="90"/>
                    <a:pt x="298" y="90"/>
                    <a:pt x="298" y="90"/>
                  </a:cubicBezTo>
                  <a:cubicBezTo>
                    <a:pt x="290" y="88"/>
                    <a:pt x="286" y="85"/>
                    <a:pt x="284" y="81"/>
                  </a:cubicBezTo>
                  <a:cubicBezTo>
                    <a:pt x="283" y="79"/>
                    <a:pt x="282" y="77"/>
                    <a:pt x="283" y="76"/>
                  </a:cubicBezTo>
                  <a:cubicBezTo>
                    <a:pt x="282" y="71"/>
                    <a:pt x="281" y="67"/>
                    <a:pt x="280" y="65"/>
                  </a:cubicBezTo>
                  <a:cubicBezTo>
                    <a:pt x="277" y="67"/>
                    <a:pt x="277" y="67"/>
                    <a:pt x="277" y="67"/>
                  </a:cubicBezTo>
                  <a:cubicBezTo>
                    <a:pt x="276" y="68"/>
                    <a:pt x="276" y="68"/>
                    <a:pt x="276" y="68"/>
                  </a:cubicBezTo>
                  <a:cubicBezTo>
                    <a:pt x="276" y="70"/>
                    <a:pt x="277" y="72"/>
                    <a:pt x="279" y="74"/>
                  </a:cubicBezTo>
                  <a:cubicBezTo>
                    <a:pt x="279" y="76"/>
                    <a:pt x="279" y="76"/>
                    <a:pt x="279" y="76"/>
                  </a:cubicBezTo>
                  <a:cubicBezTo>
                    <a:pt x="280" y="76"/>
                    <a:pt x="280" y="76"/>
                    <a:pt x="280" y="76"/>
                  </a:cubicBezTo>
                  <a:cubicBezTo>
                    <a:pt x="279" y="77"/>
                    <a:pt x="279" y="77"/>
                    <a:pt x="279" y="77"/>
                  </a:cubicBezTo>
                  <a:cubicBezTo>
                    <a:pt x="271" y="91"/>
                    <a:pt x="271" y="91"/>
                    <a:pt x="271" y="91"/>
                  </a:cubicBezTo>
                  <a:cubicBezTo>
                    <a:pt x="257" y="88"/>
                    <a:pt x="257" y="88"/>
                    <a:pt x="257" y="88"/>
                  </a:cubicBezTo>
                  <a:cubicBezTo>
                    <a:pt x="254" y="86"/>
                    <a:pt x="254" y="86"/>
                    <a:pt x="254" y="86"/>
                  </a:cubicBezTo>
                  <a:cubicBezTo>
                    <a:pt x="254" y="86"/>
                    <a:pt x="254" y="86"/>
                    <a:pt x="254" y="86"/>
                  </a:cubicBezTo>
                  <a:cubicBezTo>
                    <a:pt x="254" y="85"/>
                    <a:pt x="254" y="85"/>
                    <a:pt x="254" y="85"/>
                  </a:cubicBezTo>
                  <a:cubicBezTo>
                    <a:pt x="255" y="82"/>
                    <a:pt x="255" y="79"/>
                    <a:pt x="254" y="76"/>
                  </a:cubicBezTo>
                  <a:cubicBezTo>
                    <a:pt x="252" y="71"/>
                    <a:pt x="252" y="71"/>
                    <a:pt x="252" y="71"/>
                  </a:cubicBezTo>
                  <a:cubicBezTo>
                    <a:pt x="240" y="63"/>
                    <a:pt x="240" y="63"/>
                    <a:pt x="240" y="63"/>
                  </a:cubicBezTo>
                  <a:cubicBezTo>
                    <a:pt x="240" y="62"/>
                    <a:pt x="240" y="62"/>
                    <a:pt x="240" y="62"/>
                  </a:cubicBezTo>
                  <a:cubicBezTo>
                    <a:pt x="239" y="64"/>
                    <a:pt x="237" y="64"/>
                    <a:pt x="236" y="65"/>
                  </a:cubicBezTo>
                  <a:cubicBezTo>
                    <a:pt x="225" y="63"/>
                    <a:pt x="225" y="63"/>
                    <a:pt x="225" y="63"/>
                  </a:cubicBezTo>
                  <a:cubicBezTo>
                    <a:pt x="222" y="63"/>
                    <a:pt x="219" y="62"/>
                    <a:pt x="218" y="60"/>
                  </a:cubicBezTo>
                  <a:cubicBezTo>
                    <a:pt x="217" y="59"/>
                    <a:pt x="217" y="56"/>
                    <a:pt x="219" y="53"/>
                  </a:cubicBezTo>
                  <a:cubicBezTo>
                    <a:pt x="219" y="51"/>
                    <a:pt x="219" y="51"/>
                    <a:pt x="219" y="51"/>
                  </a:cubicBezTo>
                  <a:cubicBezTo>
                    <a:pt x="214" y="43"/>
                    <a:pt x="214" y="43"/>
                    <a:pt x="214" y="43"/>
                  </a:cubicBezTo>
                  <a:cubicBezTo>
                    <a:pt x="193" y="44"/>
                    <a:pt x="193" y="44"/>
                    <a:pt x="193" y="44"/>
                  </a:cubicBezTo>
                  <a:cubicBezTo>
                    <a:pt x="194" y="47"/>
                    <a:pt x="193" y="49"/>
                    <a:pt x="192" y="51"/>
                  </a:cubicBezTo>
                  <a:cubicBezTo>
                    <a:pt x="191" y="53"/>
                    <a:pt x="189" y="54"/>
                    <a:pt x="187" y="54"/>
                  </a:cubicBezTo>
                  <a:cubicBezTo>
                    <a:pt x="184" y="55"/>
                    <a:pt x="180" y="54"/>
                    <a:pt x="177" y="51"/>
                  </a:cubicBezTo>
                  <a:cubicBezTo>
                    <a:pt x="177" y="50"/>
                    <a:pt x="177" y="50"/>
                    <a:pt x="177" y="50"/>
                  </a:cubicBezTo>
                  <a:cubicBezTo>
                    <a:pt x="177" y="50"/>
                    <a:pt x="177" y="50"/>
                    <a:pt x="177" y="50"/>
                  </a:cubicBezTo>
                  <a:cubicBezTo>
                    <a:pt x="172" y="45"/>
                    <a:pt x="170" y="40"/>
                    <a:pt x="170" y="37"/>
                  </a:cubicBezTo>
                  <a:cubicBezTo>
                    <a:pt x="166" y="31"/>
                    <a:pt x="166" y="31"/>
                    <a:pt x="166" y="31"/>
                  </a:cubicBezTo>
                  <a:cubicBezTo>
                    <a:pt x="160" y="35"/>
                    <a:pt x="160" y="35"/>
                    <a:pt x="160" y="35"/>
                  </a:cubicBezTo>
                  <a:cubicBezTo>
                    <a:pt x="154" y="38"/>
                    <a:pt x="151" y="38"/>
                    <a:pt x="149" y="35"/>
                  </a:cubicBezTo>
                  <a:cubicBezTo>
                    <a:pt x="146" y="35"/>
                    <a:pt x="146" y="35"/>
                    <a:pt x="146" y="35"/>
                  </a:cubicBezTo>
                  <a:cubicBezTo>
                    <a:pt x="140" y="35"/>
                    <a:pt x="140" y="35"/>
                    <a:pt x="140" y="35"/>
                  </a:cubicBezTo>
                  <a:cubicBezTo>
                    <a:pt x="124" y="41"/>
                    <a:pt x="124" y="41"/>
                    <a:pt x="124" y="41"/>
                  </a:cubicBezTo>
                  <a:cubicBezTo>
                    <a:pt x="120" y="43"/>
                    <a:pt x="117" y="44"/>
                    <a:pt x="115" y="44"/>
                  </a:cubicBezTo>
                  <a:cubicBezTo>
                    <a:pt x="113" y="44"/>
                    <a:pt x="113" y="44"/>
                    <a:pt x="113" y="44"/>
                  </a:cubicBezTo>
                  <a:cubicBezTo>
                    <a:pt x="107" y="44"/>
                    <a:pt x="103" y="42"/>
                    <a:pt x="101" y="40"/>
                  </a:cubicBezTo>
                  <a:cubicBezTo>
                    <a:pt x="91" y="32"/>
                    <a:pt x="91" y="32"/>
                    <a:pt x="91" y="32"/>
                  </a:cubicBezTo>
                  <a:lnTo>
                    <a:pt x="79" y="13"/>
                  </a:lnTo>
                  <a:close/>
                </a:path>
              </a:pathLst>
            </a:custGeom>
            <a:grpFill/>
            <a:ln>
              <a:noFill/>
            </a:ln>
          </p:spPr>
          <p:txBody>
            <a:bodyPr vert="horz" wrap="square" lIns="91440" tIns="45720" rIns="91440" bIns="45720" numCol="1" anchor="t" anchorCtr="0" compatLnSpc="1"/>
            <a:lstStyle/>
            <a:p>
              <a:endParaRPr lang="zh-CN" altLang="en-US"/>
            </a:p>
          </p:txBody>
        </p:sp>
        <p:sp>
          <p:nvSpPr>
            <p:cNvPr id="69" name="Freeform 31"/>
            <p:cNvSpPr/>
            <p:nvPr/>
          </p:nvSpPr>
          <p:spPr bwMode="auto">
            <a:xfrm>
              <a:off x="3946716" y="1183259"/>
              <a:ext cx="944562" cy="862013"/>
            </a:xfrm>
            <a:custGeom>
              <a:avLst/>
              <a:gdLst>
                <a:gd name="T0" fmla="*/ 536 w 546"/>
                <a:gd name="T1" fmla="*/ 231 h 498"/>
                <a:gd name="T2" fmla="*/ 525 w 546"/>
                <a:gd name="T3" fmla="*/ 181 h 498"/>
                <a:gd name="T4" fmla="*/ 476 w 546"/>
                <a:gd name="T5" fmla="*/ 231 h 498"/>
                <a:gd name="T6" fmla="*/ 468 w 546"/>
                <a:gd name="T7" fmla="*/ 246 h 498"/>
                <a:gd name="T8" fmla="*/ 406 w 546"/>
                <a:gd name="T9" fmla="*/ 257 h 498"/>
                <a:gd name="T10" fmla="*/ 392 w 546"/>
                <a:gd name="T11" fmla="*/ 231 h 498"/>
                <a:gd name="T12" fmla="*/ 376 w 546"/>
                <a:gd name="T13" fmla="*/ 215 h 498"/>
                <a:gd name="T14" fmla="*/ 357 w 546"/>
                <a:gd name="T15" fmla="*/ 199 h 498"/>
                <a:gd name="T16" fmla="*/ 255 w 546"/>
                <a:gd name="T17" fmla="*/ 180 h 498"/>
                <a:gd name="T18" fmla="*/ 195 w 546"/>
                <a:gd name="T19" fmla="*/ 86 h 498"/>
                <a:gd name="T20" fmla="*/ 82 w 546"/>
                <a:gd name="T21" fmla="*/ 12 h 498"/>
                <a:gd name="T22" fmla="*/ 6 w 546"/>
                <a:gd name="T23" fmla="*/ 21 h 498"/>
                <a:gd name="T24" fmla="*/ 6 w 546"/>
                <a:gd name="T25" fmla="*/ 31 h 498"/>
                <a:gd name="T26" fmla="*/ 1 w 546"/>
                <a:gd name="T27" fmla="*/ 42 h 498"/>
                <a:gd name="T28" fmla="*/ 7 w 546"/>
                <a:gd name="T29" fmla="*/ 68 h 498"/>
                <a:gd name="T30" fmla="*/ 31 w 546"/>
                <a:gd name="T31" fmla="*/ 56 h 498"/>
                <a:gd name="T32" fmla="*/ 57 w 546"/>
                <a:gd name="T33" fmla="*/ 75 h 498"/>
                <a:gd name="T34" fmla="*/ 91 w 546"/>
                <a:gd name="T35" fmla="*/ 116 h 498"/>
                <a:gd name="T36" fmla="*/ 112 w 546"/>
                <a:gd name="T37" fmla="*/ 99 h 498"/>
                <a:gd name="T38" fmla="*/ 148 w 546"/>
                <a:gd name="T39" fmla="*/ 78 h 498"/>
                <a:gd name="T40" fmla="*/ 174 w 546"/>
                <a:gd name="T41" fmla="*/ 107 h 498"/>
                <a:gd name="T42" fmla="*/ 181 w 546"/>
                <a:gd name="T43" fmla="*/ 152 h 498"/>
                <a:gd name="T44" fmla="*/ 183 w 546"/>
                <a:gd name="T45" fmla="*/ 199 h 498"/>
                <a:gd name="T46" fmla="*/ 176 w 546"/>
                <a:gd name="T47" fmla="*/ 218 h 498"/>
                <a:gd name="T48" fmla="*/ 170 w 546"/>
                <a:gd name="T49" fmla="*/ 226 h 498"/>
                <a:gd name="T50" fmla="*/ 173 w 546"/>
                <a:gd name="T51" fmla="*/ 254 h 498"/>
                <a:gd name="T52" fmla="*/ 166 w 546"/>
                <a:gd name="T53" fmla="*/ 279 h 498"/>
                <a:gd name="T54" fmla="*/ 144 w 546"/>
                <a:gd name="T55" fmla="*/ 275 h 498"/>
                <a:gd name="T56" fmla="*/ 127 w 546"/>
                <a:gd name="T57" fmla="*/ 309 h 498"/>
                <a:gd name="T58" fmla="*/ 103 w 546"/>
                <a:gd name="T59" fmla="*/ 331 h 498"/>
                <a:gd name="T60" fmla="*/ 121 w 546"/>
                <a:gd name="T61" fmla="*/ 357 h 498"/>
                <a:gd name="T62" fmla="*/ 137 w 546"/>
                <a:gd name="T63" fmla="*/ 377 h 498"/>
                <a:gd name="T64" fmla="*/ 166 w 546"/>
                <a:gd name="T65" fmla="*/ 384 h 498"/>
                <a:gd name="T66" fmla="*/ 179 w 546"/>
                <a:gd name="T67" fmla="*/ 412 h 498"/>
                <a:gd name="T68" fmla="*/ 202 w 546"/>
                <a:gd name="T69" fmla="*/ 430 h 498"/>
                <a:gd name="T70" fmla="*/ 233 w 546"/>
                <a:gd name="T71" fmla="*/ 421 h 498"/>
                <a:gd name="T72" fmla="*/ 254 w 546"/>
                <a:gd name="T73" fmla="*/ 416 h 498"/>
                <a:gd name="T74" fmla="*/ 269 w 546"/>
                <a:gd name="T75" fmla="*/ 439 h 498"/>
                <a:gd name="T76" fmla="*/ 273 w 546"/>
                <a:gd name="T77" fmla="*/ 439 h 498"/>
                <a:gd name="T78" fmla="*/ 303 w 546"/>
                <a:gd name="T79" fmla="*/ 428 h 498"/>
                <a:gd name="T80" fmla="*/ 312 w 546"/>
                <a:gd name="T81" fmla="*/ 442 h 498"/>
                <a:gd name="T82" fmla="*/ 320 w 546"/>
                <a:gd name="T83" fmla="*/ 451 h 498"/>
                <a:gd name="T84" fmla="*/ 348 w 546"/>
                <a:gd name="T85" fmla="*/ 467 h 498"/>
                <a:gd name="T86" fmla="*/ 357 w 546"/>
                <a:gd name="T87" fmla="*/ 460 h 498"/>
                <a:gd name="T88" fmla="*/ 369 w 546"/>
                <a:gd name="T89" fmla="*/ 451 h 498"/>
                <a:gd name="T90" fmla="*/ 387 w 546"/>
                <a:gd name="T91" fmla="*/ 477 h 498"/>
                <a:gd name="T92" fmla="*/ 408 w 546"/>
                <a:gd name="T93" fmla="*/ 498 h 498"/>
                <a:gd name="T94" fmla="*/ 422 w 546"/>
                <a:gd name="T95" fmla="*/ 471 h 498"/>
                <a:gd name="T96" fmla="*/ 449 w 546"/>
                <a:gd name="T97" fmla="*/ 457 h 498"/>
                <a:gd name="T98" fmla="*/ 464 w 546"/>
                <a:gd name="T99" fmla="*/ 462 h 498"/>
                <a:gd name="T100" fmla="*/ 477 w 546"/>
                <a:gd name="T101" fmla="*/ 477 h 498"/>
                <a:gd name="T102" fmla="*/ 482 w 546"/>
                <a:gd name="T103" fmla="*/ 436 h 498"/>
                <a:gd name="T104" fmla="*/ 493 w 546"/>
                <a:gd name="T105" fmla="*/ 369 h 498"/>
                <a:gd name="T106" fmla="*/ 510 w 546"/>
                <a:gd name="T107" fmla="*/ 372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46" h="498">
                  <a:moveTo>
                    <a:pt x="544" y="292"/>
                  </a:moveTo>
                  <a:cubicBezTo>
                    <a:pt x="534" y="232"/>
                    <a:pt x="534" y="232"/>
                    <a:pt x="534" y="232"/>
                  </a:cubicBezTo>
                  <a:cubicBezTo>
                    <a:pt x="535" y="231"/>
                    <a:pt x="535" y="231"/>
                    <a:pt x="535" y="231"/>
                  </a:cubicBezTo>
                  <a:cubicBezTo>
                    <a:pt x="536" y="231"/>
                    <a:pt x="536" y="231"/>
                    <a:pt x="536" y="231"/>
                  </a:cubicBezTo>
                  <a:cubicBezTo>
                    <a:pt x="540" y="224"/>
                    <a:pt x="542" y="219"/>
                    <a:pt x="541" y="215"/>
                  </a:cubicBezTo>
                  <a:cubicBezTo>
                    <a:pt x="539" y="211"/>
                    <a:pt x="539" y="211"/>
                    <a:pt x="539" y="211"/>
                  </a:cubicBezTo>
                  <a:cubicBezTo>
                    <a:pt x="532" y="207"/>
                    <a:pt x="529" y="197"/>
                    <a:pt x="531" y="181"/>
                  </a:cubicBezTo>
                  <a:cubicBezTo>
                    <a:pt x="525" y="181"/>
                    <a:pt x="525" y="181"/>
                    <a:pt x="525" y="181"/>
                  </a:cubicBezTo>
                  <a:cubicBezTo>
                    <a:pt x="521" y="180"/>
                    <a:pt x="516" y="182"/>
                    <a:pt x="511" y="185"/>
                  </a:cubicBezTo>
                  <a:cubicBezTo>
                    <a:pt x="507" y="189"/>
                    <a:pt x="504" y="193"/>
                    <a:pt x="503" y="196"/>
                  </a:cubicBezTo>
                  <a:cubicBezTo>
                    <a:pt x="500" y="203"/>
                    <a:pt x="493" y="208"/>
                    <a:pt x="479" y="212"/>
                  </a:cubicBezTo>
                  <a:cubicBezTo>
                    <a:pt x="476" y="231"/>
                    <a:pt x="476" y="231"/>
                    <a:pt x="476" y="231"/>
                  </a:cubicBezTo>
                  <a:cubicBezTo>
                    <a:pt x="476" y="232"/>
                    <a:pt x="476" y="232"/>
                    <a:pt x="476" y="232"/>
                  </a:cubicBezTo>
                  <a:cubicBezTo>
                    <a:pt x="476" y="232"/>
                    <a:pt x="476" y="232"/>
                    <a:pt x="476" y="232"/>
                  </a:cubicBezTo>
                  <a:cubicBezTo>
                    <a:pt x="469" y="245"/>
                    <a:pt x="469" y="245"/>
                    <a:pt x="469" y="245"/>
                  </a:cubicBezTo>
                  <a:cubicBezTo>
                    <a:pt x="468" y="246"/>
                    <a:pt x="468" y="246"/>
                    <a:pt x="468" y="246"/>
                  </a:cubicBezTo>
                  <a:cubicBezTo>
                    <a:pt x="468" y="246"/>
                    <a:pt x="468" y="246"/>
                    <a:pt x="468" y="246"/>
                  </a:cubicBezTo>
                  <a:cubicBezTo>
                    <a:pt x="467" y="246"/>
                    <a:pt x="467" y="246"/>
                    <a:pt x="467" y="246"/>
                  </a:cubicBezTo>
                  <a:cubicBezTo>
                    <a:pt x="407" y="257"/>
                    <a:pt x="407" y="257"/>
                    <a:pt x="407" y="257"/>
                  </a:cubicBezTo>
                  <a:cubicBezTo>
                    <a:pt x="406" y="257"/>
                    <a:pt x="406" y="257"/>
                    <a:pt x="406" y="257"/>
                  </a:cubicBezTo>
                  <a:cubicBezTo>
                    <a:pt x="405" y="257"/>
                    <a:pt x="405" y="257"/>
                    <a:pt x="405" y="257"/>
                  </a:cubicBezTo>
                  <a:cubicBezTo>
                    <a:pt x="405" y="255"/>
                    <a:pt x="405" y="255"/>
                    <a:pt x="405" y="255"/>
                  </a:cubicBezTo>
                  <a:cubicBezTo>
                    <a:pt x="387" y="237"/>
                    <a:pt x="387" y="237"/>
                    <a:pt x="387" y="237"/>
                  </a:cubicBezTo>
                  <a:cubicBezTo>
                    <a:pt x="392" y="231"/>
                    <a:pt x="392" y="231"/>
                    <a:pt x="392" y="231"/>
                  </a:cubicBezTo>
                  <a:cubicBezTo>
                    <a:pt x="386" y="222"/>
                    <a:pt x="386" y="222"/>
                    <a:pt x="386" y="222"/>
                  </a:cubicBezTo>
                  <a:cubicBezTo>
                    <a:pt x="377" y="216"/>
                    <a:pt x="377" y="216"/>
                    <a:pt x="377" y="216"/>
                  </a:cubicBezTo>
                  <a:cubicBezTo>
                    <a:pt x="377" y="215"/>
                    <a:pt x="377" y="215"/>
                    <a:pt x="377" y="215"/>
                  </a:cubicBezTo>
                  <a:cubicBezTo>
                    <a:pt x="376" y="215"/>
                    <a:pt x="376" y="215"/>
                    <a:pt x="376" y="215"/>
                  </a:cubicBezTo>
                  <a:cubicBezTo>
                    <a:pt x="376" y="215"/>
                    <a:pt x="376" y="215"/>
                    <a:pt x="376" y="215"/>
                  </a:cubicBezTo>
                  <a:cubicBezTo>
                    <a:pt x="376" y="214"/>
                    <a:pt x="376" y="214"/>
                    <a:pt x="376" y="214"/>
                  </a:cubicBezTo>
                  <a:cubicBezTo>
                    <a:pt x="373" y="198"/>
                    <a:pt x="373" y="198"/>
                    <a:pt x="373" y="198"/>
                  </a:cubicBezTo>
                  <a:cubicBezTo>
                    <a:pt x="357" y="199"/>
                    <a:pt x="357" y="199"/>
                    <a:pt x="357" y="199"/>
                  </a:cubicBezTo>
                  <a:cubicBezTo>
                    <a:pt x="356" y="198"/>
                    <a:pt x="356" y="198"/>
                    <a:pt x="356" y="198"/>
                  </a:cubicBezTo>
                  <a:cubicBezTo>
                    <a:pt x="343" y="190"/>
                    <a:pt x="343" y="190"/>
                    <a:pt x="343" y="190"/>
                  </a:cubicBezTo>
                  <a:cubicBezTo>
                    <a:pt x="295" y="181"/>
                    <a:pt x="295" y="181"/>
                    <a:pt x="295" y="181"/>
                  </a:cubicBezTo>
                  <a:cubicBezTo>
                    <a:pt x="255" y="180"/>
                    <a:pt x="255" y="180"/>
                    <a:pt x="255" y="180"/>
                  </a:cubicBezTo>
                  <a:cubicBezTo>
                    <a:pt x="253" y="181"/>
                    <a:pt x="253" y="181"/>
                    <a:pt x="253" y="181"/>
                  </a:cubicBezTo>
                  <a:cubicBezTo>
                    <a:pt x="252" y="181"/>
                    <a:pt x="250" y="180"/>
                    <a:pt x="250" y="179"/>
                  </a:cubicBezTo>
                  <a:cubicBezTo>
                    <a:pt x="227" y="127"/>
                    <a:pt x="227" y="127"/>
                    <a:pt x="227" y="127"/>
                  </a:cubicBezTo>
                  <a:cubicBezTo>
                    <a:pt x="224" y="123"/>
                    <a:pt x="215" y="109"/>
                    <a:pt x="195" y="86"/>
                  </a:cubicBezTo>
                  <a:cubicBezTo>
                    <a:pt x="177" y="64"/>
                    <a:pt x="167" y="51"/>
                    <a:pt x="164" y="49"/>
                  </a:cubicBezTo>
                  <a:cubicBezTo>
                    <a:pt x="130" y="16"/>
                    <a:pt x="130" y="16"/>
                    <a:pt x="130" y="16"/>
                  </a:cubicBezTo>
                  <a:cubicBezTo>
                    <a:pt x="124" y="13"/>
                    <a:pt x="124" y="13"/>
                    <a:pt x="124" y="13"/>
                  </a:cubicBezTo>
                  <a:cubicBezTo>
                    <a:pt x="82" y="12"/>
                    <a:pt x="82" y="12"/>
                    <a:pt x="82" y="12"/>
                  </a:cubicBezTo>
                  <a:cubicBezTo>
                    <a:pt x="81" y="12"/>
                    <a:pt x="81" y="12"/>
                    <a:pt x="81" y="12"/>
                  </a:cubicBezTo>
                  <a:cubicBezTo>
                    <a:pt x="80" y="11"/>
                    <a:pt x="80" y="11"/>
                    <a:pt x="80" y="11"/>
                  </a:cubicBezTo>
                  <a:cubicBezTo>
                    <a:pt x="76" y="8"/>
                    <a:pt x="70" y="5"/>
                    <a:pt x="60" y="3"/>
                  </a:cubicBezTo>
                  <a:cubicBezTo>
                    <a:pt x="53" y="0"/>
                    <a:pt x="34" y="6"/>
                    <a:pt x="6" y="21"/>
                  </a:cubicBezTo>
                  <a:cubicBezTo>
                    <a:pt x="5" y="22"/>
                    <a:pt x="5" y="22"/>
                    <a:pt x="5" y="22"/>
                  </a:cubicBezTo>
                  <a:cubicBezTo>
                    <a:pt x="6" y="30"/>
                    <a:pt x="6" y="30"/>
                    <a:pt x="6" y="30"/>
                  </a:cubicBezTo>
                  <a:cubicBezTo>
                    <a:pt x="6" y="30"/>
                    <a:pt x="6" y="30"/>
                    <a:pt x="6" y="30"/>
                  </a:cubicBezTo>
                  <a:cubicBezTo>
                    <a:pt x="6" y="31"/>
                    <a:pt x="6" y="31"/>
                    <a:pt x="6" y="31"/>
                  </a:cubicBezTo>
                  <a:cubicBezTo>
                    <a:pt x="6" y="31"/>
                    <a:pt x="6" y="31"/>
                    <a:pt x="6" y="31"/>
                  </a:cubicBezTo>
                  <a:cubicBezTo>
                    <a:pt x="6" y="32"/>
                    <a:pt x="6" y="32"/>
                    <a:pt x="6" y="32"/>
                  </a:cubicBezTo>
                  <a:cubicBezTo>
                    <a:pt x="1" y="42"/>
                    <a:pt x="1" y="42"/>
                    <a:pt x="1" y="42"/>
                  </a:cubicBezTo>
                  <a:cubicBezTo>
                    <a:pt x="1" y="42"/>
                    <a:pt x="1" y="42"/>
                    <a:pt x="1" y="42"/>
                  </a:cubicBezTo>
                  <a:cubicBezTo>
                    <a:pt x="0" y="42"/>
                    <a:pt x="0" y="42"/>
                    <a:pt x="0" y="42"/>
                  </a:cubicBezTo>
                  <a:cubicBezTo>
                    <a:pt x="0" y="49"/>
                    <a:pt x="0" y="49"/>
                    <a:pt x="0" y="49"/>
                  </a:cubicBezTo>
                  <a:cubicBezTo>
                    <a:pt x="0" y="55"/>
                    <a:pt x="1" y="61"/>
                    <a:pt x="3" y="65"/>
                  </a:cubicBezTo>
                  <a:cubicBezTo>
                    <a:pt x="7" y="68"/>
                    <a:pt x="7" y="68"/>
                    <a:pt x="7" y="68"/>
                  </a:cubicBezTo>
                  <a:cubicBezTo>
                    <a:pt x="16" y="68"/>
                    <a:pt x="16" y="68"/>
                    <a:pt x="16" y="68"/>
                  </a:cubicBezTo>
                  <a:cubicBezTo>
                    <a:pt x="24" y="70"/>
                    <a:pt x="24" y="70"/>
                    <a:pt x="24" y="70"/>
                  </a:cubicBezTo>
                  <a:cubicBezTo>
                    <a:pt x="27" y="67"/>
                    <a:pt x="27" y="67"/>
                    <a:pt x="27" y="67"/>
                  </a:cubicBezTo>
                  <a:cubicBezTo>
                    <a:pt x="27" y="62"/>
                    <a:pt x="29" y="58"/>
                    <a:pt x="31" y="56"/>
                  </a:cubicBezTo>
                  <a:cubicBezTo>
                    <a:pt x="37" y="56"/>
                    <a:pt x="37" y="56"/>
                    <a:pt x="37" y="56"/>
                  </a:cubicBezTo>
                  <a:cubicBezTo>
                    <a:pt x="59" y="62"/>
                    <a:pt x="59" y="62"/>
                    <a:pt x="59" y="62"/>
                  </a:cubicBezTo>
                  <a:cubicBezTo>
                    <a:pt x="63" y="63"/>
                    <a:pt x="63" y="63"/>
                    <a:pt x="63" y="63"/>
                  </a:cubicBezTo>
                  <a:cubicBezTo>
                    <a:pt x="57" y="75"/>
                    <a:pt x="57" y="75"/>
                    <a:pt x="57" y="75"/>
                  </a:cubicBezTo>
                  <a:cubicBezTo>
                    <a:pt x="57" y="89"/>
                    <a:pt x="57" y="89"/>
                    <a:pt x="57" y="89"/>
                  </a:cubicBezTo>
                  <a:cubicBezTo>
                    <a:pt x="57" y="92"/>
                    <a:pt x="62" y="99"/>
                    <a:pt x="73" y="109"/>
                  </a:cubicBezTo>
                  <a:cubicBezTo>
                    <a:pt x="80" y="114"/>
                    <a:pt x="84" y="116"/>
                    <a:pt x="88" y="117"/>
                  </a:cubicBezTo>
                  <a:cubicBezTo>
                    <a:pt x="91" y="116"/>
                    <a:pt x="91" y="116"/>
                    <a:pt x="91" y="116"/>
                  </a:cubicBezTo>
                  <a:cubicBezTo>
                    <a:pt x="94" y="115"/>
                    <a:pt x="94" y="115"/>
                    <a:pt x="94" y="115"/>
                  </a:cubicBezTo>
                  <a:cubicBezTo>
                    <a:pt x="104" y="105"/>
                    <a:pt x="104" y="105"/>
                    <a:pt x="104" y="105"/>
                  </a:cubicBezTo>
                  <a:cubicBezTo>
                    <a:pt x="112" y="100"/>
                    <a:pt x="112" y="100"/>
                    <a:pt x="112" y="100"/>
                  </a:cubicBezTo>
                  <a:cubicBezTo>
                    <a:pt x="112" y="99"/>
                    <a:pt x="112" y="99"/>
                    <a:pt x="112" y="99"/>
                  </a:cubicBezTo>
                  <a:cubicBezTo>
                    <a:pt x="112" y="99"/>
                    <a:pt x="112" y="99"/>
                    <a:pt x="112" y="99"/>
                  </a:cubicBezTo>
                  <a:cubicBezTo>
                    <a:pt x="128" y="97"/>
                    <a:pt x="128" y="97"/>
                    <a:pt x="128" y="97"/>
                  </a:cubicBezTo>
                  <a:cubicBezTo>
                    <a:pt x="133" y="87"/>
                    <a:pt x="133" y="87"/>
                    <a:pt x="133" y="87"/>
                  </a:cubicBezTo>
                  <a:cubicBezTo>
                    <a:pt x="148" y="78"/>
                    <a:pt x="148" y="78"/>
                    <a:pt x="148" y="78"/>
                  </a:cubicBezTo>
                  <a:cubicBezTo>
                    <a:pt x="161" y="85"/>
                    <a:pt x="161" y="85"/>
                    <a:pt x="161" y="85"/>
                  </a:cubicBezTo>
                  <a:cubicBezTo>
                    <a:pt x="161" y="86"/>
                    <a:pt x="161" y="86"/>
                    <a:pt x="161" y="86"/>
                  </a:cubicBezTo>
                  <a:cubicBezTo>
                    <a:pt x="162" y="87"/>
                    <a:pt x="162" y="87"/>
                    <a:pt x="162" y="87"/>
                  </a:cubicBezTo>
                  <a:cubicBezTo>
                    <a:pt x="174" y="107"/>
                    <a:pt x="174" y="107"/>
                    <a:pt x="174" y="107"/>
                  </a:cubicBezTo>
                  <a:cubicBezTo>
                    <a:pt x="179" y="121"/>
                    <a:pt x="179" y="121"/>
                    <a:pt x="179" y="121"/>
                  </a:cubicBezTo>
                  <a:cubicBezTo>
                    <a:pt x="179" y="123"/>
                    <a:pt x="179" y="123"/>
                    <a:pt x="179" y="123"/>
                  </a:cubicBezTo>
                  <a:cubicBezTo>
                    <a:pt x="176" y="140"/>
                    <a:pt x="176" y="140"/>
                    <a:pt x="176" y="140"/>
                  </a:cubicBezTo>
                  <a:cubicBezTo>
                    <a:pt x="181" y="152"/>
                    <a:pt x="181" y="152"/>
                    <a:pt x="181" y="152"/>
                  </a:cubicBezTo>
                  <a:cubicBezTo>
                    <a:pt x="181" y="153"/>
                    <a:pt x="181" y="153"/>
                    <a:pt x="181" y="153"/>
                  </a:cubicBezTo>
                  <a:cubicBezTo>
                    <a:pt x="178" y="167"/>
                    <a:pt x="178" y="167"/>
                    <a:pt x="178" y="167"/>
                  </a:cubicBezTo>
                  <a:cubicBezTo>
                    <a:pt x="178" y="179"/>
                    <a:pt x="178" y="179"/>
                    <a:pt x="178" y="179"/>
                  </a:cubicBezTo>
                  <a:cubicBezTo>
                    <a:pt x="181" y="190"/>
                    <a:pt x="183" y="197"/>
                    <a:pt x="183" y="199"/>
                  </a:cubicBezTo>
                  <a:cubicBezTo>
                    <a:pt x="182" y="209"/>
                    <a:pt x="182" y="209"/>
                    <a:pt x="182" y="209"/>
                  </a:cubicBezTo>
                  <a:cubicBezTo>
                    <a:pt x="182" y="209"/>
                    <a:pt x="182" y="209"/>
                    <a:pt x="182" y="209"/>
                  </a:cubicBezTo>
                  <a:cubicBezTo>
                    <a:pt x="182" y="210"/>
                    <a:pt x="182" y="210"/>
                    <a:pt x="182" y="210"/>
                  </a:cubicBezTo>
                  <a:cubicBezTo>
                    <a:pt x="176" y="218"/>
                    <a:pt x="176" y="218"/>
                    <a:pt x="176" y="218"/>
                  </a:cubicBezTo>
                  <a:cubicBezTo>
                    <a:pt x="176" y="219"/>
                    <a:pt x="176" y="219"/>
                    <a:pt x="176" y="219"/>
                  </a:cubicBezTo>
                  <a:cubicBezTo>
                    <a:pt x="176" y="219"/>
                    <a:pt x="176" y="219"/>
                    <a:pt x="176" y="219"/>
                  </a:cubicBezTo>
                  <a:cubicBezTo>
                    <a:pt x="176" y="219"/>
                    <a:pt x="176" y="219"/>
                    <a:pt x="176" y="219"/>
                  </a:cubicBezTo>
                  <a:cubicBezTo>
                    <a:pt x="170" y="226"/>
                    <a:pt x="170" y="226"/>
                    <a:pt x="170" y="226"/>
                  </a:cubicBezTo>
                  <a:cubicBezTo>
                    <a:pt x="169" y="240"/>
                    <a:pt x="169" y="240"/>
                    <a:pt x="169" y="240"/>
                  </a:cubicBezTo>
                  <a:cubicBezTo>
                    <a:pt x="173" y="254"/>
                    <a:pt x="173" y="254"/>
                    <a:pt x="173" y="254"/>
                  </a:cubicBezTo>
                  <a:cubicBezTo>
                    <a:pt x="173" y="254"/>
                    <a:pt x="173" y="254"/>
                    <a:pt x="173" y="254"/>
                  </a:cubicBezTo>
                  <a:cubicBezTo>
                    <a:pt x="173" y="254"/>
                    <a:pt x="173" y="254"/>
                    <a:pt x="173" y="254"/>
                  </a:cubicBezTo>
                  <a:cubicBezTo>
                    <a:pt x="173" y="255"/>
                    <a:pt x="173" y="255"/>
                    <a:pt x="173" y="255"/>
                  </a:cubicBezTo>
                  <a:cubicBezTo>
                    <a:pt x="173" y="255"/>
                    <a:pt x="173" y="255"/>
                    <a:pt x="173" y="255"/>
                  </a:cubicBezTo>
                  <a:cubicBezTo>
                    <a:pt x="169" y="276"/>
                    <a:pt x="169" y="276"/>
                    <a:pt x="169" y="276"/>
                  </a:cubicBezTo>
                  <a:cubicBezTo>
                    <a:pt x="166" y="279"/>
                    <a:pt x="166" y="279"/>
                    <a:pt x="166" y="279"/>
                  </a:cubicBezTo>
                  <a:cubicBezTo>
                    <a:pt x="164" y="281"/>
                    <a:pt x="161" y="281"/>
                    <a:pt x="157" y="279"/>
                  </a:cubicBezTo>
                  <a:cubicBezTo>
                    <a:pt x="156" y="279"/>
                    <a:pt x="156" y="279"/>
                    <a:pt x="156" y="279"/>
                  </a:cubicBezTo>
                  <a:cubicBezTo>
                    <a:pt x="150" y="273"/>
                    <a:pt x="150" y="273"/>
                    <a:pt x="150" y="273"/>
                  </a:cubicBezTo>
                  <a:cubicBezTo>
                    <a:pt x="144" y="275"/>
                    <a:pt x="144" y="275"/>
                    <a:pt x="144" y="275"/>
                  </a:cubicBezTo>
                  <a:cubicBezTo>
                    <a:pt x="136" y="283"/>
                    <a:pt x="136" y="283"/>
                    <a:pt x="136" y="283"/>
                  </a:cubicBezTo>
                  <a:cubicBezTo>
                    <a:pt x="128" y="308"/>
                    <a:pt x="128" y="308"/>
                    <a:pt x="128" y="308"/>
                  </a:cubicBezTo>
                  <a:cubicBezTo>
                    <a:pt x="128" y="309"/>
                    <a:pt x="128" y="309"/>
                    <a:pt x="128" y="309"/>
                  </a:cubicBezTo>
                  <a:cubicBezTo>
                    <a:pt x="127" y="309"/>
                    <a:pt x="127" y="309"/>
                    <a:pt x="127" y="309"/>
                  </a:cubicBezTo>
                  <a:cubicBezTo>
                    <a:pt x="119" y="317"/>
                    <a:pt x="119" y="317"/>
                    <a:pt x="119" y="317"/>
                  </a:cubicBezTo>
                  <a:cubicBezTo>
                    <a:pt x="117" y="317"/>
                    <a:pt x="117" y="317"/>
                    <a:pt x="117" y="317"/>
                  </a:cubicBezTo>
                  <a:cubicBezTo>
                    <a:pt x="113" y="317"/>
                    <a:pt x="113" y="317"/>
                    <a:pt x="113" y="317"/>
                  </a:cubicBezTo>
                  <a:cubicBezTo>
                    <a:pt x="103" y="331"/>
                    <a:pt x="103" y="331"/>
                    <a:pt x="103" y="331"/>
                  </a:cubicBezTo>
                  <a:cubicBezTo>
                    <a:pt x="108" y="340"/>
                    <a:pt x="108" y="340"/>
                    <a:pt x="108" y="340"/>
                  </a:cubicBezTo>
                  <a:cubicBezTo>
                    <a:pt x="109" y="342"/>
                    <a:pt x="109" y="342"/>
                    <a:pt x="109" y="342"/>
                  </a:cubicBezTo>
                  <a:cubicBezTo>
                    <a:pt x="121" y="357"/>
                    <a:pt x="121" y="357"/>
                    <a:pt x="121" y="357"/>
                  </a:cubicBezTo>
                  <a:cubicBezTo>
                    <a:pt x="121" y="357"/>
                    <a:pt x="121" y="357"/>
                    <a:pt x="121" y="357"/>
                  </a:cubicBezTo>
                  <a:cubicBezTo>
                    <a:pt x="121" y="362"/>
                    <a:pt x="121" y="362"/>
                    <a:pt x="121" y="362"/>
                  </a:cubicBezTo>
                  <a:cubicBezTo>
                    <a:pt x="134" y="364"/>
                    <a:pt x="134" y="364"/>
                    <a:pt x="134" y="364"/>
                  </a:cubicBezTo>
                  <a:cubicBezTo>
                    <a:pt x="137" y="376"/>
                    <a:pt x="137" y="376"/>
                    <a:pt x="137" y="376"/>
                  </a:cubicBezTo>
                  <a:cubicBezTo>
                    <a:pt x="137" y="377"/>
                    <a:pt x="137" y="377"/>
                    <a:pt x="137" y="377"/>
                  </a:cubicBezTo>
                  <a:cubicBezTo>
                    <a:pt x="139" y="391"/>
                    <a:pt x="139" y="391"/>
                    <a:pt x="139" y="391"/>
                  </a:cubicBezTo>
                  <a:cubicBezTo>
                    <a:pt x="142" y="394"/>
                    <a:pt x="142" y="394"/>
                    <a:pt x="142" y="394"/>
                  </a:cubicBezTo>
                  <a:cubicBezTo>
                    <a:pt x="154" y="391"/>
                    <a:pt x="154" y="391"/>
                    <a:pt x="154" y="391"/>
                  </a:cubicBezTo>
                  <a:cubicBezTo>
                    <a:pt x="166" y="384"/>
                    <a:pt x="166" y="384"/>
                    <a:pt x="166" y="384"/>
                  </a:cubicBezTo>
                  <a:cubicBezTo>
                    <a:pt x="168" y="383"/>
                    <a:pt x="168" y="383"/>
                    <a:pt x="168" y="383"/>
                  </a:cubicBezTo>
                  <a:cubicBezTo>
                    <a:pt x="172" y="404"/>
                    <a:pt x="172" y="404"/>
                    <a:pt x="172" y="404"/>
                  </a:cubicBezTo>
                  <a:cubicBezTo>
                    <a:pt x="178" y="411"/>
                    <a:pt x="178" y="411"/>
                    <a:pt x="178" y="411"/>
                  </a:cubicBezTo>
                  <a:cubicBezTo>
                    <a:pt x="179" y="412"/>
                    <a:pt x="179" y="412"/>
                    <a:pt x="179" y="412"/>
                  </a:cubicBezTo>
                  <a:cubicBezTo>
                    <a:pt x="183" y="421"/>
                    <a:pt x="183" y="421"/>
                    <a:pt x="183" y="421"/>
                  </a:cubicBezTo>
                  <a:cubicBezTo>
                    <a:pt x="192" y="428"/>
                    <a:pt x="192" y="428"/>
                    <a:pt x="192" y="428"/>
                  </a:cubicBezTo>
                  <a:cubicBezTo>
                    <a:pt x="193" y="430"/>
                    <a:pt x="196" y="430"/>
                    <a:pt x="199" y="430"/>
                  </a:cubicBezTo>
                  <a:cubicBezTo>
                    <a:pt x="202" y="430"/>
                    <a:pt x="202" y="430"/>
                    <a:pt x="202" y="430"/>
                  </a:cubicBezTo>
                  <a:cubicBezTo>
                    <a:pt x="208" y="428"/>
                    <a:pt x="208" y="428"/>
                    <a:pt x="208" y="428"/>
                  </a:cubicBezTo>
                  <a:cubicBezTo>
                    <a:pt x="212" y="426"/>
                    <a:pt x="216" y="424"/>
                    <a:pt x="221" y="424"/>
                  </a:cubicBezTo>
                  <a:cubicBezTo>
                    <a:pt x="225" y="422"/>
                    <a:pt x="225" y="422"/>
                    <a:pt x="225" y="422"/>
                  </a:cubicBezTo>
                  <a:cubicBezTo>
                    <a:pt x="233" y="421"/>
                    <a:pt x="233" y="421"/>
                    <a:pt x="233" y="421"/>
                  </a:cubicBezTo>
                  <a:cubicBezTo>
                    <a:pt x="236" y="421"/>
                    <a:pt x="238" y="422"/>
                    <a:pt x="239" y="424"/>
                  </a:cubicBezTo>
                  <a:cubicBezTo>
                    <a:pt x="252" y="416"/>
                    <a:pt x="252" y="416"/>
                    <a:pt x="252" y="416"/>
                  </a:cubicBezTo>
                  <a:cubicBezTo>
                    <a:pt x="253" y="416"/>
                    <a:pt x="253" y="416"/>
                    <a:pt x="253" y="416"/>
                  </a:cubicBezTo>
                  <a:cubicBezTo>
                    <a:pt x="254" y="416"/>
                    <a:pt x="254" y="416"/>
                    <a:pt x="254" y="416"/>
                  </a:cubicBezTo>
                  <a:cubicBezTo>
                    <a:pt x="255" y="416"/>
                    <a:pt x="255" y="416"/>
                    <a:pt x="255" y="416"/>
                  </a:cubicBezTo>
                  <a:cubicBezTo>
                    <a:pt x="256" y="417"/>
                    <a:pt x="256" y="417"/>
                    <a:pt x="256" y="417"/>
                  </a:cubicBezTo>
                  <a:cubicBezTo>
                    <a:pt x="261" y="422"/>
                    <a:pt x="263" y="427"/>
                    <a:pt x="263" y="430"/>
                  </a:cubicBezTo>
                  <a:cubicBezTo>
                    <a:pt x="269" y="439"/>
                    <a:pt x="269" y="439"/>
                    <a:pt x="269" y="439"/>
                  </a:cubicBezTo>
                  <a:cubicBezTo>
                    <a:pt x="273" y="440"/>
                    <a:pt x="273" y="440"/>
                    <a:pt x="273" y="440"/>
                  </a:cubicBezTo>
                  <a:cubicBezTo>
                    <a:pt x="273" y="440"/>
                    <a:pt x="273" y="440"/>
                    <a:pt x="273" y="440"/>
                  </a:cubicBezTo>
                  <a:cubicBezTo>
                    <a:pt x="274" y="440"/>
                    <a:pt x="274" y="440"/>
                    <a:pt x="274" y="440"/>
                  </a:cubicBezTo>
                  <a:cubicBezTo>
                    <a:pt x="273" y="439"/>
                    <a:pt x="273" y="439"/>
                    <a:pt x="273" y="439"/>
                  </a:cubicBezTo>
                  <a:cubicBezTo>
                    <a:pt x="272" y="436"/>
                    <a:pt x="272" y="434"/>
                    <a:pt x="273" y="433"/>
                  </a:cubicBezTo>
                  <a:cubicBezTo>
                    <a:pt x="274" y="431"/>
                    <a:pt x="277" y="430"/>
                    <a:pt x="280" y="430"/>
                  </a:cubicBezTo>
                  <a:cubicBezTo>
                    <a:pt x="303" y="429"/>
                    <a:pt x="303" y="429"/>
                    <a:pt x="303" y="429"/>
                  </a:cubicBezTo>
                  <a:cubicBezTo>
                    <a:pt x="303" y="428"/>
                    <a:pt x="303" y="428"/>
                    <a:pt x="303" y="428"/>
                  </a:cubicBezTo>
                  <a:cubicBezTo>
                    <a:pt x="304" y="428"/>
                    <a:pt x="304" y="428"/>
                    <a:pt x="304" y="428"/>
                  </a:cubicBezTo>
                  <a:cubicBezTo>
                    <a:pt x="304" y="430"/>
                    <a:pt x="304" y="430"/>
                    <a:pt x="304" y="430"/>
                  </a:cubicBezTo>
                  <a:cubicBezTo>
                    <a:pt x="306" y="430"/>
                    <a:pt x="306" y="430"/>
                    <a:pt x="306" y="430"/>
                  </a:cubicBezTo>
                  <a:cubicBezTo>
                    <a:pt x="312" y="442"/>
                    <a:pt x="312" y="442"/>
                    <a:pt x="312" y="442"/>
                  </a:cubicBezTo>
                  <a:cubicBezTo>
                    <a:pt x="312" y="449"/>
                    <a:pt x="312" y="449"/>
                    <a:pt x="312" y="449"/>
                  </a:cubicBezTo>
                  <a:cubicBezTo>
                    <a:pt x="311" y="449"/>
                    <a:pt x="311" y="449"/>
                    <a:pt x="311" y="449"/>
                  </a:cubicBezTo>
                  <a:cubicBezTo>
                    <a:pt x="320" y="451"/>
                    <a:pt x="320" y="451"/>
                    <a:pt x="320" y="451"/>
                  </a:cubicBezTo>
                  <a:cubicBezTo>
                    <a:pt x="320" y="451"/>
                    <a:pt x="320" y="451"/>
                    <a:pt x="320" y="451"/>
                  </a:cubicBezTo>
                  <a:cubicBezTo>
                    <a:pt x="320" y="449"/>
                    <a:pt x="320" y="448"/>
                    <a:pt x="321" y="447"/>
                  </a:cubicBezTo>
                  <a:cubicBezTo>
                    <a:pt x="324" y="446"/>
                    <a:pt x="324" y="446"/>
                    <a:pt x="324" y="446"/>
                  </a:cubicBezTo>
                  <a:cubicBezTo>
                    <a:pt x="344" y="460"/>
                    <a:pt x="344" y="460"/>
                    <a:pt x="344" y="460"/>
                  </a:cubicBezTo>
                  <a:cubicBezTo>
                    <a:pt x="346" y="462"/>
                    <a:pt x="347" y="464"/>
                    <a:pt x="348" y="467"/>
                  </a:cubicBezTo>
                  <a:cubicBezTo>
                    <a:pt x="348" y="476"/>
                    <a:pt x="348" y="476"/>
                    <a:pt x="348" y="476"/>
                  </a:cubicBezTo>
                  <a:cubicBezTo>
                    <a:pt x="355" y="477"/>
                    <a:pt x="355" y="477"/>
                    <a:pt x="355" y="477"/>
                  </a:cubicBezTo>
                  <a:cubicBezTo>
                    <a:pt x="359" y="470"/>
                    <a:pt x="359" y="470"/>
                    <a:pt x="359" y="470"/>
                  </a:cubicBezTo>
                  <a:cubicBezTo>
                    <a:pt x="357" y="466"/>
                    <a:pt x="356" y="462"/>
                    <a:pt x="357" y="460"/>
                  </a:cubicBezTo>
                  <a:cubicBezTo>
                    <a:pt x="357" y="458"/>
                    <a:pt x="358" y="456"/>
                    <a:pt x="360" y="455"/>
                  </a:cubicBezTo>
                  <a:cubicBezTo>
                    <a:pt x="362" y="453"/>
                    <a:pt x="362" y="453"/>
                    <a:pt x="362" y="453"/>
                  </a:cubicBezTo>
                  <a:cubicBezTo>
                    <a:pt x="362" y="452"/>
                    <a:pt x="363" y="451"/>
                    <a:pt x="364" y="450"/>
                  </a:cubicBezTo>
                  <a:cubicBezTo>
                    <a:pt x="369" y="451"/>
                    <a:pt x="369" y="451"/>
                    <a:pt x="369" y="451"/>
                  </a:cubicBezTo>
                  <a:cubicBezTo>
                    <a:pt x="372" y="453"/>
                    <a:pt x="375" y="459"/>
                    <a:pt x="376" y="469"/>
                  </a:cubicBezTo>
                  <a:cubicBezTo>
                    <a:pt x="376" y="470"/>
                    <a:pt x="376" y="470"/>
                    <a:pt x="376" y="470"/>
                  </a:cubicBezTo>
                  <a:cubicBezTo>
                    <a:pt x="377" y="471"/>
                    <a:pt x="377" y="471"/>
                    <a:pt x="377" y="471"/>
                  </a:cubicBezTo>
                  <a:cubicBezTo>
                    <a:pt x="378" y="473"/>
                    <a:pt x="382" y="475"/>
                    <a:pt x="387" y="477"/>
                  </a:cubicBezTo>
                  <a:cubicBezTo>
                    <a:pt x="388" y="477"/>
                    <a:pt x="388" y="477"/>
                    <a:pt x="388" y="477"/>
                  </a:cubicBezTo>
                  <a:cubicBezTo>
                    <a:pt x="388" y="478"/>
                    <a:pt x="388" y="478"/>
                    <a:pt x="388" y="478"/>
                  </a:cubicBezTo>
                  <a:cubicBezTo>
                    <a:pt x="408" y="498"/>
                    <a:pt x="408" y="498"/>
                    <a:pt x="408" y="498"/>
                  </a:cubicBezTo>
                  <a:cubicBezTo>
                    <a:pt x="408" y="498"/>
                    <a:pt x="408" y="498"/>
                    <a:pt x="408" y="498"/>
                  </a:cubicBezTo>
                  <a:cubicBezTo>
                    <a:pt x="417" y="495"/>
                    <a:pt x="417" y="495"/>
                    <a:pt x="417" y="495"/>
                  </a:cubicBezTo>
                  <a:cubicBezTo>
                    <a:pt x="416" y="492"/>
                    <a:pt x="416" y="492"/>
                    <a:pt x="416" y="492"/>
                  </a:cubicBezTo>
                  <a:cubicBezTo>
                    <a:pt x="413" y="489"/>
                    <a:pt x="412" y="486"/>
                    <a:pt x="412" y="484"/>
                  </a:cubicBezTo>
                  <a:cubicBezTo>
                    <a:pt x="412" y="479"/>
                    <a:pt x="416" y="475"/>
                    <a:pt x="422" y="471"/>
                  </a:cubicBezTo>
                  <a:cubicBezTo>
                    <a:pt x="432" y="462"/>
                    <a:pt x="432" y="462"/>
                    <a:pt x="432" y="462"/>
                  </a:cubicBezTo>
                  <a:cubicBezTo>
                    <a:pt x="444" y="470"/>
                    <a:pt x="444" y="470"/>
                    <a:pt x="444" y="470"/>
                  </a:cubicBezTo>
                  <a:cubicBezTo>
                    <a:pt x="446" y="470"/>
                    <a:pt x="446" y="470"/>
                    <a:pt x="446" y="470"/>
                  </a:cubicBezTo>
                  <a:cubicBezTo>
                    <a:pt x="449" y="457"/>
                    <a:pt x="449" y="457"/>
                    <a:pt x="449" y="457"/>
                  </a:cubicBezTo>
                  <a:cubicBezTo>
                    <a:pt x="449" y="455"/>
                    <a:pt x="449" y="455"/>
                    <a:pt x="449" y="455"/>
                  </a:cubicBezTo>
                  <a:cubicBezTo>
                    <a:pt x="451" y="454"/>
                    <a:pt x="451" y="454"/>
                    <a:pt x="451" y="454"/>
                  </a:cubicBezTo>
                  <a:cubicBezTo>
                    <a:pt x="461" y="455"/>
                    <a:pt x="461" y="455"/>
                    <a:pt x="461" y="455"/>
                  </a:cubicBezTo>
                  <a:cubicBezTo>
                    <a:pt x="463" y="457"/>
                    <a:pt x="464" y="459"/>
                    <a:pt x="464" y="462"/>
                  </a:cubicBezTo>
                  <a:cubicBezTo>
                    <a:pt x="464" y="464"/>
                    <a:pt x="462" y="467"/>
                    <a:pt x="460" y="470"/>
                  </a:cubicBezTo>
                  <a:cubicBezTo>
                    <a:pt x="462" y="471"/>
                    <a:pt x="462" y="471"/>
                    <a:pt x="462" y="471"/>
                  </a:cubicBezTo>
                  <a:cubicBezTo>
                    <a:pt x="468" y="474"/>
                    <a:pt x="473" y="476"/>
                    <a:pt x="477" y="477"/>
                  </a:cubicBezTo>
                  <a:cubicBezTo>
                    <a:pt x="477" y="477"/>
                    <a:pt x="477" y="477"/>
                    <a:pt x="477" y="477"/>
                  </a:cubicBezTo>
                  <a:cubicBezTo>
                    <a:pt x="477" y="477"/>
                    <a:pt x="477" y="477"/>
                    <a:pt x="477" y="477"/>
                  </a:cubicBezTo>
                  <a:cubicBezTo>
                    <a:pt x="485" y="481"/>
                    <a:pt x="485" y="481"/>
                    <a:pt x="485" y="481"/>
                  </a:cubicBezTo>
                  <a:cubicBezTo>
                    <a:pt x="491" y="481"/>
                    <a:pt x="491" y="481"/>
                    <a:pt x="491" y="481"/>
                  </a:cubicBezTo>
                  <a:cubicBezTo>
                    <a:pt x="482" y="436"/>
                    <a:pt x="482" y="436"/>
                    <a:pt x="482" y="436"/>
                  </a:cubicBezTo>
                  <a:cubicBezTo>
                    <a:pt x="476" y="433"/>
                    <a:pt x="471" y="425"/>
                    <a:pt x="465" y="417"/>
                  </a:cubicBezTo>
                  <a:cubicBezTo>
                    <a:pt x="461" y="410"/>
                    <a:pt x="463" y="399"/>
                    <a:pt x="473" y="387"/>
                  </a:cubicBezTo>
                  <a:cubicBezTo>
                    <a:pt x="479" y="381"/>
                    <a:pt x="485" y="375"/>
                    <a:pt x="493" y="369"/>
                  </a:cubicBezTo>
                  <a:cubicBezTo>
                    <a:pt x="493" y="369"/>
                    <a:pt x="493" y="369"/>
                    <a:pt x="493" y="369"/>
                  </a:cubicBezTo>
                  <a:cubicBezTo>
                    <a:pt x="493" y="368"/>
                    <a:pt x="493" y="368"/>
                    <a:pt x="493" y="368"/>
                  </a:cubicBezTo>
                  <a:cubicBezTo>
                    <a:pt x="502" y="368"/>
                    <a:pt x="502" y="368"/>
                    <a:pt x="502" y="368"/>
                  </a:cubicBezTo>
                  <a:cubicBezTo>
                    <a:pt x="502" y="369"/>
                    <a:pt x="502" y="369"/>
                    <a:pt x="502" y="369"/>
                  </a:cubicBezTo>
                  <a:cubicBezTo>
                    <a:pt x="510" y="372"/>
                    <a:pt x="510" y="372"/>
                    <a:pt x="510" y="372"/>
                  </a:cubicBezTo>
                  <a:cubicBezTo>
                    <a:pt x="525" y="372"/>
                    <a:pt x="525" y="372"/>
                    <a:pt x="525" y="372"/>
                  </a:cubicBezTo>
                  <a:cubicBezTo>
                    <a:pt x="531" y="369"/>
                    <a:pt x="536" y="360"/>
                    <a:pt x="542" y="345"/>
                  </a:cubicBezTo>
                  <a:cubicBezTo>
                    <a:pt x="546" y="337"/>
                    <a:pt x="546" y="319"/>
                    <a:pt x="544" y="292"/>
                  </a:cubicBezTo>
                  <a:close/>
                </a:path>
              </a:pathLst>
            </a:custGeom>
            <a:grpFill/>
            <a:ln>
              <a:noFill/>
            </a:ln>
          </p:spPr>
          <p:txBody>
            <a:bodyPr vert="horz" wrap="square" lIns="91440" tIns="45720" rIns="91440" bIns="45720" numCol="1" anchor="t" anchorCtr="0" compatLnSpc="1"/>
            <a:lstStyle/>
            <a:p>
              <a:endParaRPr lang="zh-CN" altLang="en-US"/>
            </a:p>
          </p:txBody>
        </p:sp>
        <p:sp>
          <p:nvSpPr>
            <p:cNvPr id="70" name="Freeform 32"/>
            <p:cNvSpPr/>
            <p:nvPr/>
          </p:nvSpPr>
          <p:spPr bwMode="auto">
            <a:xfrm>
              <a:off x="3759391" y="2723134"/>
              <a:ext cx="569912" cy="358775"/>
            </a:xfrm>
            <a:custGeom>
              <a:avLst/>
              <a:gdLst>
                <a:gd name="T0" fmla="*/ 300 w 329"/>
                <a:gd name="T1" fmla="*/ 6 h 207"/>
                <a:gd name="T2" fmla="*/ 272 w 329"/>
                <a:gd name="T3" fmla="*/ 9 h 207"/>
                <a:gd name="T4" fmla="*/ 205 w 329"/>
                <a:gd name="T5" fmla="*/ 32 h 207"/>
                <a:gd name="T6" fmla="*/ 207 w 329"/>
                <a:gd name="T7" fmla="*/ 47 h 207"/>
                <a:gd name="T8" fmla="*/ 162 w 329"/>
                <a:gd name="T9" fmla="*/ 40 h 207"/>
                <a:gd name="T10" fmla="*/ 128 w 329"/>
                <a:gd name="T11" fmla="*/ 0 h 207"/>
                <a:gd name="T12" fmla="*/ 114 w 329"/>
                <a:gd name="T13" fmla="*/ 16 h 207"/>
                <a:gd name="T14" fmla="*/ 97 w 329"/>
                <a:gd name="T15" fmla="*/ 6 h 207"/>
                <a:gd name="T16" fmla="*/ 90 w 329"/>
                <a:gd name="T17" fmla="*/ 15 h 207"/>
                <a:gd name="T18" fmla="*/ 77 w 329"/>
                <a:gd name="T19" fmla="*/ 19 h 207"/>
                <a:gd name="T20" fmla="*/ 10 w 329"/>
                <a:gd name="T21" fmla="*/ 97 h 207"/>
                <a:gd name="T22" fmla="*/ 17 w 329"/>
                <a:gd name="T23" fmla="*/ 115 h 207"/>
                <a:gd name="T24" fmla="*/ 16 w 329"/>
                <a:gd name="T25" fmla="*/ 116 h 207"/>
                <a:gd name="T26" fmla="*/ 26 w 329"/>
                <a:gd name="T27" fmla="*/ 157 h 207"/>
                <a:gd name="T28" fmla="*/ 0 w 329"/>
                <a:gd name="T29" fmla="*/ 174 h 207"/>
                <a:gd name="T30" fmla="*/ 12 w 329"/>
                <a:gd name="T31" fmla="*/ 186 h 207"/>
                <a:gd name="T32" fmla="*/ 14 w 329"/>
                <a:gd name="T33" fmla="*/ 189 h 207"/>
                <a:gd name="T34" fmla="*/ 49 w 329"/>
                <a:gd name="T35" fmla="*/ 207 h 207"/>
                <a:gd name="T36" fmla="*/ 63 w 329"/>
                <a:gd name="T37" fmla="*/ 192 h 207"/>
                <a:gd name="T38" fmla="*/ 87 w 329"/>
                <a:gd name="T39" fmla="*/ 181 h 207"/>
                <a:gd name="T40" fmla="*/ 89 w 329"/>
                <a:gd name="T41" fmla="*/ 184 h 207"/>
                <a:gd name="T42" fmla="*/ 89 w 329"/>
                <a:gd name="T43" fmla="*/ 185 h 207"/>
                <a:gd name="T44" fmla="*/ 113 w 329"/>
                <a:gd name="T45" fmla="*/ 201 h 207"/>
                <a:gd name="T46" fmla="*/ 140 w 329"/>
                <a:gd name="T47" fmla="*/ 191 h 207"/>
                <a:gd name="T48" fmla="*/ 162 w 329"/>
                <a:gd name="T49" fmla="*/ 190 h 207"/>
                <a:gd name="T50" fmla="*/ 164 w 329"/>
                <a:gd name="T51" fmla="*/ 188 h 207"/>
                <a:gd name="T52" fmla="*/ 181 w 329"/>
                <a:gd name="T53" fmla="*/ 167 h 207"/>
                <a:gd name="T54" fmla="*/ 190 w 329"/>
                <a:gd name="T55" fmla="*/ 162 h 207"/>
                <a:gd name="T56" fmla="*/ 191 w 329"/>
                <a:gd name="T57" fmla="*/ 162 h 207"/>
                <a:gd name="T58" fmla="*/ 196 w 329"/>
                <a:gd name="T59" fmla="*/ 164 h 207"/>
                <a:gd name="T60" fmla="*/ 204 w 329"/>
                <a:gd name="T61" fmla="*/ 134 h 207"/>
                <a:gd name="T62" fmla="*/ 213 w 329"/>
                <a:gd name="T63" fmla="*/ 131 h 207"/>
                <a:gd name="T64" fmla="*/ 225 w 329"/>
                <a:gd name="T65" fmla="*/ 105 h 207"/>
                <a:gd name="T66" fmla="*/ 229 w 329"/>
                <a:gd name="T67" fmla="*/ 91 h 207"/>
                <a:gd name="T68" fmla="*/ 244 w 329"/>
                <a:gd name="T69" fmla="*/ 85 h 207"/>
                <a:gd name="T70" fmla="*/ 245 w 329"/>
                <a:gd name="T71" fmla="*/ 83 h 207"/>
                <a:gd name="T72" fmla="*/ 256 w 329"/>
                <a:gd name="T73" fmla="*/ 73 h 207"/>
                <a:gd name="T74" fmla="*/ 249 w 329"/>
                <a:gd name="T75" fmla="*/ 72 h 207"/>
                <a:gd name="T76" fmla="*/ 250 w 329"/>
                <a:gd name="T77" fmla="*/ 67 h 207"/>
                <a:gd name="T78" fmla="*/ 252 w 329"/>
                <a:gd name="T79" fmla="*/ 66 h 207"/>
                <a:gd name="T80" fmla="*/ 268 w 329"/>
                <a:gd name="T81" fmla="*/ 59 h 207"/>
                <a:gd name="T82" fmla="*/ 307 w 329"/>
                <a:gd name="T83" fmla="*/ 31 h 207"/>
                <a:gd name="T84" fmla="*/ 324 w 329"/>
                <a:gd name="T85" fmla="*/ 36 h 207"/>
                <a:gd name="T86" fmla="*/ 321 w 329"/>
                <a:gd name="T87" fmla="*/ 22 h 207"/>
                <a:gd name="T88" fmla="*/ 323 w 329"/>
                <a:gd name="T89" fmla="*/ 21 h 207"/>
                <a:gd name="T90" fmla="*/ 327 w 329"/>
                <a:gd name="T91" fmla="*/ 9 h 207"/>
                <a:gd name="T92" fmla="*/ 323 w 329"/>
                <a:gd name="T93" fmla="*/ 11 h 207"/>
                <a:gd name="T94" fmla="*/ 310 w 329"/>
                <a:gd name="T95" fmla="*/ 13 h 207"/>
                <a:gd name="T96" fmla="*/ 307 w 329"/>
                <a:gd name="T97" fmla="*/ 13 h 207"/>
                <a:gd name="T98" fmla="*/ 306 w 329"/>
                <a:gd name="T99" fmla="*/ 10 h 207"/>
                <a:gd name="T100" fmla="*/ 301 w 329"/>
                <a:gd name="T101" fmla="*/ 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9" h="207">
                  <a:moveTo>
                    <a:pt x="301" y="6"/>
                  </a:moveTo>
                  <a:cubicBezTo>
                    <a:pt x="300" y="6"/>
                    <a:pt x="300" y="6"/>
                    <a:pt x="300" y="6"/>
                  </a:cubicBezTo>
                  <a:cubicBezTo>
                    <a:pt x="300" y="9"/>
                    <a:pt x="298" y="11"/>
                    <a:pt x="295" y="11"/>
                  </a:cubicBezTo>
                  <a:cubicBezTo>
                    <a:pt x="272" y="9"/>
                    <a:pt x="272" y="9"/>
                    <a:pt x="272" y="9"/>
                  </a:cubicBezTo>
                  <a:cubicBezTo>
                    <a:pt x="255" y="6"/>
                    <a:pt x="244" y="3"/>
                    <a:pt x="239" y="0"/>
                  </a:cubicBezTo>
                  <a:cubicBezTo>
                    <a:pt x="205" y="32"/>
                    <a:pt x="205" y="32"/>
                    <a:pt x="205" y="32"/>
                  </a:cubicBezTo>
                  <a:cubicBezTo>
                    <a:pt x="207" y="45"/>
                    <a:pt x="207" y="45"/>
                    <a:pt x="207" y="45"/>
                  </a:cubicBezTo>
                  <a:cubicBezTo>
                    <a:pt x="207" y="47"/>
                    <a:pt x="207" y="47"/>
                    <a:pt x="207" y="47"/>
                  </a:cubicBezTo>
                  <a:cubicBezTo>
                    <a:pt x="204" y="47"/>
                    <a:pt x="204" y="47"/>
                    <a:pt x="204" y="47"/>
                  </a:cubicBezTo>
                  <a:cubicBezTo>
                    <a:pt x="178" y="51"/>
                    <a:pt x="164" y="48"/>
                    <a:pt x="162" y="40"/>
                  </a:cubicBezTo>
                  <a:cubicBezTo>
                    <a:pt x="159" y="2"/>
                    <a:pt x="159" y="2"/>
                    <a:pt x="159" y="2"/>
                  </a:cubicBezTo>
                  <a:cubicBezTo>
                    <a:pt x="128" y="0"/>
                    <a:pt x="128" y="0"/>
                    <a:pt x="128" y="0"/>
                  </a:cubicBezTo>
                  <a:cubicBezTo>
                    <a:pt x="116" y="27"/>
                    <a:pt x="116" y="27"/>
                    <a:pt x="116" y="27"/>
                  </a:cubicBezTo>
                  <a:cubicBezTo>
                    <a:pt x="114" y="16"/>
                    <a:pt x="114" y="16"/>
                    <a:pt x="114" y="16"/>
                  </a:cubicBezTo>
                  <a:cubicBezTo>
                    <a:pt x="114" y="6"/>
                    <a:pt x="112" y="1"/>
                    <a:pt x="110" y="0"/>
                  </a:cubicBezTo>
                  <a:cubicBezTo>
                    <a:pt x="97" y="6"/>
                    <a:pt x="97" y="6"/>
                    <a:pt x="97" y="6"/>
                  </a:cubicBezTo>
                  <a:cubicBezTo>
                    <a:pt x="91" y="14"/>
                    <a:pt x="91" y="14"/>
                    <a:pt x="91" y="14"/>
                  </a:cubicBezTo>
                  <a:cubicBezTo>
                    <a:pt x="90" y="15"/>
                    <a:pt x="90" y="15"/>
                    <a:pt x="90" y="15"/>
                  </a:cubicBezTo>
                  <a:cubicBezTo>
                    <a:pt x="89" y="15"/>
                    <a:pt x="89" y="15"/>
                    <a:pt x="89" y="15"/>
                  </a:cubicBezTo>
                  <a:cubicBezTo>
                    <a:pt x="77" y="19"/>
                    <a:pt x="77" y="19"/>
                    <a:pt x="77" y="19"/>
                  </a:cubicBezTo>
                  <a:cubicBezTo>
                    <a:pt x="64" y="30"/>
                    <a:pt x="52" y="42"/>
                    <a:pt x="42" y="54"/>
                  </a:cubicBezTo>
                  <a:cubicBezTo>
                    <a:pt x="10" y="97"/>
                    <a:pt x="10" y="97"/>
                    <a:pt x="10" y="97"/>
                  </a:cubicBezTo>
                  <a:cubicBezTo>
                    <a:pt x="17" y="113"/>
                    <a:pt x="17" y="113"/>
                    <a:pt x="17" y="113"/>
                  </a:cubicBezTo>
                  <a:cubicBezTo>
                    <a:pt x="17" y="115"/>
                    <a:pt x="17" y="115"/>
                    <a:pt x="17" y="115"/>
                  </a:cubicBezTo>
                  <a:cubicBezTo>
                    <a:pt x="17" y="115"/>
                    <a:pt x="17" y="115"/>
                    <a:pt x="17" y="115"/>
                  </a:cubicBezTo>
                  <a:cubicBezTo>
                    <a:pt x="16" y="116"/>
                    <a:pt x="16" y="116"/>
                    <a:pt x="16" y="116"/>
                  </a:cubicBezTo>
                  <a:cubicBezTo>
                    <a:pt x="14" y="119"/>
                    <a:pt x="15" y="125"/>
                    <a:pt x="18" y="131"/>
                  </a:cubicBezTo>
                  <a:cubicBezTo>
                    <a:pt x="23" y="139"/>
                    <a:pt x="26" y="147"/>
                    <a:pt x="26" y="157"/>
                  </a:cubicBezTo>
                  <a:cubicBezTo>
                    <a:pt x="26" y="159"/>
                    <a:pt x="26" y="159"/>
                    <a:pt x="26" y="159"/>
                  </a:cubicBezTo>
                  <a:cubicBezTo>
                    <a:pt x="0" y="174"/>
                    <a:pt x="0" y="174"/>
                    <a:pt x="0" y="174"/>
                  </a:cubicBezTo>
                  <a:cubicBezTo>
                    <a:pt x="0" y="180"/>
                    <a:pt x="0" y="180"/>
                    <a:pt x="0" y="180"/>
                  </a:cubicBezTo>
                  <a:cubicBezTo>
                    <a:pt x="12" y="186"/>
                    <a:pt x="12" y="186"/>
                    <a:pt x="12" y="186"/>
                  </a:cubicBezTo>
                  <a:cubicBezTo>
                    <a:pt x="13" y="186"/>
                    <a:pt x="14" y="187"/>
                    <a:pt x="14" y="188"/>
                  </a:cubicBezTo>
                  <a:cubicBezTo>
                    <a:pt x="14" y="189"/>
                    <a:pt x="14" y="189"/>
                    <a:pt x="14" y="189"/>
                  </a:cubicBezTo>
                  <a:cubicBezTo>
                    <a:pt x="13" y="192"/>
                    <a:pt x="18" y="196"/>
                    <a:pt x="27" y="201"/>
                  </a:cubicBezTo>
                  <a:cubicBezTo>
                    <a:pt x="49" y="207"/>
                    <a:pt x="49" y="207"/>
                    <a:pt x="49" y="207"/>
                  </a:cubicBezTo>
                  <a:cubicBezTo>
                    <a:pt x="56" y="203"/>
                    <a:pt x="56" y="203"/>
                    <a:pt x="56" y="203"/>
                  </a:cubicBezTo>
                  <a:cubicBezTo>
                    <a:pt x="63" y="192"/>
                    <a:pt x="63" y="192"/>
                    <a:pt x="63" y="192"/>
                  </a:cubicBezTo>
                  <a:cubicBezTo>
                    <a:pt x="69" y="175"/>
                    <a:pt x="69" y="175"/>
                    <a:pt x="69" y="175"/>
                  </a:cubicBezTo>
                  <a:cubicBezTo>
                    <a:pt x="87" y="181"/>
                    <a:pt x="87" y="181"/>
                    <a:pt x="87" y="181"/>
                  </a:cubicBezTo>
                  <a:cubicBezTo>
                    <a:pt x="89" y="183"/>
                    <a:pt x="89" y="183"/>
                    <a:pt x="89" y="183"/>
                  </a:cubicBezTo>
                  <a:cubicBezTo>
                    <a:pt x="89" y="184"/>
                    <a:pt x="89" y="184"/>
                    <a:pt x="89" y="184"/>
                  </a:cubicBezTo>
                  <a:cubicBezTo>
                    <a:pt x="89" y="184"/>
                    <a:pt x="89" y="184"/>
                    <a:pt x="89" y="184"/>
                  </a:cubicBezTo>
                  <a:cubicBezTo>
                    <a:pt x="89" y="185"/>
                    <a:pt x="89" y="185"/>
                    <a:pt x="89" y="185"/>
                  </a:cubicBezTo>
                  <a:cubicBezTo>
                    <a:pt x="86" y="192"/>
                    <a:pt x="88" y="197"/>
                    <a:pt x="94" y="200"/>
                  </a:cubicBezTo>
                  <a:cubicBezTo>
                    <a:pt x="113" y="201"/>
                    <a:pt x="113" y="201"/>
                    <a:pt x="113" y="201"/>
                  </a:cubicBezTo>
                  <a:cubicBezTo>
                    <a:pt x="120" y="199"/>
                    <a:pt x="125" y="197"/>
                    <a:pt x="129" y="194"/>
                  </a:cubicBezTo>
                  <a:cubicBezTo>
                    <a:pt x="131" y="191"/>
                    <a:pt x="135" y="190"/>
                    <a:pt x="140" y="191"/>
                  </a:cubicBezTo>
                  <a:cubicBezTo>
                    <a:pt x="147" y="192"/>
                    <a:pt x="153" y="195"/>
                    <a:pt x="157" y="200"/>
                  </a:cubicBezTo>
                  <a:cubicBezTo>
                    <a:pt x="162" y="190"/>
                    <a:pt x="162" y="190"/>
                    <a:pt x="162" y="190"/>
                  </a:cubicBezTo>
                  <a:cubicBezTo>
                    <a:pt x="163" y="188"/>
                    <a:pt x="163" y="188"/>
                    <a:pt x="163" y="188"/>
                  </a:cubicBezTo>
                  <a:cubicBezTo>
                    <a:pt x="164" y="188"/>
                    <a:pt x="164" y="188"/>
                    <a:pt x="164" y="188"/>
                  </a:cubicBezTo>
                  <a:cubicBezTo>
                    <a:pt x="167" y="186"/>
                    <a:pt x="168" y="183"/>
                    <a:pt x="171" y="179"/>
                  </a:cubicBezTo>
                  <a:cubicBezTo>
                    <a:pt x="173" y="175"/>
                    <a:pt x="176" y="170"/>
                    <a:pt x="181" y="167"/>
                  </a:cubicBezTo>
                  <a:cubicBezTo>
                    <a:pt x="189" y="162"/>
                    <a:pt x="189" y="162"/>
                    <a:pt x="189" y="162"/>
                  </a:cubicBezTo>
                  <a:cubicBezTo>
                    <a:pt x="190" y="162"/>
                    <a:pt x="190" y="162"/>
                    <a:pt x="190" y="162"/>
                  </a:cubicBezTo>
                  <a:cubicBezTo>
                    <a:pt x="190" y="162"/>
                    <a:pt x="190" y="162"/>
                    <a:pt x="190" y="162"/>
                  </a:cubicBezTo>
                  <a:cubicBezTo>
                    <a:pt x="191" y="162"/>
                    <a:pt x="191" y="162"/>
                    <a:pt x="191" y="162"/>
                  </a:cubicBezTo>
                  <a:cubicBezTo>
                    <a:pt x="196" y="164"/>
                    <a:pt x="196" y="164"/>
                    <a:pt x="196" y="164"/>
                  </a:cubicBezTo>
                  <a:cubicBezTo>
                    <a:pt x="196" y="164"/>
                    <a:pt x="196" y="164"/>
                    <a:pt x="196" y="164"/>
                  </a:cubicBezTo>
                  <a:cubicBezTo>
                    <a:pt x="197" y="164"/>
                    <a:pt x="197" y="164"/>
                    <a:pt x="197" y="164"/>
                  </a:cubicBezTo>
                  <a:cubicBezTo>
                    <a:pt x="204" y="134"/>
                    <a:pt x="204" y="134"/>
                    <a:pt x="204" y="134"/>
                  </a:cubicBezTo>
                  <a:cubicBezTo>
                    <a:pt x="204" y="133"/>
                    <a:pt x="204" y="133"/>
                    <a:pt x="204" y="133"/>
                  </a:cubicBezTo>
                  <a:cubicBezTo>
                    <a:pt x="213" y="131"/>
                    <a:pt x="213" y="131"/>
                    <a:pt x="213" y="131"/>
                  </a:cubicBezTo>
                  <a:cubicBezTo>
                    <a:pt x="223" y="125"/>
                    <a:pt x="228" y="119"/>
                    <a:pt x="227" y="114"/>
                  </a:cubicBezTo>
                  <a:cubicBezTo>
                    <a:pt x="225" y="105"/>
                    <a:pt x="225" y="105"/>
                    <a:pt x="225" y="105"/>
                  </a:cubicBezTo>
                  <a:cubicBezTo>
                    <a:pt x="223" y="99"/>
                    <a:pt x="223" y="95"/>
                    <a:pt x="224" y="93"/>
                  </a:cubicBezTo>
                  <a:cubicBezTo>
                    <a:pt x="226" y="91"/>
                    <a:pt x="227" y="91"/>
                    <a:pt x="229" y="91"/>
                  </a:cubicBezTo>
                  <a:cubicBezTo>
                    <a:pt x="233" y="91"/>
                    <a:pt x="238" y="92"/>
                    <a:pt x="243" y="94"/>
                  </a:cubicBezTo>
                  <a:cubicBezTo>
                    <a:pt x="244" y="85"/>
                    <a:pt x="244" y="85"/>
                    <a:pt x="244" y="85"/>
                  </a:cubicBezTo>
                  <a:cubicBezTo>
                    <a:pt x="244" y="84"/>
                    <a:pt x="244" y="84"/>
                    <a:pt x="244" y="84"/>
                  </a:cubicBezTo>
                  <a:cubicBezTo>
                    <a:pt x="245" y="83"/>
                    <a:pt x="245" y="83"/>
                    <a:pt x="245" y="83"/>
                  </a:cubicBezTo>
                  <a:cubicBezTo>
                    <a:pt x="255" y="78"/>
                    <a:pt x="255" y="78"/>
                    <a:pt x="255" y="78"/>
                  </a:cubicBezTo>
                  <a:cubicBezTo>
                    <a:pt x="256" y="73"/>
                    <a:pt x="256" y="73"/>
                    <a:pt x="256" y="73"/>
                  </a:cubicBezTo>
                  <a:cubicBezTo>
                    <a:pt x="250" y="73"/>
                    <a:pt x="250" y="73"/>
                    <a:pt x="250" y="73"/>
                  </a:cubicBezTo>
                  <a:cubicBezTo>
                    <a:pt x="249" y="72"/>
                    <a:pt x="249" y="72"/>
                    <a:pt x="249" y="72"/>
                  </a:cubicBezTo>
                  <a:cubicBezTo>
                    <a:pt x="250" y="69"/>
                    <a:pt x="250" y="69"/>
                    <a:pt x="250" y="69"/>
                  </a:cubicBezTo>
                  <a:cubicBezTo>
                    <a:pt x="250" y="67"/>
                    <a:pt x="250" y="67"/>
                    <a:pt x="250" y="67"/>
                  </a:cubicBezTo>
                  <a:cubicBezTo>
                    <a:pt x="250" y="66"/>
                    <a:pt x="250" y="66"/>
                    <a:pt x="250" y="66"/>
                  </a:cubicBezTo>
                  <a:cubicBezTo>
                    <a:pt x="252" y="66"/>
                    <a:pt x="252" y="66"/>
                    <a:pt x="252" y="66"/>
                  </a:cubicBezTo>
                  <a:cubicBezTo>
                    <a:pt x="253" y="66"/>
                    <a:pt x="253" y="66"/>
                    <a:pt x="253" y="66"/>
                  </a:cubicBezTo>
                  <a:cubicBezTo>
                    <a:pt x="258" y="66"/>
                    <a:pt x="262" y="64"/>
                    <a:pt x="268" y="59"/>
                  </a:cubicBezTo>
                  <a:cubicBezTo>
                    <a:pt x="306" y="31"/>
                    <a:pt x="306" y="31"/>
                    <a:pt x="306" y="31"/>
                  </a:cubicBezTo>
                  <a:cubicBezTo>
                    <a:pt x="307" y="31"/>
                    <a:pt x="307" y="31"/>
                    <a:pt x="307" y="31"/>
                  </a:cubicBezTo>
                  <a:cubicBezTo>
                    <a:pt x="320" y="37"/>
                    <a:pt x="320" y="37"/>
                    <a:pt x="320" y="37"/>
                  </a:cubicBezTo>
                  <a:cubicBezTo>
                    <a:pt x="324" y="36"/>
                    <a:pt x="324" y="36"/>
                    <a:pt x="324" y="36"/>
                  </a:cubicBezTo>
                  <a:cubicBezTo>
                    <a:pt x="321" y="23"/>
                    <a:pt x="321" y="23"/>
                    <a:pt x="321" y="23"/>
                  </a:cubicBezTo>
                  <a:cubicBezTo>
                    <a:pt x="321" y="22"/>
                    <a:pt x="321" y="22"/>
                    <a:pt x="321" y="22"/>
                  </a:cubicBezTo>
                  <a:cubicBezTo>
                    <a:pt x="322" y="22"/>
                    <a:pt x="322" y="22"/>
                    <a:pt x="322" y="22"/>
                  </a:cubicBezTo>
                  <a:cubicBezTo>
                    <a:pt x="323" y="21"/>
                    <a:pt x="323" y="21"/>
                    <a:pt x="323" y="21"/>
                  </a:cubicBezTo>
                  <a:cubicBezTo>
                    <a:pt x="329" y="10"/>
                    <a:pt x="329" y="10"/>
                    <a:pt x="329" y="10"/>
                  </a:cubicBezTo>
                  <a:cubicBezTo>
                    <a:pt x="327" y="9"/>
                    <a:pt x="327" y="9"/>
                    <a:pt x="327" y="9"/>
                  </a:cubicBezTo>
                  <a:cubicBezTo>
                    <a:pt x="323" y="10"/>
                    <a:pt x="323" y="10"/>
                    <a:pt x="323" y="10"/>
                  </a:cubicBezTo>
                  <a:cubicBezTo>
                    <a:pt x="323" y="11"/>
                    <a:pt x="323" y="11"/>
                    <a:pt x="323" y="11"/>
                  </a:cubicBezTo>
                  <a:cubicBezTo>
                    <a:pt x="323" y="11"/>
                    <a:pt x="323" y="11"/>
                    <a:pt x="323" y="11"/>
                  </a:cubicBezTo>
                  <a:cubicBezTo>
                    <a:pt x="310" y="13"/>
                    <a:pt x="310" y="13"/>
                    <a:pt x="310" y="13"/>
                  </a:cubicBezTo>
                  <a:cubicBezTo>
                    <a:pt x="307" y="13"/>
                    <a:pt x="307" y="13"/>
                    <a:pt x="307" y="13"/>
                  </a:cubicBezTo>
                  <a:cubicBezTo>
                    <a:pt x="307" y="13"/>
                    <a:pt x="307" y="13"/>
                    <a:pt x="307" y="13"/>
                  </a:cubicBezTo>
                  <a:cubicBezTo>
                    <a:pt x="307" y="12"/>
                    <a:pt x="307" y="12"/>
                    <a:pt x="307" y="12"/>
                  </a:cubicBezTo>
                  <a:cubicBezTo>
                    <a:pt x="306" y="10"/>
                    <a:pt x="306" y="10"/>
                    <a:pt x="306" y="10"/>
                  </a:cubicBezTo>
                  <a:cubicBezTo>
                    <a:pt x="304" y="6"/>
                    <a:pt x="304" y="6"/>
                    <a:pt x="304" y="6"/>
                  </a:cubicBezTo>
                  <a:lnTo>
                    <a:pt x="301" y="6"/>
                  </a:lnTo>
                  <a:close/>
                </a:path>
              </a:pathLst>
            </a:custGeom>
            <a:grpFill/>
            <a:ln>
              <a:noFill/>
            </a:ln>
          </p:spPr>
          <p:txBody>
            <a:bodyPr vert="horz" wrap="square" lIns="91440" tIns="45720" rIns="91440" bIns="45720" numCol="1" anchor="t" anchorCtr="0" compatLnSpc="1"/>
            <a:lstStyle/>
            <a:p>
              <a:endParaRPr lang="zh-CN" altLang="en-US"/>
            </a:p>
          </p:txBody>
        </p:sp>
        <p:sp>
          <p:nvSpPr>
            <p:cNvPr id="71" name="Freeform 33"/>
            <p:cNvSpPr/>
            <p:nvPr/>
          </p:nvSpPr>
          <p:spPr bwMode="auto">
            <a:xfrm>
              <a:off x="3875278" y="3016822"/>
              <a:ext cx="496887" cy="384175"/>
            </a:xfrm>
            <a:custGeom>
              <a:avLst/>
              <a:gdLst>
                <a:gd name="T0" fmla="*/ 183 w 287"/>
                <a:gd name="T1" fmla="*/ 34 h 222"/>
                <a:gd name="T2" fmla="*/ 129 w 287"/>
                <a:gd name="T3" fmla="*/ 13 h 222"/>
                <a:gd name="T4" fmla="*/ 129 w 287"/>
                <a:gd name="T5" fmla="*/ 2 h 222"/>
                <a:gd name="T6" fmla="*/ 124 w 287"/>
                <a:gd name="T7" fmla="*/ 0 h 222"/>
                <a:gd name="T8" fmla="*/ 101 w 287"/>
                <a:gd name="T9" fmla="*/ 24 h 222"/>
                <a:gd name="T10" fmla="*/ 87 w 287"/>
                <a:gd name="T11" fmla="*/ 37 h 222"/>
                <a:gd name="T12" fmla="*/ 72 w 287"/>
                <a:gd name="T13" fmla="*/ 29 h 222"/>
                <a:gd name="T14" fmla="*/ 47 w 287"/>
                <a:gd name="T15" fmla="*/ 38 h 222"/>
                <a:gd name="T16" fmla="*/ 15 w 287"/>
                <a:gd name="T17" fmla="*/ 17 h 222"/>
                <a:gd name="T18" fmla="*/ 2 w 287"/>
                <a:gd name="T19" fmla="*/ 26 h 222"/>
                <a:gd name="T20" fmla="*/ 2 w 287"/>
                <a:gd name="T21" fmla="*/ 27 h 222"/>
                <a:gd name="T22" fmla="*/ 0 w 287"/>
                <a:gd name="T23" fmla="*/ 30 h 222"/>
                <a:gd name="T24" fmla="*/ 7 w 287"/>
                <a:gd name="T25" fmla="*/ 31 h 222"/>
                <a:gd name="T26" fmla="*/ 7 w 287"/>
                <a:gd name="T27" fmla="*/ 32 h 222"/>
                <a:gd name="T28" fmla="*/ 52 w 287"/>
                <a:gd name="T29" fmla="*/ 65 h 222"/>
                <a:gd name="T30" fmla="*/ 95 w 287"/>
                <a:gd name="T31" fmla="*/ 113 h 222"/>
                <a:gd name="T32" fmla="*/ 137 w 287"/>
                <a:gd name="T33" fmla="*/ 109 h 222"/>
                <a:gd name="T34" fmla="*/ 138 w 287"/>
                <a:gd name="T35" fmla="*/ 108 h 222"/>
                <a:gd name="T36" fmla="*/ 150 w 287"/>
                <a:gd name="T37" fmla="*/ 111 h 222"/>
                <a:gd name="T38" fmla="*/ 151 w 287"/>
                <a:gd name="T39" fmla="*/ 113 h 222"/>
                <a:gd name="T40" fmla="*/ 141 w 287"/>
                <a:gd name="T41" fmla="*/ 140 h 222"/>
                <a:gd name="T42" fmla="*/ 127 w 287"/>
                <a:gd name="T43" fmla="*/ 142 h 222"/>
                <a:gd name="T44" fmla="*/ 112 w 287"/>
                <a:gd name="T45" fmla="*/ 177 h 222"/>
                <a:gd name="T46" fmla="*/ 135 w 287"/>
                <a:gd name="T47" fmla="*/ 192 h 222"/>
                <a:gd name="T48" fmla="*/ 141 w 287"/>
                <a:gd name="T49" fmla="*/ 202 h 222"/>
                <a:gd name="T50" fmla="*/ 151 w 287"/>
                <a:gd name="T51" fmla="*/ 201 h 222"/>
                <a:gd name="T52" fmla="*/ 174 w 287"/>
                <a:gd name="T53" fmla="*/ 210 h 222"/>
                <a:gd name="T54" fmla="*/ 180 w 287"/>
                <a:gd name="T55" fmla="*/ 217 h 222"/>
                <a:gd name="T56" fmla="*/ 200 w 287"/>
                <a:gd name="T57" fmla="*/ 218 h 222"/>
                <a:gd name="T58" fmla="*/ 231 w 287"/>
                <a:gd name="T59" fmla="*/ 217 h 222"/>
                <a:gd name="T60" fmla="*/ 241 w 287"/>
                <a:gd name="T61" fmla="*/ 211 h 222"/>
                <a:gd name="T62" fmla="*/ 240 w 287"/>
                <a:gd name="T63" fmla="*/ 198 h 222"/>
                <a:gd name="T64" fmla="*/ 246 w 287"/>
                <a:gd name="T65" fmla="*/ 181 h 222"/>
                <a:gd name="T66" fmla="*/ 257 w 287"/>
                <a:gd name="T67" fmla="*/ 169 h 222"/>
                <a:gd name="T68" fmla="*/ 282 w 287"/>
                <a:gd name="T69" fmla="*/ 169 h 222"/>
                <a:gd name="T70" fmla="*/ 274 w 287"/>
                <a:gd name="T71" fmla="*/ 149 h 222"/>
                <a:gd name="T72" fmla="*/ 263 w 287"/>
                <a:gd name="T73" fmla="*/ 147 h 222"/>
                <a:gd name="T74" fmla="*/ 263 w 287"/>
                <a:gd name="T75" fmla="*/ 146 h 222"/>
                <a:gd name="T76" fmla="*/ 236 w 287"/>
                <a:gd name="T77" fmla="*/ 131 h 222"/>
                <a:gd name="T78" fmla="*/ 223 w 287"/>
                <a:gd name="T79" fmla="*/ 125 h 222"/>
                <a:gd name="T80" fmla="*/ 200 w 287"/>
                <a:gd name="T81" fmla="*/ 64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7" h="222">
                  <a:moveTo>
                    <a:pt x="200" y="64"/>
                  </a:moveTo>
                  <a:cubicBezTo>
                    <a:pt x="194" y="59"/>
                    <a:pt x="188" y="49"/>
                    <a:pt x="183" y="34"/>
                  </a:cubicBezTo>
                  <a:cubicBezTo>
                    <a:pt x="165" y="34"/>
                    <a:pt x="155" y="31"/>
                    <a:pt x="150" y="25"/>
                  </a:cubicBezTo>
                  <a:cubicBezTo>
                    <a:pt x="146" y="20"/>
                    <a:pt x="139" y="16"/>
                    <a:pt x="129" y="13"/>
                  </a:cubicBezTo>
                  <a:cubicBezTo>
                    <a:pt x="126" y="12"/>
                    <a:pt x="126" y="12"/>
                    <a:pt x="126" y="12"/>
                  </a:cubicBezTo>
                  <a:cubicBezTo>
                    <a:pt x="129" y="2"/>
                    <a:pt x="129" y="2"/>
                    <a:pt x="129" y="2"/>
                  </a:cubicBezTo>
                  <a:cubicBezTo>
                    <a:pt x="127" y="1"/>
                    <a:pt x="127" y="1"/>
                    <a:pt x="127" y="1"/>
                  </a:cubicBezTo>
                  <a:cubicBezTo>
                    <a:pt x="124" y="0"/>
                    <a:pt x="124" y="0"/>
                    <a:pt x="124" y="0"/>
                  </a:cubicBezTo>
                  <a:cubicBezTo>
                    <a:pt x="117" y="4"/>
                    <a:pt x="112" y="7"/>
                    <a:pt x="110" y="12"/>
                  </a:cubicBezTo>
                  <a:cubicBezTo>
                    <a:pt x="107" y="17"/>
                    <a:pt x="104" y="21"/>
                    <a:pt x="101" y="24"/>
                  </a:cubicBezTo>
                  <a:cubicBezTo>
                    <a:pt x="98" y="34"/>
                    <a:pt x="95" y="39"/>
                    <a:pt x="92" y="39"/>
                  </a:cubicBezTo>
                  <a:cubicBezTo>
                    <a:pt x="90" y="40"/>
                    <a:pt x="89" y="38"/>
                    <a:pt x="87" y="37"/>
                  </a:cubicBezTo>
                  <a:cubicBezTo>
                    <a:pt x="83" y="32"/>
                    <a:pt x="83" y="32"/>
                    <a:pt x="83" y="32"/>
                  </a:cubicBezTo>
                  <a:cubicBezTo>
                    <a:pt x="79" y="30"/>
                    <a:pt x="75" y="29"/>
                    <a:pt x="72" y="29"/>
                  </a:cubicBezTo>
                  <a:cubicBezTo>
                    <a:pt x="66" y="30"/>
                    <a:pt x="66" y="30"/>
                    <a:pt x="66" y="30"/>
                  </a:cubicBezTo>
                  <a:cubicBezTo>
                    <a:pt x="62" y="34"/>
                    <a:pt x="56" y="37"/>
                    <a:pt x="47" y="38"/>
                  </a:cubicBezTo>
                  <a:cubicBezTo>
                    <a:pt x="24" y="37"/>
                    <a:pt x="24" y="37"/>
                    <a:pt x="24" y="37"/>
                  </a:cubicBezTo>
                  <a:cubicBezTo>
                    <a:pt x="16" y="34"/>
                    <a:pt x="13" y="26"/>
                    <a:pt x="15" y="17"/>
                  </a:cubicBezTo>
                  <a:cubicBezTo>
                    <a:pt x="7" y="14"/>
                    <a:pt x="7" y="14"/>
                    <a:pt x="7" y="14"/>
                  </a:cubicBezTo>
                  <a:cubicBezTo>
                    <a:pt x="2" y="26"/>
                    <a:pt x="2" y="26"/>
                    <a:pt x="2" y="26"/>
                  </a:cubicBezTo>
                  <a:cubicBezTo>
                    <a:pt x="2" y="26"/>
                    <a:pt x="2" y="26"/>
                    <a:pt x="2" y="26"/>
                  </a:cubicBezTo>
                  <a:cubicBezTo>
                    <a:pt x="2" y="27"/>
                    <a:pt x="2" y="27"/>
                    <a:pt x="2" y="27"/>
                  </a:cubicBezTo>
                  <a:cubicBezTo>
                    <a:pt x="2" y="27"/>
                    <a:pt x="2" y="27"/>
                    <a:pt x="2" y="27"/>
                  </a:cubicBezTo>
                  <a:cubicBezTo>
                    <a:pt x="0" y="30"/>
                    <a:pt x="0" y="30"/>
                    <a:pt x="0" y="30"/>
                  </a:cubicBezTo>
                  <a:cubicBezTo>
                    <a:pt x="6" y="31"/>
                    <a:pt x="6" y="31"/>
                    <a:pt x="6" y="31"/>
                  </a:cubicBezTo>
                  <a:cubicBezTo>
                    <a:pt x="7" y="31"/>
                    <a:pt x="7" y="31"/>
                    <a:pt x="7" y="31"/>
                  </a:cubicBezTo>
                  <a:cubicBezTo>
                    <a:pt x="7" y="32"/>
                    <a:pt x="7" y="32"/>
                    <a:pt x="7" y="32"/>
                  </a:cubicBezTo>
                  <a:cubicBezTo>
                    <a:pt x="7" y="32"/>
                    <a:pt x="7" y="32"/>
                    <a:pt x="7" y="32"/>
                  </a:cubicBezTo>
                  <a:cubicBezTo>
                    <a:pt x="18" y="46"/>
                    <a:pt x="26" y="55"/>
                    <a:pt x="30" y="58"/>
                  </a:cubicBezTo>
                  <a:cubicBezTo>
                    <a:pt x="32" y="59"/>
                    <a:pt x="40" y="61"/>
                    <a:pt x="52" y="65"/>
                  </a:cubicBezTo>
                  <a:cubicBezTo>
                    <a:pt x="74" y="73"/>
                    <a:pt x="74" y="73"/>
                    <a:pt x="74" y="73"/>
                  </a:cubicBezTo>
                  <a:cubicBezTo>
                    <a:pt x="81" y="76"/>
                    <a:pt x="87" y="89"/>
                    <a:pt x="95" y="113"/>
                  </a:cubicBezTo>
                  <a:cubicBezTo>
                    <a:pt x="104" y="120"/>
                    <a:pt x="111" y="123"/>
                    <a:pt x="115" y="122"/>
                  </a:cubicBezTo>
                  <a:cubicBezTo>
                    <a:pt x="119" y="120"/>
                    <a:pt x="126" y="116"/>
                    <a:pt x="137" y="109"/>
                  </a:cubicBezTo>
                  <a:cubicBezTo>
                    <a:pt x="137" y="109"/>
                    <a:pt x="137" y="109"/>
                    <a:pt x="137" y="109"/>
                  </a:cubicBezTo>
                  <a:cubicBezTo>
                    <a:pt x="138" y="108"/>
                    <a:pt x="138" y="108"/>
                    <a:pt x="138" y="108"/>
                  </a:cubicBezTo>
                  <a:cubicBezTo>
                    <a:pt x="139" y="109"/>
                    <a:pt x="139" y="109"/>
                    <a:pt x="139" y="109"/>
                  </a:cubicBezTo>
                  <a:cubicBezTo>
                    <a:pt x="150" y="111"/>
                    <a:pt x="150" y="111"/>
                    <a:pt x="150" y="111"/>
                  </a:cubicBezTo>
                  <a:cubicBezTo>
                    <a:pt x="151" y="111"/>
                    <a:pt x="151" y="111"/>
                    <a:pt x="151" y="111"/>
                  </a:cubicBezTo>
                  <a:cubicBezTo>
                    <a:pt x="151" y="113"/>
                    <a:pt x="151" y="113"/>
                    <a:pt x="151" y="113"/>
                  </a:cubicBezTo>
                  <a:cubicBezTo>
                    <a:pt x="151" y="115"/>
                    <a:pt x="151" y="115"/>
                    <a:pt x="151" y="115"/>
                  </a:cubicBezTo>
                  <a:cubicBezTo>
                    <a:pt x="147" y="129"/>
                    <a:pt x="144" y="138"/>
                    <a:pt x="141" y="140"/>
                  </a:cubicBezTo>
                  <a:cubicBezTo>
                    <a:pt x="127" y="141"/>
                    <a:pt x="127" y="141"/>
                    <a:pt x="127" y="141"/>
                  </a:cubicBezTo>
                  <a:cubicBezTo>
                    <a:pt x="127" y="142"/>
                    <a:pt x="127" y="142"/>
                    <a:pt x="127" y="142"/>
                  </a:cubicBezTo>
                  <a:cubicBezTo>
                    <a:pt x="127" y="148"/>
                    <a:pt x="123" y="157"/>
                    <a:pt x="115" y="168"/>
                  </a:cubicBezTo>
                  <a:cubicBezTo>
                    <a:pt x="112" y="172"/>
                    <a:pt x="112" y="175"/>
                    <a:pt x="112" y="177"/>
                  </a:cubicBezTo>
                  <a:cubicBezTo>
                    <a:pt x="126" y="186"/>
                    <a:pt x="126" y="186"/>
                    <a:pt x="126" y="186"/>
                  </a:cubicBezTo>
                  <a:cubicBezTo>
                    <a:pt x="129" y="191"/>
                    <a:pt x="132" y="192"/>
                    <a:pt x="135" y="192"/>
                  </a:cubicBezTo>
                  <a:cubicBezTo>
                    <a:pt x="138" y="192"/>
                    <a:pt x="138" y="192"/>
                    <a:pt x="138" y="192"/>
                  </a:cubicBezTo>
                  <a:cubicBezTo>
                    <a:pt x="141" y="202"/>
                    <a:pt x="141" y="202"/>
                    <a:pt x="141" y="202"/>
                  </a:cubicBezTo>
                  <a:cubicBezTo>
                    <a:pt x="148" y="205"/>
                    <a:pt x="148" y="205"/>
                    <a:pt x="148" y="205"/>
                  </a:cubicBezTo>
                  <a:cubicBezTo>
                    <a:pt x="151" y="201"/>
                    <a:pt x="151" y="201"/>
                    <a:pt x="151" y="201"/>
                  </a:cubicBezTo>
                  <a:cubicBezTo>
                    <a:pt x="153" y="199"/>
                    <a:pt x="155" y="198"/>
                    <a:pt x="157" y="199"/>
                  </a:cubicBezTo>
                  <a:cubicBezTo>
                    <a:pt x="163" y="199"/>
                    <a:pt x="168" y="202"/>
                    <a:pt x="174" y="210"/>
                  </a:cubicBezTo>
                  <a:cubicBezTo>
                    <a:pt x="174" y="210"/>
                    <a:pt x="174" y="210"/>
                    <a:pt x="174" y="210"/>
                  </a:cubicBezTo>
                  <a:cubicBezTo>
                    <a:pt x="180" y="217"/>
                    <a:pt x="180" y="217"/>
                    <a:pt x="180" y="217"/>
                  </a:cubicBezTo>
                  <a:cubicBezTo>
                    <a:pt x="180" y="217"/>
                    <a:pt x="180" y="217"/>
                    <a:pt x="180" y="217"/>
                  </a:cubicBezTo>
                  <a:cubicBezTo>
                    <a:pt x="184" y="214"/>
                    <a:pt x="191" y="215"/>
                    <a:pt x="200" y="218"/>
                  </a:cubicBezTo>
                  <a:cubicBezTo>
                    <a:pt x="216" y="222"/>
                    <a:pt x="216" y="222"/>
                    <a:pt x="216" y="222"/>
                  </a:cubicBezTo>
                  <a:cubicBezTo>
                    <a:pt x="231" y="217"/>
                    <a:pt x="231" y="217"/>
                    <a:pt x="231" y="217"/>
                  </a:cubicBezTo>
                  <a:cubicBezTo>
                    <a:pt x="237" y="214"/>
                    <a:pt x="237" y="214"/>
                    <a:pt x="237" y="214"/>
                  </a:cubicBezTo>
                  <a:cubicBezTo>
                    <a:pt x="241" y="211"/>
                    <a:pt x="241" y="211"/>
                    <a:pt x="241" y="211"/>
                  </a:cubicBezTo>
                  <a:cubicBezTo>
                    <a:pt x="237" y="207"/>
                    <a:pt x="237" y="207"/>
                    <a:pt x="237" y="207"/>
                  </a:cubicBezTo>
                  <a:cubicBezTo>
                    <a:pt x="236" y="204"/>
                    <a:pt x="237" y="201"/>
                    <a:pt x="240" y="198"/>
                  </a:cubicBezTo>
                  <a:cubicBezTo>
                    <a:pt x="244" y="195"/>
                    <a:pt x="246" y="192"/>
                    <a:pt x="246" y="188"/>
                  </a:cubicBezTo>
                  <a:cubicBezTo>
                    <a:pt x="246" y="181"/>
                    <a:pt x="246" y="181"/>
                    <a:pt x="246" y="181"/>
                  </a:cubicBezTo>
                  <a:cubicBezTo>
                    <a:pt x="245" y="177"/>
                    <a:pt x="246" y="175"/>
                    <a:pt x="247" y="174"/>
                  </a:cubicBezTo>
                  <a:cubicBezTo>
                    <a:pt x="248" y="171"/>
                    <a:pt x="253" y="170"/>
                    <a:pt x="257" y="169"/>
                  </a:cubicBezTo>
                  <a:cubicBezTo>
                    <a:pt x="265" y="168"/>
                    <a:pt x="275" y="171"/>
                    <a:pt x="287" y="181"/>
                  </a:cubicBezTo>
                  <a:cubicBezTo>
                    <a:pt x="282" y="169"/>
                    <a:pt x="282" y="169"/>
                    <a:pt x="282" y="169"/>
                  </a:cubicBezTo>
                  <a:cubicBezTo>
                    <a:pt x="276" y="160"/>
                    <a:pt x="276" y="160"/>
                    <a:pt x="276" y="160"/>
                  </a:cubicBezTo>
                  <a:cubicBezTo>
                    <a:pt x="274" y="149"/>
                    <a:pt x="274" y="149"/>
                    <a:pt x="274" y="149"/>
                  </a:cubicBezTo>
                  <a:cubicBezTo>
                    <a:pt x="264" y="147"/>
                    <a:pt x="264" y="147"/>
                    <a:pt x="264" y="147"/>
                  </a:cubicBezTo>
                  <a:cubicBezTo>
                    <a:pt x="263" y="147"/>
                    <a:pt x="263" y="147"/>
                    <a:pt x="263" y="147"/>
                  </a:cubicBezTo>
                  <a:cubicBezTo>
                    <a:pt x="263" y="146"/>
                    <a:pt x="263" y="146"/>
                    <a:pt x="263" y="146"/>
                  </a:cubicBezTo>
                  <a:cubicBezTo>
                    <a:pt x="263" y="146"/>
                    <a:pt x="263" y="146"/>
                    <a:pt x="263" y="146"/>
                  </a:cubicBezTo>
                  <a:cubicBezTo>
                    <a:pt x="263" y="146"/>
                    <a:pt x="263" y="146"/>
                    <a:pt x="263" y="146"/>
                  </a:cubicBezTo>
                  <a:cubicBezTo>
                    <a:pt x="236" y="131"/>
                    <a:pt x="236" y="131"/>
                    <a:pt x="236" y="131"/>
                  </a:cubicBezTo>
                  <a:cubicBezTo>
                    <a:pt x="223" y="128"/>
                    <a:pt x="223" y="128"/>
                    <a:pt x="223" y="128"/>
                  </a:cubicBezTo>
                  <a:cubicBezTo>
                    <a:pt x="223" y="125"/>
                    <a:pt x="223" y="125"/>
                    <a:pt x="223" y="125"/>
                  </a:cubicBezTo>
                  <a:cubicBezTo>
                    <a:pt x="222" y="111"/>
                    <a:pt x="222" y="111"/>
                    <a:pt x="222" y="111"/>
                  </a:cubicBezTo>
                  <a:cubicBezTo>
                    <a:pt x="213" y="86"/>
                    <a:pt x="206" y="70"/>
                    <a:pt x="200" y="64"/>
                  </a:cubicBezTo>
                  <a:close/>
                </a:path>
              </a:pathLst>
            </a:custGeom>
            <a:grpFill/>
            <a:ln>
              <a:noFill/>
            </a:ln>
          </p:spPr>
          <p:txBody>
            <a:bodyPr vert="horz" wrap="square" lIns="91440" tIns="45720" rIns="91440" bIns="45720" numCol="1" anchor="t" anchorCtr="0" compatLnSpc="1"/>
            <a:lstStyle/>
            <a:p>
              <a:endParaRPr lang="zh-CN" altLang="en-US"/>
            </a:p>
          </p:txBody>
        </p:sp>
        <p:sp>
          <p:nvSpPr>
            <p:cNvPr id="72" name="Freeform 34"/>
            <p:cNvSpPr/>
            <p:nvPr/>
          </p:nvSpPr>
          <p:spPr bwMode="auto">
            <a:xfrm>
              <a:off x="3616516" y="2281809"/>
              <a:ext cx="461962" cy="660400"/>
            </a:xfrm>
            <a:custGeom>
              <a:avLst/>
              <a:gdLst>
                <a:gd name="T0" fmla="*/ 240 w 267"/>
                <a:gd name="T1" fmla="*/ 113 h 381"/>
                <a:gd name="T2" fmla="*/ 212 w 267"/>
                <a:gd name="T3" fmla="*/ 105 h 381"/>
                <a:gd name="T4" fmla="*/ 211 w 267"/>
                <a:gd name="T5" fmla="*/ 79 h 381"/>
                <a:gd name="T6" fmla="*/ 203 w 267"/>
                <a:gd name="T7" fmla="*/ 70 h 381"/>
                <a:gd name="T8" fmla="*/ 177 w 267"/>
                <a:gd name="T9" fmla="*/ 58 h 381"/>
                <a:gd name="T10" fmla="*/ 178 w 267"/>
                <a:gd name="T11" fmla="*/ 37 h 381"/>
                <a:gd name="T12" fmla="*/ 172 w 267"/>
                <a:gd name="T13" fmla="*/ 31 h 381"/>
                <a:gd name="T14" fmla="*/ 159 w 267"/>
                <a:gd name="T15" fmla="*/ 23 h 381"/>
                <a:gd name="T16" fmla="*/ 151 w 267"/>
                <a:gd name="T17" fmla="*/ 0 h 381"/>
                <a:gd name="T18" fmla="*/ 135 w 267"/>
                <a:gd name="T19" fmla="*/ 13 h 381"/>
                <a:gd name="T20" fmla="*/ 118 w 267"/>
                <a:gd name="T21" fmla="*/ 37 h 381"/>
                <a:gd name="T22" fmla="*/ 108 w 267"/>
                <a:gd name="T23" fmla="*/ 51 h 381"/>
                <a:gd name="T24" fmla="*/ 89 w 267"/>
                <a:gd name="T25" fmla="*/ 60 h 381"/>
                <a:gd name="T26" fmla="*/ 67 w 267"/>
                <a:gd name="T27" fmla="*/ 60 h 381"/>
                <a:gd name="T28" fmla="*/ 48 w 267"/>
                <a:gd name="T29" fmla="*/ 76 h 381"/>
                <a:gd name="T30" fmla="*/ 36 w 267"/>
                <a:gd name="T31" fmla="*/ 69 h 381"/>
                <a:gd name="T32" fmla="*/ 25 w 267"/>
                <a:gd name="T33" fmla="*/ 49 h 381"/>
                <a:gd name="T34" fmla="*/ 12 w 267"/>
                <a:gd name="T35" fmla="*/ 73 h 381"/>
                <a:gd name="T36" fmla="*/ 11 w 267"/>
                <a:gd name="T37" fmla="*/ 74 h 381"/>
                <a:gd name="T38" fmla="*/ 22 w 267"/>
                <a:gd name="T39" fmla="*/ 127 h 381"/>
                <a:gd name="T40" fmla="*/ 27 w 267"/>
                <a:gd name="T41" fmla="*/ 142 h 381"/>
                <a:gd name="T42" fmla="*/ 9 w 267"/>
                <a:gd name="T43" fmla="*/ 152 h 381"/>
                <a:gd name="T44" fmla="*/ 36 w 267"/>
                <a:gd name="T45" fmla="*/ 182 h 381"/>
                <a:gd name="T46" fmla="*/ 36 w 267"/>
                <a:gd name="T47" fmla="*/ 183 h 381"/>
                <a:gd name="T48" fmla="*/ 28 w 267"/>
                <a:gd name="T49" fmla="*/ 213 h 381"/>
                <a:gd name="T50" fmla="*/ 12 w 267"/>
                <a:gd name="T51" fmla="*/ 224 h 381"/>
                <a:gd name="T52" fmla="*/ 27 w 267"/>
                <a:gd name="T53" fmla="*/ 272 h 381"/>
                <a:gd name="T54" fmla="*/ 37 w 267"/>
                <a:gd name="T55" fmla="*/ 288 h 381"/>
                <a:gd name="T56" fmla="*/ 24 w 267"/>
                <a:gd name="T57" fmla="*/ 315 h 381"/>
                <a:gd name="T58" fmla="*/ 15 w 267"/>
                <a:gd name="T59" fmla="*/ 342 h 381"/>
                <a:gd name="T60" fmla="*/ 16 w 267"/>
                <a:gd name="T61" fmla="*/ 362 h 381"/>
                <a:gd name="T62" fmla="*/ 20 w 267"/>
                <a:gd name="T63" fmla="*/ 366 h 381"/>
                <a:gd name="T64" fmla="*/ 21 w 267"/>
                <a:gd name="T65" fmla="*/ 370 h 381"/>
                <a:gd name="T66" fmla="*/ 21 w 267"/>
                <a:gd name="T67" fmla="*/ 371 h 381"/>
                <a:gd name="T68" fmla="*/ 71 w 267"/>
                <a:gd name="T69" fmla="*/ 376 h 381"/>
                <a:gd name="T70" fmla="*/ 85 w 267"/>
                <a:gd name="T71" fmla="*/ 352 h 381"/>
                <a:gd name="T72" fmla="*/ 158 w 267"/>
                <a:gd name="T73" fmla="*/ 268 h 381"/>
                <a:gd name="T74" fmla="*/ 190 w 267"/>
                <a:gd name="T75" fmla="*/ 249 h 381"/>
                <a:gd name="T76" fmla="*/ 177 w 267"/>
                <a:gd name="T77" fmla="*/ 237 h 381"/>
                <a:gd name="T78" fmla="*/ 174 w 267"/>
                <a:gd name="T79" fmla="*/ 224 h 381"/>
                <a:gd name="T80" fmla="*/ 132 w 267"/>
                <a:gd name="T81" fmla="*/ 181 h 381"/>
                <a:gd name="T82" fmla="*/ 92 w 267"/>
                <a:gd name="T83" fmla="*/ 173 h 381"/>
                <a:gd name="T84" fmla="*/ 77 w 267"/>
                <a:gd name="T85" fmla="*/ 152 h 381"/>
                <a:gd name="T86" fmla="*/ 101 w 267"/>
                <a:gd name="T87" fmla="*/ 112 h 381"/>
                <a:gd name="T88" fmla="*/ 107 w 267"/>
                <a:gd name="T89" fmla="*/ 93 h 381"/>
                <a:gd name="T90" fmla="*/ 157 w 267"/>
                <a:gd name="T91" fmla="*/ 102 h 381"/>
                <a:gd name="T92" fmla="*/ 154 w 267"/>
                <a:gd name="T93" fmla="*/ 122 h 381"/>
                <a:gd name="T94" fmla="*/ 182 w 267"/>
                <a:gd name="T95" fmla="*/ 145 h 381"/>
                <a:gd name="T96" fmla="*/ 227 w 267"/>
                <a:gd name="T97" fmla="*/ 185 h 381"/>
                <a:gd name="T98" fmla="*/ 251 w 267"/>
                <a:gd name="T99" fmla="*/ 155 h 381"/>
                <a:gd name="T100" fmla="*/ 255 w 267"/>
                <a:gd name="T101" fmla="*/ 141 h 381"/>
                <a:gd name="T102" fmla="*/ 266 w 267"/>
                <a:gd name="T103" fmla="*/ 133 h 381"/>
                <a:gd name="T104" fmla="*/ 247 w 267"/>
                <a:gd name="T105" fmla="*/ 118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7" h="381">
                  <a:moveTo>
                    <a:pt x="245" y="115"/>
                  </a:moveTo>
                  <a:cubicBezTo>
                    <a:pt x="240" y="113"/>
                    <a:pt x="240" y="113"/>
                    <a:pt x="240" y="113"/>
                  </a:cubicBezTo>
                  <a:cubicBezTo>
                    <a:pt x="240" y="113"/>
                    <a:pt x="240" y="113"/>
                    <a:pt x="240" y="113"/>
                  </a:cubicBezTo>
                  <a:cubicBezTo>
                    <a:pt x="240" y="113"/>
                    <a:pt x="240" y="113"/>
                    <a:pt x="240" y="113"/>
                  </a:cubicBezTo>
                  <a:cubicBezTo>
                    <a:pt x="236" y="109"/>
                    <a:pt x="236" y="109"/>
                    <a:pt x="236" y="109"/>
                  </a:cubicBezTo>
                  <a:cubicBezTo>
                    <a:pt x="219" y="104"/>
                    <a:pt x="219" y="104"/>
                    <a:pt x="219" y="104"/>
                  </a:cubicBezTo>
                  <a:cubicBezTo>
                    <a:pt x="215" y="104"/>
                    <a:pt x="215" y="104"/>
                    <a:pt x="215" y="104"/>
                  </a:cubicBezTo>
                  <a:cubicBezTo>
                    <a:pt x="212" y="105"/>
                    <a:pt x="212" y="105"/>
                    <a:pt x="212" y="105"/>
                  </a:cubicBezTo>
                  <a:cubicBezTo>
                    <a:pt x="205" y="93"/>
                    <a:pt x="205" y="93"/>
                    <a:pt x="205" y="93"/>
                  </a:cubicBezTo>
                  <a:cubicBezTo>
                    <a:pt x="206" y="92"/>
                    <a:pt x="206" y="92"/>
                    <a:pt x="206" y="92"/>
                  </a:cubicBezTo>
                  <a:cubicBezTo>
                    <a:pt x="211" y="86"/>
                    <a:pt x="211" y="86"/>
                    <a:pt x="211" y="86"/>
                  </a:cubicBezTo>
                  <a:cubicBezTo>
                    <a:pt x="211" y="79"/>
                    <a:pt x="211" y="79"/>
                    <a:pt x="211" y="79"/>
                  </a:cubicBezTo>
                  <a:cubicBezTo>
                    <a:pt x="211" y="78"/>
                    <a:pt x="211" y="78"/>
                    <a:pt x="211" y="78"/>
                  </a:cubicBezTo>
                  <a:cubicBezTo>
                    <a:pt x="214" y="73"/>
                    <a:pt x="214" y="73"/>
                    <a:pt x="214" y="73"/>
                  </a:cubicBezTo>
                  <a:cubicBezTo>
                    <a:pt x="212" y="71"/>
                    <a:pt x="212" y="71"/>
                    <a:pt x="212" y="71"/>
                  </a:cubicBezTo>
                  <a:cubicBezTo>
                    <a:pt x="203" y="70"/>
                    <a:pt x="203" y="70"/>
                    <a:pt x="203" y="70"/>
                  </a:cubicBezTo>
                  <a:cubicBezTo>
                    <a:pt x="203" y="70"/>
                    <a:pt x="203" y="70"/>
                    <a:pt x="203" y="70"/>
                  </a:cubicBezTo>
                  <a:cubicBezTo>
                    <a:pt x="187" y="67"/>
                    <a:pt x="187" y="67"/>
                    <a:pt x="187" y="67"/>
                  </a:cubicBezTo>
                  <a:cubicBezTo>
                    <a:pt x="186" y="67"/>
                    <a:pt x="186" y="67"/>
                    <a:pt x="186" y="67"/>
                  </a:cubicBezTo>
                  <a:cubicBezTo>
                    <a:pt x="177" y="58"/>
                    <a:pt x="177" y="58"/>
                    <a:pt x="177" y="58"/>
                  </a:cubicBezTo>
                  <a:cubicBezTo>
                    <a:pt x="177" y="57"/>
                    <a:pt x="177" y="57"/>
                    <a:pt x="177" y="57"/>
                  </a:cubicBezTo>
                  <a:cubicBezTo>
                    <a:pt x="174" y="51"/>
                    <a:pt x="174" y="51"/>
                    <a:pt x="174" y="51"/>
                  </a:cubicBezTo>
                  <a:cubicBezTo>
                    <a:pt x="173" y="50"/>
                    <a:pt x="173" y="50"/>
                    <a:pt x="173" y="50"/>
                  </a:cubicBezTo>
                  <a:cubicBezTo>
                    <a:pt x="178" y="37"/>
                    <a:pt x="178" y="37"/>
                    <a:pt x="178" y="37"/>
                  </a:cubicBezTo>
                  <a:cubicBezTo>
                    <a:pt x="178" y="28"/>
                    <a:pt x="178" y="28"/>
                    <a:pt x="178" y="28"/>
                  </a:cubicBezTo>
                  <a:cubicBezTo>
                    <a:pt x="177" y="25"/>
                    <a:pt x="177" y="25"/>
                    <a:pt x="177" y="25"/>
                  </a:cubicBezTo>
                  <a:cubicBezTo>
                    <a:pt x="172" y="30"/>
                    <a:pt x="172" y="30"/>
                    <a:pt x="172" y="30"/>
                  </a:cubicBezTo>
                  <a:cubicBezTo>
                    <a:pt x="172" y="31"/>
                    <a:pt x="172" y="31"/>
                    <a:pt x="172" y="31"/>
                  </a:cubicBezTo>
                  <a:cubicBezTo>
                    <a:pt x="171" y="33"/>
                    <a:pt x="171" y="33"/>
                    <a:pt x="171" y="33"/>
                  </a:cubicBezTo>
                  <a:cubicBezTo>
                    <a:pt x="169" y="31"/>
                    <a:pt x="169" y="31"/>
                    <a:pt x="169" y="31"/>
                  </a:cubicBezTo>
                  <a:cubicBezTo>
                    <a:pt x="168" y="30"/>
                    <a:pt x="168" y="30"/>
                    <a:pt x="168" y="30"/>
                  </a:cubicBezTo>
                  <a:cubicBezTo>
                    <a:pt x="159" y="23"/>
                    <a:pt x="159" y="23"/>
                    <a:pt x="159" y="23"/>
                  </a:cubicBezTo>
                  <a:cubicBezTo>
                    <a:pt x="157" y="22"/>
                    <a:pt x="157" y="22"/>
                    <a:pt x="157" y="22"/>
                  </a:cubicBezTo>
                  <a:cubicBezTo>
                    <a:pt x="157" y="20"/>
                    <a:pt x="157" y="20"/>
                    <a:pt x="157" y="20"/>
                  </a:cubicBezTo>
                  <a:cubicBezTo>
                    <a:pt x="156" y="7"/>
                    <a:pt x="156" y="7"/>
                    <a:pt x="156" y="7"/>
                  </a:cubicBezTo>
                  <a:cubicBezTo>
                    <a:pt x="151" y="0"/>
                    <a:pt x="151" y="0"/>
                    <a:pt x="151" y="0"/>
                  </a:cubicBezTo>
                  <a:cubicBezTo>
                    <a:pt x="142" y="1"/>
                    <a:pt x="142" y="1"/>
                    <a:pt x="142" y="1"/>
                  </a:cubicBezTo>
                  <a:cubicBezTo>
                    <a:pt x="137" y="11"/>
                    <a:pt x="137" y="11"/>
                    <a:pt x="137" y="11"/>
                  </a:cubicBezTo>
                  <a:cubicBezTo>
                    <a:pt x="136" y="12"/>
                    <a:pt x="136" y="12"/>
                    <a:pt x="136" y="12"/>
                  </a:cubicBezTo>
                  <a:cubicBezTo>
                    <a:pt x="135" y="13"/>
                    <a:pt x="135" y="13"/>
                    <a:pt x="135" y="13"/>
                  </a:cubicBezTo>
                  <a:cubicBezTo>
                    <a:pt x="121" y="10"/>
                    <a:pt x="121" y="10"/>
                    <a:pt x="121" y="10"/>
                  </a:cubicBezTo>
                  <a:cubicBezTo>
                    <a:pt x="118" y="23"/>
                    <a:pt x="118" y="23"/>
                    <a:pt x="118" y="23"/>
                  </a:cubicBezTo>
                  <a:cubicBezTo>
                    <a:pt x="118" y="36"/>
                    <a:pt x="118" y="36"/>
                    <a:pt x="118" y="36"/>
                  </a:cubicBezTo>
                  <a:cubicBezTo>
                    <a:pt x="118" y="37"/>
                    <a:pt x="118" y="37"/>
                    <a:pt x="118" y="37"/>
                  </a:cubicBezTo>
                  <a:cubicBezTo>
                    <a:pt x="110" y="49"/>
                    <a:pt x="110" y="49"/>
                    <a:pt x="110" y="49"/>
                  </a:cubicBezTo>
                  <a:cubicBezTo>
                    <a:pt x="110" y="50"/>
                    <a:pt x="110" y="50"/>
                    <a:pt x="110" y="50"/>
                  </a:cubicBezTo>
                  <a:cubicBezTo>
                    <a:pt x="109" y="51"/>
                    <a:pt x="109" y="51"/>
                    <a:pt x="109" y="51"/>
                  </a:cubicBezTo>
                  <a:cubicBezTo>
                    <a:pt x="108" y="51"/>
                    <a:pt x="108" y="51"/>
                    <a:pt x="108" y="51"/>
                  </a:cubicBezTo>
                  <a:cubicBezTo>
                    <a:pt x="99" y="51"/>
                    <a:pt x="99" y="51"/>
                    <a:pt x="99" y="51"/>
                  </a:cubicBezTo>
                  <a:cubicBezTo>
                    <a:pt x="90" y="59"/>
                    <a:pt x="90" y="59"/>
                    <a:pt x="90" y="59"/>
                  </a:cubicBezTo>
                  <a:cubicBezTo>
                    <a:pt x="89" y="60"/>
                    <a:pt x="89" y="60"/>
                    <a:pt x="89" y="60"/>
                  </a:cubicBezTo>
                  <a:cubicBezTo>
                    <a:pt x="89" y="60"/>
                    <a:pt x="89" y="60"/>
                    <a:pt x="89" y="60"/>
                  </a:cubicBezTo>
                  <a:cubicBezTo>
                    <a:pt x="88" y="60"/>
                    <a:pt x="88" y="60"/>
                    <a:pt x="88" y="60"/>
                  </a:cubicBezTo>
                  <a:cubicBezTo>
                    <a:pt x="87" y="59"/>
                    <a:pt x="87" y="59"/>
                    <a:pt x="87" y="59"/>
                  </a:cubicBezTo>
                  <a:cubicBezTo>
                    <a:pt x="70" y="54"/>
                    <a:pt x="70" y="54"/>
                    <a:pt x="70" y="54"/>
                  </a:cubicBezTo>
                  <a:cubicBezTo>
                    <a:pt x="67" y="60"/>
                    <a:pt x="67" y="60"/>
                    <a:pt x="67" y="60"/>
                  </a:cubicBezTo>
                  <a:cubicBezTo>
                    <a:pt x="67" y="61"/>
                    <a:pt x="67" y="61"/>
                    <a:pt x="67" y="61"/>
                  </a:cubicBezTo>
                  <a:cubicBezTo>
                    <a:pt x="60" y="73"/>
                    <a:pt x="60" y="73"/>
                    <a:pt x="60" y="73"/>
                  </a:cubicBezTo>
                  <a:cubicBezTo>
                    <a:pt x="59" y="75"/>
                    <a:pt x="57" y="76"/>
                    <a:pt x="55" y="77"/>
                  </a:cubicBezTo>
                  <a:cubicBezTo>
                    <a:pt x="48" y="76"/>
                    <a:pt x="48" y="76"/>
                    <a:pt x="48" y="76"/>
                  </a:cubicBezTo>
                  <a:cubicBezTo>
                    <a:pt x="38" y="71"/>
                    <a:pt x="38" y="71"/>
                    <a:pt x="38" y="71"/>
                  </a:cubicBezTo>
                  <a:cubicBezTo>
                    <a:pt x="37" y="70"/>
                    <a:pt x="37" y="70"/>
                    <a:pt x="37" y="70"/>
                  </a:cubicBezTo>
                  <a:cubicBezTo>
                    <a:pt x="36" y="70"/>
                    <a:pt x="36" y="70"/>
                    <a:pt x="36" y="70"/>
                  </a:cubicBezTo>
                  <a:cubicBezTo>
                    <a:pt x="36" y="69"/>
                    <a:pt x="36" y="69"/>
                    <a:pt x="36" y="69"/>
                  </a:cubicBezTo>
                  <a:cubicBezTo>
                    <a:pt x="34" y="54"/>
                    <a:pt x="34" y="54"/>
                    <a:pt x="34" y="54"/>
                  </a:cubicBezTo>
                  <a:cubicBezTo>
                    <a:pt x="31" y="44"/>
                    <a:pt x="31" y="44"/>
                    <a:pt x="31" y="44"/>
                  </a:cubicBezTo>
                  <a:cubicBezTo>
                    <a:pt x="29" y="40"/>
                    <a:pt x="29" y="40"/>
                    <a:pt x="29" y="40"/>
                  </a:cubicBezTo>
                  <a:cubicBezTo>
                    <a:pt x="25" y="49"/>
                    <a:pt x="25" y="49"/>
                    <a:pt x="25" y="49"/>
                  </a:cubicBezTo>
                  <a:cubicBezTo>
                    <a:pt x="25" y="49"/>
                    <a:pt x="25" y="49"/>
                    <a:pt x="25" y="49"/>
                  </a:cubicBezTo>
                  <a:cubicBezTo>
                    <a:pt x="25" y="49"/>
                    <a:pt x="25" y="49"/>
                    <a:pt x="25" y="49"/>
                  </a:cubicBezTo>
                  <a:cubicBezTo>
                    <a:pt x="18" y="59"/>
                    <a:pt x="18" y="59"/>
                    <a:pt x="18" y="59"/>
                  </a:cubicBezTo>
                  <a:cubicBezTo>
                    <a:pt x="12" y="73"/>
                    <a:pt x="12" y="73"/>
                    <a:pt x="12" y="73"/>
                  </a:cubicBezTo>
                  <a:cubicBezTo>
                    <a:pt x="12" y="73"/>
                    <a:pt x="12" y="73"/>
                    <a:pt x="12" y="73"/>
                  </a:cubicBezTo>
                  <a:cubicBezTo>
                    <a:pt x="12" y="73"/>
                    <a:pt x="12" y="73"/>
                    <a:pt x="12" y="73"/>
                  </a:cubicBezTo>
                  <a:cubicBezTo>
                    <a:pt x="12" y="74"/>
                    <a:pt x="12" y="74"/>
                    <a:pt x="12" y="74"/>
                  </a:cubicBezTo>
                  <a:cubicBezTo>
                    <a:pt x="11" y="74"/>
                    <a:pt x="11" y="74"/>
                    <a:pt x="11" y="74"/>
                  </a:cubicBezTo>
                  <a:cubicBezTo>
                    <a:pt x="6" y="82"/>
                    <a:pt x="6" y="82"/>
                    <a:pt x="6" y="82"/>
                  </a:cubicBezTo>
                  <a:cubicBezTo>
                    <a:pt x="6" y="84"/>
                    <a:pt x="4" y="88"/>
                    <a:pt x="0" y="93"/>
                  </a:cubicBezTo>
                  <a:cubicBezTo>
                    <a:pt x="4" y="107"/>
                    <a:pt x="4" y="107"/>
                    <a:pt x="4" y="107"/>
                  </a:cubicBezTo>
                  <a:cubicBezTo>
                    <a:pt x="22" y="127"/>
                    <a:pt x="22" y="127"/>
                    <a:pt x="22" y="127"/>
                  </a:cubicBezTo>
                  <a:cubicBezTo>
                    <a:pt x="22" y="127"/>
                    <a:pt x="22" y="127"/>
                    <a:pt x="22" y="127"/>
                  </a:cubicBezTo>
                  <a:cubicBezTo>
                    <a:pt x="28" y="140"/>
                    <a:pt x="28" y="140"/>
                    <a:pt x="28" y="140"/>
                  </a:cubicBezTo>
                  <a:cubicBezTo>
                    <a:pt x="28" y="141"/>
                    <a:pt x="28" y="141"/>
                    <a:pt x="28" y="141"/>
                  </a:cubicBezTo>
                  <a:cubicBezTo>
                    <a:pt x="27" y="142"/>
                    <a:pt x="27" y="142"/>
                    <a:pt x="27" y="142"/>
                  </a:cubicBezTo>
                  <a:cubicBezTo>
                    <a:pt x="27" y="142"/>
                    <a:pt x="27" y="142"/>
                    <a:pt x="27" y="142"/>
                  </a:cubicBezTo>
                  <a:cubicBezTo>
                    <a:pt x="22" y="149"/>
                    <a:pt x="22" y="149"/>
                    <a:pt x="22" y="149"/>
                  </a:cubicBezTo>
                  <a:cubicBezTo>
                    <a:pt x="21" y="150"/>
                    <a:pt x="21" y="150"/>
                    <a:pt x="21" y="150"/>
                  </a:cubicBezTo>
                  <a:cubicBezTo>
                    <a:pt x="9" y="152"/>
                    <a:pt x="9" y="152"/>
                    <a:pt x="9" y="152"/>
                  </a:cubicBezTo>
                  <a:cubicBezTo>
                    <a:pt x="10" y="162"/>
                    <a:pt x="10" y="162"/>
                    <a:pt x="10" y="162"/>
                  </a:cubicBezTo>
                  <a:cubicBezTo>
                    <a:pt x="19" y="167"/>
                    <a:pt x="19" y="167"/>
                    <a:pt x="19" y="167"/>
                  </a:cubicBezTo>
                  <a:cubicBezTo>
                    <a:pt x="32" y="170"/>
                    <a:pt x="32" y="170"/>
                    <a:pt x="32" y="170"/>
                  </a:cubicBezTo>
                  <a:cubicBezTo>
                    <a:pt x="36" y="182"/>
                    <a:pt x="36" y="182"/>
                    <a:pt x="36" y="182"/>
                  </a:cubicBezTo>
                  <a:cubicBezTo>
                    <a:pt x="36" y="182"/>
                    <a:pt x="36" y="182"/>
                    <a:pt x="36" y="182"/>
                  </a:cubicBezTo>
                  <a:cubicBezTo>
                    <a:pt x="36" y="182"/>
                    <a:pt x="36" y="182"/>
                    <a:pt x="36" y="182"/>
                  </a:cubicBezTo>
                  <a:cubicBezTo>
                    <a:pt x="36" y="183"/>
                    <a:pt x="36" y="183"/>
                    <a:pt x="36" y="183"/>
                  </a:cubicBezTo>
                  <a:cubicBezTo>
                    <a:pt x="36" y="183"/>
                    <a:pt x="36" y="183"/>
                    <a:pt x="36" y="183"/>
                  </a:cubicBezTo>
                  <a:cubicBezTo>
                    <a:pt x="33" y="204"/>
                    <a:pt x="33" y="204"/>
                    <a:pt x="33" y="204"/>
                  </a:cubicBezTo>
                  <a:cubicBezTo>
                    <a:pt x="33" y="204"/>
                    <a:pt x="33" y="204"/>
                    <a:pt x="33" y="204"/>
                  </a:cubicBezTo>
                  <a:cubicBezTo>
                    <a:pt x="33" y="204"/>
                    <a:pt x="33" y="204"/>
                    <a:pt x="33" y="204"/>
                  </a:cubicBezTo>
                  <a:cubicBezTo>
                    <a:pt x="28" y="213"/>
                    <a:pt x="28" y="213"/>
                    <a:pt x="28" y="213"/>
                  </a:cubicBezTo>
                  <a:cubicBezTo>
                    <a:pt x="28" y="215"/>
                    <a:pt x="28" y="215"/>
                    <a:pt x="28" y="215"/>
                  </a:cubicBezTo>
                  <a:cubicBezTo>
                    <a:pt x="27" y="215"/>
                    <a:pt x="27" y="215"/>
                    <a:pt x="27" y="215"/>
                  </a:cubicBezTo>
                  <a:cubicBezTo>
                    <a:pt x="12" y="218"/>
                    <a:pt x="12" y="218"/>
                    <a:pt x="12" y="218"/>
                  </a:cubicBezTo>
                  <a:cubicBezTo>
                    <a:pt x="12" y="224"/>
                    <a:pt x="12" y="224"/>
                    <a:pt x="12" y="224"/>
                  </a:cubicBezTo>
                  <a:cubicBezTo>
                    <a:pt x="7" y="237"/>
                    <a:pt x="7" y="237"/>
                    <a:pt x="7" y="237"/>
                  </a:cubicBezTo>
                  <a:cubicBezTo>
                    <a:pt x="6" y="252"/>
                    <a:pt x="6" y="252"/>
                    <a:pt x="6" y="252"/>
                  </a:cubicBezTo>
                  <a:cubicBezTo>
                    <a:pt x="9" y="261"/>
                    <a:pt x="9" y="261"/>
                    <a:pt x="9" y="261"/>
                  </a:cubicBezTo>
                  <a:cubicBezTo>
                    <a:pt x="27" y="272"/>
                    <a:pt x="27" y="272"/>
                    <a:pt x="27" y="272"/>
                  </a:cubicBezTo>
                  <a:cubicBezTo>
                    <a:pt x="28" y="273"/>
                    <a:pt x="28" y="273"/>
                    <a:pt x="28" y="273"/>
                  </a:cubicBezTo>
                  <a:cubicBezTo>
                    <a:pt x="36" y="286"/>
                    <a:pt x="36" y="286"/>
                    <a:pt x="36" y="286"/>
                  </a:cubicBezTo>
                  <a:cubicBezTo>
                    <a:pt x="36" y="287"/>
                    <a:pt x="36" y="287"/>
                    <a:pt x="36" y="287"/>
                  </a:cubicBezTo>
                  <a:cubicBezTo>
                    <a:pt x="37" y="288"/>
                    <a:pt x="37" y="288"/>
                    <a:pt x="37" y="288"/>
                  </a:cubicBezTo>
                  <a:cubicBezTo>
                    <a:pt x="36" y="288"/>
                    <a:pt x="36" y="288"/>
                    <a:pt x="36" y="288"/>
                  </a:cubicBezTo>
                  <a:cubicBezTo>
                    <a:pt x="26" y="309"/>
                    <a:pt x="26" y="309"/>
                    <a:pt x="26" y="309"/>
                  </a:cubicBezTo>
                  <a:cubicBezTo>
                    <a:pt x="24" y="315"/>
                    <a:pt x="24" y="315"/>
                    <a:pt x="24" y="315"/>
                  </a:cubicBezTo>
                  <a:cubicBezTo>
                    <a:pt x="24" y="315"/>
                    <a:pt x="24" y="315"/>
                    <a:pt x="24" y="315"/>
                  </a:cubicBezTo>
                  <a:cubicBezTo>
                    <a:pt x="18" y="329"/>
                    <a:pt x="18" y="329"/>
                    <a:pt x="18" y="329"/>
                  </a:cubicBezTo>
                  <a:cubicBezTo>
                    <a:pt x="15" y="340"/>
                    <a:pt x="15" y="340"/>
                    <a:pt x="15" y="340"/>
                  </a:cubicBezTo>
                  <a:cubicBezTo>
                    <a:pt x="15" y="342"/>
                    <a:pt x="15" y="342"/>
                    <a:pt x="15" y="342"/>
                  </a:cubicBezTo>
                  <a:cubicBezTo>
                    <a:pt x="15" y="342"/>
                    <a:pt x="15" y="342"/>
                    <a:pt x="15" y="342"/>
                  </a:cubicBezTo>
                  <a:cubicBezTo>
                    <a:pt x="12" y="345"/>
                    <a:pt x="10" y="347"/>
                    <a:pt x="9" y="351"/>
                  </a:cubicBezTo>
                  <a:cubicBezTo>
                    <a:pt x="8" y="352"/>
                    <a:pt x="8" y="353"/>
                    <a:pt x="9" y="354"/>
                  </a:cubicBezTo>
                  <a:cubicBezTo>
                    <a:pt x="10" y="355"/>
                    <a:pt x="10" y="355"/>
                    <a:pt x="10" y="355"/>
                  </a:cubicBezTo>
                  <a:cubicBezTo>
                    <a:pt x="16" y="362"/>
                    <a:pt x="16" y="362"/>
                    <a:pt x="16" y="362"/>
                  </a:cubicBezTo>
                  <a:cubicBezTo>
                    <a:pt x="16" y="362"/>
                    <a:pt x="16" y="362"/>
                    <a:pt x="16" y="362"/>
                  </a:cubicBezTo>
                  <a:cubicBezTo>
                    <a:pt x="16" y="362"/>
                    <a:pt x="16" y="362"/>
                    <a:pt x="16" y="362"/>
                  </a:cubicBezTo>
                  <a:cubicBezTo>
                    <a:pt x="19" y="366"/>
                    <a:pt x="19" y="366"/>
                    <a:pt x="19" y="366"/>
                  </a:cubicBezTo>
                  <a:cubicBezTo>
                    <a:pt x="20" y="366"/>
                    <a:pt x="20" y="366"/>
                    <a:pt x="20" y="366"/>
                  </a:cubicBezTo>
                  <a:cubicBezTo>
                    <a:pt x="20" y="366"/>
                    <a:pt x="20" y="366"/>
                    <a:pt x="20" y="366"/>
                  </a:cubicBezTo>
                  <a:cubicBezTo>
                    <a:pt x="21" y="368"/>
                    <a:pt x="21" y="368"/>
                    <a:pt x="21" y="368"/>
                  </a:cubicBezTo>
                  <a:cubicBezTo>
                    <a:pt x="21" y="368"/>
                    <a:pt x="21" y="368"/>
                    <a:pt x="21" y="368"/>
                  </a:cubicBezTo>
                  <a:cubicBezTo>
                    <a:pt x="21" y="370"/>
                    <a:pt x="21" y="370"/>
                    <a:pt x="21" y="370"/>
                  </a:cubicBezTo>
                  <a:cubicBezTo>
                    <a:pt x="21" y="370"/>
                    <a:pt x="21" y="370"/>
                    <a:pt x="21" y="370"/>
                  </a:cubicBezTo>
                  <a:cubicBezTo>
                    <a:pt x="21" y="371"/>
                    <a:pt x="21" y="371"/>
                    <a:pt x="21" y="371"/>
                  </a:cubicBezTo>
                  <a:cubicBezTo>
                    <a:pt x="21" y="371"/>
                    <a:pt x="21" y="371"/>
                    <a:pt x="21" y="371"/>
                  </a:cubicBezTo>
                  <a:cubicBezTo>
                    <a:pt x="21" y="371"/>
                    <a:pt x="21" y="371"/>
                    <a:pt x="21" y="371"/>
                  </a:cubicBezTo>
                  <a:cubicBezTo>
                    <a:pt x="22" y="374"/>
                    <a:pt x="22" y="374"/>
                    <a:pt x="22" y="374"/>
                  </a:cubicBezTo>
                  <a:cubicBezTo>
                    <a:pt x="27" y="376"/>
                    <a:pt x="27" y="376"/>
                    <a:pt x="27" y="376"/>
                  </a:cubicBezTo>
                  <a:cubicBezTo>
                    <a:pt x="49" y="381"/>
                    <a:pt x="49" y="381"/>
                    <a:pt x="49" y="381"/>
                  </a:cubicBezTo>
                  <a:cubicBezTo>
                    <a:pt x="57" y="381"/>
                    <a:pt x="63" y="379"/>
                    <a:pt x="71" y="376"/>
                  </a:cubicBezTo>
                  <a:cubicBezTo>
                    <a:pt x="78" y="373"/>
                    <a:pt x="84" y="373"/>
                    <a:pt x="92" y="374"/>
                  </a:cubicBezTo>
                  <a:cubicBezTo>
                    <a:pt x="93" y="369"/>
                    <a:pt x="93" y="369"/>
                    <a:pt x="93" y="369"/>
                  </a:cubicBezTo>
                  <a:cubicBezTo>
                    <a:pt x="86" y="353"/>
                    <a:pt x="86" y="353"/>
                    <a:pt x="86" y="353"/>
                  </a:cubicBezTo>
                  <a:cubicBezTo>
                    <a:pt x="85" y="352"/>
                    <a:pt x="85" y="352"/>
                    <a:pt x="85" y="352"/>
                  </a:cubicBezTo>
                  <a:cubicBezTo>
                    <a:pt x="86" y="352"/>
                    <a:pt x="86" y="352"/>
                    <a:pt x="86" y="352"/>
                  </a:cubicBezTo>
                  <a:cubicBezTo>
                    <a:pt x="120" y="304"/>
                    <a:pt x="120" y="304"/>
                    <a:pt x="120" y="304"/>
                  </a:cubicBezTo>
                  <a:cubicBezTo>
                    <a:pt x="157" y="268"/>
                    <a:pt x="157" y="268"/>
                    <a:pt x="157" y="268"/>
                  </a:cubicBezTo>
                  <a:cubicBezTo>
                    <a:pt x="158" y="268"/>
                    <a:pt x="158" y="268"/>
                    <a:pt x="158" y="268"/>
                  </a:cubicBezTo>
                  <a:cubicBezTo>
                    <a:pt x="169" y="264"/>
                    <a:pt x="169" y="264"/>
                    <a:pt x="169" y="264"/>
                  </a:cubicBezTo>
                  <a:cubicBezTo>
                    <a:pt x="176" y="257"/>
                    <a:pt x="176" y="257"/>
                    <a:pt x="176" y="257"/>
                  </a:cubicBezTo>
                  <a:cubicBezTo>
                    <a:pt x="176" y="257"/>
                    <a:pt x="176" y="257"/>
                    <a:pt x="176" y="257"/>
                  </a:cubicBezTo>
                  <a:cubicBezTo>
                    <a:pt x="180" y="253"/>
                    <a:pt x="185" y="251"/>
                    <a:pt x="190" y="249"/>
                  </a:cubicBezTo>
                  <a:cubicBezTo>
                    <a:pt x="186" y="246"/>
                    <a:pt x="186" y="246"/>
                    <a:pt x="186" y="246"/>
                  </a:cubicBezTo>
                  <a:cubicBezTo>
                    <a:pt x="178" y="238"/>
                    <a:pt x="178" y="238"/>
                    <a:pt x="178" y="238"/>
                  </a:cubicBezTo>
                  <a:cubicBezTo>
                    <a:pt x="178" y="237"/>
                    <a:pt x="178" y="237"/>
                    <a:pt x="178" y="237"/>
                  </a:cubicBezTo>
                  <a:cubicBezTo>
                    <a:pt x="177" y="237"/>
                    <a:pt x="177" y="237"/>
                    <a:pt x="177" y="237"/>
                  </a:cubicBezTo>
                  <a:cubicBezTo>
                    <a:pt x="171" y="230"/>
                    <a:pt x="171" y="230"/>
                    <a:pt x="171" y="230"/>
                  </a:cubicBezTo>
                  <a:cubicBezTo>
                    <a:pt x="171" y="229"/>
                    <a:pt x="171" y="229"/>
                    <a:pt x="171" y="229"/>
                  </a:cubicBezTo>
                  <a:cubicBezTo>
                    <a:pt x="171" y="227"/>
                    <a:pt x="171" y="227"/>
                    <a:pt x="171" y="227"/>
                  </a:cubicBezTo>
                  <a:cubicBezTo>
                    <a:pt x="174" y="224"/>
                    <a:pt x="174" y="224"/>
                    <a:pt x="174" y="224"/>
                  </a:cubicBezTo>
                  <a:cubicBezTo>
                    <a:pt x="166" y="226"/>
                    <a:pt x="166" y="226"/>
                    <a:pt x="166" y="226"/>
                  </a:cubicBezTo>
                  <a:cubicBezTo>
                    <a:pt x="149" y="221"/>
                    <a:pt x="149" y="221"/>
                    <a:pt x="149" y="221"/>
                  </a:cubicBezTo>
                  <a:cubicBezTo>
                    <a:pt x="142" y="218"/>
                    <a:pt x="138" y="215"/>
                    <a:pt x="137" y="210"/>
                  </a:cubicBezTo>
                  <a:cubicBezTo>
                    <a:pt x="133" y="200"/>
                    <a:pt x="132" y="190"/>
                    <a:pt x="132" y="181"/>
                  </a:cubicBezTo>
                  <a:cubicBezTo>
                    <a:pt x="130" y="184"/>
                    <a:pt x="127" y="185"/>
                    <a:pt x="124" y="185"/>
                  </a:cubicBezTo>
                  <a:cubicBezTo>
                    <a:pt x="111" y="182"/>
                    <a:pt x="111" y="182"/>
                    <a:pt x="111" y="182"/>
                  </a:cubicBezTo>
                  <a:cubicBezTo>
                    <a:pt x="103" y="176"/>
                    <a:pt x="103" y="176"/>
                    <a:pt x="103" y="176"/>
                  </a:cubicBezTo>
                  <a:cubicBezTo>
                    <a:pt x="92" y="173"/>
                    <a:pt x="92" y="173"/>
                    <a:pt x="92" y="173"/>
                  </a:cubicBezTo>
                  <a:cubicBezTo>
                    <a:pt x="88" y="173"/>
                    <a:pt x="88" y="173"/>
                    <a:pt x="88" y="173"/>
                  </a:cubicBezTo>
                  <a:cubicBezTo>
                    <a:pt x="84" y="173"/>
                    <a:pt x="81" y="172"/>
                    <a:pt x="78" y="170"/>
                  </a:cubicBezTo>
                  <a:cubicBezTo>
                    <a:pt x="75" y="167"/>
                    <a:pt x="73" y="165"/>
                    <a:pt x="72" y="163"/>
                  </a:cubicBezTo>
                  <a:cubicBezTo>
                    <a:pt x="71" y="158"/>
                    <a:pt x="72" y="155"/>
                    <a:pt x="77" y="152"/>
                  </a:cubicBezTo>
                  <a:cubicBezTo>
                    <a:pt x="81" y="149"/>
                    <a:pt x="86" y="144"/>
                    <a:pt x="90" y="138"/>
                  </a:cubicBezTo>
                  <a:cubicBezTo>
                    <a:pt x="86" y="132"/>
                    <a:pt x="84" y="127"/>
                    <a:pt x="86" y="121"/>
                  </a:cubicBezTo>
                  <a:cubicBezTo>
                    <a:pt x="86" y="121"/>
                    <a:pt x="86" y="121"/>
                    <a:pt x="86" y="121"/>
                  </a:cubicBezTo>
                  <a:cubicBezTo>
                    <a:pt x="87" y="118"/>
                    <a:pt x="92" y="115"/>
                    <a:pt x="101" y="112"/>
                  </a:cubicBezTo>
                  <a:cubicBezTo>
                    <a:pt x="101" y="109"/>
                    <a:pt x="103" y="107"/>
                    <a:pt x="104" y="107"/>
                  </a:cubicBezTo>
                  <a:cubicBezTo>
                    <a:pt x="113" y="107"/>
                    <a:pt x="113" y="107"/>
                    <a:pt x="113" y="107"/>
                  </a:cubicBezTo>
                  <a:cubicBezTo>
                    <a:pt x="112" y="106"/>
                    <a:pt x="112" y="106"/>
                    <a:pt x="112" y="106"/>
                  </a:cubicBezTo>
                  <a:cubicBezTo>
                    <a:pt x="106" y="102"/>
                    <a:pt x="104" y="98"/>
                    <a:pt x="107" y="93"/>
                  </a:cubicBezTo>
                  <a:cubicBezTo>
                    <a:pt x="112" y="90"/>
                    <a:pt x="112" y="90"/>
                    <a:pt x="112" y="90"/>
                  </a:cubicBezTo>
                  <a:cubicBezTo>
                    <a:pt x="117" y="88"/>
                    <a:pt x="124" y="88"/>
                    <a:pt x="131" y="92"/>
                  </a:cubicBezTo>
                  <a:cubicBezTo>
                    <a:pt x="145" y="102"/>
                    <a:pt x="145" y="102"/>
                    <a:pt x="145" y="102"/>
                  </a:cubicBezTo>
                  <a:cubicBezTo>
                    <a:pt x="157" y="102"/>
                    <a:pt x="157" y="102"/>
                    <a:pt x="157" y="102"/>
                  </a:cubicBezTo>
                  <a:cubicBezTo>
                    <a:pt x="162" y="105"/>
                    <a:pt x="162" y="105"/>
                    <a:pt x="162" y="105"/>
                  </a:cubicBezTo>
                  <a:cubicBezTo>
                    <a:pt x="163" y="110"/>
                    <a:pt x="163" y="110"/>
                    <a:pt x="163" y="110"/>
                  </a:cubicBezTo>
                  <a:cubicBezTo>
                    <a:pt x="163" y="113"/>
                    <a:pt x="161" y="115"/>
                    <a:pt x="159" y="115"/>
                  </a:cubicBezTo>
                  <a:cubicBezTo>
                    <a:pt x="156" y="115"/>
                    <a:pt x="154" y="118"/>
                    <a:pt x="154" y="122"/>
                  </a:cubicBezTo>
                  <a:cubicBezTo>
                    <a:pt x="160" y="136"/>
                    <a:pt x="160" y="136"/>
                    <a:pt x="160" y="136"/>
                  </a:cubicBezTo>
                  <a:cubicBezTo>
                    <a:pt x="163" y="131"/>
                    <a:pt x="167" y="128"/>
                    <a:pt x="171" y="127"/>
                  </a:cubicBezTo>
                  <a:cubicBezTo>
                    <a:pt x="172" y="127"/>
                    <a:pt x="175" y="129"/>
                    <a:pt x="177" y="131"/>
                  </a:cubicBezTo>
                  <a:cubicBezTo>
                    <a:pt x="179" y="134"/>
                    <a:pt x="180" y="139"/>
                    <a:pt x="182" y="145"/>
                  </a:cubicBezTo>
                  <a:cubicBezTo>
                    <a:pt x="182" y="152"/>
                    <a:pt x="184" y="157"/>
                    <a:pt x="186" y="160"/>
                  </a:cubicBezTo>
                  <a:cubicBezTo>
                    <a:pt x="191" y="167"/>
                    <a:pt x="191" y="167"/>
                    <a:pt x="191" y="167"/>
                  </a:cubicBezTo>
                  <a:cubicBezTo>
                    <a:pt x="198" y="176"/>
                    <a:pt x="202" y="183"/>
                    <a:pt x="203" y="188"/>
                  </a:cubicBezTo>
                  <a:cubicBezTo>
                    <a:pt x="227" y="185"/>
                    <a:pt x="227" y="185"/>
                    <a:pt x="227" y="185"/>
                  </a:cubicBezTo>
                  <a:cubicBezTo>
                    <a:pt x="237" y="179"/>
                    <a:pt x="237" y="179"/>
                    <a:pt x="237" y="179"/>
                  </a:cubicBezTo>
                  <a:cubicBezTo>
                    <a:pt x="247" y="167"/>
                    <a:pt x="247" y="167"/>
                    <a:pt x="247" y="167"/>
                  </a:cubicBezTo>
                  <a:cubicBezTo>
                    <a:pt x="251" y="156"/>
                    <a:pt x="251" y="156"/>
                    <a:pt x="251" y="156"/>
                  </a:cubicBezTo>
                  <a:cubicBezTo>
                    <a:pt x="251" y="155"/>
                    <a:pt x="251" y="155"/>
                    <a:pt x="251" y="155"/>
                  </a:cubicBezTo>
                  <a:cubicBezTo>
                    <a:pt x="251" y="155"/>
                    <a:pt x="251" y="155"/>
                    <a:pt x="251" y="155"/>
                  </a:cubicBezTo>
                  <a:cubicBezTo>
                    <a:pt x="254" y="142"/>
                    <a:pt x="254" y="142"/>
                    <a:pt x="254" y="142"/>
                  </a:cubicBezTo>
                  <a:cubicBezTo>
                    <a:pt x="254" y="142"/>
                    <a:pt x="254" y="142"/>
                    <a:pt x="254" y="142"/>
                  </a:cubicBezTo>
                  <a:cubicBezTo>
                    <a:pt x="255" y="141"/>
                    <a:pt x="255" y="141"/>
                    <a:pt x="255" y="141"/>
                  </a:cubicBezTo>
                  <a:cubicBezTo>
                    <a:pt x="256" y="141"/>
                    <a:pt x="256" y="141"/>
                    <a:pt x="256" y="141"/>
                  </a:cubicBezTo>
                  <a:cubicBezTo>
                    <a:pt x="265" y="135"/>
                    <a:pt x="265" y="135"/>
                    <a:pt x="265" y="135"/>
                  </a:cubicBezTo>
                  <a:cubicBezTo>
                    <a:pt x="267" y="133"/>
                    <a:pt x="267" y="133"/>
                    <a:pt x="267" y="133"/>
                  </a:cubicBezTo>
                  <a:cubicBezTo>
                    <a:pt x="266" y="133"/>
                    <a:pt x="266" y="133"/>
                    <a:pt x="266" y="133"/>
                  </a:cubicBezTo>
                  <a:cubicBezTo>
                    <a:pt x="251" y="128"/>
                    <a:pt x="251" y="128"/>
                    <a:pt x="251" y="128"/>
                  </a:cubicBezTo>
                  <a:cubicBezTo>
                    <a:pt x="250" y="128"/>
                    <a:pt x="250" y="128"/>
                    <a:pt x="250" y="128"/>
                  </a:cubicBezTo>
                  <a:cubicBezTo>
                    <a:pt x="250" y="127"/>
                    <a:pt x="250" y="127"/>
                    <a:pt x="250" y="127"/>
                  </a:cubicBezTo>
                  <a:cubicBezTo>
                    <a:pt x="247" y="118"/>
                    <a:pt x="247" y="118"/>
                    <a:pt x="247" y="118"/>
                  </a:cubicBezTo>
                  <a:lnTo>
                    <a:pt x="245" y="115"/>
                  </a:lnTo>
                  <a:close/>
                </a:path>
              </a:pathLst>
            </a:custGeom>
            <a:grpFill/>
            <a:ln>
              <a:noFill/>
            </a:ln>
          </p:spPr>
          <p:txBody>
            <a:bodyPr vert="horz" wrap="square" lIns="91440" tIns="45720" rIns="91440" bIns="45720" numCol="1" anchor="t" anchorCtr="0" compatLnSpc="1"/>
            <a:lstStyle/>
            <a:p>
              <a:endParaRPr lang="zh-CN" altLang="en-US"/>
            </a:p>
          </p:txBody>
        </p:sp>
        <p:sp>
          <p:nvSpPr>
            <p:cNvPr id="73" name="Freeform 35"/>
            <p:cNvSpPr/>
            <p:nvPr/>
          </p:nvSpPr>
          <p:spPr bwMode="auto">
            <a:xfrm>
              <a:off x="4318191" y="3943922"/>
              <a:ext cx="138112" cy="336550"/>
            </a:xfrm>
            <a:custGeom>
              <a:avLst/>
              <a:gdLst>
                <a:gd name="T0" fmla="*/ 61 w 80"/>
                <a:gd name="T1" fmla="*/ 0 h 194"/>
                <a:gd name="T2" fmla="*/ 18 w 80"/>
                <a:gd name="T3" fmla="*/ 52 h 194"/>
                <a:gd name="T4" fmla="*/ 0 w 80"/>
                <a:gd name="T5" fmla="*/ 82 h 194"/>
                <a:gd name="T6" fmla="*/ 4 w 80"/>
                <a:gd name="T7" fmla="*/ 115 h 194"/>
                <a:gd name="T8" fmla="*/ 4 w 80"/>
                <a:gd name="T9" fmla="*/ 116 h 194"/>
                <a:gd name="T10" fmla="*/ 4 w 80"/>
                <a:gd name="T11" fmla="*/ 116 h 194"/>
                <a:gd name="T12" fmla="*/ 1 w 80"/>
                <a:gd name="T13" fmla="*/ 139 h 194"/>
                <a:gd name="T14" fmla="*/ 3 w 80"/>
                <a:gd name="T15" fmla="*/ 152 h 194"/>
                <a:gd name="T16" fmla="*/ 28 w 80"/>
                <a:gd name="T17" fmla="*/ 169 h 194"/>
                <a:gd name="T18" fmla="*/ 28 w 80"/>
                <a:gd name="T19" fmla="*/ 169 h 194"/>
                <a:gd name="T20" fmla="*/ 29 w 80"/>
                <a:gd name="T21" fmla="*/ 169 h 194"/>
                <a:gd name="T22" fmla="*/ 29 w 80"/>
                <a:gd name="T23" fmla="*/ 171 h 194"/>
                <a:gd name="T24" fmla="*/ 29 w 80"/>
                <a:gd name="T25" fmla="*/ 171 h 194"/>
                <a:gd name="T26" fmla="*/ 39 w 80"/>
                <a:gd name="T27" fmla="*/ 187 h 194"/>
                <a:gd name="T28" fmla="*/ 47 w 80"/>
                <a:gd name="T29" fmla="*/ 194 h 194"/>
                <a:gd name="T30" fmla="*/ 51 w 80"/>
                <a:gd name="T31" fmla="*/ 154 h 194"/>
                <a:gd name="T32" fmla="*/ 51 w 80"/>
                <a:gd name="T33" fmla="*/ 152 h 194"/>
                <a:gd name="T34" fmla="*/ 68 w 80"/>
                <a:gd name="T35" fmla="*/ 110 h 194"/>
                <a:gd name="T36" fmla="*/ 74 w 80"/>
                <a:gd name="T37" fmla="*/ 60 h 194"/>
                <a:gd name="T38" fmla="*/ 74 w 80"/>
                <a:gd name="T39" fmla="*/ 59 h 194"/>
                <a:gd name="T40" fmla="*/ 75 w 80"/>
                <a:gd name="T41" fmla="*/ 58 h 194"/>
                <a:gd name="T42" fmla="*/ 80 w 80"/>
                <a:gd name="T43" fmla="*/ 45 h 194"/>
                <a:gd name="T44" fmla="*/ 76 w 80"/>
                <a:gd name="T45" fmla="*/ 34 h 194"/>
                <a:gd name="T46" fmla="*/ 76 w 80"/>
                <a:gd name="T47" fmla="*/ 33 h 194"/>
                <a:gd name="T48" fmla="*/ 75 w 80"/>
                <a:gd name="T49" fmla="*/ 33 h 194"/>
                <a:gd name="T50" fmla="*/ 74 w 80"/>
                <a:gd name="T51" fmla="*/ 17 h 194"/>
                <a:gd name="T52" fmla="*/ 75 w 80"/>
                <a:gd name="T53" fmla="*/ 17 h 194"/>
                <a:gd name="T54" fmla="*/ 75 w 80"/>
                <a:gd name="T55" fmla="*/ 16 h 194"/>
                <a:gd name="T56" fmla="*/ 79 w 80"/>
                <a:gd name="T57" fmla="*/ 12 h 194"/>
                <a:gd name="T58" fmla="*/ 80 w 80"/>
                <a:gd name="T59" fmla="*/ 8 h 194"/>
                <a:gd name="T60" fmla="*/ 61 w 80"/>
                <a:gd name="T61"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0" h="194">
                  <a:moveTo>
                    <a:pt x="61" y="0"/>
                  </a:moveTo>
                  <a:cubicBezTo>
                    <a:pt x="41" y="13"/>
                    <a:pt x="28" y="31"/>
                    <a:pt x="18" y="52"/>
                  </a:cubicBezTo>
                  <a:cubicBezTo>
                    <a:pt x="11" y="71"/>
                    <a:pt x="4" y="80"/>
                    <a:pt x="0" y="82"/>
                  </a:cubicBezTo>
                  <a:cubicBezTo>
                    <a:pt x="4" y="115"/>
                    <a:pt x="4" y="115"/>
                    <a:pt x="4" y="115"/>
                  </a:cubicBezTo>
                  <a:cubicBezTo>
                    <a:pt x="4" y="116"/>
                    <a:pt x="4" y="116"/>
                    <a:pt x="4" y="116"/>
                  </a:cubicBezTo>
                  <a:cubicBezTo>
                    <a:pt x="4" y="116"/>
                    <a:pt x="4" y="116"/>
                    <a:pt x="4" y="116"/>
                  </a:cubicBezTo>
                  <a:cubicBezTo>
                    <a:pt x="1" y="139"/>
                    <a:pt x="1" y="139"/>
                    <a:pt x="1" y="139"/>
                  </a:cubicBezTo>
                  <a:cubicBezTo>
                    <a:pt x="0" y="146"/>
                    <a:pt x="1" y="151"/>
                    <a:pt x="3" y="152"/>
                  </a:cubicBezTo>
                  <a:cubicBezTo>
                    <a:pt x="28" y="169"/>
                    <a:pt x="28" y="169"/>
                    <a:pt x="28" y="169"/>
                  </a:cubicBezTo>
                  <a:cubicBezTo>
                    <a:pt x="28" y="169"/>
                    <a:pt x="28" y="169"/>
                    <a:pt x="28" y="169"/>
                  </a:cubicBezTo>
                  <a:cubicBezTo>
                    <a:pt x="29" y="169"/>
                    <a:pt x="29" y="169"/>
                    <a:pt x="29" y="169"/>
                  </a:cubicBezTo>
                  <a:cubicBezTo>
                    <a:pt x="29" y="171"/>
                    <a:pt x="29" y="171"/>
                    <a:pt x="29" y="171"/>
                  </a:cubicBezTo>
                  <a:cubicBezTo>
                    <a:pt x="29" y="171"/>
                    <a:pt x="29" y="171"/>
                    <a:pt x="29" y="171"/>
                  </a:cubicBezTo>
                  <a:cubicBezTo>
                    <a:pt x="31" y="176"/>
                    <a:pt x="34" y="181"/>
                    <a:pt x="39" y="187"/>
                  </a:cubicBezTo>
                  <a:cubicBezTo>
                    <a:pt x="41" y="191"/>
                    <a:pt x="45" y="193"/>
                    <a:pt x="47" y="194"/>
                  </a:cubicBezTo>
                  <a:cubicBezTo>
                    <a:pt x="51" y="154"/>
                    <a:pt x="51" y="154"/>
                    <a:pt x="51" y="154"/>
                  </a:cubicBezTo>
                  <a:cubicBezTo>
                    <a:pt x="51" y="152"/>
                    <a:pt x="51" y="152"/>
                    <a:pt x="51" y="152"/>
                  </a:cubicBezTo>
                  <a:cubicBezTo>
                    <a:pt x="68" y="110"/>
                    <a:pt x="68" y="110"/>
                    <a:pt x="68" y="110"/>
                  </a:cubicBezTo>
                  <a:cubicBezTo>
                    <a:pt x="74" y="60"/>
                    <a:pt x="74" y="60"/>
                    <a:pt x="74" y="60"/>
                  </a:cubicBezTo>
                  <a:cubicBezTo>
                    <a:pt x="74" y="59"/>
                    <a:pt x="74" y="59"/>
                    <a:pt x="74" y="59"/>
                  </a:cubicBezTo>
                  <a:cubicBezTo>
                    <a:pt x="75" y="58"/>
                    <a:pt x="75" y="58"/>
                    <a:pt x="75" y="58"/>
                  </a:cubicBezTo>
                  <a:cubicBezTo>
                    <a:pt x="80" y="45"/>
                    <a:pt x="80" y="45"/>
                    <a:pt x="80" y="45"/>
                  </a:cubicBezTo>
                  <a:cubicBezTo>
                    <a:pt x="76" y="34"/>
                    <a:pt x="76" y="34"/>
                    <a:pt x="76" y="34"/>
                  </a:cubicBezTo>
                  <a:cubicBezTo>
                    <a:pt x="76" y="33"/>
                    <a:pt x="76" y="33"/>
                    <a:pt x="76" y="33"/>
                  </a:cubicBezTo>
                  <a:cubicBezTo>
                    <a:pt x="75" y="33"/>
                    <a:pt x="75" y="33"/>
                    <a:pt x="75" y="33"/>
                  </a:cubicBezTo>
                  <a:cubicBezTo>
                    <a:pt x="74" y="17"/>
                    <a:pt x="74" y="17"/>
                    <a:pt x="74" y="17"/>
                  </a:cubicBezTo>
                  <a:cubicBezTo>
                    <a:pt x="75" y="17"/>
                    <a:pt x="75" y="17"/>
                    <a:pt x="75" y="17"/>
                  </a:cubicBezTo>
                  <a:cubicBezTo>
                    <a:pt x="75" y="16"/>
                    <a:pt x="75" y="16"/>
                    <a:pt x="75" y="16"/>
                  </a:cubicBezTo>
                  <a:cubicBezTo>
                    <a:pt x="79" y="12"/>
                    <a:pt x="79" y="12"/>
                    <a:pt x="79" y="12"/>
                  </a:cubicBezTo>
                  <a:cubicBezTo>
                    <a:pt x="80" y="8"/>
                    <a:pt x="80" y="8"/>
                    <a:pt x="80" y="8"/>
                  </a:cubicBezTo>
                  <a:lnTo>
                    <a:pt x="61" y="0"/>
                  </a:lnTo>
                  <a:close/>
                </a:path>
              </a:pathLst>
            </a:custGeom>
            <a:grpFill/>
            <a:ln>
              <a:noFill/>
            </a:ln>
          </p:spPr>
          <p:txBody>
            <a:bodyPr vert="horz" wrap="square" lIns="91440" tIns="45720" rIns="91440" bIns="45720" numCol="1" anchor="t" anchorCtr="0" compatLnSpc="1"/>
            <a:lstStyle/>
            <a:p>
              <a:endParaRPr lang="zh-CN" altLang="en-US"/>
            </a:p>
          </p:txBody>
        </p:sp>
        <p:sp>
          <p:nvSpPr>
            <p:cNvPr id="74" name="Freeform 36"/>
            <p:cNvSpPr/>
            <p:nvPr/>
          </p:nvSpPr>
          <p:spPr bwMode="auto">
            <a:xfrm>
              <a:off x="3292666" y="4539234"/>
              <a:ext cx="214312" cy="184150"/>
            </a:xfrm>
            <a:custGeom>
              <a:avLst/>
              <a:gdLst>
                <a:gd name="T0" fmla="*/ 56 w 124"/>
                <a:gd name="T1" fmla="*/ 11 h 106"/>
                <a:gd name="T2" fmla="*/ 54 w 124"/>
                <a:gd name="T3" fmla="*/ 14 h 106"/>
                <a:gd name="T4" fmla="*/ 54 w 124"/>
                <a:gd name="T5" fmla="*/ 14 h 106"/>
                <a:gd name="T6" fmla="*/ 54 w 124"/>
                <a:gd name="T7" fmla="*/ 15 h 106"/>
                <a:gd name="T8" fmla="*/ 29 w 124"/>
                <a:gd name="T9" fmla="*/ 22 h 106"/>
                <a:gd name="T10" fmla="*/ 30 w 124"/>
                <a:gd name="T11" fmla="*/ 25 h 106"/>
                <a:gd name="T12" fmla="*/ 38 w 124"/>
                <a:gd name="T13" fmla="*/ 34 h 106"/>
                <a:gd name="T14" fmla="*/ 35 w 124"/>
                <a:gd name="T15" fmla="*/ 34 h 106"/>
                <a:gd name="T16" fmla="*/ 24 w 124"/>
                <a:gd name="T17" fmla="*/ 40 h 106"/>
                <a:gd name="T18" fmla="*/ 6 w 124"/>
                <a:gd name="T19" fmla="*/ 54 h 106"/>
                <a:gd name="T20" fmla="*/ 10 w 124"/>
                <a:gd name="T21" fmla="*/ 95 h 106"/>
                <a:gd name="T22" fmla="*/ 28 w 124"/>
                <a:gd name="T23" fmla="*/ 97 h 106"/>
                <a:gd name="T24" fmla="*/ 29 w 124"/>
                <a:gd name="T25" fmla="*/ 97 h 106"/>
                <a:gd name="T26" fmla="*/ 29 w 124"/>
                <a:gd name="T27" fmla="*/ 97 h 106"/>
                <a:gd name="T28" fmla="*/ 47 w 124"/>
                <a:gd name="T29" fmla="*/ 106 h 106"/>
                <a:gd name="T30" fmla="*/ 66 w 124"/>
                <a:gd name="T31" fmla="*/ 103 h 106"/>
                <a:gd name="T32" fmla="*/ 95 w 124"/>
                <a:gd name="T33" fmla="*/ 80 h 106"/>
                <a:gd name="T34" fmla="*/ 95 w 124"/>
                <a:gd name="T35" fmla="*/ 80 h 106"/>
                <a:gd name="T36" fmla="*/ 97 w 124"/>
                <a:gd name="T37" fmla="*/ 79 h 106"/>
                <a:gd name="T38" fmla="*/ 105 w 124"/>
                <a:gd name="T39" fmla="*/ 76 h 106"/>
                <a:gd name="T40" fmla="*/ 103 w 124"/>
                <a:gd name="T41" fmla="*/ 51 h 106"/>
                <a:gd name="T42" fmla="*/ 103 w 124"/>
                <a:gd name="T43" fmla="*/ 49 h 106"/>
                <a:gd name="T44" fmla="*/ 114 w 124"/>
                <a:gd name="T45" fmla="*/ 34 h 106"/>
                <a:gd name="T46" fmla="*/ 114 w 124"/>
                <a:gd name="T47" fmla="*/ 33 h 106"/>
                <a:gd name="T48" fmla="*/ 114 w 124"/>
                <a:gd name="T49" fmla="*/ 33 h 106"/>
                <a:gd name="T50" fmla="*/ 123 w 124"/>
                <a:gd name="T51" fmla="*/ 26 h 106"/>
                <a:gd name="T52" fmla="*/ 120 w 124"/>
                <a:gd name="T53" fmla="*/ 7 h 106"/>
                <a:gd name="T54" fmla="*/ 112 w 124"/>
                <a:gd name="T55" fmla="*/ 0 h 106"/>
                <a:gd name="T56" fmla="*/ 113 w 124"/>
                <a:gd name="T57" fmla="*/ 9 h 106"/>
                <a:gd name="T58" fmla="*/ 97 w 124"/>
                <a:gd name="T59" fmla="*/ 6 h 106"/>
                <a:gd name="T60" fmla="*/ 89 w 124"/>
                <a:gd name="T61" fmla="*/ 11 h 106"/>
                <a:gd name="T62" fmla="*/ 89 w 124"/>
                <a:gd name="T63" fmla="*/ 11 h 106"/>
                <a:gd name="T64" fmla="*/ 89 w 124"/>
                <a:gd name="T65" fmla="*/ 11 h 106"/>
                <a:gd name="T66" fmla="*/ 56 w 124"/>
                <a:gd name="T67" fmla="*/ 11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06">
                  <a:moveTo>
                    <a:pt x="56" y="11"/>
                  </a:moveTo>
                  <a:cubicBezTo>
                    <a:pt x="54" y="14"/>
                    <a:pt x="54" y="14"/>
                    <a:pt x="54" y="14"/>
                  </a:cubicBezTo>
                  <a:cubicBezTo>
                    <a:pt x="54" y="14"/>
                    <a:pt x="54" y="14"/>
                    <a:pt x="54" y="14"/>
                  </a:cubicBezTo>
                  <a:cubicBezTo>
                    <a:pt x="54" y="15"/>
                    <a:pt x="54" y="15"/>
                    <a:pt x="54" y="15"/>
                  </a:cubicBezTo>
                  <a:cubicBezTo>
                    <a:pt x="29" y="22"/>
                    <a:pt x="29" y="22"/>
                    <a:pt x="29" y="22"/>
                  </a:cubicBezTo>
                  <a:cubicBezTo>
                    <a:pt x="30" y="25"/>
                    <a:pt x="30" y="25"/>
                    <a:pt x="30" y="25"/>
                  </a:cubicBezTo>
                  <a:cubicBezTo>
                    <a:pt x="38" y="34"/>
                    <a:pt x="38" y="34"/>
                    <a:pt x="38" y="34"/>
                  </a:cubicBezTo>
                  <a:cubicBezTo>
                    <a:pt x="37" y="34"/>
                    <a:pt x="36" y="34"/>
                    <a:pt x="35" y="34"/>
                  </a:cubicBezTo>
                  <a:cubicBezTo>
                    <a:pt x="24" y="40"/>
                    <a:pt x="24" y="40"/>
                    <a:pt x="24" y="40"/>
                  </a:cubicBezTo>
                  <a:cubicBezTo>
                    <a:pt x="6" y="54"/>
                    <a:pt x="6" y="54"/>
                    <a:pt x="6" y="54"/>
                  </a:cubicBezTo>
                  <a:cubicBezTo>
                    <a:pt x="0" y="62"/>
                    <a:pt x="1" y="75"/>
                    <a:pt x="10" y="95"/>
                  </a:cubicBezTo>
                  <a:cubicBezTo>
                    <a:pt x="28" y="97"/>
                    <a:pt x="28" y="97"/>
                    <a:pt x="28" y="97"/>
                  </a:cubicBezTo>
                  <a:cubicBezTo>
                    <a:pt x="29" y="97"/>
                    <a:pt x="29" y="97"/>
                    <a:pt x="29" y="97"/>
                  </a:cubicBezTo>
                  <a:cubicBezTo>
                    <a:pt x="29" y="97"/>
                    <a:pt x="29" y="97"/>
                    <a:pt x="29" y="97"/>
                  </a:cubicBezTo>
                  <a:cubicBezTo>
                    <a:pt x="47" y="106"/>
                    <a:pt x="47" y="106"/>
                    <a:pt x="47" y="106"/>
                  </a:cubicBezTo>
                  <a:cubicBezTo>
                    <a:pt x="66" y="103"/>
                    <a:pt x="66" y="103"/>
                    <a:pt x="66" y="103"/>
                  </a:cubicBezTo>
                  <a:cubicBezTo>
                    <a:pt x="74" y="101"/>
                    <a:pt x="83" y="94"/>
                    <a:pt x="95" y="80"/>
                  </a:cubicBezTo>
                  <a:cubicBezTo>
                    <a:pt x="95" y="80"/>
                    <a:pt x="95" y="80"/>
                    <a:pt x="95" y="80"/>
                  </a:cubicBezTo>
                  <a:cubicBezTo>
                    <a:pt x="97" y="79"/>
                    <a:pt x="97" y="79"/>
                    <a:pt x="97" y="79"/>
                  </a:cubicBezTo>
                  <a:cubicBezTo>
                    <a:pt x="105" y="76"/>
                    <a:pt x="105" y="76"/>
                    <a:pt x="105" y="76"/>
                  </a:cubicBezTo>
                  <a:cubicBezTo>
                    <a:pt x="103" y="51"/>
                    <a:pt x="103" y="51"/>
                    <a:pt x="103" y="51"/>
                  </a:cubicBezTo>
                  <a:cubicBezTo>
                    <a:pt x="103" y="49"/>
                    <a:pt x="103" y="49"/>
                    <a:pt x="103" y="49"/>
                  </a:cubicBezTo>
                  <a:cubicBezTo>
                    <a:pt x="114" y="34"/>
                    <a:pt x="114" y="34"/>
                    <a:pt x="114" y="34"/>
                  </a:cubicBezTo>
                  <a:cubicBezTo>
                    <a:pt x="114" y="33"/>
                    <a:pt x="114" y="33"/>
                    <a:pt x="114" y="33"/>
                  </a:cubicBezTo>
                  <a:cubicBezTo>
                    <a:pt x="114" y="33"/>
                    <a:pt x="114" y="33"/>
                    <a:pt x="114" y="33"/>
                  </a:cubicBezTo>
                  <a:cubicBezTo>
                    <a:pt x="123" y="26"/>
                    <a:pt x="123" y="26"/>
                    <a:pt x="123" y="26"/>
                  </a:cubicBezTo>
                  <a:cubicBezTo>
                    <a:pt x="124" y="19"/>
                    <a:pt x="123" y="12"/>
                    <a:pt x="120" y="7"/>
                  </a:cubicBezTo>
                  <a:cubicBezTo>
                    <a:pt x="118" y="2"/>
                    <a:pt x="115" y="0"/>
                    <a:pt x="112" y="0"/>
                  </a:cubicBezTo>
                  <a:cubicBezTo>
                    <a:pt x="113" y="9"/>
                    <a:pt x="113" y="9"/>
                    <a:pt x="113" y="9"/>
                  </a:cubicBezTo>
                  <a:cubicBezTo>
                    <a:pt x="97" y="6"/>
                    <a:pt x="97" y="6"/>
                    <a:pt x="97" y="6"/>
                  </a:cubicBezTo>
                  <a:cubicBezTo>
                    <a:pt x="89" y="11"/>
                    <a:pt x="89" y="11"/>
                    <a:pt x="89" y="11"/>
                  </a:cubicBezTo>
                  <a:cubicBezTo>
                    <a:pt x="89" y="11"/>
                    <a:pt x="89" y="11"/>
                    <a:pt x="89" y="11"/>
                  </a:cubicBezTo>
                  <a:cubicBezTo>
                    <a:pt x="89" y="11"/>
                    <a:pt x="89" y="11"/>
                    <a:pt x="89" y="11"/>
                  </a:cubicBezTo>
                  <a:lnTo>
                    <a:pt x="56" y="11"/>
                  </a:lnTo>
                  <a:close/>
                </a:path>
              </a:pathLst>
            </a:custGeom>
            <a:grpFill/>
            <a:ln>
              <a:noFill/>
            </a:ln>
          </p:spPr>
          <p:txBody>
            <a:bodyPr vert="horz" wrap="square" lIns="91440" tIns="45720" rIns="91440" bIns="45720" numCol="1" anchor="t" anchorCtr="0" compatLnSpc="1"/>
            <a:lstStyle/>
            <a:p>
              <a:endParaRPr lang="zh-CN" altLang="en-US"/>
            </a:p>
          </p:txBody>
        </p:sp>
      </p:grpSp>
      <p:sp>
        <p:nvSpPr>
          <p:cNvPr id="125" name="内容占位符 2"/>
          <p:cNvSpPr txBox="1"/>
          <p:nvPr/>
        </p:nvSpPr>
        <p:spPr>
          <a:xfrm>
            <a:off x="4932042" y="2348880"/>
            <a:ext cx="3816424" cy="3096344"/>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marL="0" indent="0">
              <a:buClr>
                <a:srgbClr val="FF6600"/>
              </a:buClr>
              <a:buSzPct val="70000"/>
              <a:buNone/>
              <a:defRPr/>
            </a:pPr>
            <a:r>
              <a:rPr lang="zh-CN" altLang="en-US" sz="2000" dirty="0">
                <a:solidFill>
                  <a:srgbClr val="FFFFFF"/>
                </a:solidFill>
                <a:latin typeface="华文中宋" panose="02010600040101010101" pitchFamily="2" charset="-122"/>
                <a:ea typeface="华文中宋" panose="02010600040101010101" pitchFamily="2" charset="-122"/>
              </a:rPr>
              <a:t>云南省、甘肃省、广西省、内蒙古、宁夏、陕西省</a:t>
            </a:r>
            <a:endParaRPr lang="en-US" altLang="zh-CN" sz="2000" b="1" dirty="0">
              <a:solidFill>
                <a:srgbClr val="FF6600"/>
              </a:solidFill>
              <a:latin typeface="华文中宋" panose="02010600040101010101" pitchFamily="2" charset="-122"/>
              <a:ea typeface="华文中宋" panose="02010600040101010101" pitchFamily="2" charset="-122"/>
            </a:endParaRPr>
          </a:p>
          <a:p>
            <a:pPr>
              <a:buClr>
                <a:srgbClr val="FF6600"/>
              </a:buClr>
              <a:buSzPct val="70000"/>
              <a:buFont typeface="Wingdings 2" pitchFamily="18" charset="2"/>
              <a:buChar char="î"/>
              <a:defRPr/>
            </a:pPr>
            <a:r>
              <a:rPr lang="zh-CN" altLang="en-US" sz="2000" dirty="0">
                <a:solidFill>
                  <a:schemeClr val="bg1"/>
                </a:solidFill>
                <a:latin typeface="华文中宋" panose="02010600040101010101" pitchFamily="2" charset="-122"/>
                <a:ea typeface="华文中宋" panose="02010600040101010101" pitchFamily="2" charset="-122"/>
              </a:rPr>
              <a:t>互联网网民规模增速都在</a:t>
            </a:r>
            <a:r>
              <a:rPr lang="en-US" altLang="zh-CN" sz="2000" b="1" dirty="0">
                <a:solidFill>
                  <a:srgbClr val="FF6600"/>
                </a:solidFill>
                <a:latin typeface="华文中宋" panose="02010600040101010101" pitchFamily="2" charset="-122"/>
                <a:ea typeface="华文中宋" panose="02010600040101010101" pitchFamily="2" charset="-122"/>
              </a:rPr>
              <a:t>10%</a:t>
            </a:r>
            <a:r>
              <a:rPr lang="zh-CN" altLang="en-US" sz="2000" dirty="0">
                <a:solidFill>
                  <a:schemeClr val="bg1"/>
                </a:solidFill>
                <a:latin typeface="华文中宋" panose="02010600040101010101" pitchFamily="2" charset="-122"/>
                <a:ea typeface="华文中宋" panose="02010600040101010101" pitchFamily="2" charset="-122"/>
              </a:rPr>
              <a:t>左右</a:t>
            </a:r>
            <a:endParaRPr lang="en-US" altLang="zh-CN" sz="2000" dirty="0">
              <a:solidFill>
                <a:schemeClr val="bg1"/>
              </a:solidFill>
              <a:latin typeface="华文中宋" panose="02010600040101010101" pitchFamily="2" charset="-122"/>
              <a:ea typeface="华文中宋" panose="02010600040101010101" pitchFamily="2" charset="-122"/>
            </a:endParaRPr>
          </a:p>
          <a:p>
            <a:pPr>
              <a:buClr>
                <a:srgbClr val="FF6600"/>
              </a:buClr>
              <a:buSzPct val="70000"/>
              <a:buFont typeface="Wingdings 2" pitchFamily="18" charset="2"/>
              <a:buChar char="î"/>
              <a:defRPr/>
            </a:pPr>
            <a:r>
              <a:rPr lang="zh-CN" altLang="en-US" sz="2000" dirty="0">
                <a:solidFill>
                  <a:srgbClr val="FFFFFF"/>
                </a:solidFill>
                <a:latin typeface="华文中宋" panose="02010600040101010101" pitchFamily="2" charset="-122"/>
                <a:ea typeface="华文中宋" panose="02010600040101010101" pitchFamily="2" charset="-122"/>
              </a:rPr>
              <a:t>广告投放增幅在</a:t>
            </a:r>
            <a:r>
              <a:rPr lang="en-US" altLang="zh-CN" sz="2000" b="1" dirty="0">
                <a:solidFill>
                  <a:srgbClr val="FF6600"/>
                </a:solidFill>
                <a:latin typeface="华文中宋" panose="02010600040101010101" pitchFamily="2" charset="-122"/>
                <a:ea typeface="华文中宋" panose="02010600040101010101" pitchFamily="2" charset="-122"/>
              </a:rPr>
              <a:t>100%</a:t>
            </a:r>
            <a:r>
              <a:rPr lang="zh-CN" altLang="en-US" sz="2000" b="1" dirty="0">
                <a:solidFill>
                  <a:srgbClr val="FF6600"/>
                </a:solidFill>
                <a:latin typeface="华文中宋" panose="02010600040101010101" pitchFamily="2" charset="-122"/>
                <a:ea typeface="华文中宋" panose="02010600040101010101" pitchFamily="2" charset="-122"/>
              </a:rPr>
              <a:t>以上</a:t>
            </a:r>
            <a:endParaRPr lang="en-US" altLang="zh-CN" sz="2000" b="1" dirty="0">
              <a:solidFill>
                <a:srgbClr val="FF6600"/>
              </a:solidFill>
              <a:latin typeface="华文中宋" panose="02010600040101010101" pitchFamily="2" charset="-122"/>
              <a:ea typeface="华文中宋" panose="02010600040101010101" pitchFamily="2" charset="-122"/>
            </a:endParaRPr>
          </a:p>
          <a:p>
            <a:pPr marL="0" indent="0">
              <a:buClr>
                <a:srgbClr val="FF6600"/>
              </a:buClr>
              <a:buSzPct val="70000"/>
              <a:buNone/>
              <a:defRPr/>
            </a:pPr>
            <a:endParaRPr lang="en-US" altLang="zh-CN" sz="2000" dirty="0">
              <a:solidFill>
                <a:schemeClr val="bg1"/>
              </a:solidFill>
              <a:latin typeface="华文中宋" panose="02010600040101010101" pitchFamily="2" charset="-122"/>
              <a:ea typeface="华文中宋" panose="02010600040101010101" pitchFamily="2" charset="-122"/>
            </a:endParaRPr>
          </a:p>
          <a:p>
            <a:pPr>
              <a:buClr>
                <a:srgbClr val="FF6600"/>
              </a:buClr>
              <a:buSzPct val="70000"/>
              <a:buFont typeface="Wingdings 2" pitchFamily="18" charset="2"/>
              <a:buChar char=""/>
              <a:defRPr/>
            </a:pPr>
            <a:endParaRPr lang="en-US" altLang="zh-CN" sz="2000" noProof="0" dirty="0">
              <a:solidFill>
                <a:srgbClr val="FFFFFF"/>
              </a:solidFill>
              <a:latin typeface="华文中宋" panose="02010600040101010101" pitchFamily="2" charset="-122"/>
              <a:ea typeface="华文中宋" panose="02010600040101010101" pitchFamily="2" charset="-122"/>
            </a:endParaRPr>
          </a:p>
        </p:txBody>
      </p:sp>
      <p:sp>
        <p:nvSpPr>
          <p:cNvPr id="37" name="矩形 36"/>
          <p:cNvSpPr/>
          <p:nvPr/>
        </p:nvSpPr>
        <p:spPr>
          <a:xfrm>
            <a:off x="85012" y="6481502"/>
            <a:ext cx="8951489" cy="259045"/>
          </a:xfrm>
          <a:prstGeom prst="rect">
            <a:avLst/>
          </a:prstGeom>
        </p:spPr>
        <p:txBody>
          <a:bodyPr wrap="none">
            <a:spAutoFit/>
          </a:bodyPr>
          <a:lstStyle/>
          <a:p>
            <a:pPr algn="r" latinLnBrk="1">
              <a:lnSpc>
                <a:spcPts val="1300"/>
              </a:lnSpc>
            </a:pPr>
            <a:r>
              <a:rPr lang="zh-CN" altLang="zh-CN" sz="1400" kern="100" dirty="0">
                <a:solidFill>
                  <a:srgbClr val="FFFFFF"/>
                </a:solidFill>
                <a:latin typeface="华文中宋" panose="02010600040101010101" pitchFamily="2" charset="-122"/>
                <a:ea typeface="华文中宋" panose="02010600040101010101" pitchFamily="2" charset="-122"/>
              </a:rPr>
              <a:t>数据来源：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媒介智讯 花费以</a:t>
            </a:r>
            <a:r>
              <a:rPr lang="en-US" altLang="zh-CN" sz="1400" kern="100" dirty="0">
                <a:solidFill>
                  <a:srgbClr val="FFFFFF"/>
                </a:solidFill>
                <a:latin typeface="华文中宋" panose="02010600040101010101" pitchFamily="2" charset="-122"/>
                <a:ea typeface="华文中宋" panose="02010600040101010101" pitchFamily="2" charset="-122"/>
              </a:rPr>
              <a:t>2015</a:t>
            </a:r>
            <a:r>
              <a:rPr lang="zh-CN" altLang="en-US" sz="1400" kern="100" dirty="0">
                <a:solidFill>
                  <a:srgbClr val="FFFFFF"/>
                </a:solidFill>
                <a:latin typeface="华文中宋" panose="02010600040101010101" pitchFamily="2" charset="-122"/>
                <a:ea typeface="华文中宋" panose="02010600040101010101" pitchFamily="2" charset="-122"/>
              </a:rPr>
              <a:t>年全年数据统计 ；</a:t>
            </a:r>
            <a:r>
              <a:rPr lang="en-US" altLang="zh-CN" sz="1400" kern="100" dirty="0">
                <a:solidFill>
                  <a:srgbClr val="FFFFFF"/>
                </a:solidFill>
                <a:latin typeface="华文中宋" panose="02010600040101010101" pitchFamily="2" charset="-122"/>
                <a:ea typeface="华文中宋" panose="02010600040101010101" pitchFamily="2" charset="-122"/>
              </a:rPr>
              <a:t>CNIC《</a:t>
            </a:r>
            <a:r>
              <a:rPr lang="zh-CN" altLang="en-US" sz="1400" kern="100" dirty="0">
                <a:solidFill>
                  <a:srgbClr val="FFFFFF"/>
                </a:solidFill>
                <a:latin typeface="华文中宋" panose="02010600040101010101" pitchFamily="2" charset="-122"/>
                <a:ea typeface="华文中宋" panose="02010600040101010101" pitchFamily="2" charset="-122"/>
              </a:rPr>
              <a:t>中国互联网络发展状况统计报告 </a:t>
            </a:r>
            <a:r>
              <a:rPr lang="en-US" altLang="zh-CN" sz="1400" kern="100" dirty="0">
                <a:solidFill>
                  <a:srgbClr val="FFFFFF"/>
                </a:solidFill>
                <a:latin typeface="华文中宋" panose="02010600040101010101" pitchFamily="2" charset="-122"/>
                <a:ea typeface="华文中宋" panose="02010600040101010101" pitchFamily="2" charset="-122"/>
              </a:rPr>
              <a:t>》2016</a:t>
            </a:r>
            <a:r>
              <a:rPr lang="zh-CN" altLang="en-US" sz="1400" kern="100" dirty="0">
                <a:solidFill>
                  <a:srgbClr val="FFFFFF"/>
                </a:solidFill>
                <a:latin typeface="华文中宋" panose="02010600040101010101" pitchFamily="2" charset="-122"/>
                <a:ea typeface="华文中宋" panose="02010600040101010101" pitchFamily="2" charset="-122"/>
              </a:rPr>
              <a:t>年</a:t>
            </a:r>
            <a:r>
              <a:rPr lang="en-US" altLang="zh-CN" sz="1400" kern="100" dirty="0">
                <a:solidFill>
                  <a:srgbClr val="FFFFFF"/>
                </a:solidFill>
                <a:latin typeface="华文中宋" panose="02010600040101010101" pitchFamily="2" charset="-122"/>
                <a:ea typeface="华文中宋" panose="02010600040101010101" pitchFamily="2" charset="-122"/>
              </a:rPr>
              <a:t>1</a:t>
            </a:r>
            <a:r>
              <a:rPr lang="zh-CN" altLang="en-US" sz="1400" kern="100" dirty="0">
                <a:solidFill>
                  <a:srgbClr val="FFFFFF"/>
                </a:solidFill>
                <a:latin typeface="华文中宋" panose="02010600040101010101" pitchFamily="2" charset="-122"/>
                <a:ea typeface="华文中宋" panose="02010600040101010101" pitchFamily="2" charset="-122"/>
              </a:rPr>
              <a:t>月</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a:spLocks/>
          </p:cNvSpPr>
          <p:nvPr/>
        </p:nvSpPr>
        <p:spPr>
          <a:xfrm>
            <a:off x="417736" y="260648"/>
            <a:ext cx="8690768" cy="480131"/>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a:t>
            </a:r>
            <a:r>
              <a:rPr lang="zh-CN" altLang="en-US" b="1" dirty="0">
                <a:solidFill>
                  <a:srgbClr val="FFFFFF"/>
                </a:solidFill>
                <a:latin typeface="Arial Black"/>
                <a:ea typeface="微软雅黑"/>
              </a:rPr>
              <a:t>商购</a:t>
            </a:r>
            <a:r>
              <a:rPr lang="zh-CN" altLang="en-US" b="1" dirty="0" smtClean="0">
                <a:solidFill>
                  <a:srgbClr val="FFFFFF"/>
                </a:solidFill>
                <a:latin typeface="Arial Black"/>
                <a:ea typeface="微软雅黑"/>
              </a:rPr>
              <a:t>物占整体广告花费四成</a:t>
            </a:r>
            <a:endParaRPr lang="zh-CN" altLang="en-US" b="1" dirty="0">
              <a:solidFill>
                <a:srgbClr val="FFFFFF"/>
              </a:solidFill>
              <a:latin typeface="Arial Black"/>
              <a:ea typeface="微软雅黑"/>
            </a:endParaRPr>
          </a:p>
        </p:txBody>
      </p:sp>
      <p:sp>
        <p:nvSpPr>
          <p:cNvPr id="10" name="矩形 9"/>
          <p:cNvSpPr/>
          <p:nvPr/>
        </p:nvSpPr>
        <p:spPr>
          <a:xfrm>
            <a:off x="2260287" y="6481502"/>
            <a:ext cx="6776214" cy="259045"/>
          </a:xfrm>
          <a:prstGeom prst="rect">
            <a:avLst/>
          </a:prstGeom>
        </p:spPr>
        <p:txBody>
          <a:bodyPr wrap="none">
            <a:spAutoFit/>
          </a:bodyPr>
          <a:lstStyle/>
          <a:p>
            <a:pPr algn="r" latinLnBrk="1">
              <a:lnSpc>
                <a:spcPts val="1300"/>
              </a:lnSpc>
            </a:pPr>
            <a:r>
              <a:rPr lang="zh-CN" altLang="zh-CN" sz="1400" kern="100" dirty="0">
                <a:solidFill>
                  <a:srgbClr val="FFFFFF"/>
                </a:solidFill>
                <a:latin typeface="华文中宋" panose="02010600040101010101" pitchFamily="2" charset="-122"/>
                <a:ea typeface="华文中宋" panose="02010600040101010101" pitchFamily="2" charset="-122"/>
              </a:rPr>
              <a:t>数据来源：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1" name="TextBox 10"/>
          <p:cNvSpPr txBox="1"/>
          <p:nvPr/>
        </p:nvSpPr>
        <p:spPr>
          <a:xfrm>
            <a:off x="1115616" y="1916832"/>
            <a:ext cx="6768752"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a:solidFill>
                  <a:sysClr val="windowText" lastClr="000000"/>
                </a:solidFill>
              </a:rPr>
              <a:t>年广告花费占</a:t>
            </a:r>
            <a:r>
              <a:rPr lang="zh-CN" altLang="en-US" dirty="0" smtClean="0">
                <a:solidFill>
                  <a:sysClr val="windowText" lastClr="000000"/>
                </a:solidFill>
              </a:rPr>
              <a:t>比前三位的互联网企业类别</a:t>
            </a:r>
            <a:endParaRPr lang="en-US" altLang="zh-CN" dirty="0">
              <a:solidFill>
                <a:sysClr val="windowText" lastClr="000000"/>
              </a:solidFill>
            </a:endParaRPr>
          </a:p>
        </p:txBody>
      </p:sp>
      <p:sp>
        <p:nvSpPr>
          <p:cNvPr id="8" name="KSO_Shape"/>
          <p:cNvSpPr>
            <a:spLocks/>
          </p:cNvSpPr>
          <p:nvPr/>
        </p:nvSpPr>
        <p:spPr bwMode="auto">
          <a:xfrm>
            <a:off x="1200844" y="3104877"/>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2" name="KSO_Shape"/>
          <p:cNvSpPr>
            <a:spLocks/>
          </p:cNvSpPr>
          <p:nvPr/>
        </p:nvSpPr>
        <p:spPr bwMode="auto">
          <a:xfrm>
            <a:off x="3920629" y="3060501"/>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3" name="KSO_Shape"/>
          <p:cNvSpPr>
            <a:spLocks/>
          </p:cNvSpPr>
          <p:nvPr/>
        </p:nvSpPr>
        <p:spPr bwMode="auto">
          <a:xfrm>
            <a:off x="6673452" y="3176885"/>
            <a:ext cx="1210916" cy="900187"/>
          </a:xfrm>
          <a:custGeom>
            <a:avLst/>
            <a:gdLst>
              <a:gd name="T0" fmla="*/ 2147483646 w 5237"/>
              <a:gd name="T1" fmla="*/ 2147483646 h 5256"/>
              <a:gd name="T2" fmla="*/ 2147483646 w 5237"/>
              <a:gd name="T3" fmla="*/ 2147483646 h 5256"/>
              <a:gd name="T4" fmla="*/ 2147483646 w 5237"/>
              <a:gd name="T5" fmla="*/ 2147483646 h 5256"/>
              <a:gd name="T6" fmla="*/ 2147483646 w 5237"/>
              <a:gd name="T7" fmla="*/ 2147483646 h 5256"/>
              <a:gd name="T8" fmla="*/ 2147483646 w 5237"/>
              <a:gd name="T9" fmla="*/ 2147483646 h 5256"/>
              <a:gd name="T10" fmla="*/ 2147483646 w 5237"/>
              <a:gd name="T11" fmla="*/ 2147483646 h 5256"/>
              <a:gd name="T12" fmla="*/ 2147483646 w 5237"/>
              <a:gd name="T13" fmla="*/ 2147483646 h 5256"/>
              <a:gd name="T14" fmla="*/ 2147483646 w 5237"/>
              <a:gd name="T15" fmla="*/ 2147483646 h 5256"/>
              <a:gd name="T16" fmla="*/ 2147483646 w 5237"/>
              <a:gd name="T17" fmla="*/ 2147483646 h 5256"/>
              <a:gd name="T18" fmla="*/ 2147483646 w 5237"/>
              <a:gd name="T19" fmla="*/ 2147483646 h 5256"/>
              <a:gd name="T20" fmla="*/ 2147483646 w 5237"/>
              <a:gd name="T21" fmla="*/ 2147483646 h 5256"/>
              <a:gd name="T22" fmla="*/ 2147483646 w 5237"/>
              <a:gd name="T23" fmla="*/ 2147483646 h 5256"/>
              <a:gd name="T24" fmla="*/ 2147483646 w 5237"/>
              <a:gd name="T25" fmla="*/ 2147483646 h 5256"/>
              <a:gd name="T26" fmla="*/ 2147483646 w 5237"/>
              <a:gd name="T27" fmla="*/ 2147483646 h 5256"/>
              <a:gd name="T28" fmla="*/ 2147483646 w 5237"/>
              <a:gd name="T29" fmla="*/ 2147483646 h 5256"/>
              <a:gd name="T30" fmla="*/ 2147483646 w 5237"/>
              <a:gd name="T31" fmla="*/ 2147483646 h 5256"/>
              <a:gd name="T32" fmla="*/ 2147483646 w 5237"/>
              <a:gd name="T33" fmla="*/ 2147483646 h 5256"/>
              <a:gd name="T34" fmla="*/ 2147483646 w 5237"/>
              <a:gd name="T35" fmla="*/ 2147483646 h 5256"/>
              <a:gd name="T36" fmla="*/ 2147483646 w 5237"/>
              <a:gd name="T37" fmla="*/ 2147483646 h 5256"/>
              <a:gd name="T38" fmla="*/ 2147483646 w 5237"/>
              <a:gd name="T39" fmla="*/ 2147483646 h 5256"/>
              <a:gd name="T40" fmla="*/ 2147483646 w 5237"/>
              <a:gd name="T41" fmla="*/ 2147483646 h 5256"/>
              <a:gd name="T42" fmla="*/ 2147483646 w 5237"/>
              <a:gd name="T43" fmla="*/ 2147483646 h 5256"/>
              <a:gd name="T44" fmla="*/ 0 w 5237"/>
              <a:gd name="T45" fmla="*/ 2147483646 h 5256"/>
              <a:gd name="T46" fmla="*/ 2147483646 w 5237"/>
              <a:gd name="T47" fmla="*/ 2147483646 h 5256"/>
              <a:gd name="T48" fmla="*/ 2147483646 w 5237"/>
              <a:gd name="T49" fmla="*/ 2147483646 h 5256"/>
              <a:gd name="T50" fmla="*/ 2147483646 w 5237"/>
              <a:gd name="T51" fmla="*/ 2147483646 h 5256"/>
              <a:gd name="T52" fmla="*/ 2147483646 w 5237"/>
              <a:gd name="T53" fmla="*/ 2147483646 h 5256"/>
              <a:gd name="T54" fmla="*/ 2147483646 w 5237"/>
              <a:gd name="T55" fmla="*/ 2147483646 h 5256"/>
              <a:gd name="T56" fmla="*/ 2147483646 w 5237"/>
              <a:gd name="T57" fmla="*/ 2147483646 h 5256"/>
              <a:gd name="T58" fmla="*/ 2147483646 w 5237"/>
              <a:gd name="T59" fmla="*/ 2147483646 h 5256"/>
              <a:gd name="T60" fmla="*/ 2147483646 w 5237"/>
              <a:gd name="T61" fmla="*/ 2147483646 h 5256"/>
              <a:gd name="T62" fmla="*/ 2147483646 w 5237"/>
              <a:gd name="T63" fmla="*/ 2147483646 h 5256"/>
              <a:gd name="T64" fmla="*/ 2147483646 w 5237"/>
              <a:gd name="T65" fmla="*/ 2147483646 h 5256"/>
              <a:gd name="T66" fmla="*/ 2147483646 w 5237"/>
              <a:gd name="T67" fmla="*/ 2147483646 h 5256"/>
              <a:gd name="T68" fmla="*/ 2147483646 w 5237"/>
              <a:gd name="T69" fmla="*/ 2147483646 h 5256"/>
              <a:gd name="T70" fmla="*/ 2147483646 w 5237"/>
              <a:gd name="T71" fmla="*/ 2147483646 h 5256"/>
              <a:gd name="T72" fmla="*/ 2147483646 w 5237"/>
              <a:gd name="T73" fmla="*/ 2147483646 h 5256"/>
              <a:gd name="T74" fmla="*/ 2147483646 w 5237"/>
              <a:gd name="T75" fmla="*/ 0 h 5256"/>
              <a:gd name="T76" fmla="*/ 2147483646 w 5237"/>
              <a:gd name="T77" fmla="*/ 2147483646 h 5256"/>
              <a:gd name="T78" fmla="*/ 2147483646 w 5237"/>
              <a:gd name="T79" fmla="*/ 2147483646 h 5256"/>
              <a:gd name="T80" fmla="*/ 2147483646 w 5237"/>
              <a:gd name="T81" fmla="*/ 2147483646 h 5256"/>
              <a:gd name="T82" fmla="*/ 2147483646 w 5237"/>
              <a:gd name="T83" fmla="*/ 2147483646 h 5256"/>
              <a:gd name="T84" fmla="*/ 2147483646 w 5237"/>
              <a:gd name="T85" fmla="*/ 2147483646 h 5256"/>
              <a:gd name="T86" fmla="*/ 2147483646 w 5237"/>
              <a:gd name="T87" fmla="*/ 2147483646 h 5256"/>
              <a:gd name="T88" fmla="*/ 2147483646 w 5237"/>
              <a:gd name="T89" fmla="*/ 2147483646 h 5256"/>
              <a:gd name="T90" fmla="*/ 2147483646 w 5237"/>
              <a:gd name="T91" fmla="*/ 2147483646 h 5256"/>
              <a:gd name="T92" fmla="*/ 2147483646 w 5237"/>
              <a:gd name="T93" fmla="*/ 2147483646 h 5256"/>
              <a:gd name="T94" fmla="*/ 2147483646 w 5237"/>
              <a:gd name="T95" fmla="*/ 2147483646 h 5256"/>
              <a:gd name="T96" fmla="*/ 2147483646 w 5237"/>
              <a:gd name="T97" fmla="*/ 2147483646 h 5256"/>
              <a:gd name="T98" fmla="*/ 2147483646 w 5237"/>
              <a:gd name="T99" fmla="*/ 2147483646 h 5256"/>
              <a:gd name="T100" fmla="*/ 2147483646 w 5237"/>
              <a:gd name="T101" fmla="*/ 2147483646 h 5256"/>
              <a:gd name="T102" fmla="*/ 2147483646 w 5237"/>
              <a:gd name="T103" fmla="*/ 2147483646 h 5256"/>
              <a:gd name="T104" fmla="*/ 2147483646 w 5237"/>
              <a:gd name="T105" fmla="*/ 2147483646 h 5256"/>
              <a:gd name="T106" fmla="*/ 2147483646 w 5237"/>
              <a:gd name="T107" fmla="*/ 2147483646 h 5256"/>
              <a:gd name="T108" fmla="*/ 2147483646 w 5237"/>
              <a:gd name="T109" fmla="*/ 2147483646 h 5256"/>
              <a:gd name="T110" fmla="*/ 2147483646 w 5237"/>
              <a:gd name="T111" fmla="*/ 2147483646 h 5256"/>
              <a:gd name="T112" fmla="*/ 2147483646 w 5237"/>
              <a:gd name="T113" fmla="*/ 2147483646 h 5256"/>
              <a:gd name="T114" fmla="*/ 2147483646 w 5237"/>
              <a:gd name="T115" fmla="*/ 2147483646 h 5256"/>
              <a:gd name="T116" fmla="*/ 2147483646 w 5237"/>
              <a:gd name="T117" fmla="*/ 2147483646 h 5256"/>
              <a:gd name="T118" fmla="*/ 2147483646 w 5237"/>
              <a:gd name="T119" fmla="*/ 2147483646 h 52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37" h="5256">
                <a:moveTo>
                  <a:pt x="5027" y="2864"/>
                </a:moveTo>
                <a:lnTo>
                  <a:pt x="5027" y="2864"/>
                </a:lnTo>
                <a:lnTo>
                  <a:pt x="5021" y="2797"/>
                </a:lnTo>
                <a:lnTo>
                  <a:pt x="5014" y="2730"/>
                </a:lnTo>
                <a:lnTo>
                  <a:pt x="5004" y="2662"/>
                </a:lnTo>
                <a:lnTo>
                  <a:pt x="4992" y="2595"/>
                </a:lnTo>
                <a:lnTo>
                  <a:pt x="4981" y="2546"/>
                </a:lnTo>
                <a:lnTo>
                  <a:pt x="4969" y="2497"/>
                </a:lnTo>
                <a:lnTo>
                  <a:pt x="4957" y="2448"/>
                </a:lnTo>
                <a:lnTo>
                  <a:pt x="4942" y="2400"/>
                </a:lnTo>
                <a:lnTo>
                  <a:pt x="4927" y="2353"/>
                </a:lnTo>
                <a:lnTo>
                  <a:pt x="4910" y="2306"/>
                </a:lnTo>
                <a:lnTo>
                  <a:pt x="4893" y="2259"/>
                </a:lnTo>
                <a:lnTo>
                  <a:pt x="4874" y="2213"/>
                </a:lnTo>
                <a:lnTo>
                  <a:pt x="4884" y="2209"/>
                </a:lnTo>
                <a:lnTo>
                  <a:pt x="4893" y="2206"/>
                </a:lnTo>
                <a:lnTo>
                  <a:pt x="4902" y="2200"/>
                </a:lnTo>
                <a:lnTo>
                  <a:pt x="4909" y="2196"/>
                </a:lnTo>
                <a:lnTo>
                  <a:pt x="4916" y="2189"/>
                </a:lnTo>
                <a:lnTo>
                  <a:pt x="4922" y="2184"/>
                </a:lnTo>
                <a:lnTo>
                  <a:pt x="4928" y="2178"/>
                </a:lnTo>
                <a:lnTo>
                  <a:pt x="4933" y="2171"/>
                </a:lnTo>
                <a:lnTo>
                  <a:pt x="4938" y="2163"/>
                </a:lnTo>
                <a:lnTo>
                  <a:pt x="4941" y="2156"/>
                </a:lnTo>
                <a:lnTo>
                  <a:pt x="4943" y="2149"/>
                </a:lnTo>
                <a:lnTo>
                  <a:pt x="4945" y="2142"/>
                </a:lnTo>
                <a:lnTo>
                  <a:pt x="4946" y="2134"/>
                </a:lnTo>
                <a:lnTo>
                  <a:pt x="4947" y="2125"/>
                </a:lnTo>
                <a:lnTo>
                  <a:pt x="4947" y="2118"/>
                </a:lnTo>
                <a:lnTo>
                  <a:pt x="4946" y="2110"/>
                </a:lnTo>
                <a:lnTo>
                  <a:pt x="4945" y="2103"/>
                </a:lnTo>
                <a:lnTo>
                  <a:pt x="4943" y="2095"/>
                </a:lnTo>
                <a:lnTo>
                  <a:pt x="4941" y="2088"/>
                </a:lnTo>
                <a:lnTo>
                  <a:pt x="4936" y="2081"/>
                </a:lnTo>
                <a:lnTo>
                  <a:pt x="4933" y="2074"/>
                </a:lnTo>
                <a:lnTo>
                  <a:pt x="4929" y="2068"/>
                </a:lnTo>
                <a:lnTo>
                  <a:pt x="4923" y="2062"/>
                </a:lnTo>
                <a:lnTo>
                  <a:pt x="4917" y="2057"/>
                </a:lnTo>
                <a:lnTo>
                  <a:pt x="4910" y="2051"/>
                </a:lnTo>
                <a:lnTo>
                  <a:pt x="4904" y="2047"/>
                </a:lnTo>
                <a:lnTo>
                  <a:pt x="4895" y="2043"/>
                </a:lnTo>
                <a:lnTo>
                  <a:pt x="4888" y="2040"/>
                </a:lnTo>
                <a:lnTo>
                  <a:pt x="4878" y="2037"/>
                </a:lnTo>
                <a:lnTo>
                  <a:pt x="4869" y="2035"/>
                </a:lnTo>
                <a:lnTo>
                  <a:pt x="4858" y="2034"/>
                </a:lnTo>
                <a:lnTo>
                  <a:pt x="4847" y="2034"/>
                </a:lnTo>
                <a:lnTo>
                  <a:pt x="4840" y="2034"/>
                </a:lnTo>
                <a:lnTo>
                  <a:pt x="4831" y="2033"/>
                </a:lnTo>
                <a:lnTo>
                  <a:pt x="4823" y="2031"/>
                </a:lnTo>
                <a:lnTo>
                  <a:pt x="4817" y="2029"/>
                </a:lnTo>
                <a:lnTo>
                  <a:pt x="4809" y="2026"/>
                </a:lnTo>
                <a:lnTo>
                  <a:pt x="4803" y="2023"/>
                </a:lnTo>
                <a:lnTo>
                  <a:pt x="4791" y="2015"/>
                </a:lnTo>
                <a:lnTo>
                  <a:pt x="4781" y="2005"/>
                </a:lnTo>
                <a:lnTo>
                  <a:pt x="4772" y="1994"/>
                </a:lnTo>
                <a:lnTo>
                  <a:pt x="4767" y="1981"/>
                </a:lnTo>
                <a:lnTo>
                  <a:pt x="4763" y="1968"/>
                </a:lnTo>
                <a:lnTo>
                  <a:pt x="4760" y="1954"/>
                </a:lnTo>
                <a:lnTo>
                  <a:pt x="4760" y="1940"/>
                </a:lnTo>
                <a:lnTo>
                  <a:pt x="4764" y="1925"/>
                </a:lnTo>
                <a:lnTo>
                  <a:pt x="4766" y="1919"/>
                </a:lnTo>
                <a:lnTo>
                  <a:pt x="4769" y="1911"/>
                </a:lnTo>
                <a:lnTo>
                  <a:pt x="4773" y="1905"/>
                </a:lnTo>
                <a:lnTo>
                  <a:pt x="4778" y="1898"/>
                </a:lnTo>
                <a:lnTo>
                  <a:pt x="4783" y="1892"/>
                </a:lnTo>
                <a:lnTo>
                  <a:pt x="4790" y="1885"/>
                </a:lnTo>
                <a:lnTo>
                  <a:pt x="4796" y="1880"/>
                </a:lnTo>
                <a:lnTo>
                  <a:pt x="4804" y="1874"/>
                </a:lnTo>
                <a:lnTo>
                  <a:pt x="4813" y="1869"/>
                </a:lnTo>
                <a:lnTo>
                  <a:pt x="4821" y="1863"/>
                </a:lnTo>
                <a:lnTo>
                  <a:pt x="4838" y="1857"/>
                </a:lnTo>
                <a:lnTo>
                  <a:pt x="4855" y="1852"/>
                </a:lnTo>
                <a:lnTo>
                  <a:pt x="4873" y="1847"/>
                </a:lnTo>
                <a:lnTo>
                  <a:pt x="4892" y="1844"/>
                </a:lnTo>
                <a:lnTo>
                  <a:pt x="4910" y="1843"/>
                </a:lnTo>
                <a:lnTo>
                  <a:pt x="4930" y="1843"/>
                </a:lnTo>
                <a:lnTo>
                  <a:pt x="4948" y="1844"/>
                </a:lnTo>
                <a:lnTo>
                  <a:pt x="4967" y="1846"/>
                </a:lnTo>
                <a:lnTo>
                  <a:pt x="4985" y="1848"/>
                </a:lnTo>
                <a:lnTo>
                  <a:pt x="5003" y="1853"/>
                </a:lnTo>
                <a:lnTo>
                  <a:pt x="5019" y="1857"/>
                </a:lnTo>
                <a:lnTo>
                  <a:pt x="5035" y="1861"/>
                </a:lnTo>
                <a:lnTo>
                  <a:pt x="5049" y="1867"/>
                </a:lnTo>
                <a:lnTo>
                  <a:pt x="5064" y="1873"/>
                </a:lnTo>
                <a:lnTo>
                  <a:pt x="5076" y="1880"/>
                </a:lnTo>
                <a:lnTo>
                  <a:pt x="5085" y="1886"/>
                </a:lnTo>
                <a:lnTo>
                  <a:pt x="5098" y="1897"/>
                </a:lnTo>
                <a:lnTo>
                  <a:pt x="5110" y="1907"/>
                </a:lnTo>
                <a:lnTo>
                  <a:pt x="5122" y="1918"/>
                </a:lnTo>
                <a:lnTo>
                  <a:pt x="5133" y="1929"/>
                </a:lnTo>
                <a:lnTo>
                  <a:pt x="5144" y="1940"/>
                </a:lnTo>
                <a:lnTo>
                  <a:pt x="5154" y="1951"/>
                </a:lnTo>
                <a:lnTo>
                  <a:pt x="5164" y="1963"/>
                </a:lnTo>
                <a:lnTo>
                  <a:pt x="5172" y="1975"/>
                </a:lnTo>
                <a:lnTo>
                  <a:pt x="5187" y="2000"/>
                </a:lnTo>
                <a:lnTo>
                  <a:pt x="5201" y="2026"/>
                </a:lnTo>
                <a:lnTo>
                  <a:pt x="5211" y="2054"/>
                </a:lnTo>
                <a:lnTo>
                  <a:pt x="5221" y="2082"/>
                </a:lnTo>
                <a:lnTo>
                  <a:pt x="5228" y="2111"/>
                </a:lnTo>
                <a:lnTo>
                  <a:pt x="5233" y="2141"/>
                </a:lnTo>
                <a:lnTo>
                  <a:pt x="5236" y="2171"/>
                </a:lnTo>
                <a:lnTo>
                  <a:pt x="5237" y="2201"/>
                </a:lnTo>
                <a:lnTo>
                  <a:pt x="5236" y="2233"/>
                </a:lnTo>
                <a:lnTo>
                  <a:pt x="5235" y="2266"/>
                </a:lnTo>
                <a:lnTo>
                  <a:pt x="5232" y="2298"/>
                </a:lnTo>
                <a:lnTo>
                  <a:pt x="5227" y="2331"/>
                </a:lnTo>
                <a:lnTo>
                  <a:pt x="5221" y="2364"/>
                </a:lnTo>
                <a:lnTo>
                  <a:pt x="5214" y="2398"/>
                </a:lnTo>
                <a:lnTo>
                  <a:pt x="5205" y="2432"/>
                </a:lnTo>
                <a:lnTo>
                  <a:pt x="5195" y="2466"/>
                </a:lnTo>
                <a:lnTo>
                  <a:pt x="5184" y="2500"/>
                </a:lnTo>
                <a:lnTo>
                  <a:pt x="5173" y="2534"/>
                </a:lnTo>
                <a:lnTo>
                  <a:pt x="5160" y="2569"/>
                </a:lnTo>
                <a:lnTo>
                  <a:pt x="5147" y="2602"/>
                </a:lnTo>
                <a:lnTo>
                  <a:pt x="5119" y="2670"/>
                </a:lnTo>
                <a:lnTo>
                  <a:pt x="5090" y="2736"/>
                </a:lnTo>
                <a:lnTo>
                  <a:pt x="5058" y="2801"/>
                </a:lnTo>
                <a:lnTo>
                  <a:pt x="5027" y="2864"/>
                </a:lnTo>
                <a:close/>
                <a:moveTo>
                  <a:pt x="4477" y="4081"/>
                </a:moveTo>
                <a:lnTo>
                  <a:pt x="4477" y="4081"/>
                </a:lnTo>
                <a:lnTo>
                  <a:pt x="4476" y="4082"/>
                </a:lnTo>
                <a:lnTo>
                  <a:pt x="4454" y="4114"/>
                </a:lnTo>
                <a:lnTo>
                  <a:pt x="4430" y="4146"/>
                </a:lnTo>
                <a:lnTo>
                  <a:pt x="4406" y="4178"/>
                </a:lnTo>
                <a:lnTo>
                  <a:pt x="4381" y="4209"/>
                </a:lnTo>
                <a:lnTo>
                  <a:pt x="4356" y="4240"/>
                </a:lnTo>
                <a:lnTo>
                  <a:pt x="4330" y="4271"/>
                </a:lnTo>
                <a:lnTo>
                  <a:pt x="4304" y="4301"/>
                </a:lnTo>
                <a:lnTo>
                  <a:pt x="4277" y="4330"/>
                </a:lnTo>
                <a:lnTo>
                  <a:pt x="4240" y="4382"/>
                </a:lnTo>
                <a:lnTo>
                  <a:pt x="4205" y="4429"/>
                </a:lnTo>
                <a:lnTo>
                  <a:pt x="4172" y="4476"/>
                </a:lnTo>
                <a:lnTo>
                  <a:pt x="4141" y="4522"/>
                </a:lnTo>
                <a:lnTo>
                  <a:pt x="4113" y="4565"/>
                </a:lnTo>
                <a:lnTo>
                  <a:pt x="4085" y="4607"/>
                </a:lnTo>
                <a:lnTo>
                  <a:pt x="4038" y="4686"/>
                </a:lnTo>
                <a:lnTo>
                  <a:pt x="3995" y="4759"/>
                </a:lnTo>
                <a:lnTo>
                  <a:pt x="3957" y="4826"/>
                </a:lnTo>
                <a:lnTo>
                  <a:pt x="3893" y="4946"/>
                </a:lnTo>
                <a:lnTo>
                  <a:pt x="3864" y="4998"/>
                </a:lnTo>
                <a:lnTo>
                  <a:pt x="3837" y="5046"/>
                </a:lnTo>
                <a:lnTo>
                  <a:pt x="3808" y="5089"/>
                </a:lnTo>
                <a:lnTo>
                  <a:pt x="3794" y="5110"/>
                </a:lnTo>
                <a:lnTo>
                  <a:pt x="3780" y="5129"/>
                </a:lnTo>
                <a:lnTo>
                  <a:pt x="3765" y="5148"/>
                </a:lnTo>
                <a:lnTo>
                  <a:pt x="3750" y="5165"/>
                </a:lnTo>
                <a:lnTo>
                  <a:pt x="3733" y="5183"/>
                </a:lnTo>
                <a:lnTo>
                  <a:pt x="3716" y="5199"/>
                </a:lnTo>
                <a:lnTo>
                  <a:pt x="3699" y="5214"/>
                </a:lnTo>
                <a:lnTo>
                  <a:pt x="3679" y="5229"/>
                </a:lnTo>
                <a:lnTo>
                  <a:pt x="3659" y="5243"/>
                </a:lnTo>
                <a:lnTo>
                  <a:pt x="3638" y="5256"/>
                </a:lnTo>
                <a:lnTo>
                  <a:pt x="3042" y="5256"/>
                </a:lnTo>
                <a:lnTo>
                  <a:pt x="3048" y="5240"/>
                </a:lnTo>
                <a:lnTo>
                  <a:pt x="3053" y="5221"/>
                </a:lnTo>
                <a:lnTo>
                  <a:pt x="3057" y="5194"/>
                </a:lnTo>
                <a:lnTo>
                  <a:pt x="3062" y="5161"/>
                </a:lnTo>
                <a:lnTo>
                  <a:pt x="3064" y="5142"/>
                </a:lnTo>
                <a:lnTo>
                  <a:pt x="3064" y="5123"/>
                </a:lnTo>
                <a:lnTo>
                  <a:pt x="3064" y="5101"/>
                </a:lnTo>
                <a:lnTo>
                  <a:pt x="3063" y="5078"/>
                </a:lnTo>
                <a:lnTo>
                  <a:pt x="3061" y="5054"/>
                </a:lnTo>
                <a:lnTo>
                  <a:pt x="3056" y="5029"/>
                </a:lnTo>
                <a:lnTo>
                  <a:pt x="3017" y="5038"/>
                </a:lnTo>
                <a:lnTo>
                  <a:pt x="2978" y="5047"/>
                </a:lnTo>
                <a:lnTo>
                  <a:pt x="2922" y="5058"/>
                </a:lnTo>
                <a:lnTo>
                  <a:pt x="2866" y="5066"/>
                </a:lnTo>
                <a:lnTo>
                  <a:pt x="2812" y="5074"/>
                </a:lnTo>
                <a:lnTo>
                  <a:pt x="2756" y="5080"/>
                </a:lnTo>
                <a:lnTo>
                  <a:pt x="2701" y="5086"/>
                </a:lnTo>
                <a:lnTo>
                  <a:pt x="2647" y="5090"/>
                </a:lnTo>
                <a:lnTo>
                  <a:pt x="2592" y="5093"/>
                </a:lnTo>
                <a:lnTo>
                  <a:pt x="2538" y="5094"/>
                </a:lnTo>
                <a:lnTo>
                  <a:pt x="2484" y="5096"/>
                </a:lnTo>
                <a:lnTo>
                  <a:pt x="2429" y="5094"/>
                </a:lnTo>
                <a:lnTo>
                  <a:pt x="2376" y="5092"/>
                </a:lnTo>
                <a:lnTo>
                  <a:pt x="2322" y="5090"/>
                </a:lnTo>
                <a:lnTo>
                  <a:pt x="2269" y="5086"/>
                </a:lnTo>
                <a:lnTo>
                  <a:pt x="2216" y="5080"/>
                </a:lnTo>
                <a:lnTo>
                  <a:pt x="2164" y="5074"/>
                </a:lnTo>
                <a:lnTo>
                  <a:pt x="2112" y="5066"/>
                </a:lnTo>
                <a:lnTo>
                  <a:pt x="2098" y="5094"/>
                </a:lnTo>
                <a:lnTo>
                  <a:pt x="2083" y="5121"/>
                </a:lnTo>
                <a:lnTo>
                  <a:pt x="2066" y="5147"/>
                </a:lnTo>
                <a:lnTo>
                  <a:pt x="2049" y="5172"/>
                </a:lnTo>
                <a:lnTo>
                  <a:pt x="2031" y="5194"/>
                </a:lnTo>
                <a:lnTo>
                  <a:pt x="2013" y="5216"/>
                </a:lnTo>
                <a:lnTo>
                  <a:pt x="1995" y="5237"/>
                </a:lnTo>
                <a:lnTo>
                  <a:pt x="1975" y="5256"/>
                </a:lnTo>
                <a:lnTo>
                  <a:pt x="1377" y="5256"/>
                </a:lnTo>
                <a:lnTo>
                  <a:pt x="1377" y="5202"/>
                </a:lnTo>
                <a:lnTo>
                  <a:pt x="1375" y="5177"/>
                </a:lnTo>
                <a:lnTo>
                  <a:pt x="1373" y="5152"/>
                </a:lnTo>
                <a:lnTo>
                  <a:pt x="1370" y="5126"/>
                </a:lnTo>
                <a:lnTo>
                  <a:pt x="1364" y="5100"/>
                </a:lnTo>
                <a:lnTo>
                  <a:pt x="1358" y="5072"/>
                </a:lnTo>
                <a:lnTo>
                  <a:pt x="1348" y="5041"/>
                </a:lnTo>
                <a:lnTo>
                  <a:pt x="1339" y="5017"/>
                </a:lnTo>
                <a:lnTo>
                  <a:pt x="1327" y="4991"/>
                </a:lnTo>
                <a:lnTo>
                  <a:pt x="1312" y="4963"/>
                </a:lnTo>
                <a:lnTo>
                  <a:pt x="1295" y="4933"/>
                </a:lnTo>
                <a:lnTo>
                  <a:pt x="1275" y="4901"/>
                </a:lnTo>
                <a:lnTo>
                  <a:pt x="1253" y="4868"/>
                </a:lnTo>
                <a:lnTo>
                  <a:pt x="1229" y="4835"/>
                </a:lnTo>
                <a:lnTo>
                  <a:pt x="1204" y="4800"/>
                </a:lnTo>
                <a:lnTo>
                  <a:pt x="1177" y="4765"/>
                </a:lnTo>
                <a:lnTo>
                  <a:pt x="1149" y="4730"/>
                </a:lnTo>
                <a:lnTo>
                  <a:pt x="1120" y="4696"/>
                </a:lnTo>
                <a:lnTo>
                  <a:pt x="1090" y="4662"/>
                </a:lnTo>
                <a:lnTo>
                  <a:pt x="1060" y="4628"/>
                </a:lnTo>
                <a:lnTo>
                  <a:pt x="1029" y="4596"/>
                </a:lnTo>
                <a:lnTo>
                  <a:pt x="999" y="4564"/>
                </a:lnTo>
                <a:lnTo>
                  <a:pt x="969" y="4535"/>
                </a:lnTo>
                <a:lnTo>
                  <a:pt x="919" y="4488"/>
                </a:lnTo>
                <a:lnTo>
                  <a:pt x="871" y="4440"/>
                </a:lnTo>
                <a:lnTo>
                  <a:pt x="824" y="4391"/>
                </a:lnTo>
                <a:lnTo>
                  <a:pt x="779" y="4340"/>
                </a:lnTo>
                <a:lnTo>
                  <a:pt x="737" y="4287"/>
                </a:lnTo>
                <a:lnTo>
                  <a:pt x="696" y="4233"/>
                </a:lnTo>
                <a:lnTo>
                  <a:pt x="658" y="4177"/>
                </a:lnTo>
                <a:lnTo>
                  <a:pt x="621" y="4121"/>
                </a:lnTo>
                <a:lnTo>
                  <a:pt x="618" y="4117"/>
                </a:lnTo>
                <a:lnTo>
                  <a:pt x="615" y="4114"/>
                </a:lnTo>
                <a:lnTo>
                  <a:pt x="602" y="4091"/>
                </a:lnTo>
                <a:lnTo>
                  <a:pt x="588" y="4070"/>
                </a:lnTo>
                <a:lnTo>
                  <a:pt x="571" y="4050"/>
                </a:lnTo>
                <a:lnTo>
                  <a:pt x="552" y="4031"/>
                </a:lnTo>
                <a:lnTo>
                  <a:pt x="533" y="4013"/>
                </a:lnTo>
                <a:lnTo>
                  <a:pt x="512" y="3996"/>
                </a:lnTo>
                <a:lnTo>
                  <a:pt x="489" y="3979"/>
                </a:lnTo>
                <a:lnTo>
                  <a:pt x="467" y="3963"/>
                </a:lnTo>
                <a:lnTo>
                  <a:pt x="442" y="3948"/>
                </a:lnTo>
                <a:lnTo>
                  <a:pt x="417" y="3933"/>
                </a:lnTo>
                <a:lnTo>
                  <a:pt x="365" y="3904"/>
                </a:lnTo>
                <a:lnTo>
                  <a:pt x="313" y="3875"/>
                </a:lnTo>
                <a:lnTo>
                  <a:pt x="261" y="3846"/>
                </a:lnTo>
                <a:lnTo>
                  <a:pt x="235" y="3832"/>
                </a:lnTo>
                <a:lnTo>
                  <a:pt x="210" y="3815"/>
                </a:lnTo>
                <a:lnTo>
                  <a:pt x="185" y="3799"/>
                </a:lnTo>
                <a:lnTo>
                  <a:pt x="162" y="3783"/>
                </a:lnTo>
                <a:lnTo>
                  <a:pt x="139" y="3765"/>
                </a:lnTo>
                <a:lnTo>
                  <a:pt x="118" y="3747"/>
                </a:lnTo>
                <a:lnTo>
                  <a:pt x="97" y="3727"/>
                </a:lnTo>
                <a:lnTo>
                  <a:pt x="79" y="3707"/>
                </a:lnTo>
                <a:lnTo>
                  <a:pt x="61" y="3685"/>
                </a:lnTo>
                <a:lnTo>
                  <a:pt x="46" y="3661"/>
                </a:lnTo>
                <a:lnTo>
                  <a:pt x="33" y="3636"/>
                </a:lnTo>
                <a:lnTo>
                  <a:pt x="26" y="3624"/>
                </a:lnTo>
                <a:lnTo>
                  <a:pt x="22" y="3610"/>
                </a:lnTo>
                <a:lnTo>
                  <a:pt x="17" y="3597"/>
                </a:lnTo>
                <a:lnTo>
                  <a:pt x="12" y="3583"/>
                </a:lnTo>
                <a:lnTo>
                  <a:pt x="9" y="3568"/>
                </a:lnTo>
                <a:lnTo>
                  <a:pt x="6" y="3552"/>
                </a:lnTo>
                <a:lnTo>
                  <a:pt x="4" y="3537"/>
                </a:lnTo>
                <a:lnTo>
                  <a:pt x="1" y="3521"/>
                </a:lnTo>
                <a:lnTo>
                  <a:pt x="0" y="3505"/>
                </a:lnTo>
                <a:lnTo>
                  <a:pt x="0" y="3487"/>
                </a:lnTo>
                <a:lnTo>
                  <a:pt x="0" y="2865"/>
                </a:lnTo>
                <a:lnTo>
                  <a:pt x="1" y="2833"/>
                </a:lnTo>
                <a:lnTo>
                  <a:pt x="5" y="2804"/>
                </a:lnTo>
                <a:lnTo>
                  <a:pt x="9" y="2775"/>
                </a:lnTo>
                <a:lnTo>
                  <a:pt x="15" y="2749"/>
                </a:lnTo>
                <a:lnTo>
                  <a:pt x="23" y="2725"/>
                </a:lnTo>
                <a:lnTo>
                  <a:pt x="33" y="2704"/>
                </a:lnTo>
                <a:lnTo>
                  <a:pt x="45" y="2683"/>
                </a:lnTo>
                <a:lnTo>
                  <a:pt x="57" y="2664"/>
                </a:lnTo>
                <a:lnTo>
                  <a:pt x="71" y="2647"/>
                </a:lnTo>
                <a:lnTo>
                  <a:pt x="86" y="2631"/>
                </a:lnTo>
                <a:lnTo>
                  <a:pt x="102" y="2617"/>
                </a:lnTo>
                <a:lnTo>
                  <a:pt x="120" y="2602"/>
                </a:lnTo>
                <a:lnTo>
                  <a:pt x="138" y="2589"/>
                </a:lnTo>
                <a:lnTo>
                  <a:pt x="157" y="2576"/>
                </a:lnTo>
                <a:lnTo>
                  <a:pt x="177" y="2566"/>
                </a:lnTo>
                <a:lnTo>
                  <a:pt x="198" y="2554"/>
                </a:lnTo>
                <a:lnTo>
                  <a:pt x="240" y="2531"/>
                </a:lnTo>
                <a:lnTo>
                  <a:pt x="285" y="2509"/>
                </a:lnTo>
                <a:lnTo>
                  <a:pt x="331" y="2485"/>
                </a:lnTo>
                <a:lnTo>
                  <a:pt x="353" y="2472"/>
                </a:lnTo>
                <a:lnTo>
                  <a:pt x="376" y="2459"/>
                </a:lnTo>
                <a:lnTo>
                  <a:pt x="399" y="2445"/>
                </a:lnTo>
                <a:lnTo>
                  <a:pt x="421" y="2430"/>
                </a:lnTo>
                <a:lnTo>
                  <a:pt x="444" y="2413"/>
                </a:lnTo>
                <a:lnTo>
                  <a:pt x="465" y="2395"/>
                </a:lnTo>
                <a:lnTo>
                  <a:pt x="486" y="2375"/>
                </a:lnTo>
                <a:lnTo>
                  <a:pt x="508" y="2355"/>
                </a:lnTo>
                <a:lnTo>
                  <a:pt x="527" y="2332"/>
                </a:lnTo>
                <a:lnTo>
                  <a:pt x="547" y="2307"/>
                </a:lnTo>
                <a:lnTo>
                  <a:pt x="552" y="2300"/>
                </a:lnTo>
                <a:lnTo>
                  <a:pt x="559" y="2296"/>
                </a:lnTo>
                <a:lnTo>
                  <a:pt x="578" y="2258"/>
                </a:lnTo>
                <a:lnTo>
                  <a:pt x="599" y="2220"/>
                </a:lnTo>
                <a:lnTo>
                  <a:pt x="621" y="2183"/>
                </a:lnTo>
                <a:lnTo>
                  <a:pt x="644" y="2146"/>
                </a:lnTo>
                <a:lnTo>
                  <a:pt x="666" y="2110"/>
                </a:lnTo>
                <a:lnTo>
                  <a:pt x="690" y="2074"/>
                </a:lnTo>
                <a:lnTo>
                  <a:pt x="715" y="2038"/>
                </a:lnTo>
                <a:lnTo>
                  <a:pt x="740" y="2004"/>
                </a:lnTo>
                <a:lnTo>
                  <a:pt x="768" y="1969"/>
                </a:lnTo>
                <a:lnTo>
                  <a:pt x="794" y="1934"/>
                </a:lnTo>
                <a:lnTo>
                  <a:pt x="822" y="1900"/>
                </a:lnTo>
                <a:lnTo>
                  <a:pt x="850" y="1868"/>
                </a:lnTo>
                <a:lnTo>
                  <a:pt x="879" y="1835"/>
                </a:lnTo>
                <a:lnTo>
                  <a:pt x="910" y="1803"/>
                </a:lnTo>
                <a:lnTo>
                  <a:pt x="940" y="1771"/>
                </a:lnTo>
                <a:lnTo>
                  <a:pt x="972" y="1740"/>
                </a:lnTo>
                <a:lnTo>
                  <a:pt x="952" y="1699"/>
                </a:lnTo>
                <a:lnTo>
                  <a:pt x="932" y="1659"/>
                </a:lnTo>
                <a:lnTo>
                  <a:pt x="909" y="1619"/>
                </a:lnTo>
                <a:lnTo>
                  <a:pt x="885" y="1579"/>
                </a:lnTo>
                <a:lnTo>
                  <a:pt x="860" y="1540"/>
                </a:lnTo>
                <a:lnTo>
                  <a:pt x="835" y="1500"/>
                </a:lnTo>
                <a:lnTo>
                  <a:pt x="808" y="1461"/>
                </a:lnTo>
                <a:lnTo>
                  <a:pt x="781" y="1423"/>
                </a:lnTo>
                <a:lnTo>
                  <a:pt x="725" y="1347"/>
                </a:lnTo>
                <a:lnTo>
                  <a:pt x="669" y="1273"/>
                </a:lnTo>
                <a:lnTo>
                  <a:pt x="614" y="1203"/>
                </a:lnTo>
                <a:lnTo>
                  <a:pt x="561" y="1133"/>
                </a:lnTo>
                <a:lnTo>
                  <a:pt x="551" y="1118"/>
                </a:lnTo>
                <a:lnTo>
                  <a:pt x="543" y="1103"/>
                </a:lnTo>
                <a:lnTo>
                  <a:pt x="536" y="1089"/>
                </a:lnTo>
                <a:lnTo>
                  <a:pt x="533" y="1073"/>
                </a:lnTo>
                <a:lnTo>
                  <a:pt x="530" y="1059"/>
                </a:lnTo>
                <a:lnTo>
                  <a:pt x="530" y="1045"/>
                </a:lnTo>
                <a:lnTo>
                  <a:pt x="531" y="1032"/>
                </a:lnTo>
                <a:lnTo>
                  <a:pt x="534" y="1018"/>
                </a:lnTo>
                <a:lnTo>
                  <a:pt x="538" y="1005"/>
                </a:lnTo>
                <a:lnTo>
                  <a:pt x="545" y="992"/>
                </a:lnTo>
                <a:lnTo>
                  <a:pt x="551" y="980"/>
                </a:lnTo>
                <a:lnTo>
                  <a:pt x="561" y="968"/>
                </a:lnTo>
                <a:lnTo>
                  <a:pt x="571" y="956"/>
                </a:lnTo>
                <a:lnTo>
                  <a:pt x="582" y="945"/>
                </a:lnTo>
                <a:lnTo>
                  <a:pt x="595" y="934"/>
                </a:lnTo>
                <a:lnTo>
                  <a:pt x="608" y="923"/>
                </a:lnTo>
                <a:lnTo>
                  <a:pt x="623" y="914"/>
                </a:lnTo>
                <a:lnTo>
                  <a:pt x="638" y="904"/>
                </a:lnTo>
                <a:lnTo>
                  <a:pt x="655" y="894"/>
                </a:lnTo>
                <a:lnTo>
                  <a:pt x="671" y="885"/>
                </a:lnTo>
                <a:lnTo>
                  <a:pt x="689" y="878"/>
                </a:lnTo>
                <a:lnTo>
                  <a:pt x="707" y="870"/>
                </a:lnTo>
                <a:lnTo>
                  <a:pt x="726" y="864"/>
                </a:lnTo>
                <a:lnTo>
                  <a:pt x="745" y="857"/>
                </a:lnTo>
                <a:lnTo>
                  <a:pt x="764" y="851"/>
                </a:lnTo>
                <a:lnTo>
                  <a:pt x="785" y="845"/>
                </a:lnTo>
                <a:lnTo>
                  <a:pt x="804" y="841"/>
                </a:lnTo>
                <a:lnTo>
                  <a:pt x="825" y="838"/>
                </a:lnTo>
                <a:lnTo>
                  <a:pt x="845" y="833"/>
                </a:lnTo>
                <a:lnTo>
                  <a:pt x="865" y="831"/>
                </a:lnTo>
                <a:lnTo>
                  <a:pt x="885" y="829"/>
                </a:lnTo>
                <a:lnTo>
                  <a:pt x="906" y="828"/>
                </a:lnTo>
                <a:lnTo>
                  <a:pt x="944" y="827"/>
                </a:lnTo>
                <a:lnTo>
                  <a:pt x="981" y="828"/>
                </a:lnTo>
                <a:lnTo>
                  <a:pt x="1017" y="829"/>
                </a:lnTo>
                <a:lnTo>
                  <a:pt x="1054" y="832"/>
                </a:lnTo>
                <a:lnTo>
                  <a:pt x="1091" y="836"/>
                </a:lnTo>
                <a:lnTo>
                  <a:pt x="1128" y="842"/>
                </a:lnTo>
                <a:lnTo>
                  <a:pt x="1164" y="848"/>
                </a:lnTo>
                <a:lnTo>
                  <a:pt x="1200" y="857"/>
                </a:lnTo>
                <a:lnTo>
                  <a:pt x="1236" y="867"/>
                </a:lnTo>
                <a:lnTo>
                  <a:pt x="1272" y="878"/>
                </a:lnTo>
                <a:lnTo>
                  <a:pt x="1307" y="890"/>
                </a:lnTo>
                <a:lnTo>
                  <a:pt x="1341" y="903"/>
                </a:lnTo>
                <a:lnTo>
                  <a:pt x="1375" y="917"/>
                </a:lnTo>
                <a:lnTo>
                  <a:pt x="1409" y="933"/>
                </a:lnTo>
                <a:lnTo>
                  <a:pt x="1442" y="949"/>
                </a:lnTo>
                <a:lnTo>
                  <a:pt x="1475" y="968"/>
                </a:lnTo>
                <a:lnTo>
                  <a:pt x="1508" y="988"/>
                </a:lnTo>
                <a:lnTo>
                  <a:pt x="1539" y="1008"/>
                </a:lnTo>
                <a:lnTo>
                  <a:pt x="1571" y="1030"/>
                </a:lnTo>
                <a:lnTo>
                  <a:pt x="1601" y="1053"/>
                </a:lnTo>
                <a:lnTo>
                  <a:pt x="1632" y="1077"/>
                </a:lnTo>
                <a:lnTo>
                  <a:pt x="1662" y="1102"/>
                </a:lnTo>
                <a:lnTo>
                  <a:pt x="1691" y="1128"/>
                </a:lnTo>
                <a:lnTo>
                  <a:pt x="1720" y="1155"/>
                </a:lnTo>
                <a:lnTo>
                  <a:pt x="1748" y="1183"/>
                </a:lnTo>
                <a:lnTo>
                  <a:pt x="1775" y="1212"/>
                </a:lnTo>
                <a:lnTo>
                  <a:pt x="1801" y="1244"/>
                </a:lnTo>
                <a:lnTo>
                  <a:pt x="1827" y="1276"/>
                </a:lnTo>
                <a:lnTo>
                  <a:pt x="1852" y="1308"/>
                </a:lnTo>
                <a:lnTo>
                  <a:pt x="1877" y="1342"/>
                </a:lnTo>
                <a:lnTo>
                  <a:pt x="1901" y="1377"/>
                </a:lnTo>
                <a:lnTo>
                  <a:pt x="1924" y="1414"/>
                </a:lnTo>
                <a:lnTo>
                  <a:pt x="1916" y="1361"/>
                </a:lnTo>
                <a:lnTo>
                  <a:pt x="1911" y="1310"/>
                </a:lnTo>
                <a:lnTo>
                  <a:pt x="1908" y="1258"/>
                </a:lnTo>
                <a:lnTo>
                  <a:pt x="1906" y="1207"/>
                </a:lnTo>
                <a:lnTo>
                  <a:pt x="1908" y="1155"/>
                </a:lnTo>
                <a:lnTo>
                  <a:pt x="1911" y="1103"/>
                </a:lnTo>
                <a:lnTo>
                  <a:pt x="1916" y="1051"/>
                </a:lnTo>
                <a:lnTo>
                  <a:pt x="1924" y="998"/>
                </a:lnTo>
                <a:lnTo>
                  <a:pt x="1934" y="946"/>
                </a:lnTo>
                <a:lnTo>
                  <a:pt x="1947" y="895"/>
                </a:lnTo>
                <a:lnTo>
                  <a:pt x="1961" y="844"/>
                </a:lnTo>
                <a:lnTo>
                  <a:pt x="1978" y="793"/>
                </a:lnTo>
                <a:lnTo>
                  <a:pt x="1998" y="743"/>
                </a:lnTo>
                <a:lnTo>
                  <a:pt x="2021" y="693"/>
                </a:lnTo>
                <a:lnTo>
                  <a:pt x="2045" y="644"/>
                </a:lnTo>
                <a:lnTo>
                  <a:pt x="2072" y="595"/>
                </a:lnTo>
                <a:lnTo>
                  <a:pt x="2092" y="561"/>
                </a:lnTo>
                <a:lnTo>
                  <a:pt x="2114" y="528"/>
                </a:lnTo>
                <a:lnTo>
                  <a:pt x="2137" y="496"/>
                </a:lnTo>
                <a:lnTo>
                  <a:pt x="2161" y="465"/>
                </a:lnTo>
                <a:lnTo>
                  <a:pt x="2186" y="433"/>
                </a:lnTo>
                <a:lnTo>
                  <a:pt x="2212" y="404"/>
                </a:lnTo>
                <a:lnTo>
                  <a:pt x="2238" y="375"/>
                </a:lnTo>
                <a:lnTo>
                  <a:pt x="2266" y="347"/>
                </a:lnTo>
                <a:lnTo>
                  <a:pt x="2294" y="320"/>
                </a:lnTo>
                <a:lnTo>
                  <a:pt x="2324" y="294"/>
                </a:lnTo>
                <a:lnTo>
                  <a:pt x="2353" y="269"/>
                </a:lnTo>
                <a:lnTo>
                  <a:pt x="2385" y="245"/>
                </a:lnTo>
                <a:lnTo>
                  <a:pt x="2415" y="222"/>
                </a:lnTo>
                <a:lnTo>
                  <a:pt x="2448" y="201"/>
                </a:lnTo>
                <a:lnTo>
                  <a:pt x="2480" y="179"/>
                </a:lnTo>
                <a:lnTo>
                  <a:pt x="2514" y="159"/>
                </a:lnTo>
                <a:lnTo>
                  <a:pt x="2549" y="141"/>
                </a:lnTo>
                <a:lnTo>
                  <a:pt x="2582" y="122"/>
                </a:lnTo>
                <a:lnTo>
                  <a:pt x="2618" y="106"/>
                </a:lnTo>
                <a:lnTo>
                  <a:pt x="2654" y="91"/>
                </a:lnTo>
                <a:lnTo>
                  <a:pt x="2690" y="77"/>
                </a:lnTo>
                <a:lnTo>
                  <a:pt x="2727" y="64"/>
                </a:lnTo>
                <a:lnTo>
                  <a:pt x="2764" y="52"/>
                </a:lnTo>
                <a:lnTo>
                  <a:pt x="2802" y="41"/>
                </a:lnTo>
                <a:lnTo>
                  <a:pt x="2840" y="31"/>
                </a:lnTo>
                <a:lnTo>
                  <a:pt x="2878" y="22"/>
                </a:lnTo>
                <a:lnTo>
                  <a:pt x="2917" y="16"/>
                </a:lnTo>
                <a:lnTo>
                  <a:pt x="2956" y="9"/>
                </a:lnTo>
                <a:lnTo>
                  <a:pt x="2995" y="5"/>
                </a:lnTo>
                <a:lnTo>
                  <a:pt x="3035" y="2"/>
                </a:lnTo>
                <a:lnTo>
                  <a:pt x="3075" y="0"/>
                </a:lnTo>
                <a:lnTo>
                  <a:pt x="3115" y="0"/>
                </a:lnTo>
                <a:lnTo>
                  <a:pt x="3155" y="0"/>
                </a:lnTo>
                <a:lnTo>
                  <a:pt x="3195" y="2"/>
                </a:lnTo>
                <a:lnTo>
                  <a:pt x="3235" y="5"/>
                </a:lnTo>
                <a:lnTo>
                  <a:pt x="3275" y="9"/>
                </a:lnTo>
                <a:lnTo>
                  <a:pt x="3314" y="16"/>
                </a:lnTo>
                <a:lnTo>
                  <a:pt x="3353" y="24"/>
                </a:lnTo>
                <a:lnTo>
                  <a:pt x="3392" y="31"/>
                </a:lnTo>
                <a:lnTo>
                  <a:pt x="3431" y="42"/>
                </a:lnTo>
                <a:lnTo>
                  <a:pt x="3469" y="53"/>
                </a:lnTo>
                <a:lnTo>
                  <a:pt x="3507" y="65"/>
                </a:lnTo>
                <a:lnTo>
                  <a:pt x="3545" y="79"/>
                </a:lnTo>
                <a:lnTo>
                  <a:pt x="3582" y="94"/>
                </a:lnTo>
                <a:lnTo>
                  <a:pt x="3619" y="109"/>
                </a:lnTo>
                <a:lnTo>
                  <a:pt x="3655" y="127"/>
                </a:lnTo>
                <a:lnTo>
                  <a:pt x="3691" y="146"/>
                </a:lnTo>
                <a:lnTo>
                  <a:pt x="3726" y="166"/>
                </a:lnTo>
                <a:lnTo>
                  <a:pt x="3774" y="195"/>
                </a:lnTo>
                <a:lnTo>
                  <a:pt x="3819" y="227"/>
                </a:lnTo>
                <a:lnTo>
                  <a:pt x="3864" y="260"/>
                </a:lnTo>
                <a:lnTo>
                  <a:pt x="3906" y="295"/>
                </a:lnTo>
                <a:lnTo>
                  <a:pt x="3946" y="331"/>
                </a:lnTo>
                <a:lnTo>
                  <a:pt x="3984" y="370"/>
                </a:lnTo>
                <a:lnTo>
                  <a:pt x="4020" y="409"/>
                </a:lnTo>
                <a:lnTo>
                  <a:pt x="4055" y="451"/>
                </a:lnTo>
                <a:lnTo>
                  <a:pt x="4088" y="493"/>
                </a:lnTo>
                <a:lnTo>
                  <a:pt x="4118" y="536"/>
                </a:lnTo>
                <a:lnTo>
                  <a:pt x="4146" y="581"/>
                </a:lnTo>
                <a:lnTo>
                  <a:pt x="4172" y="627"/>
                </a:lnTo>
                <a:lnTo>
                  <a:pt x="4196" y="673"/>
                </a:lnTo>
                <a:lnTo>
                  <a:pt x="4219" y="721"/>
                </a:lnTo>
                <a:lnTo>
                  <a:pt x="4239" y="770"/>
                </a:lnTo>
                <a:lnTo>
                  <a:pt x="4256" y="819"/>
                </a:lnTo>
                <a:lnTo>
                  <a:pt x="4272" y="869"/>
                </a:lnTo>
                <a:lnTo>
                  <a:pt x="4285" y="920"/>
                </a:lnTo>
                <a:lnTo>
                  <a:pt x="4297" y="971"/>
                </a:lnTo>
                <a:lnTo>
                  <a:pt x="4306" y="1022"/>
                </a:lnTo>
                <a:lnTo>
                  <a:pt x="4314" y="1074"/>
                </a:lnTo>
                <a:lnTo>
                  <a:pt x="4318" y="1127"/>
                </a:lnTo>
                <a:lnTo>
                  <a:pt x="4320" y="1180"/>
                </a:lnTo>
                <a:lnTo>
                  <a:pt x="4320" y="1232"/>
                </a:lnTo>
                <a:lnTo>
                  <a:pt x="4318" y="1285"/>
                </a:lnTo>
                <a:lnTo>
                  <a:pt x="4314" y="1339"/>
                </a:lnTo>
                <a:lnTo>
                  <a:pt x="4307" y="1391"/>
                </a:lnTo>
                <a:lnTo>
                  <a:pt x="4297" y="1444"/>
                </a:lnTo>
                <a:lnTo>
                  <a:pt x="4285" y="1496"/>
                </a:lnTo>
                <a:lnTo>
                  <a:pt x="4271" y="1548"/>
                </a:lnTo>
                <a:lnTo>
                  <a:pt x="4255" y="1599"/>
                </a:lnTo>
                <a:lnTo>
                  <a:pt x="4237" y="1650"/>
                </a:lnTo>
                <a:lnTo>
                  <a:pt x="4288" y="1700"/>
                </a:lnTo>
                <a:lnTo>
                  <a:pt x="4337" y="1753"/>
                </a:lnTo>
                <a:lnTo>
                  <a:pt x="4383" y="1806"/>
                </a:lnTo>
                <a:lnTo>
                  <a:pt x="4406" y="1833"/>
                </a:lnTo>
                <a:lnTo>
                  <a:pt x="4429" y="1860"/>
                </a:lnTo>
                <a:lnTo>
                  <a:pt x="4451" y="1888"/>
                </a:lnTo>
                <a:lnTo>
                  <a:pt x="4471" y="1918"/>
                </a:lnTo>
                <a:lnTo>
                  <a:pt x="4492" y="1946"/>
                </a:lnTo>
                <a:lnTo>
                  <a:pt x="4513" y="1975"/>
                </a:lnTo>
                <a:lnTo>
                  <a:pt x="4532" y="2005"/>
                </a:lnTo>
                <a:lnTo>
                  <a:pt x="4551" y="2035"/>
                </a:lnTo>
                <a:lnTo>
                  <a:pt x="4569" y="2066"/>
                </a:lnTo>
                <a:lnTo>
                  <a:pt x="4588" y="2096"/>
                </a:lnTo>
                <a:lnTo>
                  <a:pt x="4605" y="2128"/>
                </a:lnTo>
                <a:lnTo>
                  <a:pt x="4621" y="2159"/>
                </a:lnTo>
                <a:lnTo>
                  <a:pt x="4638" y="2191"/>
                </a:lnTo>
                <a:lnTo>
                  <a:pt x="4653" y="2223"/>
                </a:lnTo>
                <a:lnTo>
                  <a:pt x="4668" y="2256"/>
                </a:lnTo>
                <a:lnTo>
                  <a:pt x="4682" y="2288"/>
                </a:lnTo>
                <a:lnTo>
                  <a:pt x="4695" y="2322"/>
                </a:lnTo>
                <a:lnTo>
                  <a:pt x="4708" y="2355"/>
                </a:lnTo>
                <a:lnTo>
                  <a:pt x="4721" y="2389"/>
                </a:lnTo>
                <a:lnTo>
                  <a:pt x="4732" y="2423"/>
                </a:lnTo>
                <a:lnTo>
                  <a:pt x="4744" y="2458"/>
                </a:lnTo>
                <a:lnTo>
                  <a:pt x="4754" y="2493"/>
                </a:lnTo>
                <a:lnTo>
                  <a:pt x="4764" y="2529"/>
                </a:lnTo>
                <a:lnTo>
                  <a:pt x="4772" y="2563"/>
                </a:lnTo>
                <a:lnTo>
                  <a:pt x="4781" y="2599"/>
                </a:lnTo>
                <a:lnTo>
                  <a:pt x="4789" y="2636"/>
                </a:lnTo>
                <a:lnTo>
                  <a:pt x="4797" y="2684"/>
                </a:lnTo>
                <a:lnTo>
                  <a:pt x="4805" y="2732"/>
                </a:lnTo>
                <a:lnTo>
                  <a:pt x="4811" y="2780"/>
                </a:lnTo>
                <a:lnTo>
                  <a:pt x="4817" y="2827"/>
                </a:lnTo>
                <a:lnTo>
                  <a:pt x="4820" y="2875"/>
                </a:lnTo>
                <a:lnTo>
                  <a:pt x="4822" y="2923"/>
                </a:lnTo>
                <a:lnTo>
                  <a:pt x="4823" y="2971"/>
                </a:lnTo>
                <a:lnTo>
                  <a:pt x="4823" y="3019"/>
                </a:lnTo>
                <a:lnTo>
                  <a:pt x="4822" y="3065"/>
                </a:lnTo>
                <a:lnTo>
                  <a:pt x="4820" y="3113"/>
                </a:lnTo>
                <a:lnTo>
                  <a:pt x="4816" y="3160"/>
                </a:lnTo>
                <a:lnTo>
                  <a:pt x="4811" y="3207"/>
                </a:lnTo>
                <a:lnTo>
                  <a:pt x="4805" y="3253"/>
                </a:lnTo>
                <a:lnTo>
                  <a:pt x="4797" y="3300"/>
                </a:lnTo>
                <a:lnTo>
                  <a:pt x="4789" y="3346"/>
                </a:lnTo>
                <a:lnTo>
                  <a:pt x="4779" y="3391"/>
                </a:lnTo>
                <a:lnTo>
                  <a:pt x="4768" y="3437"/>
                </a:lnTo>
                <a:lnTo>
                  <a:pt x="4756" y="3483"/>
                </a:lnTo>
                <a:lnTo>
                  <a:pt x="4743" y="3528"/>
                </a:lnTo>
                <a:lnTo>
                  <a:pt x="4729" y="3573"/>
                </a:lnTo>
                <a:lnTo>
                  <a:pt x="4714" y="3618"/>
                </a:lnTo>
                <a:lnTo>
                  <a:pt x="4697" y="3661"/>
                </a:lnTo>
                <a:lnTo>
                  <a:pt x="4680" y="3706"/>
                </a:lnTo>
                <a:lnTo>
                  <a:pt x="4661" y="3749"/>
                </a:lnTo>
                <a:lnTo>
                  <a:pt x="4642" y="3791"/>
                </a:lnTo>
                <a:lnTo>
                  <a:pt x="4621" y="3834"/>
                </a:lnTo>
                <a:lnTo>
                  <a:pt x="4600" y="3876"/>
                </a:lnTo>
                <a:lnTo>
                  <a:pt x="4578" y="3919"/>
                </a:lnTo>
                <a:lnTo>
                  <a:pt x="4554" y="3960"/>
                </a:lnTo>
                <a:lnTo>
                  <a:pt x="4529" y="4000"/>
                </a:lnTo>
                <a:lnTo>
                  <a:pt x="4504" y="4040"/>
                </a:lnTo>
                <a:lnTo>
                  <a:pt x="4477" y="4081"/>
                </a:lnTo>
                <a:close/>
                <a:moveTo>
                  <a:pt x="2180" y="1408"/>
                </a:moveTo>
                <a:lnTo>
                  <a:pt x="2180" y="1408"/>
                </a:lnTo>
                <a:lnTo>
                  <a:pt x="2215" y="1399"/>
                </a:lnTo>
                <a:lnTo>
                  <a:pt x="2249" y="1393"/>
                </a:lnTo>
                <a:lnTo>
                  <a:pt x="2290" y="1384"/>
                </a:lnTo>
                <a:lnTo>
                  <a:pt x="2331" y="1378"/>
                </a:lnTo>
                <a:lnTo>
                  <a:pt x="2373" y="1371"/>
                </a:lnTo>
                <a:lnTo>
                  <a:pt x="2414" y="1366"/>
                </a:lnTo>
                <a:lnTo>
                  <a:pt x="2455" y="1361"/>
                </a:lnTo>
                <a:lnTo>
                  <a:pt x="2497" y="1358"/>
                </a:lnTo>
                <a:lnTo>
                  <a:pt x="2538" y="1355"/>
                </a:lnTo>
                <a:lnTo>
                  <a:pt x="2578" y="1353"/>
                </a:lnTo>
                <a:lnTo>
                  <a:pt x="2619" y="1352"/>
                </a:lnTo>
                <a:lnTo>
                  <a:pt x="2660" y="1352"/>
                </a:lnTo>
                <a:lnTo>
                  <a:pt x="2700" y="1352"/>
                </a:lnTo>
                <a:lnTo>
                  <a:pt x="2740" y="1353"/>
                </a:lnTo>
                <a:lnTo>
                  <a:pt x="2780" y="1354"/>
                </a:lnTo>
                <a:lnTo>
                  <a:pt x="2820" y="1357"/>
                </a:lnTo>
                <a:lnTo>
                  <a:pt x="2861" y="1360"/>
                </a:lnTo>
                <a:lnTo>
                  <a:pt x="2900" y="1364"/>
                </a:lnTo>
                <a:lnTo>
                  <a:pt x="3178" y="894"/>
                </a:lnTo>
                <a:lnTo>
                  <a:pt x="2961" y="938"/>
                </a:lnTo>
                <a:lnTo>
                  <a:pt x="2905" y="660"/>
                </a:lnTo>
                <a:lnTo>
                  <a:pt x="3373" y="566"/>
                </a:lnTo>
                <a:lnTo>
                  <a:pt x="3616" y="710"/>
                </a:lnTo>
                <a:lnTo>
                  <a:pt x="3631" y="719"/>
                </a:lnTo>
                <a:lnTo>
                  <a:pt x="3214" y="1424"/>
                </a:lnTo>
                <a:lnTo>
                  <a:pt x="3261" y="1439"/>
                </a:lnTo>
                <a:lnTo>
                  <a:pt x="3306" y="1453"/>
                </a:lnTo>
                <a:lnTo>
                  <a:pt x="3352" y="1469"/>
                </a:lnTo>
                <a:lnTo>
                  <a:pt x="3398" y="1485"/>
                </a:lnTo>
                <a:lnTo>
                  <a:pt x="3442" y="1503"/>
                </a:lnTo>
                <a:lnTo>
                  <a:pt x="3487" y="1522"/>
                </a:lnTo>
                <a:lnTo>
                  <a:pt x="3530" y="1542"/>
                </a:lnTo>
                <a:lnTo>
                  <a:pt x="3573" y="1562"/>
                </a:lnTo>
                <a:lnTo>
                  <a:pt x="3615" y="1585"/>
                </a:lnTo>
                <a:lnTo>
                  <a:pt x="3656" y="1608"/>
                </a:lnTo>
                <a:lnTo>
                  <a:pt x="3696" y="1632"/>
                </a:lnTo>
                <a:lnTo>
                  <a:pt x="3737" y="1657"/>
                </a:lnTo>
                <a:lnTo>
                  <a:pt x="3776" y="1682"/>
                </a:lnTo>
                <a:lnTo>
                  <a:pt x="3815" y="1709"/>
                </a:lnTo>
                <a:lnTo>
                  <a:pt x="3852" y="1737"/>
                </a:lnTo>
                <a:lnTo>
                  <a:pt x="3889" y="1766"/>
                </a:lnTo>
                <a:lnTo>
                  <a:pt x="3914" y="1730"/>
                </a:lnTo>
                <a:lnTo>
                  <a:pt x="3926" y="1710"/>
                </a:lnTo>
                <a:lnTo>
                  <a:pt x="3938" y="1692"/>
                </a:lnTo>
                <a:lnTo>
                  <a:pt x="3962" y="1648"/>
                </a:lnTo>
                <a:lnTo>
                  <a:pt x="3982" y="1605"/>
                </a:lnTo>
                <a:lnTo>
                  <a:pt x="4002" y="1561"/>
                </a:lnTo>
                <a:lnTo>
                  <a:pt x="4018" y="1516"/>
                </a:lnTo>
                <a:lnTo>
                  <a:pt x="4032" y="1471"/>
                </a:lnTo>
                <a:lnTo>
                  <a:pt x="4044" y="1425"/>
                </a:lnTo>
                <a:lnTo>
                  <a:pt x="4054" y="1380"/>
                </a:lnTo>
                <a:lnTo>
                  <a:pt x="4060" y="1333"/>
                </a:lnTo>
                <a:lnTo>
                  <a:pt x="4066" y="1287"/>
                </a:lnTo>
                <a:lnTo>
                  <a:pt x="4068" y="1241"/>
                </a:lnTo>
                <a:lnTo>
                  <a:pt x="4069" y="1195"/>
                </a:lnTo>
                <a:lnTo>
                  <a:pt x="4067" y="1148"/>
                </a:lnTo>
                <a:lnTo>
                  <a:pt x="4063" y="1103"/>
                </a:lnTo>
                <a:lnTo>
                  <a:pt x="4057" y="1057"/>
                </a:lnTo>
                <a:lnTo>
                  <a:pt x="4049" y="1012"/>
                </a:lnTo>
                <a:lnTo>
                  <a:pt x="4038" y="968"/>
                </a:lnTo>
                <a:lnTo>
                  <a:pt x="4026" y="923"/>
                </a:lnTo>
                <a:lnTo>
                  <a:pt x="4010" y="880"/>
                </a:lnTo>
                <a:lnTo>
                  <a:pt x="3994" y="838"/>
                </a:lnTo>
                <a:lnTo>
                  <a:pt x="3976" y="795"/>
                </a:lnTo>
                <a:lnTo>
                  <a:pt x="3954" y="754"/>
                </a:lnTo>
                <a:lnTo>
                  <a:pt x="3931" y="714"/>
                </a:lnTo>
                <a:lnTo>
                  <a:pt x="3907" y="675"/>
                </a:lnTo>
                <a:lnTo>
                  <a:pt x="3880" y="638"/>
                </a:lnTo>
                <a:lnTo>
                  <a:pt x="3852" y="601"/>
                </a:lnTo>
                <a:lnTo>
                  <a:pt x="3820" y="565"/>
                </a:lnTo>
                <a:lnTo>
                  <a:pt x="3788" y="531"/>
                </a:lnTo>
                <a:lnTo>
                  <a:pt x="3754" y="498"/>
                </a:lnTo>
                <a:lnTo>
                  <a:pt x="3717" y="467"/>
                </a:lnTo>
                <a:lnTo>
                  <a:pt x="3679" y="438"/>
                </a:lnTo>
                <a:lnTo>
                  <a:pt x="3640" y="410"/>
                </a:lnTo>
                <a:lnTo>
                  <a:pt x="3598" y="384"/>
                </a:lnTo>
                <a:lnTo>
                  <a:pt x="3570" y="368"/>
                </a:lnTo>
                <a:lnTo>
                  <a:pt x="3542" y="354"/>
                </a:lnTo>
                <a:lnTo>
                  <a:pt x="3513" y="340"/>
                </a:lnTo>
                <a:lnTo>
                  <a:pt x="3484" y="327"/>
                </a:lnTo>
                <a:lnTo>
                  <a:pt x="3455" y="315"/>
                </a:lnTo>
                <a:lnTo>
                  <a:pt x="3425" y="304"/>
                </a:lnTo>
                <a:lnTo>
                  <a:pt x="3395" y="294"/>
                </a:lnTo>
                <a:lnTo>
                  <a:pt x="3365" y="285"/>
                </a:lnTo>
                <a:lnTo>
                  <a:pt x="3335" y="278"/>
                </a:lnTo>
                <a:lnTo>
                  <a:pt x="3303" y="271"/>
                </a:lnTo>
                <a:lnTo>
                  <a:pt x="3273" y="265"/>
                </a:lnTo>
                <a:lnTo>
                  <a:pt x="3241" y="260"/>
                </a:lnTo>
                <a:lnTo>
                  <a:pt x="3210" y="257"/>
                </a:lnTo>
                <a:lnTo>
                  <a:pt x="3178" y="254"/>
                </a:lnTo>
                <a:lnTo>
                  <a:pt x="3147" y="253"/>
                </a:lnTo>
                <a:lnTo>
                  <a:pt x="3115" y="252"/>
                </a:lnTo>
                <a:lnTo>
                  <a:pt x="3083" y="253"/>
                </a:lnTo>
                <a:lnTo>
                  <a:pt x="3052" y="254"/>
                </a:lnTo>
                <a:lnTo>
                  <a:pt x="3020" y="257"/>
                </a:lnTo>
                <a:lnTo>
                  <a:pt x="2989" y="260"/>
                </a:lnTo>
                <a:lnTo>
                  <a:pt x="2958" y="265"/>
                </a:lnTo>
                <a:lnTo>
                  <a:pt x="2928" y="270"/>
                </a:lnTo>
                <a:lnTo>
                  <a:pt x="2898" y="277"/>
                </a:lnTo>
                <a:lnTo>
                  <a:pt x="2867" y="284"/>
                </a:lnTo>
                <a:lnTo>
                  <a:pt x="2838" y="293"/>
                </a:lnTo>
                <a:lnTo>
                  <a:pt x="2809" y="303"/>
                </a:lnTo>
                <a:lnTo>
                  <a:pt x="2779" y="314"/>
                </a:lnTo>
                <a:lnTo>
                  <a:pt x="2750" y="325"/>
                </a:lnTo>
                <a:lnTo>
                  <a:pt x="2722" y="337"/>
                </a:lnTo>
                <a:lnTo>
                  <a:pt x="2694" y="350"/>
                </a:lnTo>
                <a:lnTo>
                  <a:pt x="2667" y="364"/>
                </a:lnTo>
                <a:lnTo>
                  <a:pt x="2640" y="379"/>
                </a:lnTo>
                <a:lnTo>
                  <a:pt x="2613" y="394"/>
                </a:lnTo>
                <a:lnTo>
                  <a:pt x="2587" y="412"/>
                </a:lnTo>
                <a:lnTo>
                  <a:pt x="2562" y="429"/>
                </a:lnTo>
                <a:lnTo>
                  <a:pt x="2537" y="446"/>
                </a:lnTo>
                <a:lnTo>
                  <a:pt x="2513" y="466"/>
                </a:lnTo>
                <a:lnTo>
                  <a:pt x="2489" y="485"/>
                </a:lnTo>
                <a:lnTo>
                  <a:pt x="2466" y="506"/>
                </a:lnTo>
                <a:lnTo>
                  <a:pt x="2443" y="527"/>
                </a:lnTo>
                <a:lnTo>
                  <a:pt x="2422" y="550"/>
                </a:lnTo>
                <a:lnTo>
                  <a:pt x="2401" y="572"/>
                </a:lnTo>
                <a:lnTo>
                  <a:pt x="2380" y="595"/>
                </a:lnTo>
                <a:lnTo>
                  <a:pt x="2361" y="620"/>
                </a:lnTo>
                <a:lnTo>
                  <a:pt x="2341" y="645"/>
                </a:lnTo>
                <a:lnTo>
                  <a:pt x="2324" y="670"/>
                </a:lnTo>
                <a:lnTo>
                  <a:pt x="2306" y="696"/>
                </a:lnTo>
                <a:lnTo>
                  <a:pt x="2290" y="723"/>
                </a:lnTo>
                <a:lnTo>
                  <a:pt x="2267" y="764"/>
                </a:lnTo>
                <a:lnTo>
                  <a:pt x="2247" y="805"/>
                </a:lnTo>
                <a:lnTo>
                  <a:pt x="2229" y="847"/>
                </a:lnTo>
                <a:lnTo>
                  <a:pt x="2213" y="890"/>
                </a:lnTo>
                <a:lnTo>
                  <a:pt x="2199" y="932"/>
                </a:lnTo>
                <a:lnTo>
                  <a:pt x="2187" y="974"/>
                </a:lnTo>
                <a:lnTo>
                  <a:pt x="2177" y="1018"/>
                </a:lnTo>
                <a:lnTo>
                  <a:pt x="2169" y="1061"/>
                </a:lnTo>
                <a:lnTo>
                  <a:pt x="2164" y="1105"/>
                </a:lnTo>
                <a:lnTo>
                  <a:pt x="2161" y="1148"/>
                </a:lnTo>
                <a:lnTo>
                  <a:pt x="2160" y="1192"/>
                </a:lnTo>
                <a:lnTo>
                  <a:pt x="2160" y="1235"/>
                </a:lnTo>
                <a:lnTo>
                  <a:pt x="2162" y="1279"/>
                </a:lnTo>
                <a:lnTo>
                  <a:pt x="2166" y="1322"/>
                </a:lnTo>
                <a:lnTo>
                  <a:pt x="2173" y="1365"/>
                </a:lnTo>
                <a:lnTo>
                  <a:pt x="2180" y="1408"/>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4" name="MH_Text_2"/>
          <p:cNvSpPr txBox="1">
            <a:spLocks noChangeArrowheads="1"/>
          </p:cNvSpPr>
          <p:nvPr>
            <p:custDataLst>
              <p:tags r:id="rId1"/>
            </p:custDataLst>
          </p:nvPr>
        </p:nvSpPr>
        <p:spPr bwMode="auto">
          <a:xfrm>
            <a:off x="1233588" y="4509120"/>
            <a:ext cx="715483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40.0%                         8.2%                           7.6%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7" name="MH_Text_2"/>
          <p:cNvSpPr txBox="1">
            <a:spLocks noChangeArrowheads="1"/>
          </p:cNvSpPr>
          <p:nvPr>
            <p:custDataLst>
              <p:tags r:id="rId2"/>
            </p:custDataLst>
          </p:nvPr>
        </p:nvSpPr>
        <p:spPr bwMode="auto">
          <a:xfrm>
            <a:off x="1200844" y="4250738"/>
            <a:ext cx="1080145" cy="236540"/>
          </a:xfrm>
          <a:prstGeom prst="rect">
            <a:avLst/>
          </a:prstGeom>
          <a:solidFill>
            <a:srgbClr val="996600"/>
          </a:solidFill>
          <a:ln>
            <a:noFill/>
          </a:ln>
          <a:extLst/>
        </p:spPr>
        <p:txBody>
          <a:bodyPr wrap="square" lIns="0" tIns="0" rIns="0" bIns="0" anchor="b">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a:t>
            </a:r>
            <a:r>
              <a:rPr lang="zh-CN" altLang="en-US" sz="1400" b="1" dirty="0">
                <a:solidFill>
                  <a:schemeClr val="bg1"/>
                </a:solidFill>
                <a:latin typeface="华文中宋" panose="02010600040101010101" pitchFamily="2" charset="-122"/>
                <a:ea typeface="华文中宋" panose="02010600040101010101" pitchFamily="2" charset="-122"/>
              </a:rPr>
              <a:t>物</a:t>
            </a:r>
            <a:r>
              <a:rPr lang="en-US" altLang="zh-CN" sz="1400" b="1" dirty="0" smtClean="0">
                <a:solidFill>
                  <a:schemeClr val="bg1"/>
                </a:solidFill>
                <a:latin typeface="华文中宋" panose="02010600040101010101" pitchFamily="2" charset="-122"/>
                <a:ea typeface="华文中宋" panose="02010600040101010101" pitchFamily="2" charset="-122"/>
              </a:rPr>
              <a:t> </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8" name="MH_Text_2"/>
          <p:cNvSpPr txBox="1">
            <a:spLocks noChangeArrowheads="1"/>
          </p:cNvSpPr>
          <p:nvPr>
            <p:custDataLst>
              <p:tags r:id="rId3"/>
            </p:custDataLst>
          </p:nvPr>
        </p:nvSpPr>
        <p:spPr bwMode="auto">
          <a:xfrm>
            <a:off x="3920629" y="4250738"/>
            <a:ext cx="1168524" cy="236540"/>
          </a:xfrm>
          <a:prstGeom prst="rect">
            <a:avLst/>
          </a:prstGeom>
          <a:solidFill>
            <a:srgbClr val="996600"/>
          </a:solidFill>
          <a:ln>
            <a:noFill/>
          </a:ln>
          <a:extLst/>
        </p:spPr>
        <p:txBody>
          <a:bodyPr wrap="square" lIns="0" tIns="0" rIns="0" bIns="0" anchor="b">
            <a:spAutoFit/>
          </a:bodyPr>
          <a:lstStyle>
            <a:defPPr>
              <a:defRPr lang="zh-CN"/>
            </a:defPPr>
            <a:lvl1pPr>
              <a:lnSpc>
                <a:spcPct val="120000"/>
              </a:lnSpc>
              <a:spcBef>
                <a:spcPct val="0"/>
              </a:spcBef>
              <a:buFont typeface="Arial" pitchFamily="34" charset="0"/>
              <a:buNone/>
              <a:defRPr b="1">
                <a:solidFill>
                  <a:schemeClr val="bg1"/>
                </a:solidFill>
                <a:latin typeface="华文中宋" panose="02010600040101010101" pitchFamily="2" charset="-122"/>
                <a:ea typeface="华文中宋" panose="02010600040101010101" pitchFamily="2" charset="-122"/>
              </a:defRPr>
            </a:lvl1pPr>
            <a:lvl2pPr marL="742950" indent="-285750">
              <a:lnSpc>
                <a:spcPct val="90000"/>
              </a:lnSpc>
              <a:spcBef>
                <a:spcPts val="375"/>
              </a:spcBef>
              <a:buFont typeface="Arial" pitchFamily="34" charset="0"/>
              <a:buChar char="•"/>
              <a:defRPr>
                <a:latin typeface="Calibri" pitchFamily="34" charset="0"/>
                <a:ea typeface="宋体" pitchFamily="2" charset="-122"/>
              </a:defRPr>
            </a:lvl2pPr>
            <a:lvl3pPr marL="1143000" indent="-228600">
              <a:lnSpc>
                <a:spcPct val="90000"/>
              </a:lnSpc>
              <a:spcBef>
                <a:spcPts val="375"/>
              </a:spcBef>
              <a:buFont typeface="Arial" pitchFamily="34" charset="0"/>
              <a:buChar char="•"/>
              <a:defRPr sz="1500">
                <a:latin typeface="Calibri" pitchFamily="34" charset="0"/>
                <a:ea typeface="宋体" pitchFamily="2" charset="-122"/>
              </a:defRPr>
            </a:lvl3pPr>
            <a:lvl4pPr marL="1600200" indent="-228600">
              <a:lnSpc>
                <a:spcPct val="90000"/>
              </a:lnSpc>
              <a:spcBef>
                <a:spcPts val="375"/>
              </a:spcBef>
              <a:buFont typeface="Arial" pitchFamily="34" charset="0"/>
              <a:buChar char="•"/>
              <a:defRPr sz="1300">
                <a:latin typeface="Calibri" pitchFamily="34" charset="0"/>
                <a:ea typeface="宋体" pitchFamily="2" charset="-122"/>
              </a:defRPr>
            </a:lvl4pPr>
            <a:lvl5pPr marL="2057400" indent="-228600">
              <a:lnSpc>
                <a:spcPct val="90000"/>
              </a:lnSpc>
              <a:spcBef>
                <a:spcPts val="375"/>
              </a:spcBef>
              <a:buFont typeface="Arial" pitchFamily="34" charset="0"/>
              <a:buChar char="•"/>
              <a:defRPr sz="1300">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9pPr>
          </a:lstStyle>
          <a:p>
            <a:pPr algn="ctr"/>
            <a:r>
              <a:rPr lang="zh-CN" altLang="en-US" sz="1400" dirty="0" smtClean="0"/>
              <a:t>旅游</a:t>
            </a:r>
            <a:endParaRPr lang="zh-CN" altLang="en-US" sz="1400" dirty="0"/>
          </a:p>
        </p:txBody>
      </p:sp>
      <p:sp>
        <p:nvSpPr>
          <p:cNvPr id="19" name="MH_Text_2"/>
          <p:cNvSpPr txBox="1">
            <a:spLocks noChangeArrowheads="1"/>
          </p:cNvSpPr>
          <p:nvPr>
            <p:custDataLst>
              <p:tags r:id="rId4"/>
            </p:custDataLst>
          </p:nvPr>
        </p:nvSpPr>
        <p:spPr bwMode="auto">
          <a:xfrm>
            <a:off x="6673452" y="4250738"/>
            <a:ext cx="1242778" cy="236540"/>
          </a:xfrm>
          <a:prstGeom prst="rect">
            <a:avLst/>
          </a:prstGeom>
          <a:solidFill>
            <a:srgbClr val="996600"/>
          </a:solidFill>
          <a:ln>
            <a:noFill/>
          </a:ln>
          <a:extLst/>
        </p:spPr>
        <p:txBody>
          <a:bodyPr wrap="square" lIns="0" tIns="0" rIns="0" bIns="0" anchor="b">
            <a:spAutoFit/>
          </a:bodyPr>
          <a:lstStyle>
            <a:defPPr>
              <a:defRPr lang="zh-CN"/>
            </a:defPPr>
            <a:lvl1pPr>
              <a:lnSpc>
                <a:spcPct val="120000"/>
              </a:lnSpc>
              <a:spcBef>
                <a:spcPct val="0"/>
              </a:spcBef>
              <a:buFont typeface="Arial" pitchFamily="34" charset="0"/>
              <a:buNone/>
              <a:defRPr b="1">
                <a:solidFill>
                  <a:schemeClr val="bg1"/>
                </a:solidFill>
                <a:latin typeface="华文中宋" panose="02010600040101010101" pitchFamily="2" charset="-122"/>
                <a:ea typeface="华文中宋" panose="02010600040101010101" pitchFamily="2" charset="-122"/>
              </a:defRPr>
            </a:lvl1pPr>
            <a:lvl2pPr marL="742950" indent="-285750">
              <a:lnSpc>
                <a:spcPct val="90000"/>
              </a:lnSpc>
              <a:spcBef>
                <a:spcPts val="375"/>
              </a:spcBef>
              <a:buFont typeface="Arial" pitchFamily="34" charset="0"/>
              <a:buChar char="•"/>
              <a:defRPr>
                <a:latin typeface="Calibri" pitchFamily="34" charset="0"/>
                <a:ea typeface="宋体" pitchFamily="2" charset="-122"/>
              </a:defRPr>
            </a:lvl2pPr>
            <a:lvl3pPr marL="1143000" indent="-228600">
              <a:lnSpc>
                <a:spcPct val="90000"/>
              </a:lnSpc>
              <a:spcBef>
                <a:spcPts val="375"/>
              </a:spcBef>
              <a:buFont typeface="Arial" pitchFamily="34" charset="0"/>
              <a:buChar char="•"/>
              <a:defRPr sz="1500">
                <a:latin typeface="Calibri" pitchFamily="34" charset="0"/>
                <a:ea typeface="宋体" pitchFamily="2" charset="-122"/>
              </a:defRPr>
            </a:lvl3pPr>
            <a:lvl4pPr marL="1600200" indent="-228600">
              <a:lnSpc>
                <a:spcPct val="90000"/>
              </a:lnSpc>
              <a:spcBef>
                <a:spcPts val="375"/>
              </a:spcBef>
              <a:buFont typeface="Arial" pitchFamily="34" charset="0"/>
              <a:buChar char="•"/>
              <a:defRPr sz="1300">
                <a:latin typeface="Calibri" pitchFamily="34" charset="0"/>
                <a:ea typeface="宋体" pitchFamily="2" charset="-122"/>
              </a:defRPr>
            </a:lvl4pPr>
            <a:lvl5pPr marL="2057400" indent="-228600">
              <a:lnSpc>
                <a:spcPct val="90000"/>
              </a:lnSpc>
              <a:spcBef>
                <a:spcPts val="375"/>
              </a:spcBef>
              <a:buFont typeface="Arial" pitchFamily="34" charset="0"/>
              <a:buChar char="•"/>
              <a:defRPr sz="1300">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latin typeface="Calibri" pitchFamily="34" charset="0"/>
                <a:ea typeface="宋体" pitchFamily="2" charset="-122"/>
              </a:defRPr>
            </a:lvl9pPr>
          </a:lstStyle>
          <a:p>
            <a:pPr algn="ctr"/>
            <a:r>
              <a:rPr lang="zh-CN" altLang="en-US" sz="1400" dirty="0" smtClean="0"/>
              <a:t>理财</a:t>
            </a:r>
            <a:endParaRPr lang="zh-CN" altLang="en-US" sz="1400" dirty="0"/>
          </a:p>
        </p:txBody>
      </p:sp>
    </p:spTree>
    <p:extLst>
      <p:ext uri="{BB962C8B-B14F-4D97-AF65-F5344CB8AC3E}">
        <p14:creationId xmlns:p14="http://schemas.microsoft.com/office/powerpoint/2010/main" val="16502177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468570" y="163359"/>
            <a:ext cx="8423910" cy="60134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a:solidFill>
                  <a:srgbClr val="FFFFFF"/>
                </a:solidFill>
                <a:latin typeface="Arial Black"/>
                <a:ea typeface="微软雅黑"/>
              </a:rPr>
              <a:t>分类排行：多数互联网</a:t>
            </a:r>
            <a:r>
              <a:rPr lang="zh-CN" altLang="en-US" b="1" dirty="0" smtClean="0">
                <a:solidFill>
                  <a:srgbClr val="FFFFFF"/>
                </a:solidFill>
                <a:latin typeface="Arial Black"/>
                <a:ea typeface="微软雅黑"/>
              </a:rPr>
              <a:t>企业广告花费</a:t>
            </a:r>
            <a:r>
              <a:rPr lang="zh-CN" altLang="en-US" b="1" dirty="0">
                <a:solidFill>
                  <a:srgbClr val="FFFFFF"/>
                </a:solidFill>
                <a:latin typeface="Arial Black"/>
                <a:ea typeface="微软雅黑"/>
              </a:rPr>
              <a:t>增幅明显</a:t>
            </a:r>
            <a:endParaRPr lang="zh-CN" altLang="en-US" b="1" dirty="0">
              <a:solidFill>
                <a:srgbClr val="FFC000"/>
              </a:solidFill>
              <a:latin typeface="Arial Black"/>
              <a:ea typeface="微软雅黑"/>
            </a:endParaRP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7" name="图表 6"/>
          <p:cNvGraphicFramePr/>
          <p:nvPr>
            <p:extLst>
              <p:ext uri="{D42A27DB-BD31-4B8C-83A1-F6EECF244321}">
                <p14:modId xmlns:p14="http://schemas.microsoft.com/office/powerpoint/2010/main" val="202419202"/>
              </p:ext>
            </p:extLst>
          </p:nvPr>
        </p:nvGraphicFramePr>
        <p:xfrm>
          <a:off x="519937" y="1170811"/>
          <a:ext cx="8278336" cy="5664294"/>
        </p:xfrm>
        <a:graphic>
          <a:graphicData uri="http://schemas.openxmlformats.org/drawingml/2006/chart">
            <c:chart xmlns:c="http://schemas.openxmlformats.org/drawingml/2006/chart" xmlns:r="http://schemas.openxmlformats.org/officeDocument/2006/relationships" r:id="rId4"/>
          </a:graphicData>
        </a:graphic>
      </p:graphicFrame>
      <p:sp>
        <p:nvSpPr>
          <p:cNvPr id="4" name="矩形 3"/>
          <p:cNvSpPr/>
          <p:nvPr/>
        </p:nvSpPr>
        <p:spPr>
          <a:xfrm>
            <a:off x="683568" y="827420"/>
            <a:ext cx="7704856"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defRPr sz="1800" b="1" i="0" u="none" strike="noStrike" kern="1200" baseline="0">
                <a:solidFill>
                  <a:srgbClr val="000000"/>
                </a:solidFill>
                <a:latin typeface="+mn-lt"/>
                <a:ea typeface="+mn-ea"/>
                <a:cs typeface="+mn-cs"/>
              </a:defRPr>
            </a:pPr>
            <a:r>
              <a:rPr lang="en-US" altLang="zh-CN" b="1" dirty="0" smtClean="0">
                <a:solidFill>
                  <a:sysClr val="windowText" lastClr="000000"/>
                </a:solidFill>
                <a:latin typeface="华文中宋" panose="02010600040101010101" pitchFamily="2" charset="-122"/>
                <a:ea typeface="华文中宋" panose="02010600040101010101" pitchFamily="2" charset="-122"/>
              </a:rPr>
              <a:t>2015</a:t>
            </a:r>
            <a:r>
              <a:rPr lang="zh-CN" altLang="en-US" b="1" dirty="0" smtClean="0">
                <a:solidFill>
                  <a:sysClr val="windowText" lastClr="000000"/>
                </a:solidFill>
                <a:latin typeface="华文中宋" panose="02010600040101010101" pitchFamily="2" charset="-122"/>
                <a:ea typeface="华文中宋" panose="02010600040101010101" pitchFamily="2" charset="-122"/>
              </a:rPr>
              <a:t>年互联网</a:t>
            </a:r>
            <a:r>
              <a:rPr lang="zh-CN" altLang="en-US" b="1" dirty="0">
                <a:solidFill>
                  <a:sysClr val="windowText" lastClr="000000"/>
                </a:solidFill>
                <a:latin typeface="华文中宋" panose="02010600040101010101" pitchFamily="2" charset="-122"/>
                <a:ea typeface="华文中宋" panose="02010600040101010101" pitchFamily="2" charset="-122"/>
              </a:rPr>
              <a:t>企业分类别广告花费同比增幅</a:t>
            </a:r>
          </a:p>
        </p:txBody>
      </p:sp>
      <p:sp>
        <p:nvSpPr>
          <p:cNvPr id="8" name="矩形 7"/>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747749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323528" y="260648"/>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en-US" altLang="zh-CN" b="1" dirty="0" smtClean="0">
                <a:solidFill>
                  <a:srgbClr val="FFFFFF"/>
                </a:solidFill>
                <a:latin typeface="Arial Black"/>
                <a:ea typeface="微软雅黑"/>
              </a:rPr>
              <a:t>2015</a:t>
            </a:r>
            <a:r>
              <a:rPr lang="zh-CN" altLang="en-US" b="1" dirty="0" smtClean="0">
                <a:solidFill>
                  <a:srgbClr val="FFFFFF"/>
                </a:solidFill>
                <a:latin typeface="Arial Black"/>
                <a:ea typeface="微软雅黑"/>
              </a:rPr>
              <a:t>年互联网</a:t>
            </a:r>
            <a:r>
              <a:rPr lang="zh-CN" altLang="en-US" b="1" dirty="0">
                <a:solidFill>
                  <a:srgbClr val="FFFFFF"/>
                </a:solidFill>
                <a:latin typeface="Arial Black"/>
                <a:ea typeface="微软雅黑"/>
              </a:rPr>
              <a:t>企业</a:t>
            </a:r>
            <a:r>
              <a:rPr lang="zh-CN" altLang="en-US" b="1" dirty="0" smtClean="0">
                <a:solidFill>
                  <a:srgbClr val="FFC000"/>
                </a:solidFill>
                <a:latin typeface="Arial Black"/>
                <a:ea typeface="微软雅黑"/>
              </a:rPr>
              <a:t>广告</a:t>
            </a:r>
            <a:r>
              <a:rPr lang="zh-CN" altLang="en-US" b="1" dirty="0">
                <a:solidFill>
                  <a:srgbClr val="FFC000"/>
                </a:solidFill>
                <a:latin typeface="Arial Black"/>
                <a:ea typeface="微软雅黑"/>
              </a:rPr>
              <a:t>花费</a:t>
            </a:r>
            <a:r>
              <a:rPr lang="zh-CN" altLang="en-US" b="1" dirty="0" smtClean="0">
                <a:solidFill>
                  <a:srgbClr val="FFC000"/>
                </a:solidFill>
                <a:latin typeface="Arial Black"/>
                <a:ea typeface="微软雅黑"/>
              </a:rPr>
              <a:t>榜</a:t>
            </a:r>
            <a:r>
              <a:rPr lang="zh-CN" altLang="en-US" b="1" dirty="0">
                <a:solidFill>
                  <a:srgbClr val="FFC000"/>
                </a:solidFill>
                <a:latin typeface="Arial Black"/>
                <a:ea typeface="微软雅黑"/>
              </a:rPr>
              <a:t>单</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3" name="Rectangle 2"/>
          <p:cNvSpPr/>
          <p:nvPr/>
        </p:nvSpPr>
        <p:spPr>
          <a:xfrm>
            <a:off x="415146" y="1428201"/>
            <a:ext cx="8124373" cy="459544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prstClr val="white"/>
              </a:solidFill>
            </a:endParaRPr>
          </a:p>
        </p:txBody>
      </p:sp>
      <p:pic>
        <p:nvPicPr>
          <p:cNvPr id="14"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2808" y="1268760"/>
            <a:ext cx="8383648" cy="4824536"/>
          </a:xfrm>
          <a:prstGeom prst="rect">
            <a:avLst/>
          </a:prstGeom>
        </p:spPr>
      </p:pic>
      <p:graphicFrame>
        <p:nvGraphicFramePr>
          <p:cNvPr id="16" name="表格 15"/>
          <p:cNvGraphicFramePr>
            <a:graphicFrameLocks noGrp="1"/>
          </p:cNvGraphicFramePr>
          <p:nvPr>
            <p:extLst>
              <p:ext uri="{D42A27DB-BD31-4B8C-83A1-F6EECF244321}">
                <p14:modId xmlns:p14="http://schemas.microsoft.com/office/powerpoint/2010/main" val="341294743"/>
              </p:ext>
            </p:extLst>
          </p:nvPr>
        </p:nvGraphicFramePr>
        <p:xfrm>
          <a:off x="467547" y="1590300"/>
          <a:ext cx="7999822" cy="4248476"/>
        </p:xfrm>
        <a:graphic>
          <a:graphicData uri="http://schemas.openxmlformats.org/drawingml/2006/table">
            <a:tbl>
              <a:tblPr firstRow="1" bandRow="1">
                <a:tableStyleId>{2A488322-F2BA-4B5B-9748-0D474271808F}</a:tableStyleId>
              </a:tblPr>
              <a:tblGrid>
                <a:gridCol w="766560">
                  <a:extLst>
                    <a:ext uri="{9D8B030D-6E8A-4147-A177-3AD203B41FA5}">
                      <a16:colId xmlns="" xmlns:a16="http://schemas.microsoft.com/office/drawing/2014/main" val="20000"/>
                    </a:ext>
                  </a:extLst>
                </a:gridCol>
                <a:gridCol w="1808314">
                  <a:extLst>
                    <a:ext uri="{9D8B030D-6E8A-4147-A177-3AD203B41FA5}">
                      <a16:colId xmlns="" xmlns:a16="http://schemas.microsoft.com/office/drawing/2014/main" val="20001"/>
                    </a:ext>
                  </a:extLst>
                </a:gridCol>
                <a:gridCol w="1356237">
                  <a:extLst>
                    <a:ext uri="{9D8B030D-6E8A-4147-A177-3AD203B41FA5}">
                      <a16:colId xmlns="" xmlns:a16="http://schemas.microsoft.com/office/drawing/2014/main" val="20002"/>
                    </a:ext>
                  </a:extLst>
                </a:gridCol>
                <a:gridCol w="821419">
                  <a:extLst>
                    <a:ext uri="{9D8B030D-6E8A-4147-A177-3AD203B41FA5}">
                      <a16:colId xmlns="" xmlns:a16="http://schemas.microsoft.com/office/drawing/2014/main" val="20003"/>
                    </a:ext>
                  </a:extLst>
                </a:gridCol>
                <a:gridCol w="1891055">
                  <a:extLst>
                    <a:ext uri="{9D8B030D-6E8A-4147-A177-3AD203B41FA5}">
                      <a16:colId xmlns="" xmlns:a16="http://schemas.microsoft.com/office/drawing/2014/main" val="20004"/>
                    </a:ext>
                  </a:extLst>
                </a:gridCol>
                <a:gridCol w="1356237">
                  <a:extLst>
                    <a:ext uri="{9D8B030D-6E8A-4147-A177-3AD203B41FA5}">
                      <a16:colId xmlns="" xmlns:a16="http://schemas.microsoft.com/office/drawing/2014/main" val="20005"/>
                    </a:ext>
                  </a:extLst>
                </a:gridCol>
              </a:tblGrid>
              <a:tr h="459596">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排名</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产品</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花费增幅</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排名</a:t>
                      </a:r>
                    </a:p>
                  </a:txBody>
                  <a:tcPr marL="9525" marR="9525" marT="9525" marB="0" anchor="ctr">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产品</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花费增幅</a:t>
                      </a:r>
                    </a:p>
                  </a:txBody>
                  <a:tcPr marL="9525" marR="9525" marT="9525" marB="0" anchor="ctr">
                    <a:lnB w="12700" cap="flat" cmpd="sng" algn="ctr">
                      <a:solidFill>
                        <a:schemeClr val="bg1"/>
                      </a:solidFill>
                      <a:prstDash val="solid"/>
                      <a:round/>
                      <a:headEnd type="none" w="med" len="med"/>
                      <a:tailEnd type="none" w="med" len="med"/>
                    </a:lnB>
                    <a:noFill/>
                  </a:tcPr>
                </a:tc>
                <a:extLst>
                  <a:ext uri="{0D108BD9-81ED-4DB2-BD59-A6C34878D82A}">
                    <a16:rowId xmlns="" xmlns:a16="http://schemas.microsoft.com/office/drawing/2014/main" val="10000"/>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家家乐购</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81.2%</a:t>
                      </a:r>
                    </a:p>
                  </a:txBody>
                  <a:tcPr marL="9525" marR="9525" marT="9525"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 xmlns:a16="http://schemas.microsoft.com/office/drawing/2014/main" val="10001"/>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186.6%</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12</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唯品会网</a:t>
                      </a:r>
                    </a:p>
                  </a:txBody>
                  <a:tcPr marL="9525" marR="9525" marT="9525" marB="0" anchor="ctr">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181.5%</a:t>
                      </a:r>
                    </a:p>
                  </a:txBody>
                  <a:tcPr marL="9525" marR="9525" marT="9525" marB="0" anchor="ctr">
                    <a:noFill/>
                  </a:tcPr>
                </a:tc>
                <a:extLst>
                  <a:ext uri="{0D108BD9-81ED-4DB2-BD59-A6C34878D82A}">
                    <a16:rowId xmlns="" xmlns:a16="http://schemas.microsoft.com/office/drawing/2014/main" val="10002"/>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92.3%</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95.5%</a:t>
                      </a:r>
                    </a:p>
                  </a:txBody>
                  <a:tcPr marL="9525" marR="9525" marT="9525" marB="0" anchor="ctr">
                    <a:noFill/>
                  </a:tcPr>
                </a:tc>
                <a:extLst>
                  <a:ext uri="{0D108BD9-81ED-4DB2-BD59-A6C34878D82A}">
                    <a16:rowId xmlns="" xmlns:a16="http://schemas.microsoft.com/office/drawing/2014/main" val="10003"/>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157.9%</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14</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租宝网</a:t>
                      </a:r>
                    </a:p>
                  </a:txBody>
                  <a:tcPr marL="9525" marR="9525" marT="9525" marB="0" anchor="c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extLst>
                  <a:ext uri="{0D108BD9-81ED-4DB2-BD59-A6C34878D82A}">
                    <a16:rowId xmlns="" xmlns:a16="http://schemas.microsoft.com/office/drawing/2014/main" val="10004"/>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a:t>
                      </a:r>
                    </a:p>
                  </a:txBody>
                  <a:tcPr marL="9525" marR="9525" marT="9525" marB="0" anchor="ctr">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94.3%</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extLst>
                  <a:ext uri="{0D108BD9-81ED-4DB2-BD59-A6C34878D82A}">
                    <a16:rowId xmlns="" xmlns:a16="http://schemas.microsoft.com/office/drawing/2014/main" val="10005"/>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阿里巴巴淘宝网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-15.2%</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优信二手车手机软件</a:t>
                      </a:r>
                    </a:p>
                  </a:txBody>
                  <a:tcPr marL="9525" marR="9525" marT="9525" marB="0" anchor="c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extLst>
                  <a:ext uri="{0D108BD9-81ED-4DB2-BD59-A6C34878D82A}">
                    <a16:rowId xmlns="" xmlns:a16="http://schemas.microsoft.com/office/drawing/2014/main" val="10006"/>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7</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17</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extLst>
                  <a:ext uri="{0D108BD9-81ED-4DB2-BD59-A6C34878D82A}">
                    <a16:rowId xmlns="" xmlns:a16="http://schemas.microsoft.com/office/drawing/2014/main" val="10007"/>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66.4%</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18</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聚美优品网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20.4%</a:t>
                      </a:r>
                    </a:p>
                  </a:txBody>
                  <a:tcPr marL="9525" marR="9525" marT="9525" marB="0" anchor="ctr">
                    <a:noFill/>
                  </a:tcPr>
                </a:tc>
                <a:extLst>
                  <a:ext uri="{0D108BD9-81ED-4DB2-BD59-A6C34878D82A}">
                    <a16:rowId xmlns="" xmlns:a16="http://schemas.microsoft.com/office/drawing/2014/main" val="10008"/>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寻医问药网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351.4%</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号店网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-30.6%</a:t>
                      </a:r>
                    </a:p>
                  </a:txBody>
                  <a:tcPr marL="9525" marR="9525" marT="9525" marB="0" anchor="ctr">
                    <a:noFill/>
                  </a:tcPr>
                </a:tc>
                <a:extLst>
                  <a:ext uri="{0D108BD9-81ED-4DB2-BD59-A6C34878D82A}">
                    <a16:rowId xmlns="" xmlns:a16="http://schemas.microsoft.com/office/drawing/2014/main" val="10009"/>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10</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6.5%</a:t>
                      </a:r>
                    </a:p>
                  </a:txBody>
                  <a:tcPr marL="9525" marR="9525" marT="9525" marB="0" anchor="ctr">
                    <a:lnR w="12700" cap="flat" cmpd="sng" algn="ctr">
                      <a:solidFill>
                        <a:schemeClr val="bg1"/>
                      </a:solidFill>
                      <a:prstDash val="solid"/>
                      <a:round/>
                      <a:headEnd type="none" w="med" len="med"/>
                      <a:tailEnd type="none" w="med" len="med"/>
                    </a:ln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a:t>
                      </a:r>
                    </a:p>
                  </a:txBody>
                  <a:tcPr marL="9525" marR="9525" marT="9525" marB="0" anchor="ctr">
                    <a:lnL w="12700" cap="flat" cmpd="sng" algn="ctr">
                      <a:solidFill>
                        <a:schemeClr val="bg1"/>
                      </a:solidFill>
                      <a:prstDash val="solid"/>
                      <a:round/>
                      <a:headEnd type="none" w="med" len="med"/>
                      <a:tailEnd type="none" w="med" len="med"/>
                    </a:lnL>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extLst>
                  <a:ext uri="{0D108BD9-81ED-4DB2-BD59-A6C34878D82A}">
                    <a16:rowId xmlns="" xmlns:a16="http://schemas.microsoft.com/office/drawing/2014/main" val="10010"/>
                  </a:ext>
                </a:extLst>
              </a:tr>
            </a:tbl>
          </a:graphicData>
        </a:graphic>
      </p:graphicFrame>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921434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
          <p:cNvSpPr txBox="1"/>
          <p:nvPr/>
        </p:nvSpPr>
        <p:spPr>
          <a:xfrm>
            <a:off x="378375" y="286216"/>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en-US" altLang="zh-CN" b="1" dirty="0" smtClean="0">
                <a:solidFill>
                  <a:srgbClr val="FFFFFF"/>
                </a:solidFill>
                <a:latin typeface="Arial Black"/>
                <a:ea typeface="微软雅黑"/>
              </a:rPr>
              <a:t>2015</a:t>
            </a:r>
            <a:r>
              <a:rPr lang="zh-CN" altLang="en-US" b="1" dirty="0" smtClean="0">
                <a:solidFill>
                  <a:srgbClr val="FFFFFF"/>
                </a:solidFill>
                <a:latin typeface="Arial Black"/>
                <a:ea typeface="微软雅黑"/>
              </a:rPr>
              <a:t>年互联网企业广告</a:t>
            </a:r>
            <a:r>
              <a:rPr lang="zh-CN" altLang="en-US" b="1" dirty="0" smtClean="0">
                <a:solidFill>
                  <a:srgbClr val="FFC000"/>
                </a:solidFill>
                <a:latin typeface="Arial Black"/>
                <a:ea typeface="微软雅黑"/>
              </a:rPr>
              <a:t>花费</a:t>
            </a:r>
            <a:r>
              <a:rPr lang="zh-CN" altLang="en-US" b="1" dirty="0">
                <a:solidFill>
                  <a:srgbClr val="FFC000"/>
                </a:solidFill>
                <a:latin typeface="Arial Black"/>
                <a:ea typeface="微软雅黑"/>
              </a:rPr>
              <a:t>增幅榜单</a:t>
            </a:r>
          </a:p>
        </p:txBody>
      </p:sp>
      <p:pic>
        <p:nvPicPr>
          <p:cNvPr id="11" name="图片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3" name="Rectangle 2"/>
          <p:cNvSpPr/>
          <p:nvPr/>
        </p:nvSpPr>
        <p:spPr>
          <a:xfrm>
            <a:off x="415146" y="1284185"/>
            <a:ext cx="8124373" cy="459544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prstClr val="white"/>
              </a:solidFill>
            </a:endParaRPr>
          </a:p>
        </p:txBody>
      </p:sp>
      <p:pic>
        <p:nvPicPr>
          <p:cNvPr id="14"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2808" y="1124744"/>
            <a:ext cx="8383648" cy="4896544"/>
          </a:xfrm>
          <a:prstGeom prst="rect">
            <a:avLst/>
          </a:prstGeom>
        </p:spPr>
      </p:pic>
      <p:graphicFrame>
        <p:nvGraphicFramePr>
          <p:cNvPr id="16" name="表格 15"/>
          <p:cNvGraphicFramePr>
            <a:graphicFrameLocks noGrp="1"/>
          </p:cNvGraphicFramePr>
          <p:nvPr>
            <p:extLst>
              <p:ext uri="{D42A27DB-BD31-4B8C-83A1-F6EECF244321}">
                <p14:modId xmlns:p14="http://schemas.microsoft.com/office/powerpoint/2010/main" val="3642979478"/>
              </p:ext>
            </p:extLst>
          </p:nvPr>
        </p:nvGraphicFramePr>
        <p:xfrm>
          <a:off x="395536" y="1484780"/>
          <a:ext cx="8071972" cy="4248476"/>
        </p:xfrm>
        <a:graphic>
          <a:graphicData uri="http://schemas.openxmlformats.org/drawingml/2006/table">
            <a:tbl>
              <a:tblPr firstRow="1" bandRow="1">
                <a:tableStyleId>{2A488322-F2BA-4B5B-9748-0D474271808F}</a:tableStyleId>
              </a:tblPr>
              <a:tblGrid>
                <a:gridCol w="648072">
                  <a:extLst>
                    <a:ext uri="{9D8B030D-6E8A-4147-A177-3AD203B41FA5}">
                      <a16:colId xmlns="" xmlns:a16="http://schemas.microsoft.com/office/drawing/2014/main" val="20000"/>
                    </a:ext>
                  </a:extLst>
                </a:gridCol>
                <a:gridCol w="2016221">
                  <a:extLst>
                    <a:ext uri="{9D8B030D-6E8A-4147-A177-3AD203B41FA5}">
                      <a16:colId xmlns="" xmlns:a16="http://schemas.microsoft.com/office/drawing/2014/main" val="20001"/>
                    </a:ext>
                  </a:extLst>
                </a:gridCol>
                <a:gridCol w="864096">
                  <a:extLst>
                    <a:ext uri="{9D8B030D-6E8A-4147-A177-3AD203B41FA5}">
                      <a16:colId xmlns="" xmlns:a16="http://schemas.microsoft.com/office/drawing/2014/main" val="20002"/>
                    </a:ext>
                  </a:extLst>
                </a:gridCol>
                <a:gridCol w="1872208">
                  <a:extLst>
                    <a:ext uri="{9D8B030D-6E8A-4147-A177-3AD203B41FA5}">
                      <a16:colId xmlns="" xmlns:a16="http://schemas.microsoft.com/office/drawing/2014/main" val="20003"/>
                    </a:ext>
                  </a:extLst>
                </a:gridCol>
                <a:gridCol w="864099">
                  <a:extLst>
                    <a:ext uri="{9D8B030D-6E8A-4147-A177-3AD203B41FA5}">
                      <a16:colId xmlns="" xmlns:a16="http://schemas.microsoft.com/office/drawing/2014/main" val="20004"/>
                    </a:ext>
                  </a:extLst>
                </a:gridCol>
                <a:gridCol w="1807276">
                  <a:extLst>
                    <a:ext uri="{9D8B030D-6E8A-4147-A177-3AD203B41FA5}">
                      <a16:colId xmlns="" xmlns:a16="http://schemas.microsoft.com/office/drawing/2014/main" val="20005"/>
                    </a:ext>
                  </a:extLst>
                </a:gridCol>
              </a:tblGrid>
              <a:tr h="459596">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排名</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产品</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排名</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产品</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排名</a:t>
                      </a:r>
                    </a:p>
                  </a:txBody>
                  <a:tcPr marL="9525" marR="9525" marT="9525" marB="0" anchor="ctr">
                    <a:lnB w="12700" cap="flat" cmpd="sng" algn="ctr">
                      <a:solidFill>
                        <a:schemeClr val="bg1"/>
                      </a:solidFill>
                      <a:prstDash val="solid"/>
                      <a:round/>
                      <a:headEnd type="none" w="med" len="med"/>
                      <a:tailEnd type="none" w="med" len="med"/>
                    </a:lnB>
                    <a:noFill/>
                  </a:tcPr>
                </a:tc>
                <a:tc>
                  <a:txBody>
                    <a:bodyPr/>
                    <a:lstStyle/>
                    <a:p>
                      <a:pPr marL="0" algn="ctr" defTabSz="914400" rtl="0" eaLnBrk="1" fontAlgn="ctr" latinLnBrk="0" hangingPunct="1"/>
                      <a:r>
                        <a:rPr lang="zh-CN" altLang="en-US" sz="1500" b="1" i="0" u="none" strike="noStrike" kern="1200" dirty="0">
                          <a:solidFill>
                            <a:schemeClr val="bg1"/>
                          </a:solidFill>
                          <a:effectLst/>
                          <a:latin typeface="华文中宋" panose="02010600040101010101" pitchFamily="2" charset="-122"/>
                          <a:ea typeface="华文中宋" panose="02010600040101010101" pitchFamily="2" charset="-122"/>
                          <a:cs typeface="+mn-cs"/>
                        </a:rPr>
                        <a:t>产品</a:t>
                      </a:r>
                    </a:p>
                  </a:txBody>
                  <a:tcPr marL="9525" marR="9525" marT="9525" marB="0" anchor="ctr">
                    <a:lnB w="12700" cap="flat" cmpd="sng" algn="ctr">
                      <a:solidFill>
                        <a:schemeClr val="bg1"/>
                      </a:solidFill>
                      <a:prstDash val="solid"/>
                      <a:round/>
                      <a:headEnd type="none" w="med" len="med"/>
                      <a:tailEnd type="none" w="med" len="med"/>
                    </a:lnB>
                    <a:noFill/>
                  </a:tcPr>
                </a:tc>
                <a:extLst>
                  <a:ext uri="{0D108BD9-81ED-4DB2-BD59-A6C34878D82A}">
                    <a16:rowId xmlns="" xmlns:a16="http://schemas.microsoft.com/office/drawing/2014/main" val="10000"/>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微信理财通软件</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1919</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酒类网上商城</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21</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麦乐购网</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 xmlns:a16="http://schemas.microsoft.com/office/drawing/2014/main" val="10001"/>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点融网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12</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车易拍网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22</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纷享销客管理软件</a:t>
                      </a:r>
                    </a:p>
                  </a:txBody>
                  <a:tcPr marL="9525" marR="9525" marT="9525" marB="0" anchor="ctr">
                    <a:noFill/>
                  </a:tcPr>
                </a:tc>
                <a:extLst>
                  <a:ext uri="{0D108BD9-81ED-4DB2-BD59-A6C34878D82A}">
                    <a16:rowId xmlns="" xmlns:a16="http://schemas.microsoft.com/office/drawing/2014/main" val="10002"/>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微盟平台</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链家网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23</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淘在路上客户端软件</a:t>
                      </a:r>
                    </a:p>
                  </a:txBody>
                  <a:tcPr marL="9525" marR="9525" marT="9525" marB="0" anchor="ctr">
                    <a:noFill/>
                  </a:tcPr>
                </a:tc>
                <a:extLst>
                  <a:ext uri="{0D108BD9-81ED-4DB2-BD59-A6C34878D82A}">
                    <a16:rowId xmlns="" xmlns:a16="http://schemas.microsoft.com/office/drawing/2014/main" val="10003"/>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爱钱进平台</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14</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太平洋电影网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24</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腾讯</a:t>
                      </a:r>
                      <a:r>
                        <a:rPr 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QQ</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软件</a:t>
                      </a:r>
                    </a:p>
                  </a:txBody>
                  <a:tcPr marL="9525" marR="9525" marT="9525" marB="0" anchor="ctr">
                    <a:noFill/>
                  </a:tcPr>
                </a:tc>
                <a:extLst>
                  <a:ext uri="{0D108BD9-81ED-4DB2-BD59-A6C34878D82A}">
                    <a16:rowId xmlns="" xmlns:a16="http://schemas.microsoft.com/office/drawing/2014/main" val="10004"/>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永乐票务网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淘在路上</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25</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饿了么网</a:t>
                      </a:r>
                    </a:p>
                  </a:txBody>
                  <a:tcPr marL="9525" marR="9525" marT="9525" marB="0" anchor="ctr">
                    <a:noFill/>
                  </a:tcPr>
                </a:tc>
                <a:extLst>
                  <a:ext uri="{0D108BD9-81ED-4DB2-BD59-A6C34878D82A}">
                    <a16:rowId xmlns="" xmlns:a16="http://schemas.microsoft.com/office/drawing/2014/main" val="10005"/>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到家美食会网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淘当铺网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26</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安居客网</a:t>
                      </a:r>
                    </a:p>
                  </a:txBody>
                  <a:tcPr marL="9525" marR="9525" marT="9525" marB="0" anchor="ctr">
                    <a:noFill/>
                  </a:tcPr>
                </a:tc>
                <a:extLst>
                  <a:ext uri="{0D108BD9-81ED-4DB2-BD59-A6C34878D82A}">
                    <a16:rowId xmlns="" xmlns:a16="http://schemas.microsoft.com/office/drawing/2014/main" val="10006"/>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7</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西十区网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17</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蜜芽宝贝网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27</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金信网</a:t>
                      </a:r>
                    </a:p>
                  </a:txBody>
                  <a:tcPr marL="9525" marR="9525" marT="9525" marB="0" anchor="ctr">
                    <a:noFill/>
                  </a:tcPr>
                </a:tc>
                <a:extLst>
                  <a:ext uri="{0D108BD9-81ED-4DB2-BD59-A6C34878D82A}">
                    <a16:rowId xmlns="" xmlns:a16="http://schemas.microsoft.com/office/drawing/2014/main" val="10007"/>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嘀嗒拼车手机</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APP</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软件</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18</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众信旅游网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28</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代驾手机客户端</a:t>
                      </a:r>
                    </a:p>
                  </a:txBody>
                  <a:tcPr marL="9525" marR="9525" marT="9525" marB="0" anchor="ctr">
                    <a:noFill/>
                  </a:tcPr>
                </a:tc>
                <a:extLst>
                  <a:ext uri="{0D108BD9-81ED-4DB2-BD59-A6C34878D82A}">
                    <a16:rowId xmlns="" xmlns:a16="http://schemas.microsoft.com/office/drawing/2014/main" val="10008"/>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美拍手机应用软件</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a:t>
                      </a:r>
                    </a:p>
                  </a:txBody>
                  <a:tcPr marL="9525" marR="9525" marT="9525" marB="0" anchor="ctr">
                    <a:noFill/>
                  </a:tcP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全城购商城网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29</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易卡通电脑学习软件</a:t>
                      </a:r>
                    </a:p>
                  </a:txBody>
                  <a:tcPr marL="9525" marR="9525" marT="9525" marB="0" anchor="ctr">
                    <a:noFill/>
                  </a:tcPr>
                </a:tc>
                <a:extLst>
                  <a:ext uri="{0D108BD9-81ED-4DB2-BD59-A6C34878D82A}">
                    <a16:rowId xmlns="" xmlns:a16="http://schemas.microsoft.com/office/drawing/2014/main" val="10009"/>
                  </a:ext>
                </a:extLst>
              </a:tr>
              <a:tr h="378888">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10</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易车网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a:t>
                      </a: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以岭健康城网</a:t>
                      </a:r>
                    </a:p>
                  </a:txBody>
                  <a:tcPr marL="9525" marR="9525" marT="9525" marB="0" anchor="ctr">
                    <a:noFill/>
                  </a:tcP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noFill/>
                  </a:tcP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noFill/>
                  </a:tcPr>
                </a:tc>
                <a:extLst>
                  <a:ext uri="{0D108BD9-81ED-4DB2-BD59-A6C34878D82A}">
                    <a16:rowId xmlns="" xmlns:a16="http://schemas.microsoft.com/office/drawing/2014/main" val="10010"/>
                  </a:ext>
                </a:extLst>
              </a:tr>
            </a:tbl>
          </a:graphicData>
        </a:graphic>
      </p:graphicFrame>
      <p:sp>
        <p:nvSpPr>
          <p:cNvPr id="8" name="矩形 7"/>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837611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23528" y="1700813"/>
            <a:ext cx="3677394" cy="3677395"/>
          </a:xfrm>
          <a:prstGeom prst="rect">
            <a:avLst/>
          </a:prstGeom>
        </p:spPr>
      </p:pic>
      <p:sp>
        <p:nvSpPr>
          <p:cNvPr id="3" name="标题 1"/>
          <p:cNvSpPr txBox="1"/>
          <p:nvPr/>
        </p:nvSpPr>
        <p:spPr>
          <a:xfrm>
            <a:off x="3852497" y="2924944"/>
            <a:ext cx="5219341" cy="111363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互联网企业</a:t>
            </a:r>
            <a:endParaRPr kumimoji="0" lang="en-US" altLang="zh-CN" sz="2800" b="1" i="0" u="none" strike="noStrike" kern="1200" cap="none" spc="0" normalizeH="0" baseline="0" noProof="0" dirty="0">
              <a:ln>
                <a:noFill/>
              </a:ln>
              <a:solidFill>
                <a:srgbClr val="FFFFFF"/>
              </a:solidFill>
              <a:effectLst/>
              <a:uLnTx/>
              <a:uFillTx/>
              <a:latin typeface="Arial Black"/>
              <a:ea typeface="微软雅黑"/>
              <a:cs typeface="+mj-cs"/>
            </a:endParaRPr>
          </a:p>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rgbClr val="FFFFFF"/>
                </a:solidFill>
                <a:effectLst/>
                <a:uLnTx/>
                <a:uFillTx/>
                <a:latin typeface="Arial Black"/>
                <a:ea typeface="微软雅黑"/>
                <a:cs typeface="+mj-cs"/>
              </a:rPr>
              <a:t>         全媒体广告投放分析</a:t>
            </a: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378375" y="286216"/>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微软雅黑" panose="020B0503020204020204" pitchFamily="34" charset="-122"/>
                <a:ea typeface="微软雅黑" panose="020B0503020204020204" pitchFamily="34" charset="-122"/>
              </a:rPr>
              <a:t>媒介趋势：互联网企业的广告花费几乎全线增长</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4" name="内容占位符 2"/>
          <p:cNvSpPr txBox="1"/>
          <p:nvPr/>
        </p:nvSpPr>
        <p:spPr>
          <a:xfrm>
            <a:off x="251521" y="1052736"/>
            <a:ext cx="8712968" cy="1080120"/>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商务楼宇视频、影院视频、电台广告投放量增长相对明显</a:t>
            </a:r>
            <a:endParaRPr sz="2000" dirty="0">
              <a:solidFill>
                <a:prstClr val="white"/>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图表 8"/>
          <p:cNvGraphicFramePr/>
          <p:nvPr>
            <p:extLst>
              <p:ext uri="{D42A27DB-BD31-4B8C-83A1-F6EECF244321}">
                <p14:modId xmlns:p14="http://schemas.microsoft.com/office/powerpoint/2010/main" val="2892055811"/>
              </p:ext>
            </p:extLst>
          </p:nvPr>
        </p:nvGraphicFramePr>
        <p:xfrm>
          <a:off x="468837" y="2492896"/>
          <a:ext cx="8278336" cy="3747233"/>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378375" y="2092206"/>
            <a:ext cx="8010253" cy="369332"/>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p>
            <a:pPr algn="ctr"/>
            <a:r>
              <a:rPr lang="en-US" altLang="zh-CN" b="1" dirty="0" smtClean="0">
                <a:solidFill>
                  <a:prstClr val="black"/>
                </a:solidFill>
                <a:latin typeface="华文中宋" panose="02010600040101010101" pitchFamily="2" charset="-122"/>
                <a:ea typeface="华文中宋" panose="02010600040101010101" pitchFamily="2" charset="-122"/>
              </a:rPr>
              <a:t>2015</a:t>
            </a:r>
            <a:r>
              <a:rPr lang="zh-CN" altLang="en-US" b="1" dirty="0" smtClean="0">
                <a:solidFill>
                  <a:prstClr val="black"/>
                </a:solidFill>
                <a:latin typeface="华文中宋" panose="02010600040101010101" pitchFamily="2" charset="-122"/>
                <a:ea typeface="华文中宋" panose="02010600040101010101" pitchFamily="2" charset="-122"/>
              </a:rPr>
              <a:t>年互联网企业分媒体花费</a:t>
            </a:r>
            <a:r>
              <a:rPr lang="zh-CN" altLang="en-US" b="1" dirty="0">
                <a:solidFill>
                  <a:prstClr val="black"/>
                </a:solidFill>
                <a:latin typeface="华文中宋" panose="02010600040101010101" pitchFamily="2" charset="-122"/>
                <a:ea typeface="华文中宋" panose="02010600040101010101" pitchFamily="2" charset="-122"/>
              </a:rPr>
              <a:t>增幅</a:t>
            </a:r>
          </a:p>
        </p:txBody>
      </p:sp>
      <p:sp>
        <p:nvSpPr>
          <p:cNvPr id="8" name="矩形 7"/>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7041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图表 8"/>
          <p:cNvGraphicFramePr/>
          <p:nvPr>
            <p:extLst>
              <p:ext uri="{D42A27DB-BD31-4B8C-83A1-F6EECF244321}">
                <p14:modId xmlns:p14="http://schemas.microsoft.com/office/powerpoint/2010/main" val="351757006"/>
              </p:ext>
            </p:extLst>
          </p:nvPr>
        </p:nvGraphicFramePr>
        <p:xfrm>
          <a:off x="891113" y="1268760"/>
          <a:ext cx="6984776" cy="4613880"/>
        </p:xfrm>
        <a:graphic>
          <a:graphicData uri="http://schemas.openxmlformats.org/drawingml/2006/chart">
            <c:chart xmlns:c="http://schemas.openxmlformats.org/drawingml/2006/chart" xmlns:r="http://schemas.openxmlformats.org/officeDocument/2006/relationships" r:id="rId4"/>
          </a:graphicData>
        </a:graphic>
      </p:graphicFrame>
      <p:sp>
        <p:nvSpPr>
          <p:cNvPr id="8" name="矩形 7"/>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2" name="标题 1"/>
          <p:cNvSpPr txBox="1"/>
          <p:nvPr/>
        </p:nvSpPr>
        <p:spPr>
          <a:xfrm>
            <a:off x="251520" y="184806"/>
            <a:ext cx="8419898" cy="867930"/>
          </a:xfrm>
          <a:prstGeom prst="rect">
            <a:avLst/>
          </a:prstGeom>
        </p:spPr>
        <p:txBody>
          <a:bodyPr vert="horz"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微软雅黑" panose="020B0503020204020204" pitchFamily="34" charset="-122"/>
                <a:ea typeface="微软雅黑" panose="020B0503020204020204" pitchFamily="34" charset="-122"/>
              </a:rPr>
              <a:t>媒介分布：互联网</a:t>
            </a:r>
            <a:r>
              <a:rPr lang="zh-CN" altLang="en-US" b="1" dirty="0">
                <a:solidFill>
                  <a:srgbClr val="FFFFFF"/>
                </a:solidFill>
                <a:latin typeface="微软雅黑" panose="020B0503020204020204" pitchFamily="34" charset="-122"/>
                <a:ea typeface="微软雅黑" panose="020B0503020204020204" pitchFamily="34" charset="-122"/>
              </a:rPr>
              <a:t>企业在</a:t>
            </a:r>
            <a:r>
              <a:rPr lang="zh-CN" altLang="en-US" b="1" dirty="0">
                <a:solidFill>
                  <a:srgbClr val="F1B015"/>
                </a:solidFill>
                <a:latin typeface="微软雅黑" panose="020B0503020204020204" pitchFamily="34" charset="-122"/>
                <a:ea typeface="微软雅黑" panose="020B0503020204020204" pitchFamily="34" charset="-122"/>
              </a:rPr>
              <a:t>电视、商务楼宇</a:t>
            </a:r>
            <a:r>
              <a:rPr lang="zh-CN" altLang="en-US" b="1" dirty="0" smtClean="0">
                <a:solidFill>
                  <a:srgbClr val="F1B015"/>
                </a:solidFill>
                <a:latin typeface="微软雅黑" panose="020B0503020204020204" pitchFamily="34" charset="-122"/>
                <a:ea typeface="微软雅黑" panose="020B0503020204020204" pitchFamily="34" charset="-122"/>
              </a:rPr>
              <a:t>视频</a:t>
            </a:r>
            <a:r>
              <a:rPr lang="zh-CN" altLang="en-US" b="1" dirty="0" smtClean="0">
                <a:solidFill>
                  <a:srgbClr val="FFFFFF"/>
                </a:solidFill>
                <a:latin typeface="微软雅黑" panose="020B0503020204020204" pitchFamily="34" charset="-122"/>
                <a:ea typeface="微软雅黑" panose="020B0503020204020204" pitchFamily="34" charset="-122"/>
              </a:rPr>
              <a:t>的广告花费占比较大</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2411760" y="5867399"/>
            <a:ext cx="5040560"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年互联网企业分媒体花费占比</a:t>
            </a:r>
            <a:endParaRPr lang="en-US" altLang="zh-CN" dirty="0">
              <a:solidFill>
                <a:sysClr val="windowText" lastClr="000000"/>
              </a:solidFill>
            </a:endParaRPr>
          </a:p>
        </p:txBody>
      </p:sp>
    </p:spTree>
    <p:extLst>
      <p:ext uri="{BB962C8B-B14F-4D97-AF65-F5344CB8AC3E}">
        <p14:creationId xmlns:p14="http://schemas.microsoft.com/office/powerpoint/2010/main" val="11211274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79512" y="116632"/>
            <a:ext cx="801025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en-US" altLang="zh-CN" b="1" dirty="0">
                <a:solidFill>
                  <a:srgbClr val="FFFFFF"/>
                </a:solidFill>
                <a:latin typeface="Arial Black"/>
                <a:ea typeface="微软雅黑"/>
              </a:rPr>
              <a:t>2015</a:t>
            </a:r>
            <a:r>
              <a:rPr lang="zh-CN" altLang="en-US" b="1" dirty="0">
                <a:solidFill>
                  <a:srgbClr val="FFFFFF"/>
                </a:solidFill>
                <a:latin typeface="Arial Black"/>
                <a:ea typeface="微软雅黑"/>
              </a:rPr>
              <a:t>年各类互联网企业的</a:t>
            </a:r>
            <a:r>
              <a:rPr lang="zh-CN" altLang="en-US" b="1" dirty="0" smtClean="0">
                <a:solidFill>
                  <a:srgbClr val="FFFFFF"/>
                </a:solidFill>
                <a:latin typeface="Arial Black"/>
                <a:ea typeface="微软雅黑"/>
              </a:rPr>
              <a:t>媒体花费占比</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表格 8"/>
          <p:cNvGraphicFramePr>
            <a:graphicFrameLocks noGrp="1"/>
          </p:cNvGraphicFramePr>
          <p:nvPr>
            <p:extLst>
              <p:ext uri="{D42A27DB-BD31-4B8C-83A1-F6EECF244321}">
                <p14:modId xmlns:p14="http://schemas.microsoft.com/office/powerpoint/2010/main" val="168286108"/>
              </p:ext>
            </p:extLst>
          </p:nvPr>
        </p:nvGraphicFramePr>
        <p:xfrm>
          <a:off x="445483" y="735274"/>
          <a:ext cx="8352790" cy="5874706"/>
        </p:xfrm>
        <a:graphic>
          <a:graphicData uri="http://schemas.openxmlformats.org/drawingml/2006/table">
            <a:tbl>
              <a:tblPr firstRow="1" firstCol="1" bandRow="1">
                <a:tableStyleId>{3B4B98B0-60AC-42C2-AFA5-B58CD77FA1E5}</a:tableStyleId>
              </a:tblPr>
              <a:tblGrid>
                <a:gridCol w="792088">
                  <a:extLst>
                    <a:ext uri="{9D8B030D-6E8A-4147-A177-3AD203B41FA5}">
                      <a16:colId xmlns="" xmlns:a16="http://schemas.microsoft.com/office/drawing/2014/main" val="20000"/>
                    </a:ext>
                  </a:extLst>
                </a:gridCol>
                <a:gridCol w="1102181">
                  <a:extLst>
                    <a:ext uri="{9D8B030D-6E8A-4147-A177-3AD203B41FA5}">
                      <a16:colId xmlns="" xmlns:a16="http://schemas.microsoft.com/office/drawing/2014/main" val="20001"/>
                    </a:ext>
                  </a:extLst>
                </a:gridCol>
                <a:gridCol w="964501">
                  <a:extLst>
                    <a:ext uri="{9D8B030D-6E8A-4147-A177-3AD203B41FA5}">
                      <a16:colId xmlns="" xmlns:a16="http://schemas.microsoft.com/office/drawing/2014/main" val="20002"/>
                    </a:ext>
                  </a:extLst>
                </a:gridCol>
                <a:gridCol w="940435">
                  <a:extLst>
                    <a:ext uri="{9D8B030D-6E8A-4147-A177-3AD203B41FA5}">
                      <a16:colId xmlns="" xmlns:a16="http://schemas.microsoft.com/office/drawing/2014/main" val="20003"/>
                    </a:ext>
                  </a:extLst>
                </a:gridCol>
                <a:gridCol w="939800">
                  <a:extLst>
                    <a:ext uri="{9D8B030D-6E8A-4147-A177-3AD203B41FA5}">
                      <a16:colId xmlns="" xmlns:a16="http://schemas.microsoft.com/office/drawing/2014/main" val="20004"/>
                    </a:ext>
                  </a:extLst>
                </a:gridCol>
                <a:gridCol w="589587">
                  <a:extLst>
                    <a:ext uri="{9D8B030D-6E8A-4147-A177-3AD203B41FA5}">
                      <a16:colId xmlns="" xmlns:a16="http://schemas.microsoft.com/office/drawing/2014/main" val="20005"/>
                    </a:ext>
                  </a:extLst>
                </a:gridCol>
                <a:gridCol w="720080">
                  <a:extLst>
                    <a:ext uri="{9D8B030D-6E8A-4147-A177-3AD203B41FA5}">
                      <a16:colId xmlns="" xmlns:a16="http://schemas.microsoft.com/office/drawing/2014/main" val="20006"/>
                    </a:ext>
                  </a:extLst>
                </a:gridCol>
                <a:gridCol w="935693">
                  <a:extLst>
                    <a:ext uri="{9D8B030D-6E8A-4147-A177-3AD203B41FA5}">
                      <a16:colId xmlns="" xmlns:a16="http://schemas.microsoft.com/office/drawing/2014/main" val="20007"/>
                    </a:ext>
                  </a:extLst>
                </a:gridCol>
                <a:gridCol w="792480">
                  <a:extLst>
                    <a:ext uri="{9D8B030D-6E8A-4147-A177-3AD203B41FA5}">
                      <a16:colId xmlns="" xmlns:a16="http://schemas.microsoft.com/office/drawing/2014/main" val="20008"/>
                    </a:ext>
                  </a:extLst>
                </a:gridCol>
                <a:gridCol w="575945">
                  <a:extLst>
                    <a:ext uri="{9D8B030D-6E8A-4147-A177-3AD203B41FA5}">
                      <a16:colId xmlns="" xmlns:a16="http://schemas.microsoft.com/office/drawing/2014/main" val="20009"/>
                    </a:ext>
                  </a:extLst>
                </a:gridCol>
              </a:tblGrid>
              <a:tr h="216024">
                <a:tc gridSpan="10">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en-US" sz="1400" kern="100" dirty="0" smtClean="0">
                          <a:solidFill>
                            <a:schemeClr val="bg1"/>
                          </a:solidFill>
                          <a:effectLst/>
                          <a:latin typeface="华文中宋" panose="02010600040101010101" pitchFamily="2" charset="-122"/>
                          <a:ea typeface="华文中宋" panose="02010600040101010101" pitchFamily="2" charset="-122"/>
                        </a:rPr>
                        <a:t>2015</a:t>
                      </a:r>
                      <a:r>
                        <a:rPr lang="zh-CN" altLang="en-US" sz="1400" kern="100" dirty="0" smtClean="0">
                          <a:solidFill>
                            <a:schemeClr val="bg1"/>
                          </a:solidFill>
                          <a:effectLst/>
                          <a:latin typeface="华文中宋" panose="02010600040101010101" pitchFamily="2" charset="-122"/>
                          <a:ea typeface="华文中宋" panose="02010600040101010101" pitchFamily="2" charset="-122"/>
                        </a:rPr>
                        <a:t>年互联网</a:t>
                      </a:r>
                      <a:r>
                        <a:rPr lang="zh-CN" altLang="en-US" sz="1400" kern="100" dirty="0">
                          <a:solidFill>
                            <a:schemeClr val="bg1"/>
                          </a:solidFill>
                          <a:effectLst/>
                          <a:latin typeface="华文中宋" panose="02010600040101010101" pitchFamily="2" charset="-122"/>
                          <a:ea typeface="华文中宋" panose="02010600040101010101" pitchFamily="2" charset="-122"/>
                        </a:rPr>
                        <a:t>企业的媒体平台选择</a:t>
                      </a:r>
                      <a:endParaRPr lang="zh-CN" sz="1400" kern="100" dirty="0">
                        <a:solidFill>
                          <a:schemeClr val="bg1"/>
                        </a:solidFill>
                        <a:effectLst/>
                        <a:latin typeface="华文中宋" panose="02010600040101010101" pitchFamily="2" charset="-122"/>
                        <a:ea typeface="华文中宋" panose="02010600040101010101" pitchFamily="2" charset="-122"/>
                        <a:cs typeface="Times New Roman"/>
                      </a:endParaRPr>
                    </a:p>
                  </a:txBody>
                  <a:tcPr marL="68580" marR="68580" marT="0" marB="0" anchor="ct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 xmlns:a16="http://schemas.microsoft.com/office/drawing/2014/main" val="10000"/>
                  </a:ext>
                </a:extLst>
              </a:tr>
              <a:tr h="206375">
                <a:tc>
                  <a:txBody>
                    <a:bodyPr/>
                    <a:lstStyle>
                      <a:lvl1pPr marL="0" algn="l" defTabSz="914400" rtl="0" eaLnBrk="1" latinLnBrk="0" hangingPunct="1">
                        <a:defRPr sz="1800" b="1" kern="1200">
                          <a:solidFill>
                            <a:schemeClr val="tx1"/>
                          </a:solidFill>
                          <a:latin typeface="Times New Roman"/>
                          <a:ea typeface="幼圆"/>
                        </a:defRPr>
                      </a:lvl1pPr>
                      <a:lvl2pPr marL="457200" algn="l" defTabSz="914400" rtl="0" eaLnBrk="1" latinLnBrk="0" hangingPunct="1">
                        <a:defRPr sz="1800" b="1" kern="1200">
                          <a:solidFill>
                            <a:schemeClr val="tx1"/>
                          </a:solidFill>
                          <a:latin typeface="Times New Roman"/>
                          <a:ea typeface="幼圆"/>
                        </a:defRPr>
                      </a:lvl2pPr>
                      <a:lvl3pPr marL="914400" algn="l" defTabSz="914400" rtl="0" eaLnBrk="1" latinLnBrk="0" hangingPunct="1">
                        <a:defRPr sz="1800" b="1" kern="1200">
                          <a:solidFill>
                            <a:schemeClr val="tx1"/>
                          </a:solidFill>
                          <a:latin typeface="Times New Roman"/>
                          <a:ea typeface="幼圆"/>
                        </a:defRPr>
                      </a:lvl3pPr>
                      <a:lvl4pPr marL="1371600" algn="l" defTabSz="914400" rtl="0" eaLnBrk="1" latinLnBrk="0" hangingPunct="1">
                        <a:defRPr sz="1800" b="1" kern="1200">
                          <a:solidFill>
                            <a:schemeClr val="tx1"/>
                          </a:solidFill>
                          <a:latin typeface="Times New Roman"/>
                          <a:ea typeface="幼圆"/>
                        </a:defRPr>
                      </a:lvl4pPr>
                      <a:lvl5pPr marL="1828800" algn="l" defTabSz="914400" rtl="0" eaLnBrk="1" latinLnBrk="0" hangingPunct="1">
                        <a:defRPr sz="1800" b="1" kern="1200">
                          <a:solidFill>
                            <a:schemeClr val="tx1"/>
                          </a:solidFill>
                          <a:latin typeface="Times New Roman"/>
                          <a:ea typeface="幼圆"/>
                        </a:defRPr>
                      </a:lvl5pPr>
                      <a:lvl6pPr marL="2286000" algn="l" defTabSz="914400" rtl="0" eaLnBrk="1" latinLnBrk="0" hangingPunct="1">
                        <a:defRPr sz="1800" b="1" kern="1200">
                          <a:solidFill>
                            <a:schemeClr val="tx1"/>
                          </a:solidFill>
                          <a:latin typeface="Times New Roman"/>
                          <a:ea typeface="幼圆"/>
                        </a:defRPr>
                      </a:lvl6pPr>
                      <a:lvl7pPr marL="2743200" algn="l" defTabSz="914400" rtl="0" eaLnBrk="1" latinLnBrk="0" hangingPunct="1">
                        <a:defRPr sz="1800" b="1" kern="1200">
                          <a:solidFill>
                            <a:schemeClr val="tx1"/>
                          </a:solidFill>
                          <a:latin typeface="Times New Roman"/>
                          <a:ea typeface="幼圆"/>
                        </a:defRPr>
                      </a:lvl7pPr>
                      <a:lvl8pPr marL="3200400" algn="l" defTabSz="914400" rtl="0" eaLnBrk="1" latinLnBrk="0" hangingPunct="1">
                        <a:defRPr sz="1800" b="1" kern="1200">
                          <a:solidFill>
                            <a:schemeClr val="tx1"/>
                          </a:solidFill>
                          <a:latin typeface="Times New Roman"/>
                          <a:ea typeface="幼圆"/>
                        </a:defRPr>
                      </a:lvl8pPr>
                      <a:lvl9pPr marL="3657600" algn="l" defTabSz="914400" rtl="0" eaLnBrk="1" latinLnBrk="0" hangingPunct="1">
                        <a:defRPr sz="1800" b="1" kern="1200">
                          <a:solidFill>
                            <a:schemeClr val="tx1"/>
                          </a:solidFill>
                          <a:latin typeface="Times New Roman"/>
                          <a:ea typeface="幼圆"/>
                        </a:defRPr>
                      </a:lvl9pPr>
                    </a:lstStyle>
                    <a:p>
                      <a:pPr algn="ctr">
                        <a:lnSpc>
                          <a:spcPts val="1300"/>
                        </a:lnSpc>
                        <a:spcAft>
                          <a:spcPts val="0"/>
                        </a:spcAft>
                      </a:pPr>
                      <a:r>
                        <a:rPr lang="zh-CN" sz="1050" b="1" kern="100" dirty="0">
                          <a:solidFill>
                            <a:schemeClr val="bg1"/>
                          </a:solidFill>
                          <a:effectLst/>
                          <a:latin typeface="华文中宋" panose="02010600040101010101" pitchFamily="2" charset="-122"/>
                          <a:ea typeface="华文中宋" panose="02010600040101010101" pitchFamily="2" charset="-122"/>
                          <a:cs typeface="Times New Roman"/>
                        </a:rPr>
                        <a:t>行业类别</a:t>
                      </a:r>
                    </a:p>
                  </a:txBody>
                  <a:tcPr marL="68580" marR="68580" marT="0" marB="0" anchor="ctr"/>
                </a:tc>
                <a:tc>
                  <a:txBody>
                    <a:bodyPr/>
                    <a:lstStyle/>
                    <a:p>
                      <a:pPr marL="0" algn="ctr" defTabSz="914400" rtl="0" eaLnBrk="1" fontAlgn="ctr" latinLnBrk="0" hangingPunct="1"/>
                      <a:r>
                        <a:rPr lang="zh-CN" altLang="en-US" sz="1050" b="1"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电视</a:t>
                      </a:r>
                      <a:endPar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商务楼宇视频</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交通类视频</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地铁</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报纸</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影院视频</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电台</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传统户外</a:t>
                      </a:r>
                    </a:p>
                  </a:txBody>
                  <a:tcPr marL="9525" marR="9525" marT="9525" marB="0" anchor="ctr"/>
                </a:tc>
                <a:tc>
                  <a:txBody>
                    <a:bodyPr/>
                    <a:lstStyle/>
                    <a:p>
                      <a:pPr marL="0" algn="ctr" defTabSz="914400" rtl="0" eaLnBrk="1" fontAlgn="ctr" latinLnBrk="0" hangingPunct="1"/>
                      <a:r>
                        <a:rPr lang="zh-CN" altLang="en-US" sz="1050" b="1" i="0" u="none" strike="noStrike" kern="1200" dirty="0">
                          <a:solidFill>
                            <a:schemeClr val="bg1"/>
                          </a:solidFill>
                          <a:effectLst/>
                          <a:latin typeface="华文中宋" panose="02010600040101010101" pitchFamily="2" charset="-122"/>
                          <a:ea typeface="华文中宋" panose="02010600040101010101" pitchFamily="2" charset="-122"/>
                          <a:cs typeface="+mn-cs"/>
                        </a:rPr>
                        <a:t>杂志</a:t>
                      </a:r>
                    </a:p>
                  </a:txBody>
                  <a:tcPr marL="9525" marR="9525" marT="9525" marB="0" anchor="ctr"/>
                </a:tc>
                <a:extLst>
                  <a:ext uri="{0D108BD9-81ED-4DB2-BD59-A6C34878D82A}">
                    <a16:rowId xmlns="" xmlns:a16="http://schemas.microsoft.com/office/drawing/2014/main" val="10001"/>
                  </a:ext>
                </a:extLst>
              </a:tr>
              <a:tr h="181920">
                <a:tc>
                  <a:txBody>
                    <a:bodyPr/>
                    <a:lstStyle/>
                    <a:p>
                      <a:pPr marL="0" algn="ctr" defTabSz="914400" rtl="0" eaLnBrk="1" fontAlgn="ctr" latinLnBrk="0" hangingPunct="1">
                        <a:lnSpc>
                          <a:spcPts val="1300"/>
                        </a:lnSpc>
                        <a:spcAft>
                          <a:spcPts val="0"/>
                        </a:spcAft>
                      </a:pPr>
                      <a:r>
                        <a:rPr lang="zh-CN" altLang="en-US" sz="1050" b="1" kern="100" dirty="0" smtClean="0">
                          <a:solidFill>
                            <a:schemeClr val="bg1"/>
                          </a:solidFill>
                          <a:effectLst/>
                          <a:latin typeface="华文中宋" panose="02010600040101010101" pitchFamily="2" charset="-122"/>
                          <a:ea typeface="华文中宋" panose="02010600040101010101" pitchFamily="2" charset="-122"/>
                          <a:cs typeface="Times New Roman"/>
                        </a:rPr>
                        <a:t>电商购</a:t>
                      </a: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物</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54.0%</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15.2%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6.7%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8.3%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7.8%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02"/>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旅游</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27.9%</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50.2%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6.5%</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1.7%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6.2%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extLst>
                  <a:ext uri="{0D108BD9-81ED-4DB2-BD59-A6C34878D82A}">
                    <a16:rowId xmlns="" xmlns:a16="http://schemas.microsoft.com/office/drawing/2014/main" val="10003"/>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理财</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51.0%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25.3%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10.4%</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4.2%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5.3%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extLst>
                  <a:ext uri="{0D108BD9-81ED-4DB2-BD59-A6C34878D82A}">
                    <a16:rowId xmlns="" xmlns:a16="http://schemas.microsoft.com/office/drawing/2014/main" val="10004"/>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分类信息</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23.3%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25.5%</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44.7%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extLst>
                  <a:ext uri="{0D108BD9-81ED-4DB2-BD59-A6C34878D82A}">
                    <a16:rowId xmlns="" xmlns:a16="http://schemas.microsoft.com/office/drawing/2014/main" val="10005"/>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汽车交易</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5.3%</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82.6%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2.4%</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06"/>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社交交友</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32.2%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52.8%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8.2%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0.7%</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07"/>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房屋交易</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17.9%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19.3%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14.4%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16.1%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26.4%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08"/>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求职招聘</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60.5%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18.3%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0.5%</a:t>
                      </a:r>
                    </a:p>
                  </a:txBody>
                  <a:tcPr marL="9525" marR="9525" marT="9525" marB="0" anchor="ctr"/>
                </a:tc>
                <a:extLst>
                  <a:ext uri="{0D108BD9-81ED-4DB2-BD59-A6C34878D82A}">
                    <a16:rowId xmlns="" xmlns:a16="http://schemas.microsoft.com/office/drawing/2014/main" val="10009"/>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出行软件</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9.1%</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78.3%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6.0%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extLst>
                  <a:ext uri="{0D108BD9-81ED-4DB2-BD59-A6C34878D82A}">
                    <a16:rowId xmlns="" xmlns:a16="http://schemas.microsoft.com/office/drawing/2014/main" val="10010"/>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在线视频</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11.9%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3.0%</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68.7%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3.3%</a:t>
                      </a:r>
                    </a:p>
                  </a:txBody>
                  <a:tcPr marL="9525" marR="9525" marT="9525" marB="0" anchor="ctr"/>
                </a:tc>
                <a:extLst>
                  <a:ext uri="{0D108BD9-81ED-4DB2-BD59-A6C34878D82A}">
                    <a16:rowId xmlns="" xmlns:a16="http://schemas.microsoft.com/office/drawing/2014/main" val="10011"/>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新闻</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16.0%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16.7%</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41.1%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7.5%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4.3%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2.9%</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4.2%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2.9%</a:t>
                      </a:r>
                    </a:p>
                  </a:txBody>
                  <a:tcPr marL="9525" marR="9525" marT="9525" marB="0" anchor="ctr"/>
                </a:tc>
                <a:extLst>
                  <a:ext uri="{0D108BD9-81ED-4DB2-BD59-A6C34878D82A}">
                    <a16:rowId xmlns="" xmlns:a16="http://schemas.microsoft.com/office/drawing/2014/main" val="10012"/>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外卖</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90.0%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0.6%</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5.6%</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13"/>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图像工具</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6.8%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73.9%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2.2%</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extLst>
                  <a:ext uri="{0D108BD9-81ED-4DB2-BD59-A6C34878D82A}">
                    <a16:rowId xmlns="" xmlns:a16="http://schemas.microsoft.com/office/drawing/2014/main" val="10014"/>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其他</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44.1%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36.5%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15"/>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商务办公</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91.8%</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7.4%</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extLst>
                  <a:ext uri="{0D108BD9-81ED-4DB2-BD59-A6C34878D82A}">
                    <a16:rowId xmlns="" xmlns:a16="http://schemas.microsoft.com/office/drawing/2014/main" val="10016"/>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生活服务</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34.8%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40.1%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16.3%</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17"/>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教育</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33.8%</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15.7%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30.1%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1.6%</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18"/>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地方</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85.5%</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14.1%</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0.5%</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19"/>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票务</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66.1%</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6.2%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27.4%</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extLst>
                  <a:ext uri="{0D108BD9-81ED-4DB2-BD59-A6C34878D82A}">
                    <a16:rowId xmlns="" xmlns:a16="http://schemas.microsoft.com/office/drawing/2014/main" val="10020"/>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搜索平台</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46.6%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25.0%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12.5%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6.0%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2.7%</a:t>
                      </a:r>
                    </a:p>
                  </a:txBody>
                  <a:tcPr marL="9525" marR="9525" marT="9525" marB="0" anchor="ctr"/>
                </a:tc>
                <a:extLst>
                  <a:ext uri="{0D108BD9-81ED-4DB2-BD59-A6C34878D82A}">
                    <a16:rowId xmlns="" xmlns:a16="http://schemas.microsoft.com/office/drawing/2014/main" val="10021"/>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母婴</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72.3%</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19.2%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8.5%</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22"/>
                  </a:ext>
                </a:extLst>
              </a:tr>
              <a:tr h="181920">
                <a:tc>
                  <a:txBody>
                    <a:bodyPr/>
                    <a:lstStyle/>
                    <a:p>
                      <a:pPr marL="0" algn="ctr" defTabSz="914400" rtl="0" eaLnBrk="1" fontAlgn="ctr" latinLnBrk="0" hangingPunct="1">
                        <a:lnSpc>
                          <a:spcPts val="1300"/>
                        </a:lnSpc>
                        <a:spcAft>
                          <a:spcPts val="0"/>
                        </a:spcAft>
                      </a:pPr>
                      <a:r>
                        <a:rPr lang="zh-CN" altLang="en-US" sz="1050" b="1" kern="100">
                          <a:solidFill>
                            <a:schemeClr val="bg1"/>
                          </a:solidFill>
                          <a:effectLst/>
                          <a:latin typeface="华文中宋" panose="02010600040101010101" pitchFamily="2" charset="-122"/>
                          <a:ea typeface="华文中宋" panose="02010600040101010101" pitchFamily="2" charset="-122"/>
                          <a:cs typeface="Times New Roman"/>
                        </a:rPr>
                        <a:t>社交软件</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99.9%</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extLst>
                  <a:ext uri="{0D108BD9-81ED-4DB2-BD59-A6C34878D82A}">
                    <a16:rowId xmlns="" xmlns:a16="http://schemas.microsoft.com/office/drawing/2014/main" val="10023"/>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健康医疗</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3.2%</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96.6%</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0.3%</a:t>
                      </a:r>
                    </a:p>
                  </a:txBody>
                  <a:tcPr marL="9525" marR="9525" marT="9525" marB="0" anchor="ctr"/>
                </a:tc>
                <a:extLst>
                  <a:ext uri="{0D108BD9-81ED-4DB2-BD59-A6C34878D82A}">
                    <a16:rowId xmlns="" xmlns:a16="http://schemas.microsoft.com/office/drawing/2014/main" val="10024"/>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音乐</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49.4%</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24.7%</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0.6%</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2.5%</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21.8%</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25"/>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导航</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88.0%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8.0%</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1.6%</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0.9%</a:t>
                      </a: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extLst>
                  <a:ext uri="{0D108BD9-81ED-4DB2-BD59-A6C34878D82A}">
                    <a16:rowId xmlns="" xmlns:a16="http://schemas.microsoft.com/office/drawing/2014/main" val="10026"/>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汽车保养</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99.8%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0.2%</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27"/>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手机软件</a:t>
                      </a: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43.8%</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20.6%</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a:solidFill>
                            <a:schemeClr val="bg1"/>
                          </a:solidFill>
                          <a:effectLst/>
                          <a:latin typeface="华文中宋" panose="02010600040101010101" pitchFamily="2" charset="-122"/>
                          <a:ea typeface="华文中宋" panose="02010600040101010101" pitchFamily="2" charset="-122"/>
                          <a:cs typeface="+mn-cs"/>
                        </a:rPr>
                        <a:t>35.6%</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extLst>
                  <a:ext uri="{0D108BD9-81ED-4DB2-BD59-A6C34878D82A}">
                    <a16:rowId xmlns="" xmlns:a16="http://schemas.microsoft.com/office/drawing/2014/main" val="10028"/>
                  </a:ext>
                </a:extLst>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团购</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chemeClr val="bg1"/>
                          </a:solidFill>
                          <a:effectLst/>
                          <a:latin typeface="华文中宋" panose="02010600040101010101" pitchFamily="2" charset="-122"/>
                          <a:ea typeface="华文中宋" panose="02010600040101010101" pitchFamily="2" charset="-122"/>
                          <a:cs typeface="+mn-cs"/>
                        </a:rPr>
                        <a:t>0.1%</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99.9%</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181920">
                <a:tc>
                  <a:txBody>
                    <a:bodyPr/>
                    <a:lstStyle/>
                    <a:p>
                      <a:pPr marL="0" algn="ctr" defTabSz="914400" rtl="0" eaLnBrk="1" fontAlgn="ctr" latinLnBrk="0" hangingPunct="1">
                        <a:lnSpc>
                          <a:spcPts val="1300"/>
                        </a:lnSpc>
                        <a:spcAft>
                          <a:spcPts val="0"/>
                        </a:spcAft>
                      </a:pPr>
                      <a:r>
                        <a:rPr lang="zh-CN" altLang="en-US" sz="1050" b="1" kern="100" dirty="0">
                          <a:solidFill>
                            <a:schemeClr val="bg1"/>
                          </a:solidFill>
                          <a:effectLst/>
                          <a:latin typeface="华文中宋" panose="02010600040101010101" pitchFamily="2" charset="-122"/>
                          <a:ea typeface="华文中宋" panose="02010600040101010101" pitchFamily="2" charset="-122"/>
                          <a:cs typeface="Times New Roman"/>
                        </a:rPr>
                        <a:t>体育</a:t>
                      </a:r>
                    </a:p>
                  </a:txBody>
                  <a:tcPr marL="9525" marR="9525" marT="9525" marB="0" anchor="ctr"/>
                </a:tc>
                <a:tc>
                  <a:txBody>
                    <a:bodyPr/>
                    <a:lstStyle/>
                    <a:p>
                      <a:pPr marL="0" algn="ctr" defTabSz="914400" rtl="0" eaLnBrk="1" fontAlgn="ctr" latinLnBrk="0" hangingPunct="1"/>
                      <a:r>
                        <a:rPr lang="en-US" altLang="zh-CN" sz="1050" b="0" i="0" u="none" strike="noStrike" kern="1200" dirty="0">
                          <a:solidFill>
                            <a:srgbClr val="FF0000"/>
                          </a:solidFill>
                          <a:effectLst/>
                          <a:latin typeface="华文中宋" panose="02010600040101010101" pitchFamily="2" charset="-122"/>
                          <a:ea typeface="华文中宋" panose="02010600040101010101" pitchFamily="2" charset="-122"/>
                          <a:cs typeface="+mn-cs"/>
                        </a:rPr>
                        <a:t>100.0%</a:t>
                      </a: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endParaRPr lang="zh-CN" altLang="en-US" sz="105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176627">
                <a:tc gridSpan="10">
                  <a:txBody>
                    <a:bodyPr/>
                    <a:lstStyle/>
                    <a:p>
                      <a:pPr algn="ctr" fontAlgn="ct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数据来源：</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CTR</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媒介智讯 统计范围为</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2015</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年花费前</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300</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的互联网产品（剔除游戏）按</a:t>
                      </a:r>
                      <a:r>
                        <a:rPr kumimoji="0" lang="en-US" altLang="zh-CN"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2015</a:t>
                      </a:r>
                      <a:r>
                        <a:rPr kumimoji="0" lang="zh-CN" altLang="en-US" sz="1050" b="0" i="0" u="none" strike="noStrike" kern="1200" cap="none" spc="0" normalizeH="0" baseline="0" noProof="0" dirty="0" smtClean="0">
                          <a:ln>
                            <a:noFill/>
                          </a:ln>
                          <a:solidFill>
                            <a:prstClr val="white"/>
                          </a:solidFill>
                          <a:effectLst/>
                          <a:uLnTx/>
                          <a:uFillTx/>
                          <a:latin typeface="华文中宋" panose="02010600040101010101" pitchFamily="2" charset="-122"/>
                          <a:ea typeface="华文中宋" panose="02010600040101010101" pitchFamily="2" charset="-122"/>
                          <a:cs typeface="+mn-cs"/>
                        </a:rPr>
                        <a:t>年花费排序 </a:t>
                      </a:r>
                      <a:r>
                        <a:rPr kumimoji="0" lang="zh-CN" altLang="en-US" sz="1050" b="0" i="0" u="none" strike="noStrike" kern="1200" cap="none" spc="0" normalizeH="0" baseline="0" noProof="0" dirty="0" smtClean="0">
                          <a:ln>
                            <a:noFill/>
                          </a:ln>
                          <a:solidFill>
                            <a:srgbClr val="FF0000"/>
                          </a:solidFill>
                          <a:effectLst/>
                          <a:uLnTx/>
                          <a:uFillTx/>
                          <a:latin typeface="华文中宋" panose="02010600040101010101" pitchFamily="2" charset="-122"/>
                          <a:ea typeface="华文中宋" panose="02010600040101010101" pitchFamily="2" charset="-122"/>
                          <a:cs typeface="+mn-cs"/>
                        </a:rPr>
                        <a:t>红色字体为花费占比最大的媒体</a:t>
                      </a:r>
                      <a:endParaRPr lang="zh-CN" altLang="en-US" sz="1050" b="0" i="0" u="none" strike="noStrike" dirty="0" smtClean="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en-US" altLang="zh-CN" sz="1200" b="1" i="0" u="none" strike="noStrike" dirty="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dirty="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tc hMerge="1">
                  <a:txBody>
                    <a:bodyPr/>
                    <a:lstStyle/>
                    <a:p>
                      <a:pPr algn="ctr" fontAlgn="ctr"/>
                      <a:endParaRPr lang="zh-CN" altLang="en-US" sz="1200" b="1" i="0" u="none" strike="noStrike" dirty="0">
                        <a:solidFill>
                          <a:schemeClr val="bg1"/>
                        </a:solidFill>
                        <a:effectLst/>
                        <a:latin typeface="华文中宋" panose="02010600040101010101" pitchFamily="2" charset="-122"/>
                        <a:ea typeface="华文中宋" panose="02010600040101010101" pitchFamily="2" charset="-122"/>
                      </a:endParaRPr>
                    </a:p>
                  </a:txBody>
                  <a:tcPr marL="9525" marR="9525" marT="9525" marB="0" anchor="ctr"/>
                </a:tc>
                <a:extLst>
                  <a:ext uri="{0D108BD9-81ED-4DB2-BD59-A6C34878D82A}">
                    <a16:rowId xmlns="" xmlns:a16="http://schemas.microsoft.com/office/drawing/2014/main" val="10029"/>
                  </a:ext>
                </a:extLst>
              </a:tr>
            </a:tbl>
          </a:graphicData>
        </a:graphic>
      </p:graphicFrame>
    </p:spTree>
    <p:extLst>
      <p:ext uri="{BB962C8B-B14F-4D97-AF65-F5344CB8AC3E}">
        <p14:creationId xmlns:p14="http://schemas.microsoft.com/office/powerpoint/2010/main" val="145910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algn="ctr">
              <a:defRPr/>
            </a:pPr>
            <a:endParaRPr kumimoji="1" lang="zh-CN" altLang="en-US" kern="0">
              <a:solidFill>
                <a:srgbClr val="FFFFFF"/>
              </a:solidFill>
              <a:latin typeface="Century Gothic"/>
              <a:ea typeface="微软雅黑"/>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solidFill>
                  <a:prstClr val="black"/>
                </a:solidFill>
                <a:latin typeface="Century Gothic"/>
              </a:rPr>
              <a:t>1</a:t>
            </a:r>
            <a:endParaRPr kumimoji="1" lang="zh-CN" altLang="en-US" sz="8800" b="1" dirty="0">
              <a:solidFill>
                <a:prstClr val="black"/>
              </a:solidFill>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a:lnSpc>
                <a:spcPct val="90000"/>
              </a:lnSpc>
              <a:spcBef>
                <a:spcPct val="0"/>
              </a:spcBef>
              <a:defRPr/>
            </a:pPr>
            <a:r>
              <a:rPr lang="zh-CN" altLang="en-US" sz="4800" dirty="0">
                <a:solidFill>
                  <a:prstClr val="black"/>
                </a:solidFill>
                <a:latin typeface="Arial Black"/>
                <a:ea typeface="微软雅黑"/>
              </a:rPr>
              <a:t>互联网企业全媒体投放分析</a:t>
            </a:r>
            <a:endParaRPr lang="en-US" altLang="zh-CN" sz="4800" dirty="0">
              <a:solidFill>
                <a:prstClr val="black"/>
              </a:solidFill>
              <a:latin typeface="Arial Black"/>
              <a:ea typeface="微软雅黑"/>
            </a:endParaRPr>
          </a:p>
          <a:p>
            <a:pPr>
              <a:lnSpc>
                <a:spcPct val="90000"/>
              </a:lnSpc>
              <a:spcBef>
                <a:spcPct val="0"/>
              </a:spcBef>
              <a:defRPr/>
            </a:pPr>
            <a:r>
              <a:rPr lang="en-US" altLang="zh-CN" sz="4800" dirty="0">
                <a:solidFill>
                  <a:prstClr val="black"/>
                </a:solidFill>
                <a:latin typeface="Arial Black"/>
                <a:ea typeface="微软雅黑"/>
              </a:rPr>
              <a:t>——</a:t>
            </a:r>
            <a:r>
              <a:rPr lang="zh-CN" altLang="en-US" sz="4800" dirty="0">
                <a:solidFill>
                  <a:prstClr val="black"/>
                </a:solidFill>
                <a:latin typeface="Arial Black"/>
                <a:ea typeface="微软雅黑"/>
              </a:rPr>
              <a:t>电视广告</a:t>
            </a:r>
          </a:p>
        </p:txBody>
      </p:sp>
    </p:spTree>
    <p:extLst>
      <p:ext uri="{BB962C8B-B14F-4D97-AF65-F5344CB8AC3E}">
        <p14:creationId xmlns:p14="http://schemas.microsoft.com/office/powerpoint/2010/main" val="30243119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p:nvPr/>
        </p:nvSpPr>
        <p:spPr>
          <a:xfrm>
            <a:off x="1602511" y="286216"/>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互联网企业电视广告花费趋势</a:t>
            </a:r>
            <a:endParaRPr lang="zh-CN" altLang="en-US" b="1" dirty="0">
              <a:solidFill>
                <a:srgbClr val="FFFFFF"/>
              </a:solidFill>
              <a:latin typeface="Arial Black"/>
              <a:ea typeface="微软雅黑"/>
            </a:endParaRPr>
          </a:p>
        </p:txBody>
      </p:sp>
      <p:sp>
        <p:nvSpPr>
          <p:cNvPr id="9"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graphicFrame>
        <p:nvGraphicFramePr>
          <p:cNvPr id="10" name="图表 9"/>
          <p:cNvGraphicFramePr/>
          <p:nvPr>
            <p:extLst>
              <p:ext uri="{D42A27DB-BD31-4B8C-83A1-F6EECF244321}">
                <p14:modId xmlns:p14="http://schemas.microsoft.com/office/powerpoint/2010/main" val="711422820"/>
              </p:ext>
            </p:extLst>
          </p:nvPr>
        </p:nvGraphicFramePr>
        <p:xfrm>
          <a:off x="-170301" y="1396179"/>
          <a:ext cx="9218855" cy="5344368"/>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4189930" y="2852936"/>
            <a:ext cx="958134" cy="954107"/>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2015</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en-US" altLang="zh-CN" sz="1400" b="1" dirty="0" smtClean="0">
                <a:solidFill>
                  <a:schemeClr val="bg1"/>
                </a:solidFill>
                <a:latin typeface="华文中宋" panose="02010600040101010101" pitchFamily="2" charset="-122"/>
                <a:ea typeface="华文中宋" panose="02010600040101010101" pitchFamily="2" charset="-122"/>
              </a:rPr>
              <a:t>294.4%</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2" name="TextBox 11"/>
          <p:cNvSpPr txBox="1"/>
          <p:nvPr/>
        </p:nvSpPr>
        <p:spPr>
          <a:xfrm>
            <a:off x="7794070" y="4725144"/>
            <a:ext cx="973435" cy="954107"/>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2016</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en-US" altLang="zh-CN" sz="1400" b="1" dirty="0" smtClean="0">
                <a:solidFill>
                  <a:schemeClr val="bg1"/>
                </a:solidFill>
                <a:latin typeface="华文中宋" panose="02010600040101010101" pitchFamily="2" charset="-122"/>
                <a:ea typeface="华文中宋" panose="02010600040101010101" pitchFamily="2" charset="-122"/>
              </a:rPr>
              <a:t>14.2%</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3" name="TextBox 12"/>
          <p:cNvSpPr txBox="1"/>
          <p:nvPr/>
        </p:nvSpPr>
        <p:spPr>
          <a:xfrm>
            <a:off x="378458" y="205155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企业电视广告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5" name="内容占位符 2"/>
          <p:cNvSpPr txBox="1"/>
          <p:nvPr/>
        </p:nvSpPr>
        <p:spPr>
          <a:xfrm>
            <a:off x="251521" y="1052736"/>
            <a:ext cx="8712968" cy="1080120"/>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a:solidFill>
                  <a:prstClr val="white"/>
                </a:solidFill>
                <a:latin typeface="华文中宋" panose="02010600040101010101" pitchFamily="2" charset="-122"/>
                <a:ea typeface="华文中宋" panose="02010600040101010101" pitchFamily="2" charset="-122"/>
              </a:rPr>
              <a:t>互联网</a:t>
            </a:r>
            <a:r>
              <a:rPr lang="zh-CN" altLang="en-US" sz="2000" dirty="0" smtClean="0">
                <a:solidFill>
                  <a:prstClr val="white"/>
                </a:solidFill>
                <a:latin typeface="华文中宋" panose="02010600040101010101" pitchFamily="2" charset="-122"/>
                <a:ea typeface="华文中宋" panose="02010600040101010101" pitchFamily="2" charset="-122"/>
              </a:rPr>
              <a:t>企业的电视广告花费稳步上扬</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每年一季度到达互联网企业电视广告花费峰值</a:t>
            </a:r>
            <a:endParaRPr sz="2000" dirty="0">
              <a:solidFill>
                <a:prstClr val="white"/>
              </a:solidFill>
              <a:latin typeface="华文中宋" panose="02010600040101010101" pitchFamily="2" charset="-122"/>
              <a:ea typeface="华文中宋" panose="02010600040101010101" pitchFamily="2" charset="-122"/>
            </a:endParaRPr>
          </a:p>
        </p:txBody>
      </p:sp>
      <p:sp>
        <p:nvSpPr>
          <p:cNvPr id="14" name="矩形 13"/>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7477669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8"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13" name="TextBox 12"/>
          <p:cNvSpPr txBox="1"/>
          <p:nvPr/>
        </p:nvSpPr>
        <p:spPr>
          <a:xfrm>
            <a:off x="1200844" y="1916832"/>
            <a:ext cx="6827540"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年电视广告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4" name="KSO_Shape"/>
          <p:cNvSpPr>
            <a:spLocks/>
          </p:cNvSpPr>
          <p:nvPr/>
        </p:nvSpPr>
        <p:spPr bwMode="auto">
          <a:xfrm>
            <a:off x="1200844" y="3060501"/>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5" name="KSO_Shape"/>
          <p:cNvSpPr>
            <a:spLocks/>
          </p:cNvSpPr>
          <p:nvPr/>
        </p:nvSpPr>
        <p:spPr bwMode="auto">
          <a:xfrm>
            <a:off x="6948264" y="2963513"/>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6" name="KSO_Shape"/>
          <p:cNvSpPr>
            <a:spLocks/>
          </p:cNvSpPr>
          <p:nvPr/>
        </p:nvSpPr>
        <p:spPr bwMode="auto">
          <a:xfrm>
            <a:off x="4036579" y="3096504"/>
            <a:ext cx="1210916" cy="900187"/>
          </a:xfrm>
          <a:custGeom>
            <a:avLst/>
            <a:gdLst>
              <a:gd name="T0" fmla="*/ 2147483646 w 5237"/>
              <a:gd name="T1" fmla="*/ 2147483646 h 5256"/>
              <a:gd name="T2" fmla="*/ 2147483646 w 5237"/>
              <a:gd name="T3" fmla="*/ 2147483646 h 5256"/>
              <a:gd name="T4" fmla="*/ 2147483646 w 5237"/>
              <a:gd name="T5" fmla="*/ 2147483646 h 5256"/>
              <a:gd name="T6" fmla="*/ 2147483646 w 5237"/>
              <a:gd name="T7" fmla="*/ 2147483646 h 5256"/>
              <a:gd name="T8" fmla="*/ 2147483646 w 5237"/>
              <a:gd name="T9" fmla="*/ 2147483646 h 5256"/>
              <a:gd name="T10" fmla="*/ 2147483646 w 5237"/>
              <a:gd name="T11" fmla="*/ 2147483646 h 5256"/>
              <a:gd name="T12" fmla="*/ 2147483646 w 5237"/>
              <a:gd name="T13" fmla="*/ 2147483646 h 5256"/>
              <a:gd name="T14" fmla="*/ 2147483646 w 5237"/>
              <a:gd name="T15" fmla="*/ 2147483646 h 5256"/>
              <a:gd name="T16" fmla="*/ 2147483646 w 5237"/>
              <a:gd name="T17" fmla="*/ 2147483646 h 5256"/>
              <a:gd name="T18" fmla="*/ 2147483646 w 5237"/>
              <a:gd name="T19" fmla="*/ 2147483646 h 5256"/>
              <a:gd name="T20" fmla="*/ 2147483646 w 5237"/>
              <a:gd name="T21" fmla="*/ 2147483646 h 5256"/>
              <a:gd name="T22" fmla="*/ 2147483646 w 5237"/>
              <a:gd name="T23" fmla="*/ 2147483646 h 5256"/>
              <a:gd name="T24" fmla="*/ 2147483646 w 5237"/>
              <a:gd name="T25" fmla="*/ 2147483646 h 5256"/>
              <a:gd name="T26" fmla="*/ 2147483646 w 5237"/>
              <a:gd name="T27" fmla="*/ 2147483646 h 5256"/>
              <a:gd name="T28" fmla="*/ 2147483646 w 5237"/>
              <a:gd name="T29" fmla="*/ 2147483646 h 5256"/>
              <a:gd name="T30" fmla="*/ 2147483646 w 5237"/>
              <a:gd name="T31" fmla="*/ 2147483646 h 5256"/>
              <a:gd name="T32" fmla="*/ 2147483646 w 5237"/>
              <a:gd name="T33" fmla="*/ 2147483646 h 5256"/>
              <a:gd name="T34" fmla="*/ 2147483646 w 5237"/>
              <a:gd name="T35" fmla="*/ 2147483646 h 5256"/>
              <a:gd name="T36" fmla="*/ 2147483646 w 5237"/>
              <a:gd name="T37" fmla="*/ 2147483646 h 5256"/>
              <a:gd name="T38" fmla="*/ 2147483646 w 5237"/>
              <a:gd name="T39" fmla="*/ 2147483646 h 5256"/>
              <a:gd name="T40" fmla="*/ 2147483646 w 5237"/>
              <a:gd name="T41" fmla="*/ 2147483646 h 5256"/>
              <a:gd name="T42" fmla="*/ 2147483646 w 5237"/>
              <a:gd name="T43" fmla="*/ 2147483646 h 5256"/>
              <a:gd name="T44" fmla="*/ 0 w 5237"/>
              <a:gd name="T45" fmla="*/ 2147483646 h 5256"/>
              <a:gd name="T46" fmla="*/ 2147483646 w 5237"/>
              <a:gd name="T47" fmla="*/ 2147483646 h 5256"/>
              <a:gd name="T48" fmla="*/ 2147483646 w 5237"/>
              <a:gd name="T49" fmla="*/ 2147483646 h 5256"/>
              <a:gd name="T50" fmla="*/ 2147483646 w 5237"/>
              <a:gd name="T51" fmla="*/ 2147483646 h 5256"/>
              <a:gd name="T52" fmla="*/ 2147483646 w 5237"/>
              <a:gd name="T53" fmla="*/ 2147483646 h 5256"/>
              <a:gd name="T54" fmla="*/ 2147483646 w 5237"/>
              <a:gd name="T55" fmla="*/ 2147483646 h 5256"/>
              <a:gd name="T56" fmla="*/ 2147483646 w 5237"/>
              <a:gd name="T57" fmla="*/ 2147483646 h 5256"/>
              <a:gd name="T58" fmla="*/ 2147483646 w 5237"/>
              <a:gd name="T59" fmla="*/ 2147483646 h 5256"/>
              <a:gd name="T60" fmla="*/ 2147483646 w 5237"/>
              <a:gd name="T61" fmla="*/ 2147483646 h 5256"/>
              <a:gd name="T62" fmla="*/ 2147483646 w 5237"/>
              <a:gd name="T63" fmla="*/ 2147483646 h 5256"/>
              <a:gd name="T64" fmla="*/ 2147483646 w 5237"/>
              <a:gd name="T65" fmla="*/ 2147483646 h 5256"/>
              <a:gd name="T66" fmla="*/ 2147483646 w 5237"/>
              <a:gd name="T67" fmla="*/ 2147483646 h 5256"/>
              <a:gd name="T68" fmla="*/ 2147483646 w 5237"/>
              <a:gd name="T69" fmla="*/ 2147483646 h 5256"/>
              <a:gd name="T70" fmla="*/ 2147483646 w 5237"/>
              <a:gd name="T71" fmla="*/ 2147483646 h 5256"/>
              <a:gd name="T72" fmla="*/ 2147483646 w 5237"/>
              <a:gd name="T73" fmla="*/ 2147483646 h 5256"/>
              <a:gd name="T74" fmla="*/ 2147483646 w 5237"/>
              <a:gd name="T75" fmla="*/ 0 h 5256"/>
              <a:gd name="T76" fmla="*/ 2147483646 w 5237"/>
              <a:gd name="T77" fmla="*/ 2147483646 h 5256"/>
              <a:gd name="T78" fmla="*/ 2147483646 w 5237"/>
              <a:gd name="T79" fmla="*/ 2147483646 h 5256"/>
              <a:gd name="T80" fmla="*/ 2147483646 w 5237"/>
              <a:gd name="T81" fmla="*/ 2147483646 h 5256"/>
              <a:gd name="T82" fmla="*/ 2147483646 w 5237"/>
              <a:gd name="T83" fmla="*/ 2147483646 h 5256"/>
              <a:gd name="T84" fmla="*/ 2147483646 w 5237"/>
              <a:gd name="T85" fmla="*/ 2147483646 h 5256"/>
              <a:gd name="T86" fmla="*/ 2147483646 w 5237"/>
              <a:gd name="T87" fmla="*/ 2147483646 h 5256"/>
              <a:gd name="T88" fmla="*/ 2147483646 w 5237"/>
              <a:gd name="T89" fmla="*/ 2147483646 h 5256"/>
              <a:gd name="T90" fmla="*/ 2147483646 w 5237"/>
              <a:gd name="T91" fmla="*/ 2147483646 h 5256"/>
              <a:gd name="T92" fmla="*/ 2147483646 w 5237"/>
              <a:gd name="T93" fmla="*/ 2147483646 h 5256"/>
              <a:gd name="T94" fmla="*/ 2147483646 w 5237"/>
              <a:gd name="T95" fmla="*/ 2147483646 h 5256"/>
              <a:gd name="T96" fmla="*/ 2147483646 w 5237"/>
              <a:gd name="T97" fmla="*/ 2147483646 h 5256"/>
              <a:gd name="T98" fmla="*/ 2147483646 w 5237"/>
              <a:gd name="T99" fmla="*/ 2147483646 h 5256"/>
              <a:gd name="T100" fmla="*/ 2147483646 w 5237"/>
              <a:gd name="T101" fmla="*/ 2147483646 h 5256"/>
              <a:gd name="T102" fmla="*/ 2147483646 w 5237"/>
              <a:gd name="T103" fmla="*/ 2147483646 h 5256"/>
              <a:gd name="T104" fmla="*/ 2147483646 w 5237"/>
              <a:gd name="T105" fmla="*/ 2147483646 h 5256"/>
              <a:gd name="T106" fmla="*/ 2147483646 w 5237"/>
              <a:gd name="T107" fmla="*/ 2147483646 h 5256"/>
              <a:gd name="T108" fmla="*/ 2147483646 w 5237"/>
              <a:gd name="T109" fmla="*/ 2147483646 h 5256"/>
              <a:gd name="T110" fmla="*/ 2147483646 w 5237"/>
              <a:gd name="T111" fmla="*/ 2147483646 h 5256"/>
              <a:gd name="T112" fmla="*/ 2147483646 w 5237"/>
              <a:gd name="T113" fmla="*/ 2147483646 h 5256"/>
              <a:gd name="T114" fmla="*/ 2147483646 w 5237"/>
              <a:gd name="T115" fmla="*/ 2147483646 h 5256"/>
              <a:gd name="T116" fmla="*/ 2147483646 w 5237"/>
              <a:gd name="T117" fmla="*/ 2147483646 h 5256"/>
              <a:gd name="T118" fmla="*/ 2147483646 w 5237"/>
              <a:gd name="T119" fmla="*/ 2147483646 h 52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37" h="5256">
                <a:moveTo>
                  <a:pt x="5027" y="2864"/>
                </a:moveTo>
                <a:lnTo>
                  <a:pt x="5027" y="2864"/>
                </a:lnTo>
                <a:lnTo>
                  <a:pt x="5021" y="2797"/>
                </a:lnTo>
                <a:lnTo>
                  <a:pt x="5014" y="2730"/>
                </a:lnTo>
                <a:lnTo>
                  <a:pt x="5004" y="2662"/>
                </a:lnTo>
                <a:lnTo>
                  <a:pt x="4992" y="2595"/>
                </a:lnTo>
                <a:lnTo>
                  <a:pt x="4981" y="2546"/>
                </a:lnTo>
                <a:lnTo>
                  <a:pt x="4969" y="2497"/>
                </a:lnTo>
                <a:lnTo>
                  <a:pt x="4957" y="2448"/>
                </a:lnTo>
                <a:lnTo>
                  <a:pt x="4942" y="2400"/>
                </a:lnTo>
                <a:lnTo>
                  <a:pt x="4927" y="2353"/>
                </a:lnTo>
                <a:lnTo>
                  <a:pt x="4910" y="2306"/>
                </a:lnTo>
                <a:lnTo>
                  <a:pt x="4893" y="2259"/>
                </a:lnTo>
                <a:lnTo>
                  <a:pt x="4874" y="2213"/>
                </a:lnTo>
                <a:lnTo>
                  <a:pt x="4884" y="2209"/>
                </a:lnTo>
                <a:lnTo>
                  <a:pt x="4893" y="2206"/>
                </a:lnTo>
                <a:lnTo>
                  <a:pt x="4902" y="2200"/>
                </a:lnTo>
                <a:lnTo>
                  <a:pt x="4909" y="2196"/>
                </a:lnTo>
                <a:lnTo>
                  <a:pt x="4916" y="2189"/>
                </a:lnTo>
                <a:lnTo>
                  <a:pt x="4922" y="2184"/>
                </a:lnTo>
                <a:lnTo>
                  <a:pt x="4928" y="2178"/>
                </a:lnTo>
                <a:lnTo>
                  <a:pt x="4933" y="2171"/>
                </a:lnTo>
                <a:lnTo>
                  <a:pt x="4938" y="2163"/>
                </a:lnTo>
                <a:lnTo>
                  <a:pt x="4941" y="2156"/>
                </a:lnTo>
                <a:lnTo>
                  <a:pt x="4943" y="2149"/>
                </a:lnTo>
                <a:lnTo>
                  <a:pt x="4945" y="2142"/>
                </a:lnTo>
                <a:lnTo>
                  <a:pt x="4946" y="2134"/>
                </a:lnTo>
                <a:lnTo>
                  <a:pt x="4947" y="2125"/>
                </a:lnTo>
                <a:lnTo>
                  <a:pt x="4947" y="2118"/>
                </a:lnTo>
                <a:lnTo>
                  <a:pt x="4946" y="2110"/>
                </a:lnTo>
                <a:lnTo>
                  <a:pt x="4945" y="2103"/>
                </a:lnTo>
                <a:lnTo>
                  <a:pt x="4943" y="2095"/>
                </a:lnTo>
                <a:lnTo>
                  <a:pt x="4941" y="2088"/>
                </a:lnTo>
                <a:lnTo>
                  <a:pt x="4936" y="2081"/>
                </a:lnTo>
                <a:lnTo>
                  <a:pt x="4933" y="2074"/>
                </a:lnTo>
                <a:lnTo>
                  <a:pt x="4929" y="2068"/>
                </a:lnTo>
                <a:lnTo>
                  <a:pt x="4923" y="2062"/>
                </a:lnTo>
                <a:lnTo>
                  <a:pt x="4917" y="2057"/>
                </a:lnTo>
                <a:lnTo>
                  <a:pt x="4910" y="2051"/>
                </a:lnTo>
                <a:lnTo>
                  <a:pt x="4904" y="2047"/>
                </a:lnTo>
                <a:lnTo>
                  <a:pt x="4895" y="2043"/>
                </a:lnTo>
                <a:lnTo>
                  <a:pt x="4888" y="2040"/>
                </a:lnTo>
                <a:lnTo>
                  <a:pt x="4878" y="2037"/>
                </a:lnTo>
                <a:lnTo>
                  <a:pt x="4869" y="2035"/>
                </a:lnTo>
                <a:lnTo>
                  <a:pt x="4858" y="2034"/>
                </a:lnTo>
                <a:lnTo>
                  <a:pt x="4847" y="2034"/>
                </a:lnTo>
                <a:lnTo>
                  <a:pt x="4840" y="2034"/>
                </a:lnTo>
                <a:lnTo>
                  <a:pt x="4831" y="2033"/>
                </a:lnTo>
                <a:lnTo>
                  <a:pt x="4823" y="2031"/>
                </a:lnTo>
                <a:lnTo>
                  <a:pt x="4817" y="2029"/>
                </a:lnTo>
                <a:lnTo>
                  <a:pt x="4809" y="2026"/>
                </a:lnTo>
                <a:lnTo>
                  <a:pt x="4803" y="2023"/>
                </a:lnTo>
                <a:lnTo>
                  <a:pt x="4791" y="2015"/>
                </a:lnTo>
                <a:lnTo>
                  <a:pt x="4781" y="2005"/>
                </a:lnTo>
                <a:lnTo>
                  <a:pt x="4772" y="1994"/>
                </a:lnTo>
                <a:lnTo>
                  <a:pt x="4767" y="1981"/>
                </a:lnTo>
                <a:lnTo>
                  <a:pt x="4763" y="1968"/>
                </a:lnTo>
                <a:lnTo>
                  <a:pt x="4760" y="1954"/>
                </a:lnTo>
                <a:lnTo>
                  <a:pt x="4760" y="1940"/>
                </a:lnTo>
                <a:lnTo>
                  <a:pt x="4764" y="1925"/>
                </a:lnTo>
                <a:lnTo>
                  <a:pt x="4766" y="1919"/>
                </a:lnTo>
                <a:lnTo>
                  <a:pt x="4769" y="1911"/>
                </a:lnTo>
                <a:lnTo>
                  <a:pt x="4773" y="1905"/>
                </a:lnTo>
                <a:lnTo>
                  <a:pt x="4778" y="1898"/>
                </a:lnTo>
                <a:lnTo>
                  <a:pt x="4783" y="1892"/>
                </a:lnTo>
                <a:lnTo>
                  <a:pt x="4790" y="1885"/>
                </a:lnTo>
                <a:lnTo>
                  <a:pt x="4796" y="1880"/>
                </a:lnTo>
                <a:lnTo>
                  <a:pt x="4804" y="1874"/>
                </a:lnTo>
                <a:lnTo>
                  <a:pt x="4813" y="1869"/>
                </a:lnTo>
                <a:lnTo>
                  <a:pt x="4821" y="1863"/>
                </a:lnTo>
                <a:lnTo>
                  <a:pt x="4838" y="1857"/>
                </a:lnTo>
                <a:lnTo>
                  <a:pt x="4855" y="1852"/>
                </a:lnTo>
                <a:lnTo>
                  <a:pt x="4873" y="1847"/>
                </a:lnTo>
                <a:lnTo>
                  <a:pt x="4892" y="1844"/>
                </a:lnTo>
                <a:lnTo>
                  <a:pt x="4910" y="1843"/>
                </a:lnTo>
                <a:lnTo>
                  <a:pt x="4930" y="1843"/>
                </a:lnTo>
                <a:lnTo>
                  <a:pt x="4948" y="1844"/>
                </a:lnTo>
                <a:lnTo>
                  <a:pt x="4967" y="1846"/>
                </a:lnTo>
                <a:lnTo>
                  <a:pt x="4985" y="1848"/>
                </a:lnTo>
                <a:lnTo>
                  <a:pt x="5003" y="1853"/>
                </a:lnTo>
                <a:lnTo>
                  <a:pt x="5019" y="1857"/>
                </a:lnTo>
                <a:lnTo>
                  <a:pt x="5035" y="1861"/>
                </a:lnTo>
                <a:lnTo>
                  <a:pt x="5049" y="1867"/>
                </a:lnTo>
                <a:lnTo>
                  <a:pt x="5064" y="1873"/>
                </a:lnTo>
                <a:lnTo>
                  <a:pt x="5076" y="1880"/>
                </a:lnTo>
                <a:lnTo>
                  <a:pt x="5085" y="1886"/>
                </a:lnTo>
                <a:lnTo>
                  <a:pt x="5098" y="1897"/>
                </a:lnTo>
                <a:lnTo>
                  <a:pt x="5110" y="1907"/>
                </a:lnTo>
                <a:lnTo>
                  <a:pt x="5122" y="1918"/>
                </a:lnTo>
                <a:lnTo>
                  <a:pt x="5133" y="1929"/>
                </a:lnTo>
                <a:lnTo>
                  <a:pt x="5144" y="1940"/>
                </a:lnTo>
                <a:lnTo>
                  <a:pt x="5154" y="1951"/>
                </a:lnTo>
                <a:lnTo>
                  <a:pt x="5164" y="1963"/>
                </a:lnTo>
                <a:lnTo>
                  <a:pt x="5172" y="1975"/>
                </a:lnTo>
                <a:lnTo>
                  <a:pt x="5187" y="2000"/>
                </a:lnTo>
                <a:lnTo>
                  <a:pt x="5201" y="2026"/>
                </a:lnTo>
                <a:lnTo>
                  <a:pt x="5211" y="2054"/>
                </a:lnTo>
                <a:lnTo>
                  <a:pt x="5221" y="2082"/>
                </a:lnTo>
                <a:lnTo>
                  <a:pt x="5228" y="2111"/>
                </a:lnTo>
                <a:lnTo>
                  <a:pt x="5233" y="2141"/>
                </a:lnTo>
                <a:lnTo>
                  <a:pt x="5236" y="2171"/>
                </a:lnTo>
                <a:lnTo>
                  <a:pt x="5237" y="2201"/>
                </a:lnTo>
                <a:lnTo>
                  <a:pt x="5236" y="2233"/>
                </a:lnTo>
                <a:lnTo>
                  <a:pt x="5235" y="2266"/>
                </a:lnTo>
                <a:lnTo>
                  <a:pt x="5232" y="2298"/>
                </a:lnTo>
                <a:lnTo>
                  <a:pt x="5227" y="2331"/>
                </a:lnTo>
                <a:lnTo>
                  <a:pt x="5221" y="2364"/>
                </a:lnTo>
                <a:lnTo>
                  <a:pt x="5214" y="2398"/>
                </a:lnTo>
                <a:lnTo>
                  <a:pt x="5205" y="2432"/>
                </a:lnTo>
                <a:lnTo>
                  <a:pt x="5195" y="2466"/>
                </a:lnTo>
                <a:lnTo>
                  <a:pt x="5184" y="2500"/>
                </a:lnTo>
                <a:lnTo>
                  <a:pt x="5173" y="2534"/>
                </a:lnTo>
                <a:lnTo>
                  <a:pt x="5160" y="2569"/>
                </a:lnTo>
                <a:lnTo>
                  <a:pt x="5147" y="2602"/>
                </a:lnTo>
                <a:lnTo>
                  <a:pt x="5119" y="2670"/>
                </a:lnTo>
                <a:lnTo>
                  <a:pt x="5090" y="2736"/>
                </a:lnTo>
                <a:lnTo>
                  <a:pt x="5058" y="2801"/>
                </a:lnTo>
                <a:lnTo>
                  <a:pt x="5027" y="2864"/>
                </a:lnTo>
                <a:close/>
                <a:moveTo>
                  <a:pt x="4477" y="4081"/>
                </a:moveTo>
                <a:lnTo>
                  <a:pt x="4477" y="4081"/>
                </a:lnTo>
                <a:lnTo>
                  <a:pt x="4476" y="4082"/>
                </a:lnTo>
                <a:lnTo>
                  <a:pt x="4454" y="4114"/>
                </a:lnTo>
                <a:lnTo>
                  <a:pt x="4430" y="4146"/>
                </a:lnTo>
                <a:lnTo>
                  <a:pt x="4406" y="4178"/>
                </a:lnTo>
                <a:lnTo>
                  <a:pt x="4381" y="4209"/>
                </a:lnTo>
                <a:lnTo>
                  <a:pt x="4356" y="4240"/>
                </a:lnTo>
                <a:lnTo>
                  <a:pt x="4330" y="4271"/>
                </a:lnTo>
                <a:lnTo>
                  <a:pt x="4304" y="4301"/>
                </a:lnTo>
                <a:lnTo>
                  <a:pt x="4277" y="4330"/>
                </a:lnTo>
                <a:lnTo>
                  <a:pt x="4240" y="4382"/>
                </a:lnTo>
                <a:lnTo>
                  <a:pt x="4205" y="4429"/>
                </a:lnTo>
                <a:lnTo>
                  <a:pt x="4172" y="4476"/>
                </a:lnTo>
                <a:lnTo>
                  <a:pt x="4141" y="4522"/>
                </a:lnTo>
                <a:lnTo>
                  <a:pt x="4113" y="4565"/>
                </a:lnTo>
                <a:lnTo>
                  <a:pt x="4085" y="4607"/>
                </a:lnTo>
                <a:lnTo>
                  <a:pt x="4038" y="4686"/>
                </a:lnTo>
                <a:lnTo>
                  <a:pt x="3995" y="4759"/>
                </a:lnTo>
                <a:lnTo>
                  <a:pt x="3957" y="4826"/>
                </a:lnTo>
                <a:lnTo>
                  <a:pt x="3893" y="4946"/>
                </a:lnTo>
                <a:lnTo>
                  <a:pt x="3864" y="4998"/>
                </a:lnTo>
                <a:lnTo>
                  <a:pt x="3837" y="5046"/>
                </a:lnTo>
                <a:lnTo>
                  <a:pt x="3808" y="5089"/>
                </a:lnTo>
                <a:lnTo>
                  <a:pt x="3794" y="5110"/>
                </a:lnTo>
                <a:lnTo>
                  <a:pt x="3780" y="5129"/>
                </a:lnTo>
                <a:lnTo>
                  <a:pt x="3765" y="5148"/>
                </a:lnTo>
                <a:lnTo>
                  <a:pt x="3750" y="5165"/>
                </a:lnTo>
                <a:lnTo>
                  <a:pt x="3733" y="5183"/>
                </a:lnTo>
                <a:lnTo>
                  <a:pt x="3716" y="5199"/>
                </a:lnTo>
                <a:lnTo>
                  <a:pt x="3699" y="5214"/>
                </a:lnTo>
                <a:lnTo>
                  <a:pt x="3679" y="5229"/>
                </a:lnTo>
                <a:lnTo>
                  <a:pt x="3659" y="5243"/>
                </a:lnTo>
                <a:lnTo>
                  <a:pt x="3638" y="5256"/>
                </a:lnTo>
                <a:lnTo>
                  <a:pt x="3042" y="5256"/>
                </a:lnTo>
                <a:lnTo>
                  <a:pt x="3048" y="5240"/>
                </a:lnTo>
                <a:lnTo>
                  <a:pt x="3053" y="5221"/>
                </a:lnTo>
                <a:lnTo>
                  <a:pt x="3057" y="5194"/>
                </a:lnTo>
                <a:lnTo>
                  <a:pt x="3062" y="5161"/>
                </a:lnTo>
                <a:lnTo>
                  <a:pt x="3064" y="5142"/>
                </a:lnTo>
                <a:lnTo>
                  <a:pt x="3064" y="5123"/>
                </a:lnTo>
                <a:lnTo>
                  <a:pt x="3064" y="5101"/>
                </a:lnTo>
                <a:lnTo>
                  <a:pt x="3063" y="5078"/>
                </a:lnTo>
                <a:lnTo>
                  <a:pt x="3061" y="5054"/>
                </a:lnTo>
                <a:lnTo>
                  <a:pt x="3056" y="5029"/>
                </a:lnTo>
                <a:lnTo>
                  <a:pt x="3017" y="5038"/>
                </a:lnTo>
                <a:lnTo>
                  <a:pt x="2978" y="5047"/>
                </a:lnTo>
                <a:lnTo>
                  <a:pt x="2922" y="5058"/>
                </a:lnTo>
                <a:lnTo>
                  <a:pt x="2866" y="5066"/>
                </a:lnTo>
                <a:lnTo>
                  <a:pt x="2812" y="5074"/>
                </a:lnTo>
                <a:lnTo>
                  <a:pt x="2756" y="5080"/>
                </a:lnTo>
                <a:lnTo>
                  <a:pt x="2701" y="5086"/>
                </a:lnTo>
                <a:lnTo>
                  <a:pt x="2647" y="5090"/>
                </a:lnTo>
                <a:lnTo>
                  <a:pt x="2592" y="5093"/>
                </a:lnTo>
                <a:lnTo>
                  <a:pt x="2538" y="5094"/>
                </a:lnTo>
                <a:lnTo>
                  <a:pt x="2484" y="5096"/>
                </a:lnTo>
                <a:lnTo>
                  <a:pt x="2429" y="5094"/>
                </a:lnTo>
                <a:lnTo>
                  <a:pt x="2376" y="5092"/>
                </a:lnTo>
                <a:lnTo>
                  <a:pt x="2322" y="5090"/>
                </a:lnTo>
                <a:lnTo>
                  <a:pt x="2269" y="5086"/>
                </a:lnTo>
                <a:lnTo>
                  <a:pt x="2216" y="5080"/>
                </a:lnTo>
                <a:lnTo>
                  <a:pt x="2164" y="5074"/>
                </a:lnTo>
                <a:lnTo>
                  <a:pt x="2112" y="5066"/>
                </a:lnTo>
                <a:lnTo>
                  <a:pt x="2098" y="5094"/>
                </a:lnTo>
                <a:lnTo>
                  <a:pt x="2083" y="5121"/>
                </a:lnTo>
                <a:lnTo>
                  <a:pt x="2066" y="5147"/>
                </a:lnTo>
                <a:lnTo>
                  <a:pt x="2049" y="5172"/>
                </a:lnTo>
                <a:lnTo>
                  <a:pt x="2031" y="5194"/>
                </a:lnTo>
                <a:lnTo>
                  <a:pt x="2013" y="5216"/>
                </a:lnTo>
                <a:lnTo>
                  <a:pt x="1995" y="5237"/>
                </a:lnTo>
                <a:lnTo>
                  <a:pt x="1975" y="5256"/>
                </a:lnTo>
                <a:lnTo>
                  <a:pt x="1377" y="5256"/>
                </a:lnTo>
                <a:lnTo>
                  <a:pt x="1377" y="5202"/>
                </a:lnTo>
                <a:lnTo>
                  <a:pt x="1375" y="5177"/>
                </a:lnTo>
                <a:lnTo>
                  <a:pt x="1373" y="5152"/>
                </a:lnTo>
                <a:lnTo>
                  <a:pt x="1370" y="5126"/>
                </a:lnTo>
                <a:lnTo>
                  <a:pt x="1364" y="5100"/>
                </a:lnTo>
                <a:lnTo>
                  <a:pt x="1358" y="5072"/>
                </a:lnTo>
                <a:lnTo>
                  <a:pt x="1348" y="5041"/>
                </a:lnTo>
                <a:lnTo>
                  <a:pt x="1339" y="5017"/>
                </a:lnTo>
                <a:lnTo>
                  <a:pt x="1327" y="4991"/>
                </a:lnTo>
                <a:lnTo>
                  <a:pt x="1312" y="4963"/>
                </a:lnTo>
                <a:lnTo>
                  <a:pt x="1295" y="4933"/>
                </a:lnTo>
                <a:lnTo>
                  <a:pt x="1275" y="4901"/>
                </a:lnTo>
                <a:lnTo>
                  <a:pt x="1253" y="4868"/>
                </a:lnTo>
                <a:lnTo>
                  <a:pt x="1229" y="4835"/>
                </a:lnTo>
                <a:lnTo>
                  <a:pt x="1204" y="4800"/>
                </a:lnTo>
                <a:lnTo>
                  <a:pt x="1177" y="4765"/>
                </a:lnTo>
                <a:lnTo>
                  <a:pt x="1149" y="4730"/>
                </a:lnTo>
                <a:lnTo>
                  <a:pt x="1120" y="4696"/>
                </a:lnTo>
                <a:lnTo>
                  <a:pt x="1090" y="4662"/>
                </a:lnTo>
                <a:lnTo>
                  <a:pt x="1060" y="4628"/>
                </a:lnTo>
                <a:lnTo>
                  <a:pt x="1029" y="4596"/>
                </a:lnTo>
                <a:lnTo>
                  <a:pt x="999" y="4564"/>
                </a:lnTo>
                <a:lnTo>
                  <a:pt x="969" y="4535"/>
                </a:lnTo>
                <a:lnTo>
                  <a:pt x="919" y="4488"/>
                </a:lnTo>
                <a:lnTo>
                  <a:pt x="871" y="4440"/>
                </a:lnTo>
                <a:lnTo>
                  <a:pt x="824" y="4391"/>
                </a:lnTo>
                <a:lnTo>
                  <a:pt x="779" y="4340"/>
                </a:lnTo>
                <a:lnTo>
                  <a:pt x="737" y="4287"/>
                </a:lnTo>
                <a:lnTo>
                  <a:pt x="696" y="4233"/>
                </a:lnTo>
                <a:lnTo>
                  <a:pt x="658" y="4177"/>
                </a:lnTo>
                <a:lnTo>
                  <a:pt x="621" y="4121"/>
                </a:lnTo>
                <a:lnTo>
                  <a:pt x="618" y="4117"/>
                </a:lnTo>
                <a:lnTo>
                  <a:pt x="615" y="4114"/>
                </a:lnTo>
                <a:lnTo>
                  <a:pt x="602" y="4091"/>
                </a:lnTo>
                <a:lnTo>
                  <a:pt x="588" y="4070"/>
                </a:lnTo>
                <a:lnTo>
                  <a:pt x="571" y="4050"/>
                </a:lnTo>
                <a:lnTo>
                  <a:pt x="552" y="4031"/>
                </a:lnTo>
                <a:lnTo>
                  <a:pt x="533" y="4013"/>
                </a:lnTo>
                <a:lnTo>
                  <a:pt x="512" y="3996"/>
                </a:lnTo>
                <a:lnTo>
                  <a:pt x="489" y="3979"/>
                </a:lnTo>
                <a:lnTo>
                  <a:pt x="467" y="3963"/>
                </a:lnTo>
                <a:lnTo>
                  <a:pt x="442" y="3948"/>
                </a:lnTo>
                <a:lnTo>
                  <a:pt x="417" y="3933"/>
                </a:lnTo>
                <a:lnTo>
                  <a:pt x="365" y="3904"/>
                </a:lnTo>
                <a:lnTo>
                  <a:pt x="313" y="3875"/>
                </a:lnTo>
                <a:lnTo>
                  <a:pt x="261" y="3846"/>
                </a:lnTo>
                <a:lnTo>
                  <a:pt x="235" y="3832"/>
                </a:lnTo>
                <a:lnTo>
                  <a:pt x="210" y="3815"/>
                </a:lnTo>
                <a:lnTo>
                  <a:pt x="185" y="3799"/>
                </a:lnTo>
                <a:lnTo>
                  <a:pt x="162" y="3783"/>
                </a:lnTo>
                <a:lnTo>
                  <a:pt x="139" y="3765"/>
                </a:lnTo>
                <a:lnTo>
                  <a:pt x="118" y="3747"/>
                </a:lnTo>
                <a:lnTo>
                  <a:pt x="97" y="3727"/>
                </a:lnTo>
                <a:lnTo>
                  <a:pt x="79" y="3707"/>
                </a:lnTo>
                <a:lnTo>
                  <a:pt x="61" y="3685"/>
                </a:lnTo>
                <a:lnTo>
                  <a:pt x="46" y="3661"/>
                </a:lnTo>
                <a:lnTo>
                  <a:pt x="33" y="3636"/>
                </a:lnTo>
                <a:lnTo>
                  <a:pt x="26" y="3624"/>
                </a:lnTo>
                <a:lnTo>
                  <a:pt x="22" y="3610"/>
                </a:lnTo>
                <a:lnTo>
                  <a:pt x="17" y="3597"/>
                </a:lnTo>
                <a:lnTo>
                  <a:pt x="12" y="3583"/>
                </a:lnTo>
                <a:lnTo>
                  <a:pt x="9" y="3568"/>
                </a:lnTo>
                <a:lnTo>
                  <a:pt x="6" y="3552"/>
                </a:lnTo>
                <a:lnTo>
                  <a:pt x="4" y="3537"/>
                </a:lnTo>
                <a:lnTo>
                  <a:pt x="1" y="3521"/>
                </a:lnTo>
                <a:lnTo>
                  <a:pt x="0" y="3505"/>
                </a:lnTo>
                <a:lnTo>
                  <a:pt x="0" y="3487"/>
                </a:lnTo>
                <a:lnTo>
                  <a:pt x="0" y="2865"/>
                </a:lnTo>
                <a:lnTo>
                  <a:pt x="1" y="2833"/>
                </a:lnTo>
                <a:lnTo>
                  <a:pt x="5" y="2804"/>
                </a:lnTo>
                <a:lnTo>
                  <a:pt x="9" y="2775"/>
                </a:lnTo>
                <a:lnTo>
                  <a:pt x="15" y="2749"/>
                </a:lnTo>
                <a:lnTo>
                  <a:pt x="23" y="2725"/>
                </a:lnTo>
                <a:lnTo>
                  <a:pt x="33" y="2704"/>
                </a:lnTo>
                <a:lnTo>
                  <a:pt x="45" y="2683"/>
                </a:lnTo>
                <a:lnTo>
                  <a:pt x="57" y="2664"/>
                </a:lnTo>
                <a:lnTo>
                  <a:pt x="71" y="2647"/>
                </a:lnTo>
                <a:lnTo>
                  <a:pt x="86" y="2631"/>
                </a:lnTo>
                <a:lnTo>
                  <a:pt x="102" y="2617"/>
                </a:lnTo>
                <a:lnTo>
                  <a:pt x="120" y="2602"/>
                </a:lnTo>
                <a:lnTo>
                  <a:pt x="138" y="2589"/>
                </a:lnTo>
                <a:lnTo>
                  <a:pt x="157" y="2576"/>
                </a:lnTo>
                <a:lnTo>
                  <a:pt x="177" y="2566"/>
                </a:lnTo>
                <a:lnTo>
                  <a:pt x="198" y="2554"/>
                </a:lnTo>
                <a:lnTo>
                  <a:pt x="240" y="2531"/>
                </a:lnTo>
                <a:lnTo>
                  <a:pt x="285" y="2509"/>
                </a:lnTo>
                <a:lnTo>
                  <a:pt x="331" y="2485"/>
                </a:lnTo>
                <a:lnTo>
                  <a:pt x="353" y="2472"/>
                </a:lnTo>
                <a:lnTo>
                  <a:pt x="376" y="2459"/>
                </a:lnTo>
                <a:lnTo>
                  <a:pt x="399" y="2445"/>
                </a:lnTo>
                <a:lnTo>
                  <a:pt x="421" y="2430"/>
                </a:lnTo>
                <a:lnTo>
                  <a:pt x="444" y="2413"/>
                </a:lnTo>
                <a:lnTo>
                  <a:pt x="465" y="2395"/>
                </a:lnTo>
                <a:lnTo>
                  <a:pt x="486" y="2375"/>
                </a:lnTo>
                <a:lnTo>
                  <a:pt x="508" y="2355"/>
                </a:lnTo>
                <a:lnTo>
                  <a:pt x="527" y="2332"/>
                </a:lnTo>
                <a:lnTo>
                  <a:pt x="547" y="2307"/>
                </a:lnTo>
                <a:lnTo>
                  <a:pt x="552" y="2300"/>
                </a:lnTo>
                <a:lnTo>
                  <a:pt x="559" y="2296"/>
                </a:lnTo>
                <a:lnTo>
                  <a:pt x="578" y="2258"/>
                </a:lnTo>
                <a:lnTo>
                  <a:pt x="599" y="2220"/>
                </a:lnTo>
                <a:lnTo>
                  <a:pt x="621" y="2183"/>
                </a:lnTo>
                <a:lnTo>
                  <a:pt x="644" y="2146"/>
                </a:lnTo>
                <a:lnTo>
                  <a:pt x="666" y="2110"/>
                </a:lnTo>
                <a:lnTo>
                  <a:pt x="690" y="2074"/>
                </a:lnTo>
                <a:lnTo>
                  <a:pt x="715" y="2038"/>
                </a:lnTo>
                <a:lnTo>
                  <a:pt x="740" y="2004"/>
                </a:lnTo>
                <a:lnTo>
                  <a:pt x="768" y="1969"/>
                </a:lnTo>
                <a:lnTo>
                  <a:pt x="794" y="1934"/>
                </a:lnTo>
                <a:lnTo>
                  <a:pt x="822" y="1900"/>
                </a:lnTo>
                <a:lnTo>
                  <a:pt x="850" y="1868"/>
                </a:lnTo>
                <a:lnTo>
                  <a:pt x="879" y="1835"/>
                </a:lnTo>
                <a:lnTo>
                  <a:pt x="910" y="1803"/>
                </a:lnTo>
                <a:lnTo>
                  <a:pt x="940" y="1771"/>
                </a:lnTo>
                <a:lnTo>
                  <a:pt x="972" y="1740"/>
                </a:lnTo>
                <a:lnTo>
                  <a:pt x="952" y="1699"/>
                </a:lnTo>
                <a:lnTo>
                  <a:pt x="932" y="1659"/>
                </a:lnTo>
                <a:lnTo>
                  <a:pt x="909" y="1619"/>
                </a:lnTo>
                <a:lnTo>
                  <a:pt x="885" y="1579"/>
                </a:lnTo>
                <a:lnTo>
                  <a:pt x="860" y="1540"/>
                </a:lnTo>
                <a:lnTo>
                  <a:pt x="835" y="1500"/>
                </a:lnTo>
                <a:lnTo>
                  <a:pt x="808" y="1461"/>
                </a:lnTo>
                <a:lnTo>
                  <a:pt x="781" y="1423"/>
                </a:lnTo>
                <a:lnTo>
                  <a:pt x="725" y="1347"/>
                </a:lnTo>
                <a:lnTo>
                  <a:pt x="669" y="1273"/>
                </a:lnTo>
                <a:lnTo>
                  <a:pt x="614" y="1203"/>
                </a:lnTo>
                <a:lnTo>
                  <a:pt x="561" y="1133"/>
                </a:lnTo>
                <a:lnTo>
                  <a:pt x="551" y="1118"/>
                </a:lnTo>
                <a:lnTo>
                  <a:pt x="543" y="1103"/>
                </a:lnTo>
                <a:lnTo>
                  <a:pt x="536" y="1089"/>
                </a:lnTo>
                <a:lnTo>
                  <a:pt x="533" y="1073"/>
                </a:lnTo>
                <a:lnTo>
                  <a:pt x="530" y="1059"/>
                </a:lnTo>
                <a:lnTo>
                  <a:pt x="530" y="1045"/>
                </a:lnTo>
                <a:lnTo>
                  <a:pt x="531" y="1032"/>
                </a:lnTo>
                <a:lnTo>
                  <a:pt x="534" y="1018"/>
                </a:lnTo>
                <a:lnTo>
                  <a:pt x="538" y="1005"/>
                </a:lnTo>
                <a:lnTo>
                  <a:pt x="545" y="992"/>
                </a:lnTo>
                <a:lnTo>
                  <a:pt x="551" y="980"/>
                </a:lnTo>
                <a:lnTo>
                  <a:pt x="561" y="968"/>
                </a:lnTo>
                <a:lnTo>
                  <a:pt x="571" y="956"/>
                </a:lnTo>
                <a:lnTo>
                  <a:pt x="582" y="945"/>
                </a:lnTo>
                <a:lnTo>
                  <a:pt x="595" y="934"/>
                </a:lnTo>
                <a:lnTo>
                  <a:pt x="608" y="923"/>
                </a:lnTo>
                <a:lnTo>
                  <a:pt x="623" y="914"/>
                </a:lnTo>
                <a:lnTo>
                  <a:pt x="638" y="904"/>
                </a:lnTo>
                <a:lnTo>
                  <a:pt x="655" y="894"/>
                </a:lnTo>
                <a:lnTo>
                  <a:pt x="671" y="885"/>
                </a:lnTo>
                <a:lnTo>
                  <a:pt x="689" y="878"/>
                </a:lnTo>
                <a:lnTo>
                  <a:pt x="707" y="870"/>
                </a:lnTo>
                <a:lnTo>
                  <a:pt x="726" y="864"/>
                </a:lnTo>
                <a:lnTo>
                  <a:pt x="745" y="857"/>
                </a:lnTo>
                <a:lnTo>
                  <a:pt x="764" y="851"/>
                </a:lnTo>
                <a:lnTo>
                  <a:pt x="785" y="845"/>
                </a:lnTo>
                <a:lnTo>
                  <a:pt x="804" y="841"/>
                </a:lnTo>
                <a:lnTo>
                  <a:pt x="825" y="838"/>
                </a:lnTo>
                <a:lnTo>
                  <a:pt x="845" y="833"/>
                </a:lnTo>
                <a:lnTo>
                  <a:pt x="865" y="831"/>
                </a:lnTo>
                <a:lnTo>
                  <a:pt x="885" y="829"/>
                </a:lnTo>
                <a:lnTo>
                  <a:pt x="906" y="828"/>
                </a:lnTo>
                <a:lnTo>
                  <a:pt x="944" y="827"/>
                </a:lnTo>
                <a:lnTo>
                  <a:pt x="981" y="828"/>
                </a:lnTo>
                <a:lnTo>
                  <a:pt x="1017" y="829"/>
                </a:lnTo>
                <a:lnTo>
                  <a:pt x="1054" y="832"/>
                </a:lnTo>
                <a:lnTo>
                  <a:pt x="1091" y="836"/>
                </a:lnTo>
                <a:lnTo>
                  <a:pt x="1128" y="842"/>
                </a:lnTo>
                <a:lnTo>
                  <a:pt x="1164" y="848"/>
                </a:lnTo>
                <a:lnTo>
                  <a:pt x="1200" y="857"/>
                </a:lnTo>
                <a:lnTo>
                  <a:pt x="1236" y="867"/>
                </a:lnTo>
                <a:lnTo>
                  <a:pt x="1272" y="878"/>
                </a:lnTo>
                <a:lnTo>
                  <a:pt x="1307" y="890"/>
                </a:lnTo>
                <a:lnTo>
                  <a:pt x="1341" y="903"/>
                </a:lnTo>
                <a:lnTo>
                  <a:pt x="1375" y="917"/>
                </a:lnTo>
                <a:lnTo>
                  <a:pt x="1409" y="933"/>
                </a:lnTo>
                <a:lnTo>
                  <a:pt x="1442" y="949"/>
                </a:lnTo>
                <a:lnTo>
                  <a:pt x="1475" y="968"/>
                </a:lnTo>
                <a:lnTo>
                  <a:pt x="1508" y="988"/>
                </a:lnTo>
                <a:lnTo>
                  <a:pt x="1539" y="1008"/>
                </a:lnTo>
                <a:lnTo>
                  <a:pt x="1571" y="1030"/>
                </a:lnTo>
                <a:lnTo>
                  <a:pt x="1601" y="1053"/>
                </a:lnTo>
                <a:lnTo>
                  <a:pt x="1632" y="1077"/>
                </a:lnTo>
                <a:lnTo>
                  <a:pt x="1662" y="1102"/>
                </a:lnTo>
                <a:lnTo>
                  <a:pt x="1691" y="1128"/>
                </a:lnTo>
                <a:lnTo>
                  <a:pt x="1720" y="1155"/>
                </a:lnTo>
                <a:lnTo>
                  <a:pt x="1748" y="1183"/>
                </a:lnTo>
                <a:lnTo>
                  <a:pt x="1775" y="1212"/>
                </a:lnTo>
                <a:lnTo>
                  <a:pt x="1801" y="1244"/>
                </a:lnTo>
                <a:lnTo>
                  <a:pt x="1827" y="1276"/>
                </a:lnTo>
                <a:lnTo>
                  <a:pt x="1852" y="1308"/>
                </a:lnTo>
                <a:lnTo>
                  <a:pt x="1877" y="1342"/>
                </a:lnTo>
                <a:lnTo>
                  <a:pt x="1901" y="1377"/>
                </a:lnTo>
                <a:lnTo>
                  <a:pt x="1924" y="1414"/>
                </a:lnTo>
                <a:lnTo>
                  <a:pt x="1916" y="1361"/>
                </a:lnTo>
                <a:lnTo>
                  <a:pt x="1911" y="1310"/>
                </a:lnTo>
                <a:lnTo>
                  <a:pt x="1908" y="1258"/>
                </a:lnTo>
                <a:lnTo>
                  <a:pt x="1906" y="1207"/>
                </a:lnTo>
                <a:lnTo>
                  <a:pt x="1908" y="1155"/>
                </a:lnTo>
                <a:lnTo>
                  <a:pt x="1911" y="1103"/>
                </a:lnTo>
                <a:lnTo>
                  <a:pt x="1916" y="1051"/>
                </a:lnTo>
                <a:lnTo>
                  <a:pt x="1924" y="998"/>
                </a:lnTo>
                <a:lnTo>
                  <a:pt x="1934" y="946"/>
                </a:lnTo>
                <a:lnTo>
                  <a:pt x="1947" y="895"/>
                </a:lnTo>
                <a:lnTo>
                  <a:pt x="1961" y="844"/>
                </a:lnTo>
                <a:lnTo>
                  <a:pt x="1978" y="793"/>
                </a:lnTo>
                <a:lnTo>
                  <a:pt x="1998" y="743"/>
                </a:lnTo>
                <a:lnTo>
                  <a:pt x="2021" y="693"/>
                </a:lnTo>
                <a:lnTo>
                  <a:pt x="2045" y="644"/>
                </a:lnTo>
                <a:lnTo>
                  <a:pt x="2072" y="595"/>
                </a:lnTo>
                <a:lnTo>
                  <a:pt x="2092" y="561"/>
                </a:lnTo>
                <a:lnTo>
                  <a:pt x="2114" y="528"/>
                </a:lnTo>
                <a:lnTo>
                  <a:pt x="2137" y="496"/>
                </a:lnTo>
                <a:lnTo>
                  <a:pt x="2161" y="465"/>
                </a:lnTo>
                <a:lnTo>
                  <a:pt x="2186" y="433"/>
                </a:lnTo>
                <a:lnTo>
                  <a:pt x="2212" y="404"/>
                </a:lnTo>
                <a:lnTo>
                  <a:pt x="2238" y="375"/>
                </a:lnTo>
                <a:lnTo>
                  <a:pt x="2266" y="347"/>
                </a:lnTo>
                <a:lnTo>
                  <a:pt x="2294" y="320"/>
                </a:lnTo>
                <a:lnTo>
                  <a:pt x="2324" y="294"/>
                </a:lnTo>
                <a:lnTo>
                  <a:pt x="2353" y="269"/>
                </a:lnTo>
                <a:lnTo>
                  <a:pt x="2385" y="245"/>
                </a:lnTo>
                <a:lnTo>
                  <a:pt x="2415" y="222"/>
                </a:lnTo>
                <a:lnTo>
                  <a:pt x="2448" y="201"/>
                </a:lnTo>
                <a:lnTo>
                  <a:pt x="2480" y="179"/>
                </a:lnTo>
                <a:lnTo>
                  <a:pt x="2514" y="159"/>
                </a:lnTo>
                <a:lnTo>
                  <a:pt x="2549" y="141"/>
                </a:lnTo>
                <a:lnTo>
                  <a:pt x="2582" y="122"/>
                </a:lnTo>
                <a:lnTo>
                  <a:pt x="2618" y="106"/>
                </a:lnTo>
                <a:lnTo>
                  <a:pt x="2654" y="91"/>
                </a:lnTo>
                <a:lnTo>
                  <a:pt x="2690" y="77"/>
                </a:lnTo>
                <a:lnTo>
                  <a:pt x="2727" y="64"/>
                </a:lnTo>
                <a:lnTo>
                  <a:pt x="2764" y="52"/>
                </a:lnTo>
                <a:lnTo>
                  <a:pt x="2802" y="41"/>
                </a:lnTo>
                <a:lnTo>
                  <a:pt x="2840" y="31"/>
                </a:lnTo>
                <a:lnTo>
                  <a:pt x="2878" y="22"/>
                </a:lnTo>
                <a:lnTo>
                  <a:pt x="2917" y="16"/>
                </a:lnTo>
                <a:lnTo>
                  <a:pt x="2956" y="9"/>
                </a:lnTo>
                <a:lnTo>
                  <a:pt x="2995" y="5"/>
                </a:lnTo>
                <a:lnTo>
                  <a:pt x="3035" y="2"/>
                </a:lnTo>
                <a:lnTo>
                  <a:pt x="3075" y="0"/>
                </a:lnTo>
                <a:lnTo>
                  <a:pt x="3115" y="0"/>
                </a:lnTo>
                <a:lnTo>
                  <a:pt x="3155" y="0"/>
                </a:lnTo>
                <a:lnTo>
                  <a:pt x="3195" y="2"/>
                </a:lnTo>
                <a:lnTo>
                  <a:pt x="3235" y="5"/>
                </a:lnTo>
                <a:lnTo>
                  <a:pt x="3275" y="9"/>
                </a:lnTo>
                <a:lnTo>
                  <a:pt x="3314" y="16"/>
                </a:lnTo>
                <a:lnTo>
                  <a:pt x="3353" y="24"/>
                </a:lnTo>
                <a:lnTo>
                  <a:pt x="3392" y="31"/>
                </a:lnTo>
                <a:lnTo>
                  <a:pt x="3431" y="42"/>
                </a:lnTo>
                <a:lnTo>
                  <a:pt x="3469" y="53"/>
                </a:lnTo>
                <a:lnTo>
                  <a:pt x="3507" y="65"/>
                </a:lnTo>
                <a:lnTo>
                  <a:pt x="3545" y="79"/>
                </a:lnTo>
                <a:lnTo>
                  <a:pt x="3582" y="94"/>
                </a:lnTo>
                <a:lnTo>
                  <a:pt x="3619" y="109"/>
                </a:lnTo>
                <a:lnTo>
                  <a:pt x="3655" y="127"/>
                </a:lnTo>
                <a:lnTo>
                  <a:pt x="3691" y="146"/>
                </a:lnTo>
                <a:lnTo>
                  <a:pt x="3726" y="166"/>
                </a:lnTo>
                <a:lnTo>
                  <a:pt x="3774" y="195"/>
                </a:lnTo>
                <a:lnTo>
                  <a:pt x="3819" y="227"/>
                </a:lnTo>
                <a:lnTo>
                  <a:pt x="3864" y="260"/>
                </a:lnTo>
                <a:lnTo>
                  <a:pt x="3906" y="295"/>
                </a:lnTo>
                <a:lnTo>
                  <a:pt x="3946" y="331"/>
                </a:lnTo>
                <a:lnTo>
                  <a:pt x="3984" y="370"/>
                </a:lnTo>
                <a:lnTo>
                  <a:pt x="4020" y="409"/>
                </a:lnTo>
                <a:lnTo>
                  <a:pt x="4055" y="451"/>
                </a:lnTo>
                <a:lnTo>
                  <a:pt x="4088" y="493"/>
                </a:lnTo>
                <a:lnTo>
                  <a:pt x="4118" y="536"/>
                </a:lnTo>
                <a:lnTo>
                  <a:pt x="4146" y="581"/>
                </a:lnTo>
                <a:lnTo>
                  <a:pt x="4172" y="627"/>
                </a:lnTo>
                <a:lnTo>
                  <a:pt x="4196" y="673"/>
                </a:lnTo>
                <a:lnTo>
                  <a:pt x="4219" y="721"/>
                </a:lnTo>
                <a:lnTo>
                  <a:pt x="4239" y="770"/>
                </a:lnTo>
                <a:lnTo>
                  <a:pt x="4256" y="819"/>
                </a:lnTo>
                <a:lnTo>
                  <a:pt x="4272" y="869"/>
                </a:lnTo>
                <a:lnTo>
                  <a:pt x="4285" y="920"/>
                </a:lnTo>
                <a:lnTo>
                  <a:pt x="4297" y="971"/>
                </a:lnTo>
                <a:lnTo>
                  <a:pt x="4306" y="1022"/>
                </a:lnTo>
                <a:lnTo>
                  <a:pt x="4314" y="1074"/>
                </a:lnTo>
                <a:lnTo>
                  <a:pt x="4318" y="1127"/>
                </a:lnTo>
                <a:lnTo>
                  <a:pt x="4320" y="1180"/>
                </a:lnTo>
                <a:lnTo>
                  <a:pt x="4320" y="1232"/>
                </a:lnTo>
                <a:lnTo>
                  <a:pt x="4318" y="1285"/>
                </a:lnTo>
                <a:lnTo>
                  <a:pt x="4314" y="1339"/>
                </a:lnTo>
                <a:lnTo>
                  <a:pt x="4307" y="1391"/>
                </a:lnTo>
                <a:lnTo>
                  <a:pt x="4297" y="1444"/>
                </a:lnTo>
                <a:lnTo>
                  <a:pt x="4285" y="1496"/>
                </a:lnTo>
                <a:lnTo>
                  <a:pt x="4271" y="1548"/>
                </a:lnTo>
                <a:lnTo>
                  <a:pt x="4255" y="1599"/>
                </a:lnTo>
                <a:lnTo>
                  <a:pt x="4237" y="1650"/>
                </a:lnTo>
                <a:lnTo>
                  <a:pt x="4288" y="1700"/>
                </a:lnTo>
                <a:lnTo>
                  <a:pt x="4337" y="1753"/>
                </a:lnTo>
                <a:lnTo>
                  <a:pt x="4383" y="1806"/>
                </a:lnTo>
                <a:lnTo>
                  <a:pt x="4406" y="1833"/>
                </a:lnTo>
                <a:lnTo>
                  <a:pt x="4429" y="1860"/>
                </a:lnTo>
                <a:lnTo>
                  <a:pt x="4451" y="1888"/>
                </a:lnTo>
                <a:lnTo>
                  <a:pt x="4471" y="1918"/>
                </a:lnTo>
                <a:lnTo>
                  <a:pt x="4492" y="1946"/>
                </a:lnTo>
                <a:lnTo>
                  <a:pt x="4513" y="1975"/>
                </a:lnTo>
                <a:lnTo>
                  <a:pt x="4532" y="2005"/>
                </a:lnTo>
                <a:lnTo>
                  <a:pt x="4551" y="2035"/>
                </a:lnTo>
                <a:lnTo>
                  <a:pt x="4569" y="2066"/>
                </a:lnTo>
                <a:lnTo>
                  <a:pt x="4588" y="2096"/>
                </a:lnTo>
                <a:lnTo>
                  <a:pt x="4605" y="2128"/>
                </a:lnTo>
                <a:lnTo>
                  <a:pt x="4621" y="2159"/>
                </a:lnTo>
                <a:lnTo>
                  <a:pt x="4638" y="2191"/>
                </a:lnTo>
                <a:lnTo>
                  <a:pt x="4653" y="2223"/>
                </a:lnTo>
                <a:lnTo>
                  <a:pt x="4668" y="2256"/>
                </a:lnTo>
                <a:lnTo>
                  <a:pt x="4682" y="2288"/>
                </a:lnTo>
                <a:lnTo>
                  <a:pt x="4695" y="2322"/>
                </a:lnTo>
                <a:lnTo>
                  <a:pt x="4708" y="2355"/>
                </a:lnTo>
                <a:lnTo>
                  <a:pt x="4721" y="2389"/>
                </a:lnTo>
                <a:lnTo>
                  <a:pt x="4732" y="2423"/>
                </a:lnTo>
                <a:lnTo>
                  <a:pt x="4744" y="2458"/>
                </a:lnTo>
                <a:lnTo>
                  <a:pt x="4754" y="2493"/>
                </a:lnTo>
                <a:lnTo>
                  <a:pt x="4764" y="2529"/>
                </a:lnTo>
                <a:lnTo>
                  <a:pt x="4772" y="2563"/>
                </a:lnTo>
                <a:lnTo>
                  <a:pt x="4781" y="2599"/>
                </a:lnTo>
                <a:lnTo>
                  <a:pt x="4789" y="2636"/>
                </a:lnTo>
                <a:lnTo>
                  <a:pt x="4797" y="2684"/>
                </a:lnTo>
                <a:lnTo>
                  <a:pt x="4805" y="2732"/>
                </a:lnTo>
                <a:lnTo>
                  <a:pt x="4811" y="2780"/>
                </a:lnTo>
                <a:lnTo>
                  <a:pt x="4817" y="2827"/>
                </a:lnTo>
                <a:lnTo>
                  <a:pt x="4820" y="2875"/>
                </a:lnTo>
                <a:lnTo>
                  <a:pt x="4822" y="2923"/>
                </a:lnTo>
                <a:lnTo>
                  <a:pt x="4823" y="2971"/>
                </a:lnTo>
                <a:lnTo>
                  <a:pt x="4823" y="3019"/>
                </a:lnTo>
                <a:lnTo>
                  <a:pt x="4822" y="3065"/>
                </a:lnTo>
                <a:lnTo>
                  <a:pt x="4820" y="3113"/>
                </a:lnTo>
                <a:lnTo>
                  <a:pt x="4816" y="3160"/>
                </a:lnTo>
                <a:lnTo>
                  <a:pt x="4811" y="3207"/>
                </a:lnTo>
                <a:lnTo>
                  <a:pt x="4805" y="3253"/>
                </a:lnTo>
                <a:lnTo>
                  <a:pt x="4797" y="3300"/>
                </a:lnTo>
                <a:lnTo>
                  <a:pt x="4789" y="3346"/>
                </a:lnTo>
                <a:lnTo>
                  <a:pt x="4779" y="3391"/>
                </a:lnTo>
                <a:lnTo>
                  <a:pt x="4768" y="3437"/>
                </a:lnTo>
                <a:lnTo>
                  <a:pt x="4756" y="3483"/>
                </a:lnTo>
                <a:lnTo>
                  <a:pt x="4743" y="3528"/>
                </a:lnTo>
                <a:lnTo>
                  <a:pt x="4729" y="3573"/>
                </a:lnTo>
                <a:lnTo>
                  <a:pt x="4714" y="3618"/>
                </a:lnTo>
                <a:lnTo>
                  <a:pt x="4697" y="3661"/>
                </a:lnTo>
                <a:lnTo>
                  <a:pt x="4680" y="3706"/>
                </a:lnTo>
                <a:lnTo>
                  <a:pt x="4661" y="3749"/>
                </a:lnTo>
                <a:lnTo>
                  <a:pt x="4642" y="3791"/>
                </a:lnTo>
                <a:lnTo>
                  <a:pt x="4621" y="3834"/>
                </a:lnTo>
                <a:lnTo>
                  <a:pt x="4600" y="3876"/>
                </a:lnTo>
                <a:lnTo>
                  <a:pt x="4578" y="3919"/>
                </a:lnTo>
                <a:lnTo>
                  <a:pt x="4554" y="3960"/>
                </a:lnTo>
                <a:lnTo>
                  <a:pt x="4529" y="4000"/>
                </a:lnTo>
                <a:lnTo>
                  <a:pt x="4504" y="4040"/>
                </a:lnTo>
                <a:lnTo>
                  <a:pt x="4477" y="4081"/>
                </a:lnTo>
                <a:close/>
                <a:moveTo>
                  <a:pt x="2180" y="1408"/>
                </a:moveTo>
                <a:lnTo>
                  <a:pt x="2180" y="1408"/>
                </a:lnTo>
                <a:lnTo>
                  <a:pt x="2215" y="1399"/>
                </a:lnTo>
                <a:lnTo>
                  <a:pt x="2249" y="1393"/>
                </a:lnTo>
                <a:lnTo>
                  <a:pt x="2290" y="1384"/>
                </a:lnTo>
                <a:lnTo>
                  <a:pt x="2331" y="1378"/>
                </a:lnTo>
                <a:lnTo>
                  <a:pt x="2373" y="1371"/>
                </a:lnTo>
                <a:lnTo>
                  <a:pt x="2414" y="1366"/>
                </a:lnTo>
                <a:lnTo>
                  <a:pt x="2455" y="1361"/>
                </a:lnTo>
                <a:lnTo>
                  <a:pt x="2497" y="1358"/>
                </a:lnTo>
                <a:lnTo>
                  <a:pt x="2538" y="1355"/>
                </a:lnTo>
                <a:lnTo>
                  <a:pt x="2578" y="1353"/>
                </a:lnTo>
                <a:lnTo>
                  <a:pt x="2619" y="1352"/>
                </a:lnTo>
                <a:lnTo>
                  <a:pt x="2660" y="1352"/>
                </a:lnTo>
                <a:lnTo>
                  <a:pt x="2700" y="1352"/>
                </a:lnTo>
                <a:lnTo>
                  <a:pt x="2740" y="1353"/>
                </a:lnTo>
                <a:lnTo>
                  <a:pt x="2780" y="1354"/>
                </a:lnTo>
                <a:lnTo>
                  <a:pt x="2820" y="1357"/>
                </a:lnTo>
                <a:lnTo>
                  <a:pt x="2861" y="1360"/>
                </a:lnTo>
                <a:lnTo>
                  <a:pt x="2900" y="1364"/>
                </a:lnTo>
                <a:lnTo>
                  <a:pt x="3178" y="894"/>
                </a:lnTo>
                <a:lnTo>
                  <a:pt x="2961" y="938"/>
                </a:lnTo>
                <a:lnTo>
                  <a:pt x="2905" y="660"/>
                </a:lnTo>
                <a:lnTo>
                  <a:pt x="3373" y="566"/>
                </a:lnTo>
                <a:lnTo>
                  <a:pt x="3616" y="710"/>
                </a:lnTo>
                <a:lnTo>
                  <a:pt x="3631" y="719"/>
                </a:lnTo>
                <a:lnTo>
                  <a:pt x="3214" y="1424"/>
                </a:lnTo>
                <a:lnTo>
                  <a:pt x="3261" y="1439"/>
                </a:lnTo>
                <a:lnTo>
                  <a:pt x="3306" y="1453"/>
                </a:lnTo>
                <a:lnTo>
                  <a:pt x="3352" y="1469"/>
                </a:lnTo>
                <a:lnTo>
                  <a:pt x="3398" y="1485"/>
                </a:lnTo>
                <a:lnTo>
                  <a:pt x="3442" y="1503"/>
                </a:lnTo>
                <a:lnTo>
                  <a:pt x="3487" y="1522"/>
                </a:lnTo>
                <a:lnTo>
                  <a:pt x="3530" y="1542"/>
                </a:lnTo>
                <a:lnTo>
                  <a:pt x="3573" y="1562"/>
                </a:lnTo>
                <a:lnTo>
                  <a:pt x="3615" y="1585"/>
                </a:lnTo>
                <a:lnTo>
                  <a:pt x="3656" y="1608"/>
                </a:lnTo>
                <a:lnTo>
                  <a:pt x="3696" y="1632"/>
                </a:lnTo>
                <a:lnTo>
                  <a:pt x="3737" y="1657"/>
                </a:lnTo>
                <a:lnTo>
                  <a:pt x="3776" y="1682"/>
                </a:lnTo>
                <a:lnTo>
                  <a:pt x="3815" y="1709"/>
                </a:lnTo>
                <a:lnTo>
                  <a:pt x="3852" y="1737"/>
                </a:lnTo>
                <a:lnTo>
                  <a:pt x="3889" y="1766"/>
                </a:lnTo>
                <a:lnTo>
                  <a:pt x="3914" y="1730"/>
                </a:lnTo>
                <a:lnTo>
                  <a:pt x="3926" y="1710"/>
                </a:lnTo>
                <a:lnTo>
                  <a:pt x="3938" y="1692"/>
                </a:lnTo>
                <a:lnTo>
                  <a:pt x="3962" y="1648"/>
                </a:lnTo>
                <a:lnTo>
                  <a:pt x="3982" y="1605"/>
                </a:lnTo>
                <a:lnTo>
                  <a:pt x="4002" y="1561"/>
                </a:lnTo>
                <a:lnTo>
                  <a:pt x="4018" y="1516"/>
                </a:lnTo>
                <a:lnTo>
                  <a:pt x="4032" y="1471"/>
                </a:lnTo>
                <a:lnTo>
                  <a:pt x="4044" y="1425"/>
                </a:lnTo>
                <a:lnTo>
                  <a:pt x="4054" y="1380"/>
                </a:lnTo>
                <a:lnTo>
                  <a:pt x="4060" y="1333"/>
                </a:lnTo>
                <a:lnTo>
                  <a:pt x="4066" y="1287"/>
                </a:lnTo>
                <a:lnTo>
                  <a:pt x="4068" y="1241"/>
                </a:lnTo>
                <a:lnTo>
                  <a:pt x="4069" y="1195"/>
                </a:lnTo>
                <a:lnTo>
                  <a:pt x="4067" y="1148"/>
                </a:lnTo>
                <a:lnTo>
                  <a:pt x="4063" y="1103"/>
                </a:lnTo>
                <a:lnTo>
                  <a:pt x="4057" y="1057"/>
                </a:lnTo>
                <a:lnTo>
                  <a:pt x="4049" y="1012"/>
                </a:lnTo>
                <a:lnTo>
                  <a:pt x="4038" y="968"/>
                </a:lnTo>
                <a:lnTo>
                  <a:pt x="4026" y="923"/>
                </a:lnTo>
                <a:lnTo>
                  <a:pt x="4010" y="880"/>
                </a:lnTo>
                <a:lnTo>
                  <a:pt x="3994" y="838"/>
                </a:lnTo>
                <a:lnTo>
                  <a:pt x="3976" y="795"/>
                </a:lnTo>
                <a:lnTo>
                  <a:pt x="3954" y="754"/>
                </a:lnTo>
                <a:lnTo>
                  <a:pt x="3931" y="714"/>
                </a:lnTo>
                <a:lnTo>
                  <a:pt x="3907" y="675"/>
                </a:lnTo>
                <a:lnTo>
                  <a:pt x="3880" y="638"/>
                </a:lnTo>
                <a:lnTo>
                  <a:pt x="3852" y="601"/>
                </a:lnTo>
                <a:lnTo>
                  <a:pt x="3820" y="565"/>
                </a:lnTo>
                <a:lnTo>
                  <a:pt x="3788" y="531"/>
                </a:lnTo>
                <a:lnTo>
                  <a:pt x="3754" y="498"/>
                </a:lnTo>
                <a:lnTo>
                  <a:pt x="3717" y="467"/>
                </a:lnTo>
                <a:lnTo>
                  <a:pt x="3679" y="438"/>
                </a:lnTo>
                <a:lnTo>
                  <a:pt x="3640" y="410"/>
                </a:lnTo>
                <a:lnTo>
                  <a:pt x="3598" y="384"/>
                </a:lnTo>
                <a:lnTo>
                  <a:pt x="3570" y="368"/>
                </a:lnTo>
                <a:lnTo>
                  <a:pt x="3542" y="354"/>
                </a:lnTo>
                <a:lnTo>
                  <a:pt x="3513" y="340"/>
                </a:lnTo>
                <a:lnTo>
                  <a:pt x="3484" y="327"/>
                </a:lnTo>
                <a:lnTo>
                  <a:pt x="3455" y="315"/>
                </a:lnTo>
                <a:lnTo>
                  <a:pt x="3425" y="304"/>
                </a:lnTo>
                <a:lnTo>
                  <a:pt x="3395" y="294"/>
                </a:lnTo>
                <a:lnTo>
                  <a:pt x="3365" y="285"/>
                </a:lnTo>
                <a:lnTo>
                  <a:pt x="3335" y="278"/>
                </a:lnTo>
                <a:lnTo>
                  <a:pt x="3303" y="271"/>
                </a:lnTo>
                <a:lnTo>
                  <a:pt x="3273" y="265"/>
                </a:lnTo>
                <a:lnTo>
                  <a:pt x="3241" y="260"/>
                </a:lnTo>
                <a:lnTo>
                  <a:pt x="3210" y="257"/>
                </a:lnTo>
                <a:lnTo>
                  <a:pt x="3178" y="254"/>
                </a:lnTo>
                <a:lnTo>
                  <a:pt x="3147" y="253"/>
                </a:lnTo>
                <a:lnTo>
                  <a:pt x="3115" y="252"/>
                </a:lnTo>
                <a:lnTo>
                  <a:pt x="3083" y="253"/>
                </a:lnTo>
                <a:lnTo>
                  <a:pt x="3052" y="254"/>
                </a:lnTo>
                <a:lnTo>
                  <a:pt x="3020" y="257"/>
                </a:lnTo>
                <a:lnTo>
                  <a:pt x="2989" y="260"/>
                </a:lnTo>
                <a:lnTo>
                  <a:pt x="2958" y="265"/>
                </a:lnTo>
                <a:lnTo>
                  <a:pt x="2928" y="270"/>
                </a:lnTo>
                <a:lnTo>
                  <a:pt x="2898" y="277"/>
                </a:lnTo>
                <a:lnTo>
                  <a:pt x="2867" y="284"/>
                </a:lnTo>
                <a:lnTo>
                  <a:pt x="2838" y="293"/>
                </a:lnTo>
                <a:lnTo>
                  <a:pt x="2809" y="303"/>
                </a:lnTo>
                <a:lnTo>
                  <a:pt x="2779" y="314"/>
                </a:lnTo>
                <a:lnTo>
                  <a:pt x="2750" y="325"/>
                </a:lnTo>
                <a:lnTo>
                  <a:pt x="2722" y="337"/>
                </a:lnTo>
                <a:lnTo>
                  <a:pt x="2694" y="350"/>
                </a:lnTo>
                <a:lnTo>
                  <a:pt x="2667" y="364"/>
                </a:lnTo>
                <a:lnTo>
                  <a:pt x="2640" y="379"/>
                </a:lnTo>
                <a:lnTo>
                  <a:pt x="2613" y="394"/>
                </a:lnTo>
                <a:lnTo>
                  <a:pt x="2587" y="412"/>
                </a:lnTo>
                <a:lnTo>
                  <a:pt x="2562" y="429"/>
                </a:lnTo>
                <a:lnTo>
                  <a:pt x="2537" y="446"/>
                </a:lnTo>
                <a:lnTo>
                  <a:pt x="2513" y="466"/>
                </a:lnTo>
                <a:lnTo>
                  <a:pt x="2489" y="485"/>
                </a:lnTo>
                <a:lnTo>
                  <a:pt x="2466" y="506"/>
                </a:lnTo>
                <a:lnTo>
                  <a:pt x="2443" y="527"/>
                </a:lnTo>
                <a:lnTo>
                  <a:pt x="2422" y="550"/>
                </a:lnTo>
                <a:lnTo>
                  <a:pt x="2401" y="572"/>
                </a:lnTo>
                <a:lnTo>
                  <a:pt x="2380" y="595"/>
                </a:lnTo>
                <a:lnTo>
                  <a:pt x="2361" y="620"/>
                </a:lnTo>
                <a:lnTo>
                  <a:pt x="2341" y="645"/>
                </a:lnTo>
                <a:lnTo>
                  <a:pt x="2324" y="670"/>
                </a:lnTo>
                <a:lnTo>
                  <a:pt x="2306" y="696"/>
                </a:lnTo>
                <a:lnTo>
                  <a:pt x="2290" y="723"/>
                </a:lnTo>
                <a:lnTo>
                  <a:pt x="2267" y="764"/>
                </a:lnTo>
                <a:lnTo>
                  <a:pt x="2247" y="805"/>
                </a:lnTo>
                <a:lnTo>
                  <a:pt x="2229" y="847"/>
                </a:lnTo>
                <a:lnTo>
                  <a:pt x="2213" y="890"/>
                </a:lnTo>
                <a:lnTo>
                  <a:pt x="2199" y="932"/>
                </a:lnTo>
                <a:lnTo>
                  <a:pt x="2187" y="974"/>
                </a:lnTo>
                <a:lnTo>
                  <a:pt x="2177" y="1018"/>
                </a:lnTo>
                <a:lnTo>
                  <a:pt x="2169" y="1061"/>
                </a:lnTo>
                <a:lnTo>
                  <a:pt x="2164" y="1105"/>
                </a:lnTo>
                <a:lnTo>
                  <a:pt x="2161" y="1148"/>
                </a:lnTo>
                <a:lnTo>
                  <a:pt x="2160" y="1192"/>
                </a:lnTo>
                <a:lnTo>
                  <a:pt x="2160" y="1235"/>
                </a:lnTo>
                <a:lnTo>
                  <a:pt x="2162" y="1279"/>
                </a:lnTo>
                <a:lnTo>
                  <a:pt x="2166" y="1322"/>
                </a:lnTo>
                <a:lnTo>
                  <a:pt x="2173" y="1365"/>
                </a:lnTo>
                <a:lnTo>
                  <a:pt x="2180" y="1408"/>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7" name="MH_Text_2"/>
          <p:cNvSpPr txBox="1">
            <a:spLocks noChangeArrowheads="1"/>
          </p:cNvSpPr>
          <p:nvPr>
            <p:custDataLst>
              <p:tags r:id="rId1"/>
            </p:custDataLst>
          </p:nvPr>
        </p:nvSpPr>
        <p:spPr bwMode="auto">
          <a:xfrm>
            <a:off x="1200844" y="4643916"/>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43.4%                          10.7%                           6.3%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1" name="矩形 10"/>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8" name="标题 1"/>
          <p:cNvSpPr txBox="1">
            <a:spLocks/>
          </p:cNvSpPr>
          <p:nvPr/>
        </p:nvSpPr>
        <p:spPr>
          <a:xfrm>
            <a:off x="1475656" y="188640"/>
            <a:ext cx="6768752"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a:t>
            </a:r>
            <a:r>
              <a:rPr lang="zh-CN" altLang="en-US" b="1" dirty="0">
                <a:solidFill>
                  <a:srgbClr val="FFFFFF"/>
                </a:solidFill>
                <a:latin typeface="Arial Black"/>
                <a:ea typeface="微软雅黑"/>
              </a:rPr>
              <a:t>商购</a:t>
            </a:r>
            <a:r>
              <a:rPr lang="zh-CN" altLang="en-US" b="1" dirty="0" smtClean="0">
                <a:solidFill>
                  <a:srgbClr val="FFFFFF"/>
                </a:solidFill>
                <a:latin typeface="Arial Black"/>
                <a:ea typeface="微软雅黑"/>
              </a:rPr>
              <a:t>物在电视广告花费占比超四成</a:t>
            </a:r>
            <a:endParaRPr lang="zh-CN" altLang="en-US" b="1" dirty="0">
              <a:solidFill>
                <a:srgbClr val="FFFFFF"/>
              </a:solidFill>
              <a:latin typeface="Arial Black"/>
              <a:ea typeface="微软雅黑"/>
            </a:endParaRPr>
          </a:p>
        </p:txBody>
      </p:sp>
      <p:sp>
        <p:nvSpPr>
          <p:cNvPr id="12" name="MH_Text_2"/>
          <p:cNvSpPr txBox="1">
            <a:spLocks noChangeArrowheads="1"/>
          </p:cNvSpPr>
          <p:nvPr>
            <p:custDataLst>
              <p:tags r:id="rId2"/>
            </p:custDataLst>
          </p:nvPr>
        </p:nvSpPr>
        <p:spPr bwMode="auto">
          <a:xfrm>
            <a:off x="1200844" y="4250738"/>
            <a:ext cx="1080145" cy="236540"/>
          </a:xfrm>
          <a:prstGeom prst="rect">
            <a:avLst/>
          </a:prstGeom>
          <a:solidFill>
            <a:srgbClr val="996600"/>
          </a:solidFill>
          <a:ln>
            <a:noFill/>
          </a:ln>
          <a:extLst/>
        </p:spPr>
        <p:txBody>
          <a:bodyPr wrap="square" lIns="0" tIns="0" rIns="0" bIns="0" anchor="b">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a:t>
            </a:r>
            <a:r>
              <a:rPr lang="zh-CN" altLang="en-US" sz="1400" b="1" dirty="0">
                <a:solidFill>
                  <a:schemeClr val="bg1"/>
                </a:solidFill>
                <a:latin typeface="华文中宋" panose="02010600040101010101" pitchFamily="2" charset="-122"/>
                <a:ea typeface="华文中宋" panose="02010600040101010101" pitchFamily="2" charset="-122"/>
              </a:rPr>
              <a:t>物</a:t>
            </a:r>
            <a:r>
              <a:rPr lang="en-US" altLang="zh-CN" sz="1400" b="1" dirty="0" smtClean="0">
                <a:solidFill>
                  <a:schemeClr val="bg1"/>
                </a:solidFill>
                <a:latin typeface="华文中宋" panose="02010600040101010101" pitchFamily="2" charset="-122"/>
                <a:ea typeface="华文中宋" panose="02010600040101010101" pitchFamily="2" charset="-122"/>
              </a:rPr>
              <a:t> </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3"/>
            </p:custDataLst>
          </p:nvPr>
        </p:nvSpPr>
        <p:spPr bwMode="auto">
          <a:xfrm>
            <a:off x="4074541" y="4235838"/>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理财</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1" name="MH_Text_2"/>
          <p:cNvSpPr txBox="1">
            <a:spLocks noChangeArrowheads="1"/>
          </p:cNvSpPr>
          <p:nvPr>
            <p:custDataLst>
              <p:tags r:id="rId4"/>
            </p:custDataLst>
          </p:nvPr>
        </p:nvSpPr>
        <p:spPr bwMode="auto">
          <a:xfrm>
            <a:off x="6948239" y="4239742"/>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旅游</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0246254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6065833"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互联网企业电视广告</a:t>
            </a:r>
            <a:r>
              <a:rPr lang="zh-CN" altLang="en-US" b="1" dirty="0" smtClean="0">
                <a:solidFill>
                  <a:srgbClr val="FF0000"/>
                </a:solidFill>
                <a:latin typeface="Arial Black"/>
                <a:ea typeface="微软雅黑"/>
              </a:rPr>
              <a:t>花费榜单</a:t>
            </a:r>
            <a:endParaRPr lang="zh-CN" altLang="en-US" b="1" dirty="0">
              <a:solidFill>
                <a:srgbClr val="FF0000"/>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637630651"/>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年电视广告花费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59.6%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242.1%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58.6%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地方</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157.7%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分类信息</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51.6%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社交交友</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-34.1%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其他</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307.5%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生活服务</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278.0%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教育</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695.3%</a:t>
                      </a:r>
                    </a:p>
                  </a:txBody>
                  <a:tcPr marL="9525" marR="9525" marT="9525" marB="0" anchor="ct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515963230"/>
              </p:ext>
            </p:extLst>
          </p:nvPr>
        </p:nvGraphicFramePr>
        <p:xfrm>
          <a:off x="4635427" y="1268760"/>
          <a:ext cx="3536972" cy="4935592"/>
        </p:xfrm>
        <a:graphic>
          <a:graphicData uri="http://schemas.openxmlformats.org/drawingml/2006/table">
            <a:tbl>
              <a:tblPr firstRow="1" bandRow="1">
                <a:tableStyleId>{3B4B98B0-60AC-42C2-AFA5-B58CD77FA1E5}</a:tableStyleId>
              </a:tblPr>
              <a:tblGrid>
                <a:gridCol w="497742"/>
                <a:gridCol w="1519615"/>
                <a:gridCol w="1519615"/>
              </a:tblGrid>
              <a:tr h="648072">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年电视广告花费</a:t>
                      </a:r>
                      <a:endParaRPr lang="en-US" altLang="zh-CN" sz="1600" b="1" dirty="0">
                        <a:solidFill>
                          <a:schemeClr val="bg1"/>
                        </a:solidFill>
                        <a:latin typeface="华文中宋" panose="02010600040101010101" pitchFamily="2" charset="-122"/>
                        <a:ea typeface="华文中宋" panose="0201060004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家家乐购</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49.9%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寻医问药网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302.4%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132.4%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租宝网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阿里巴巴淘宝网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-43.0%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唯品会网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196.5%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3158</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92.4%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34.3%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聚美优品网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-16.4%</a:t>
                      </a:r>
                    </a:p>
                  </a:txBody>
                  <a:tcPr marL="9525" marR="9525" marT="9525" marB="0" anchor="ctr"/>
                </a:tc>
              </a:tr>
            </a:tbl>
          </a:graphicData>
        </a:graphic>
      </p:graphicFrame>
      <p:sp>
        <p:nvSpPr>
          <p:cNvPr id="10" name="矩形 9"/>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7839864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互联网企业电视广告</a:t>
            </a:r>
            <a:r>
              <a:rPr lang="zh-CN" altLang="en-US" b="1" dirty="0" smtClean="0">
                <a:solidFill>
                  <a:srgbClr val="FF0000"/>
                </a:solidFill>
                <a:latin typeface="Arial Black"/>
                <a:ea typeface="微软雅黑"/>
              </a:rPr>
              <a:t>花费</a:t>
            </a:r>
            <a:r>
              <a:rPr lang="zh-CN" altLang="en-US" b="1" dirty="0">
                <a:solidFill>
                  <a:srgbClr val="FF0000"/>
                </a:solidFill>
                <a:latin typeface="Arial Black"/>
                <a:ea typeface="微软雅黑"/>
              </a:rPr>
              <a:t>增幅</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9" name="表格 8"/>
          <p:cNvGraphicFramePr>
            <a:graphicFrameLocks noGrp="1"/>
          </p:cNvGraphicFramePr>
          <p:nvPr>
            <p:extLst>
              <p:ext uri="{D42A27DB-BD31-4B8C-83A1-F6EECF244321}">
                <p14:modId xmlns:p14="http://schemas.microsoft.com/office/powerpoint/2010/main" val="3928466903"/>
              </p:ext>
            </p:extLst>
          </p:nvPr>
        </p:nvGraphicFramePr>
        <p:xfrm>
          <a:off x="467544" y="1268760"/>
          <a:ext cx="8208912" cy="4727312"/>
        </p:xfrm>
        <a:graphic>
          <a:graphicData uri="http://schemas.openxmlformats.org/drawingml/2006/table">
            <a:tbl>
              <a:tblPr firstRow="1" bandRow="1">
                <a:tableStyleId>{3B4B98B0-60AC-42C2-AFA5-B58CD77FA1E5}</a:tableStyleId>
              </a:tblPr>
              <a:tblGrid>
                <a:gridCol w="902659"/>
                <a:gridCol w="3084526"/>
                <a:gridCol w="1172702"/>
                <a:gridCol w="3049025"/>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年电视广告花费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dirty="0" smtClean="0">
                          <a:solidFill>
                            <a:schemeClr val="bg1"/>
                          </a:solidFill>
                          <a:latin typeface="华文中宋" panose="02010600040101010101" pitchFamily="2" charset="-122"/>
                          <a:ea typeface="华文中宋" panose="02010600040101010101" pitchFamily="2" charset="-122"/>
                        </a:rPr>
                        <a:t>前</a:t>
                      </a:r>
                      <a:r>
                        <a:rPr lang="en-US" altLang="zh-CN" sz="1600" b="1" dirty="0" smtClean="0">
                          <a:solidFill>
                            <a:schemeClr val="bg1"/>
                          </a:solidFill>
                          <a:latin typeface="华文中宋" panose="02010600040101010101" pitchFamily="2" charset="-122"/>
                          <a:ea typeface="华文中宋" panose="02010600040101010101" pitchFamily="2" charset="-122"/>
                        </a:rPr>
                        <a:t>20</a:t>
                      </a:r>
                      <a:r>
                        <a:rPr lang="zh-CN" altLang="en-US" sz="1600" b="1" dirty="0" smtClean="0">
                          <a:solidFill>
                            <a:schemeClr val="bg1"/>
                          </a:solidFill>
                          <a:latin typeface="华文中宋" panose="02010600040101010101" pitchFamily="2" charset="-122"/>
                          <a:ea typeface="华文中宋" panose="02010600040101010101" pitchFamily="2" charset="-122"/>
                        </a:rPr>
                        <a:t>产品</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凯撒旅游网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驴妈妈网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百姓网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点融网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爱钱进平台</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优酷网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1919</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酒类网上商城</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看看新闻网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全城购商城网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齐家网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易车网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591</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房屋交易网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快的打车软件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优栈网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优酷</a:t>
                      </a:r>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&amp;</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土豆网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有货网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掌阅</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IREADER</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读书软件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掌上南通网</a:t>
                      </a:r>
                    </a:p>
                  </a:txBody>
                  <a:tcPr marL="9525" marR="9525" marT="9525" marB="0" anchor="ctr"/>
                </a:tc>
              </a:tr>
            </a:tbl>
          </a:graphicData>
        </a:graphic>
      </p:graphicFrame>
      <p:sp>
        <p:nvSpPr>
          <p:cNvPr id="12"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7" name="矩形 6"/>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497881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458495" y="260648"/>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a:solidFill>
                  <a:srgbClr val="FFFFFF"/>
                </a:solidFill>
                <a:latin typeface="Arial Black"/>
                <a:ea typeface="微软雅黑"/>
              </a:rPr>
              <a:t>互联网</a:t>
            </a:r>
            <a:r>
              <a:rPr lang="zh-CN" altLang="en-US" b="1" dirty="0" smtClean="0">
                <a:solidFill>
                  <a:srgbClr val="FFFFFF"/>
                </a:solidFill>
                <a:latin typeface="Arial Black"/>
                <a:ea typeface="微软雅黑"/>
              </a:rPr>
              <a:t>企业综艺节目广告</a:t>
            </a:r>
            <a:r>
              <a:rPr lang="zh-CN" altLang="en-US" b="1" dirty="0" smtClean="0">
                <a:solidFill>
                  <a:srgbClr val="FF0000"/>
                </a:solidFill>
                <a:latin typeface="Arial Black"/>
                <a:ea typeface="微软雅黑"/>
              </a:rPr>
              <a:t>花费</a:t>
            </a:r>
            <a:r>
              <a:rPr lang="zh-CN" altLang="en-US" b="1" dirty="0">
                <a:solidFill>
                  <a:srgbClr val="FF0000"/>
                </a:solidFill>
                <a:latin typeface="Arial Black"/>
                <a:ea typeface="微软雅黑"/>
              </a:rPr>
              <a:t>榜单</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2"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102566787"/>
              </p:ext>
            </p:extLst>
          </p:nvPr>
        </p:nvGraphicFramePr>
        <p:xfrm>
          <a:off x="407425" y="1484784"/>
          <a:ext cx="8341039" cy="4655304"/>
        </p:xfrm>
        <a:graphic>
          <a:graphicData uri="http://schemas.openxmlformats.org/drawingml/2006/table">
            <a:tbl>
              <a:tblPr firstRow="1" bandRow="1">
                <a:tableStyleId>{3B4B98B0-60AC-42C2-AFA5-B58CD77FA1E5}</a:tableStyleId>
              </a:tblPr>
              <a:tblGrid>
                <a:gridCol w="2135599"/>
                <a:gridCol w="2362158"/>
                <a:gridCol w="3843282"/>
              </a:tblGrid>
              <a:tr h="576064">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年互联网企业广告花费最多的</a:t>
                      </a:r>
                      <a:r>
                        <a:rPr lang="zh-CN" altLang="en-US" sz="1600" b="1" dirty="0" smtClean="0">
                          <a:solidFill>
                            <a:srgbClr val="FF0000"/>
                          </a:solidFill>
                          <a:latin typeface="华文中宋" panose="02010600040101010101" pitchFamily="2" charset="-122"/>
                          <a:ea typeface="华文中宋" panose="02010600040101010101" pitchFamily="2" charset="-122"/>
                        </a:rPr>
                        <a:t>前十综艺节目</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频道</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节目</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湖南卫视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《VIVO</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智能手机快乐大本营</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浙江卫视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加多宝中国好声音</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浙江卫视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美丽说</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HIGO</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奔跑吧兄弟</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湖南卫视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《QQ</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星爸爸去哪儿第三季</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江苏卫视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韩束红</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BB</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霜非诚勿扰</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湖南卫视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《RIO</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鸡尾酒天天向上</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江苏卫视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韩束巨补水非诚勿扰</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湖南卫视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唯品会奇妙的朋友</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浙江卫视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《LAMANDO</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凌渡奔跑吧兄弟</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浙江卫视</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r>
                        <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东鹏特饮中国梦想秀</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731943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458495" y="260648"/>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a:solidFill>
                  <a:srgbClr val="FFFFFF"/>
                </a:solidFill>
                <a:latin typeface="Arial Black"/>
                <a:ea typeface="微软雅黑"/>
              </a:rPr>
              <a:t>互联网</a:t>
            </a:r>
            <a:r>
              <a:rPr lang="zh-CN" altLang="en-US" b="1" dirty="0" smtClean="0">
                <a:solidFill>
                  <a:srgbClr val="FFFFFF"/>
                </a:solidFill>
                <a:latin typeface="Arial Black"/>
                <a:ea typeface="微软雅黑"/>
              </a:rPr>
              <a:t>企业电视剧广告</a:t>
            </a:r>
            <a:r>
              <a:rPr lang="zh-CN" altLang="en-US" b="1" dirty="0" smtClean="0">
                <a:solidFill>
                  <a:srgbClr val="FF0000"/>
                </a:solidFill>
                <a:latin typeface="Arial Black"/>
                <a:ea typeface="微软雅黑"/>
              </a:rPr>
              <a:t>花费</a:t>
            </a:r>
            <a:r>
              <a:rPr lang="zh-CN" altLang="en-US" b="1" dirty="0">
                <a:solidFill>
                  <a:srgbClr val="FF0000"/>
                </a:solidFill>
                <a:latin typeface="Arial Black"/>
                <a:ea typeface="微软雅黑"/>
              </a:rPr>
              <a:t>榜单</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2"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3147236463"/>
              </p:ext>
            </p:extLst>
          </p:nvPr>
        </p:nvGraphicFramePr>
        <p:xfrm>
          <a:off x="407425" y="1484784"/>
          <a:ext cx="8269031" cy="4655304"/>
        </p:xfrm>
        <a:graphic>
          <a:graphicData uri="http://schemas.openxmlformats.org/drawingml/2006/table">
            <a:tbl>
              <a:tblPr firstRow="1" bandRow="1">
                <a:tableStyleId>{3B4B98B0-60AC-42C2-AFA5-B58CD77FA1E5}</a:tableStyleId>
              </a:tblPr>
              <a:tblGrid>
                <a:gridCol w="1140239"/>
                <a:gridCol w="7128792"/>
              </a:tblGrid>
              <a:tr h="576064">
                <a:tc gridSpan="2">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年互联网企业广告花费最多的</a:t>
                      </a:r>
                      <a:r>
                        <a:rPr lang="zh-CN" altLang="en-US" sz="1600" b="1" dirty="0" smtClean="0">
                          <a:solidFill>
                            <a:srgbClr val="FF0000"/>
                          </a:solidFill>
                          <a:latin typeface="华文中宋" panose="02010600040101010101" pitchFamily="2" charset="-122"/>
                          <a:ea typeface="华文中宋" panose="02010600040101010101" pitchFamily="2" charset="-122"/>
                        </a:rPr>
                        <a:t>前十电视剧</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节目</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芈月传</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甄嬛传</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封神英雄榜</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虎妈猫爸</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桃花运</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大秧歌</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生死兄弟情</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隋唐英雄</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font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战火青春</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algn="ct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r>
                        <a:rPr lang="zh-CN" altLang="en-US" sz="1400" kern="1200" dirty="0" smtClean="0">
                          <a:solidFill>
                            <a:schemeClr val="bg1"/>
                          </a:solidFill>
                          <a:latin typeface="华文中宋" panose="02010600040101010101" pitchFamily="2" charset="-122"/>
                          <a:ea typeface="华文中宋" panose="02010600040101010101" pitchFamily="2" charset="-122"/>
                          <a:cs typeface="+mn-cs"/>
                        </a:rPr>
                        <a:t>武媚娘传奇</a:t>
                      </a:r>
                      <a:r>
                        <a:rPr lang="en-US" altLang="zh-CN" sz="1400" kern="1200" dirty="0" smtClean="0">
                          <a:solidFill>
                            <a:schemeClr val="bg1"/>
                          </a:solidFill>
                          <a:latin typeface="华文中宋" panose="02010600040101010101" pitchFamily="2" charset="-122"/>
                          <a:ea typeface="华文中宋" panose="02010600040101010101" pitchFamily="2" charset="-122"/>
                          <a:cs typeface="+mn-cs"/>
                        </a:rPr>
                        <a:t>》</a:t>
                      </a:r>
                      <a:endParaRPr lang="zh-CN" altLang="en-US" sz="1400" kern="1200" dirty="0">
                        <a:solidFill>
                          <a:schemeClr val="bg1"/>
                        </a:solidFill>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811920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互联网企业电视广告投放特点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2" name="KSO_Shape"/>
          <p:cNvSpPr>
            <a:spLocks/>
          </p:cNvSpPr>
          <p:nvPr/>
        </p:nvSpPr>
        <p:spPr bwMode="auto">
          <a:xfrm>
            <a:off x="407426" y="79257"/>
            <a:ext cx="952500" cy="808484"/>
          </a:xfrm>
          <a:custGeom>
            <a:avLst/>
            <a:gdLst>
              <a:gd name="T0" fmla="*/ 1372823 w 5484"/>
              <a:gd name="T1" fmla="*/ 154929 h 5484"/>
              <a:gd name="T2" fmla="*/ 1427013 w 5484"/>
              <a:gd name="T3" fmla="*/ 95181 h 5484"/>
              <a:gd name="T4" fmla="*/ 1405476 w 5484"/>
              <a:gd name="T5" fmla="*/ 23274 h 5484"/>
              <a:gd name="T6" fmla="*/ 1333222 w 5484"/>
              <a:gd name="T7" fmla="*/ 1389 h 5484"/>
              <a:gd name="T8" fmla="*/ 1273126 w 5484"/>
              <a:gd name="T9" fmla="*/ 55580 h 5484"/>
              <a:gd name="T10" fmla="*/ 629789 w 5484"/>
              <a:gd name="T11" fmla="*/ 105949 h 5484"/>
              <a:gd name="T12" fmla="*/ 625274 w 5484"/>
              <a:gd name="T13" fmla="*/ 40990 h 5484"/>
              <a:gd name="T14" fmla="*/ 555451 w 5484"/>
              <a:gd name="T15" fmla="*/ 0 h 5484"/>
              <a:gd name="T16" fmla="*/ 489450 w 5484"/>
              <a:gd name="T17" fmla="*/ 34737 h 5484"/>
              <a:gd name="T18" fmla="*/ 482503 w 5484"/>
              <a:gd name="T19" fmla="*/ 110118 h 5484"/>
              <a:gd name="T20" fmla="*/ 547114 w 5484"/>
              <a:gd name="T21" fmla="*/ 158055 h 5484"/>
              <a:gd name="T22" fmla="*/ 134434 w 5484"/>
              <a:gd name="T23" fmla="*/ 477987 h 5484"/>
              <a:gd name="T24" fmla="*/ 57664 w 5484"/>
              <a:gd name="T25" fmla="*/ 512377 h 5484"/>
              <a:gd name="T26" fmla="*/ 9726 w 5484"/>
              <a:gd name="T27" fmla="*/ 579768 h 5484"/>
              <a:gd name="T28" fmla="*/ 695 w 5484"/>
              <a:gd name="T29" fmla="*/ 1762229 h 5484"/>
              <a:gd name="T30" fmla="*/ 31264 w 5484"/>
              <a:gd name="T31" fmla="*/ 1840736 h 5484"/>
              <a:gd name="T32" fmla="*/ 96917 w 5484"/>
              <a:gd name="T33" fmla="*/ 1892147 h 5484"/>
              <a:gd name="T34" fmla="*/ 1754240 w 5484"/>
              <a:gd name="T35" fmla="*/ 1904305 h 5484"/>
              <a:gd name="T36" fmla="*/ 1834830 w 5484"/>
              <a:gd name="T37" fmla="*/ 1877557 h 5484"/>
              <a:gd name="T38" fmla="*/ 1889368 w 5484"/>
              <a:gd name="T39" fmla="*/ 1814683 h 5484"/>
              <a:gd name="T40" fmla="*/ 1905000 w 5484"/>
              <a:gd name="T41" fmla="*/ 634653 h 5484"/>
              <a:gd name="T42" fmla="*/ 1881726 w 5484"/>
              <a:gd name="T43" fmla="*/ 552325 h 5484"/>
              <a:gd name="T44" fmla="*/ 1821630 w 5484"/>
              <a:gd name="T45" fmla="*/ 495008 h 5484"/>
              <a:gd name="T46" fmla="*/ 1428403 w 5484"/>
              <a:gd name="T47" fmla="*/ 1587153 h 5484"/>
              <a:gd name="T48" fmla="*/ 1409297 w 5484"/>
              <a:gd name="T49" fmla="*/ 1662533 h 5484"/>
              <a:gd name="T50" fmla="*/ 1351980 w 5484"/>
              <a:gd name="T51" fmla="*/ 1722976 h 5484"/>
              <a:gd name="T52" fmla="*/ 1269653 w 5484"/>
              <a:gd name="T53" fmla="*/ 1745903 h 5484"/>
              <a:gd name="T54" fmla="*/ 248720 w 5484"/>
              <a:gd name="T55" fmla="*/ 1730271 h 5484"/>
              <a:gd name="T56" fmla="*/ 185845 w 5484"/>
              <a:gd name="T57" fmla="*/ 1675733 h 5484"/>
              <a:gd name="T58" fmla="*/ 159097 w 5484"/>
              <a:gd name="T59" fmla="*/ 1595490 h 5484"/>
              <a:gd name="T60" fmla="*/ 170908 w 5484"/>
              <a:gd name="T61" fmla="*/ 731570 h 5484"/>
              <a:gd name="T62" fmla="*/ 222319 w 5484"/>
              <a:gd name="T63" fmla="*/ 666264 h 5484"/>
              <a:gd name="T64" fmla="*/ 301173 w 5484"/>
              <a:gd name="T65" fmla="*/ 635695 h 5484"/>
              <a:gd name="T66" fmla="*/ 1324538 w 5484"/>
              <a:gd name="T67" fmla="*/ 644379 h 5484"/>
              <a:gd name="T68" fmla="*/ 1392276 w 5484"/>
              <a:gd name="T69" fmla="*/ 692317 h 5484"/>
              <a:gd name="T70" fmla="*/ 1426666 w 5484"/>
              <a:gd name="T71" fmla="*/ 769086 h 5484"/>
              <a:gd name="T72" fmla="*/ 1627101 w 5484"/>
              <a:gd name="T73" fmla="*/ 1343991 h 5484"/>
              <a:gd name="T74" fmla="*/ 1554152 w 5484"/>
              <a:gd name="T75" fmla="*/ 1302306 h 5484"/>
              <a:gd name="T76" fmla="*/ 1513162 w 5484"/>
              <a:gd name="T77" fmla="*/ 1230052 h 5484"/>
              <a:gd name="T78" fmla="*/ 1513162 w 5484"/>
              <a:gd name="T79" fmla="*/ 1150851 h 5484"/>
              <a:gd name="T80" fmla="*/ 1554152 w 5484"/>
              <a:gd name="T81" fmla="*/ 1078249 h 5484"/>
              <a:gd name="T82" fmla="*/ 1627101 w 5484"/>
              <a:gd name="T83" fmla="*/ 1036565 h 5484"/>
              <a:gd name="T84" fmla="*/ 1706302 w 5484"/>
              <a:gd name="T85" fmla="*/ 1036565 h 5484"/>
              <a:gd name="T86" fmla="*/ 1778903 w 5484"/>
              <a:gd name="T87" fmla="*/ 1078249 h 5484"/>
              <a:gd name="T88" fmla="*/ 1820241 w 5484"/>
              <a:gd name="T89" fmla="*/ 1150851 h 5484"/>
              <a:gd name="T90" fmla="*/ 1820241 w 5484"/>
              <a:gd name="T91" fmla="*/ 1230052 h 5484"/>
              <a:gd name="T92" fmla="*/ 1778903 w 5484"/>
              <a:gd name="T93" fmla="*/ 1302306 h 5484"/>
              <a:gd name="T94" fmla="*/ 1706302 w 5484"/>
              <a:gd name="T95" fmla="*/ 1343991 h 5484"/>
              <a:gd name="T96" fmla="*/ 1634743 w 5484"/>
              <a:gd name="T97" fmla="*/ 949026 h 5484"/>
              <a:gd name="T98" fmla="*/ 1559710 w 5484"/>
              <a:gd name="T99" fmla="*/ 910815 h 5484"/>
              <a:gd name="T100" fmla="*/ 1514899 w 5484"/>
              <a:gd name="T101" fmla="*/ 840646 h 5484"/>
              <a:gd name="T102" fmla="*/ 1511078 w 5484"/>
              <a:gd name="T103" fmla="*/ 761792 h 5484"/>
              <a:gd name="T104" fmla="*/ 1548941 w 5484"/>
              <a:gd name="T105" fmla="*/ 686759 h 5484"/>
              <a:gd name="T106" fmla="*/ 1619458 w 5484"/>
              <a:gd name="T107" fmla="*/ 641947 h 5484"/>
              <a:gd name="T108" fmla="*/ 1698660 w 5484"/>
              <a:gd name="T109" fmla="*/ 638126 h 5484"/>
              <a:gd name="T110" fmla="*/ 1773693 w 5484"/>
              <a:gd name="T111" fmla="*/ 675990 h 5484"/>
              <a:gd name="T112" fmla="*/ 1818504 w 5484"/>
              <a:gd name="T113" fmla="*/ 746507 h 5484"/>
              <a:gd name="T114" fmla="*/ 1821978 w 5484"/>
              <a:gd name="T115" fmla="*/ 825361 h 5484"/>
              <a:gd name="T116" fmla="*/ 1784114 w 5484"/>
              <a:gd name="T117" fmla="*/ 900046 h 5484"/>
              <a:gd name="T118" fmla="*/ 1713944 w 5484"/>
              <a:gd name="T119" fmla="*/ 944858 h 54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484" h="5484">
                <a:moveTo>
                  <a:pt x="5026" y="1370"/>
                </a:moveTo>
                <a:lnTo>
                  <a:pt x="3081" y="1370"/>
                </a:lnTo>
                <a:lnTo>
                  <a:pt x="3849" y="449"/>
                </a:lnTo>
                <a:lnTo>
                  <a:pt x="3866" y="454"/>
                </a:lnTo>
                <a:lnTo>
                  <a:pt x="3875" y="455"/>
                </a:lnTo>
                <a:lnTo>
                  <a:pt x="3884" y="456"/>
                </a:lnTo>
                <a:lnTo>
                  <a:pt x="3907" y="455"/>
                </a:lnTo>
                <a:lnTo>
                  <a:pt x="3930" y="451"/>
                </a:lnTo>
                <a:lnTo>
                  <a:pt x="3952" y="446"/>
                </a:lnTo>
                <a:lnTo>
                  <a:pt x="3973" y="438"/>
                </a:lnTo>
                <a:lnTo>
                  <a:pt x="3993" y="428"/>
                </a:lnTo>
                <a:lnTo>
                  <a:pt x="4012" y="417"/>
                </a:lnTo>
                <a:lnTo>
                  <a:pt x="4029" y="404"/>
                </a:lnTo>
                <a:lnTo>
                  <a:pt x="4046" y="389"/>
                </a:lnTo>
                <a:lnTo>
                  <a:pt x="4061" y="373"/>
                </a:lnTo>
                <a:lnTo>
                  <a:pt x="4073" y="356"/>
                </a:lnTo>
                <a:lnTo>
                  <a:pt x="4085" y="336"/>
                </a:lnTo>
                <a:lnTo>
                  <a:pt x="4094" y="317"/>
                </a:lnTo>
                <a:lnTo>
                  <a:pt x="4102" y="296"/>
                </a:lnTo>
                <a:lnTo>
                  <a:pt x="4108" y="274"/>
                </a:lnTo>
                <a:lnTo>
                  <a:pt x="4111" y="251"/>
                </a:lnTo>
                <a:lnTo>
                  <a:pt x="4112" y="228"/>
                </a:lnTo>
                <a:lnTo>
                  <a:pt x="4111" y="204"/>
                </a:lnTo>
                <a:lnTo>
                  <a:pt x="4108" y="182"/>
                </a:lnTo>
                <a:lnTo>
                  <a:pt x="4102" y="160"/>
                </a:lnTo>
                <a:lnTo>
                  <a:pt x="4094" y="139"/>
                </a:lnTo>
                <a:lnTo>
                  <a:pt x="4085" y="118"/>
                </a:lnTo>
                <a:lnTo>
                  <a:pt x="4073" y="100"/>
                </a:lnTo>
                <a:lnTo>
                  <a:pt x="4061" y="83"/>
                </a:lnTo>
                <a:lnTo>
                  <a:pt x="4046" y="67"/>
                </a:lnTo>
                <a:lnTo>
                  <a:pt x="4029" y="52"/>
                </a:lnTo>
                <a:lnTo>
                  <a:pt x="4012" y="38"/>
                </a:lnTo>
                <a:lnTo>
                  <a:pt x="3993" y="27"/>
                </a:lnTo>
                <a:lnTo>
                  <a:pt x="3973" y="17"/>
                </a:lnTo>
                <a:lnTo>
                  <a:pt x="3952" y="10"/>
                </a:lnTo>
                <a:lnTo>
                  <a:pt x="3930" y="4"/>
                </a:lnTo>
                <a:lnTo>
                  <a:pt x="3907" y="1"/>
                </a:lnTo>
                <a:lnTo>
                  <a:pt x="3884" y="0"/>
                </a:lnTo>
                <a:lnTo>
                  <a:pt x="3860" y="1"/>
                </a:lnTo>
                <a:lnTo>
                  <a:pt x="3838" y="4"/>
                </a:lnTo>
                <a:lnTo>
                  <a:pt x="3816" y="10"/>
                </a:lnTo>
                <a:lnTo>
                  <a:pt x="3796" y="17"/>
                </a:lnTo>
                <a:lnTo>
                  <a:pt x="3775" y="27"/>
                </a:lnTo>
                <a:lnTo>
                  <a:pt x="3756" y="38"/>
                </a:lnTo>
                <a:lnTo>
                  <a:pt x="3739" y="52"/>
                </a:lnTo>
                <a:lnTo>
                  <a:pt x="3722" y="67"/>
                </a:lnTo>
                <a:lnTo>
                  <a:pt x="3708" y="83"/>
                </a:lnTo>
                <a:lnTo>
                  <a:pt x="3694" y="100"/>
                </a:lnTo>
                <a:lnTo>
                  <a:pt x="3683" y="118"/>
                </a:lnTo>
                <a:lnTo>
                  <a:pt x="3673" y="139"/>
                </a:lnTo>
                <a:lnTo>
                  <a:pt x="3665" y="160"/>
                </a:lnTo>
                <a:lnTo>
                  <a:pt x="3660" y="182"/>
                </a:lnTo>
                <a:lnTo>
                  <a:pt x="3656" y="204"/>
                </a:lnTo>
                <a:lnTo>
                  <a:pt x="3655" y="228"/>
                </a:lnTo>
                <a:lnTo>
                  <a:pt x="3656" y="247"/>
                </a:lnTo>
                <a:lnTo>
                  <a:pt x="3660" y="267"/>
                </a:lnTo>
                <a:lnTo>
                  <a:pt x="3664" y="287"/>
                </a:lnTo>
                <a:lnTo>
                  <a:pt x="3671" y="305"/>
                </a:lnTo>
                <a:lnTo>
                  <a:pt x="2783" y="1370"/>
                </a:lnTo>
                <a:lnTo>
                  <a:pt x="2700" y="1370"/>
                </a:lnTo>
                <a:lnTo>
                  <a:pt x="1813" y="305"/>
                </a:lnTo>
                <a:lnTo>
                  <a:pt x="1818" y="287"/>
                </a:lnTo>
                <a:lnTo>
                  <a:pt x="1823" y="267"/>
                </a:lnTo>
                <a:lnTo>
                  <a:pt x="1826" y="247"/>
                </a:lnTo>
                <a:lnTo>
                  <a:pt x="1828" y="228"/>
                </a:lnTo>
                <a:lnTo>
                  <a:pt x="1826" y="204"/>
                </a:lnTo>
                <a:lnTo>
                  <a:pt x="1823" y="182"/>
                </a:lnTo>
                <a:lnTo>
                  <a:pt x="1817" y="160"/>
                </a:lnTo>
                <a:lnTo>
                  <a:pt x="1809" y="139"/>
                </a:lnTo>
                <a:lnTo>
                  <a:pt x="1800" y="118"/>
                </a:lnTo>
                <a:lnTo>
                  <a:pt x="1788" y="100"/>
                </a:lnTo>
                <a:lnTo>
                  <a:pt x="1776" y="83"/>
                </a:lnTo>
                <a:lnTo>
                  <a:pt x="1761" y="67"/>
                </a:lnTo>
                <a:lnTo>
                  <a:pt x="1745" y="52"/>
                </a:lnTo>
                <a:lnTo>
                  <a:pt x="1727" y="38"/>
                </a:lnTo>
                <a:lnTo>
                  <a:pt x="1708" y="27"/>
                </a:lnTo>
                <a:lnTo>
                  <a:pt x="1688" y="17"/>
                </a:lnTo>
                <a:lnTo>
                  <a:pt x="1667" y="10"/>
                </a:lnTo>
                <a:lnTo>
                  <a:pt x="1646" y="4"/>
                </a:lnTo>
                <a:lnTo>
                  <a:pt x="1622" y="1"/>
                </a:lnTo>
                <a:lnTo>
                  <a:pt x="1599" y="0"/>
                </a:lnTo>
                <a:lnTo>
                  <a:pt x="1575" y="1"/>
                </a:lnTo>
                <a:lnTo>
                  <a:pt x="1553" y="4"/>
                </a:lnTo>
                <a:lnTo>
                  <a:pt x="1531" y="10"/>
                </a:lnTo>
                <a:lnTo>
                  <a:pt x="1510" y="17"/>
                </a:lnTo>
                <a:lnTo>
                  <a:pt x="1490" y="27"/>
                </a:lnTo>
                <a:lnTo>
                  <a:pt x="1472" y="38"/>
                </a:lnTo>
                <a:lnTo>
                  <a:pt x="1454" y="52"/>
                </a:lnTo>
                <a:lnTo>
                  <a:pt x="1437" y="67"/>
                </a:lnTo>
                <a:lnTo>
                  <a:pt x="1423" y="83"/>
                </a:lnTo>
                <a:lnTo>
                  <a:pt x="1409" y="100"/>
                </a:lnTo>
                <a:lnTo>
                  <a:pt x="1398" y="118"/>
                </a:lnTo>
                <a:lnTo>
                  <a:pt x="1389" y="139"/>
                </a:lnTo>
                <a:lnTo>
                  <a:pt x="1381" y="160"/>
                </a:lnTo>
                <a:lnTo>
                  <a:pt x="1375" y="182"/>
                </a:lnTo>
                <a:lnTo>
                  <a:pt x="1371" y="204"/>
                </a:lnTo>
                <a:lnTo>
                  <a:pt x="1370" y="228"/>
                </a:lnTo>
                <a:lnTo>
                  <a:pt x="1371" y="251"/>
                </a:lnTo>
                <a:lnTo>
                  <a:pt x="1375" y="274"/>
                </a:lnTo>
                <a:lnTo>
                  <a:pt x="1381" y="296"/>
                </a:lnTo>
                <a:lnTo>
                  <a:pt x="1389" y="317"/>
                </a:lnTo>
                <a:lnTo>
                  <a:pt x="1398" y="336"/>
                </a:lnTo>
                <a:lnTo>
                  <a:pt x="1409" y="356"/>
                </a:lnTo>
                <a:lnTo>
                  <a:pt x="1423" y="373"/>
                </a:lnTo>
                <a:lnTo>
                  <a:pt x="1437" y="389"/>
                </a:lnTo>
                <a:lnTo>
                  <a:pt x="1454" y="404"/>
                </a:lnTo>
                <a:lnTo>
                  <a:pt x="1472" y="417"/>
                </a:lnTo>
                <a:lnTo>
                  <a:pt x="1490" y="428"/>
                </a:lnTo>
                <a:lnTo>
                  <a:pt x="1510" y="438"/>
                </a:lnTo>
                <a:lnTo>
                  <a:pt x="1531" y="446"/>
                </a:lnTo>
                <a:lnTo>
                  <a:pt x="1553" y="451"/>
                </a:lnTo>
                <a:lnTo>
                  <a:pt x="1575" y="455"/>
                </a:lnTo>
                <a:lnTo>
                  <a:pt x="1599" y="456"/>
                </a:lnTo>
                <a:lnTo>
                  <a:pt x="1609" y="455"/>
                </a:lnTo>
                <a:lnTo>
                  <a:pt x="1617" y="454"/>
                </a:lnTo>
                <a:lnTo>
                  <a:pt x="1634" y="449"/>
                </a:lnTo>
                <a:lnTo>
                  <a:pt x="2403" y="1370"/>
                </a:lnTo>
                <a:lnTo>
                  <a:pt x="456" y="1370"/>
                </a:lnTo>
                <a:lnTo>
                  <a:pt x="433" y="1371"/>
                </a:lnTo>
                <a:lnTo>
                  <a:pt x="410" y="1372"/>
                </a:lnTo>
                <a:lnTo>
                  <a:pt x="387" y="1376"/>
                </a:lnTo>
                <a:lnTo>
                  <a:pt x="364" y="1379"/>
                </a:lnTo>
                <a:lnTo>
                  <a:pt x="342" y="1385"/>
                </a:lnTo>
                <a:lnTo>
                  <a:pt x="320" y="1391"/>
                </a:lnTo>
                <a:lnTo>
                  <a:pt x="300" y="1397"/>
                </a:lnTo>
                <a:lnTo>
                  <a:pt x="279" y="1406"/>
                </a:lnTo>
                <a:lnTo>
                  <a:pt x="258" y="1415"/>
                </a:lnTo>
                <a:lnTo>
                  <a:pt x="239" y="1425"/>
                </a:lnTo>
                <a:lnTo>
                  <a:pt x="220" y="1437"/>
                </a:lnTo>
                <a:lnTo>
                  <a:pt x="201" y="1448"/>
                </a:lnTo>
                <a:lnTo>
                  <a:pt x="183" y="1461"/>
                </a:lnTo>
                <a:lnTo>
                  <a:pt x="166" y="1475"/>
                </a:lnTo>
                <a:lnTo>
                  <a:pt x="150" y="1489"/>
                </a:lnTo>
                <a:lnTo>
                  <a:pt x="134" y="1504"/>
                </a:lnTo>
                <a:lnTo>
                  <a:pt x="119" y="1520"/>
                </a:lnTo>
                <a:lnTo>
                  <a:pt x="104" y="1537"/>
                </a:lnTo>
                <a:lnTo>
                  <a:pt x="90" y="1554"/>
                </a:lnTo>
                <a:lnTo>
                  <a:pt x="77" y="1571"/>
                </a:lnTo>
                <a:lnTo>
                  <a:pt x="66" y="1590"/>
                </a:lnTo>
                <a:lnTo>
                  <a:pt x="54" y="1610"/>
                </a:lnTo>
                <a:lnTo>
                  <a:pt x="45" y="1629"/>
                </a:lnTo>
                <a:lnTo>
                  <a:pt x="36" y="1649"/>
                </a:lnTo>
                <a:lnTo>
                  <a:pt x="28" y="1669"/>
                </a:lnTo>
                <a:lnTo>
                  <a:pt x="20" y="1691"/>
                </a:lnTo>
                <a:lnTo>
                  <a:pt x="14" y="1713"/>
                </a:lnTo>
                <a:lnTo>
                  <a:pt x="9" y="1735"/>
                </a:lnTo>
                <a:lnTo>
                  <a:pt x="5" y="1757"/>
                </a:lnTo>
                <a:lnTo>
                  <a:pt x="2" y="1780"/>
                </a:lnTo>
                <a:lnTo>
                  <a:pt x="0" y="1803"/>
                </a:lnTo>
                <a:lnTo>
                  <a:pt x="0" y="1827"/>
                </a:lnTo>
                <a:lnTo>
                  <a:pt x="0" y="5026"/>
                </a:lnTo>
                <a:lnTo>
                  <a:pt x="0" y="5049"/>
                </a:lnTo>
                <a:lnTo>
                  <a:pt x="2" y="5073"/>
                </a:lnTo>
                <a:lnTo>
                  <a:pt x="5" y="5095"/>
                </a:lnTo>
                <a:lnTo>
                  <a:pt x="9" y="5118"/>
                </a:lnTo>
                <a:lnTo>
                  <a:pt x="14" y="5140"/>
                </a:lnTo>
                <a:lnTo>
                  <a:pt x="20" y="5162"/>
                </a:lnTo>
                <a:lnTo>
                  <a:pt x="28" y="5183"/>
                </a:lnTo>
                <a:lnTo>
                  <a:pt x="36" y="5204"/>
                </a:lnTo>
                <a:lnTo>
                  <a:pt x="45" y="5224"/>
                </a:lnTo>
                <a:lnTo>
                  <a:pt x="54" y="5244"/>
                </a:lnTo>
                <a:lnTo>
                  <a:pt x="66" y="5263"/>
                </a:lnTo>
                <a:lnTo>
                  <a:pt x="77" y="5282"/>
                </a:lnTo>
                <a:lnTo>
                  <a:pt x="90" y="5299"/>
                </a:lnTo>
                <a:lnTo>
                  <a:pt x="104" y="5316"/>
                </a:lnTo>
                <a:lnTo>
                  <a:pt x="119" y="5334"/>
                </a:lnTo>
                <a:lnTo>
                  <a:pt x="134" y="5349"/>
                </a:lnTo>
                <a:lnTo>
                  <a:pt x="150" y="5365"/>
                </a:lnTo>
                <a:lnTo>
                  <a:pt x="166" y="5379"/>
                </a:lnTo>
                <a:lnTo>
                  <a:pt x="183" y="5393"/>
                </a:lnTo>
                <a:lnTo>
                  <a:pt x="201" y="5405"/>
                </a:lnTo>
                <a:lnTo>
                  <a:pt x="220" y="5417"/>
                </a:lnTo>
                <a:lnTo>
                  <a:pt x="239" y="5428"/>
                </a:lnTo>
                <a:lnTo>
                  <a:pt x="258" y="5437"/>
                </a:lnTo>
                <a:lnTo>
                  <a:pt x="279" y="5447"/>
                </a:lnTo>
                <a:lnTo>
                  <a:pt x="300" y="5456"/>
                </a:lnTo>
                <a:lnTo>
                  <a:pt x="320" y="5463"/>
                </a:lnTo>
                <a:lnTo>
                  <a:pt x="342" y="5469"/>
                </a:lnTo>
                <a:lnTo>
                  <a:pt x="364" y="5474"/>
                </a:lnTo>
                <a:lnTo>
                  <a:pt x="387" y="5478"/>
                </a:lnTo>
                <a:lnTo>
                  <a:pt x="410" y="5481"/>
                </a:lnTo>
                <a:lnTo>
                  <a:pt x="433" y="5482"/>
                </a:lnTo>
                <a:lnTo>
                  <a:pt x="456" y="5484"/>
                </a:lnTo>
                <a:lnTo>
                  <a:pt x="5026" y="5484"/>
                </a:lnTo>
                <a:lnTo>
                  <a:pt x="5050" y="5482"/>
                </a:lnTo>
                <a:lnTo>
                  <a:pt x="5073" y="5481"/>
                </a:lnTo>
                <a:lnTo>
                  <a:pt x="5096" y="5478"/>
                </a:lnTo>
                <a:lnTo>
                  <a:pt x="5118" y="5474"/>
                </a:lnTo>
                <a:lnTo>
                  <a:pt x="5140" y="5469"/>
                </a:lnTo>
                <a:lnTo>
                  <a:pt x="5162" y="5463"/>
                </a:lnTo>
                <a:lnTo>
                  <a:pt x="5184" y="5456"/>
                </a:lnTo>
                <a:lnTo>
                  <a:pt x="5205" y="5447"/>
                </a:lnTo>
                <a:lnTo>
                  <a:pt x="5224" y="5437"/>
                </a:lnTo>
                <a:lnTo>
                  <a:pt x="5244" y="5428"/>
                </a:lnTo>
                <a:lnTo>
                  <a:pt x="5263" y="5417"/>
                </a:lnTo>
                <a:lnTo>
                  <a:pt x="5282" y="5405"/>
                </a:lnTo>
                <a:lnTo>
                  <a:pt x="5299" y="5393"/>
                </a:lnTo>
                <a:lnTo>
                  <a:pt x="5316" y="5379"/>
                </a:lnTo>
                <a:lnTo>
                  <a:pt x="5334" y="5365"/>
                </a:lnTo>
                <a:lnTo>
                  <a:pt x="5350" y="5349"/>
                </a:lnTo>
                <a:lnTo>
                  <a:pt x="5365" y="5334"/>
                </a:lnTo>
                <a:lnTo>
                  <a:pt x="5379" y="5316"/>
                </a:lnTo>
                <a:lnTo>
                  <a:pt x="5393" y="5299"/>
                </a:lnTo>
                <a:lnTo>
                  <a:pt x="5405" y="5282"/>
                </a:lnTo>
                <a:lnTo>
                  <a:pt x="5417" y="5263"/>
                </a:lnTo>
                <a:lnTo>
                  <a:pt x="5428" y="5244"/>
                </a:lnTo>
                <a:lnTo>
                  <a:pt x="5439" y="5224"/>
                </a:lnTo>
                <a:lnTo>
                  <a:pt x="5448" y="5204"/>
                </a:lnTo>
                <a:lnTo>
                  <a:pt x="5456" y="5183"/>
                </a:lnTo>
                <a:lnTo>
                  <a:pt x="5463" y="5162"/>
                </a:lnTo>
                <a:lnTo>
                  <a:pt x="5469" y="5140"/>
                </a:lnTo>
                <a:lnTo>
                  <a:pt x="5474" y="5118"/>
                </a:lnTo>
                <a:lnTo>
                  <a:pt x="5478" y="5095"/>
                </a:lnTo>
                <a:lnTo>
                  <a:pt x="5481" y="5073"/>
                </a:lnTo>
                <a:lnTo>
                  <a:pt x="5482" y="5049"/>
                </a:lnTo>
                <a:lnTo>
                  <a:pt x="5484" y="5026"/>
                </a:lnTo>
                <a:lnTo>
                  <a:pt x="5484" y="1827"/>
                </a:lnTo>
                <a:lnTo>
                  <a:pt x="5482" y="1803"/>
                </a:lnTo>
                <a:lnTo>
                  <a:pt x="5481" y="1780"/>
                </a:lnTo>
                <a:lnTo>
                  <a:pt x="5478" y="1757"/>
                </a:lnTo>
                <a:lnTo>
                  <a:pt x="5474" y="1735"/>
                </a:lnTo>
                <a:lnTo>
                  <a:pt x="5469" y="1713"/>
                </a:lnTo>
                <a:lnTo>
                  <a:pt x="5463" y="1691"/>
                </a:lnTo>
                <a:lnTo>
                  <a:pt x="5456" y="1669"/>
                </a:lnTo>
                <a:lnTo>
                  <a:pt x="5448" y="1649"/>
                </a:lnTo>
                <a:lnTo>
                  <a:pt x="5439" y="1629"/>
                </a:lnTo>
                <a:lnTo>
                  <a:pt x="5428" y="1610"/>
                </a:lnTo>
                <a:lnTo>
                  <a:pt x="5417" y="1590"/>
                </a:lnTo>
                <a:lnTo>
                  <a:pt x="5405" y="1571"/>
                </a:lnTo>
                <a:lnTo>
                  <a:pt x="5393" y="1554"/>
                </a:lnTo>
                <a:lnTo>
                  <a:pt x="5379" y="1537"/>
                </a:lnTo>
                <a:lnTo>
                  <a:pt x="5365" y="1520"/>
                </a:lnTo>
                <a:lnTo>
                  <a:pt x="5350" y="1504"/>
                </a:lnTo>
                <a:lnTo>
                  <a:pt x="5334" y="1489"/>
                </a:lnTo>
                <a:lnTo>
                  <a:pt x="5316" y="1475"/>
                </a:lnTo>
                <a:lnTo>
                  <a:pt x="5299" y="1461"/>
                </a:lnTo>
                <a:lnTo>
                  <a:pt x="5282" y="1448"/>
                </a:lnTo>
                <a:lnTo>
                  <a:pt x="5263" y="1437"/>
                </a:lnTo>
                <a:lnTo>
                  <a:pt x="5244" y="1425"/>
                </a:lnTo>
                <a:lnTo>
                  <a:pt x="5224" y="1415"/>
                </a:lnTo>
                <a:lnTo>
                  <a:pt x="5205" y="1406"/>
                </a:lnTo>
                <a:lnTo>
                  <a:pt x="5184" y="1397"/>
                </a:lnTo>
                <a:lnTo>
                  <a:pt x="5162" y="1391"/>
                </a:lnTo>
                <a:lnTo>
                  <a:pt x="5140" y="1385"/>
                </a:lnTo>
                <a:lnTo>
                  <a:pt x="5118" y="1379"/>
                </a:lnTo>
                <a:lnTo>
                  <a:pt x="5096" y="1376"/>
                </a:lnTo>
                <a:lnTo>
                  <a:pt x="5073" y="1372"/>
                </a:lnTo>
                <a:lnTo>
                  <a:pt x="5050" y="1371"/>
                </a:lnTo>
                <a:lnTo>
                  <a:pt x="5026" y="1370"/>
                </a:lnTo>
                <a:close/>
                <a:moveTo>
                  <a:pt x="4112" y="4569"/>
                </a:moveTo>
                <a:lnTo>
                  <a:pt x="4112" y="4569"/>
                </a:lnTo>
                <a:lnTo>
                  <a:pt x="4111" y="4593"/>
                </a:lnTo>
                <a:lnTo>
                  <a:pt x="4110" y="4616"/>
                </a:lnTo>
                <a:lnTo>
                  <a:pt x="4107" y="4639"/>
                </a:lnTo>
                <a:lnTo>
                  <a:pt x="4103" y="4661"/>
                </a:lnTo>
                <a:lnTo>
                  <a:pt x="4097" y="4683"/>
                </a:lnTo>
                <a:lnTo>
                  <a:pt x="4092" y="4705"/>
                </a:lnTo>
                <a:lnTo>
                  <a:pt x="4085" y="4727"/>
                </a:lnTo>
                <a:lnTo>
                  <a:pt x="4077" y="4747"/>
                </a:lnTo>
                <a:lnTo>
                  <a:pt x="4067" y="4767"/>
                </a:lnTo>
                <a:lnTo>
                  <a:pt x="4057" y="4786"/>
                </a:lnTo>
                <a:lnTo>
                  <a:pt x="4047" y="4806"/>
                </a:lnTo>
                <a:lnTo>
                  <a:pt x="4034" y="4824"/>
                </a:lnTo>
                <a:lnTo>
                  <a:pt x="4021" y="4843"/>
                </a:lnTo>
                <a:lnTo>
                  <a:pt x="4008" y="4860"/>
                </a:lnTo>
                <a:lnTo>
                  <a:pt x="3994" y="4876"/>
                </a:lnTo>
                <a:lnTo>
                  <a:pt x="3979" y="4892"/>
                </a:lnTo>
                <a:lnTo>
                  <a:pt x="3963" y="4907"/>
                </a:lnTo>
                <a:lnTo>
                  <a:pt x="3946" y="4921"/>
                </a:lnTo>
                <a:lnTo>
                  <a:pt x="3929" y="4935"/>
                </a:lnTo>
                <a:lnTo>
                  <a:pt x="3911" y="4948"/>
                </a:lnTo>
                <a:lnTo>
                  <a:pt x="3892" y="4960"/>
                </a:lnTo>
                <a:lnTo>
                  <a:pt x="3873" y="4971"/>
                </a:lnTo>
                <a:lnTo>
                  <a:pt x="3853" y="4981"/>
                </a:lnTo>
                <a:lnTo>
                  <a:pt x="3834" y="4990"/>
                </a:lnTo>
                <a:lnTo>
                  <a:pt x="3813" y="4998"/>
                </a:lnTo>
                <a:lnTo>
                  <a:pt x="3791" y="5005"/>
                </a:lnTo>
                <a:lnTo>
                  <a:pt x="3769" y="5011"/>
                </a:lnTo>
                <a:lnTo>
                  <a:pt x="3747" y="5017"/>
                </a:lnTo>
                <a:lnTo>
                  <a:pt x="3725" y="5020"/>
                </a:lnTo>
                <a:lnTo>
                  <a:pt x="3702" y="5024"/>
                </a:lnTo>
                <a:lnTo>
                  <a:pt x="3679" y="5025"/>
                </a:lnTo>
                <a:lnTo>
                  <a:pt x="3655" y="5026"/>
                </a:lnTo>
                <a:lnTo>
                  <a:pt x="914" y="5026"/>
                </a:lnTo>
                <a:lnTo>
                  <a:pt x="890" y="5025"/>
                </a:lnTo>
                <a:lnTo>
                  <a:pt x="867" y="5024"/>
                </a:lnTo>
                <a:lnTo>
                  <a:pt x="844" y="5020"/>
                </a:lnTo>
                <a:lnTo>
                  <a:pt x="822" y="5017"/>
                </a:lnTo>
                <a:lnTo>
                  <a:pt x="800" y="5011"/>
                </a:lnTo>
                <a:lnTo>
                  <a:pt x="778" y="5005"/>
                </a:lnTo>
                <a:lnTo>
                  <a:pt x="756" y="4998"/>
                </a:lnTo>
                <a:lnTo>
                  <a:pt x="735" y="4990"/>
                </a:lnTo>
                <a:lnTo>
                  <a:pt x="716" y="4981"/>
                </a:lnTo>
                <a:lnTo>
                  <a:pt x="696" y="4971"/>
                </a:lnTo>
                <a:lnTo>
                  <a:pt x="677" y="4960"/>
                </a:lnTo>
                <a:lnTo>
                  <a:pt x="658" y="4948"/>
                </a:lnTo>
                <a:lnTo>
                  <a:pt x="640" y="4935"/>
                </a:lnTo>
                <a:lnTo>
                  <a:pt x="624" y="4921"/>
                </a:lnTo>
                <a:lnTo>
                  <a:pt x="606" y="4907"/>
                </a:lnTo>
                <a:lnTo>
                  <a:pt x="590" y="4892"/>
                </a:lnTo>
                <a:lnTo>
                  <a:pt x="575" y="4876"/>
                </a:lnTo>
                <a:lnTo>
                  <a:pt x="561" y="4860"/>
                </a:lnTo>
                <a:lnTo>
                  <a:pt x="547" y="4843"/>
                </a:lnTo>
                <a:lnTo>
                  <a:pt x="535" y="4824"/>
                </a:lnTo>
                <a:lnTo>
                  <a:pt x="523" y="4806"/>
                </a:lnTo>
                <a:lnTo>
                  <a:pt x="512" y="4786"/>
                </a:lnTo>
                <a:lnTo>
                  <a:pt x="501" y="4767"/>
                </a:lnTo>
                <a:lnTo>
                  <a:pt x="492" y="4747"/>
                </a:lnTo>
                <a:lnTo>
                  <a:pt x="484" y="4727"/>
                </a:lnTo>
                <a:lnTo>
                  <a:pt x="477" y="4705"/>
                </a:lnTo>
                <a:lnTo>
                  <a:pt x="471" y="4683"/>
                </a:lnTo>
                <a:lnTo>
                  <a:pt x="466" y="4661"/>
                </a:lnTo>
                <a:lnTo>
                  <a:pt x="462" y="4639"/>
                </a:lnTo>
                <a:lnTo>
                  <a:pt x="459" y="4616"/>
                </a:lnTo>
                <a:lnTo>
                  <a:pt x="458" y="4593"/>
                </a:lnTo>
                <a:lnTo>
                  <a:pt x="456" y="4569"/>
                </a:lnTo>
                <a:lnTo>
                  <a:pt x="456" y="2284"/>
                </a:lnTo>
                <a:lnTo>
                  <a:pt x="458" y="2261"/>
                </a:lnTo>
                <a:lnTo>
                  <a:pt x="459" y="2238"/>
                </a:lnTo>
                <a:lnTo>
                  <a:pt x="462" y="2214"/>
                </a:lnTo>
                <a:lnTo>
                  <a:pt x="466" y="2193"/>
                </a:lnTo>
                <a:lnTo>
                  <a:pt x="471" y="2170"/>
                </a:lnTo>
                <a:lnTo>
                  <a:pt x="477" y="2148"/>
                </a:lnTo>
                <a:lnTo>
                  <a:pt x="484" y="2127"/>
                </a:lnTo>
                <a:lnTo>
                  <a:pt x="492" y="2106"/>
                </a:lnTo>
                <a:lnTo>
                  <a:pt x="501" y="2085"/>
                </a:lnTo>
                <a:lnTo>
                  <a:pt x="512" y="2066"/>
                </a:lnTo>
                <a:lnTo>
                  <a:pt x="523" y="2047"/>
                </a:lnTo>
                <a:lnTo>
                  <a:pt x="535" y="2029"/>
                </a:lnTo>
                <a:lnTo>
                  <a:pt x="547" y="2011"/>
                </a:lnTo>
                <a:lnTo>
                  <a:pt x="561" y="1993"/>
                </a:lnTo>
                <a:lnTo>
                  <a:pt x="575" y="1977"/>
                </a:lnTo>
                <a:lnTo>
                  <a:pt x="590" y="1961"/>
                </a:lnTo>
                <a:lnTo>
                  <a:pt x="606" y="1946"/>
                </a:lnTo>
                <a:lnTo>
                  <a:pt x="624" y="1931"/>
                </a:lnTo>
                <a:lnTo>
                  <a:pt x="640" y="1918"/>
                </a:lnTo>
                <a:lnTo>
                  <a:pt x="658" y="1906"/>
                </a:lnTo>
                <a:lnTo>
                  <a:pt x="677" y="1893"/>
                </a:lnTo>
                <a:lnTo>
                  <a:pt x="696" y="1883"/>
                </a:lnTo>
                <a:lnTo>
                  <a:pt x="716" y="1872"/>
                </a:lnTo>
                <a:lnTo>
                  <a:pt x="735" y="1863"/>
                </a:lnTo>
                <a:lnTo>
                  <a:pt x="756" y="1855"/>
                </a:lnTo>
                <a:lnTo>
                  <a:pt x="778" y="1848"/>
                </a:lnTo>
                <a:lnTo>
                  <a:pt x="800" y="1841"/>
                </a:lnTo>
                <a:lnTo>
                  <a:pt x="822" y="1837"/>
                </a:lnTo>
                <a:lnTo>
                  <a:pt x="844" y="1832"/>
                </a:lnTo>
                <a:lnTo>
                  <a:pt x="867" y="1830"/>
                </a:lnTo>
                <a:lnTo>
                  <a:pt x="890" y="1827"/>
                </a:lnTo>
                <a:lnTo>
                  <a:pt x="914" y="1827"/>
                </a:lnTo>
                <a:lnTo>
                  <a:pt x="3655" y="1827"/>
                </a:lnTo>
                <a:lnTo>
                  <a:pt x="3679" y="1827"/>
                </a:lnTo>
                <a:lnTo>
                  <a:pt x="3702" y="1830"/>
                </a:lnTo>
                <a:lnTo>
                  <a:pt x="3725" y="1832"/>
                </a:lnTo>
                <a:lnTo>
                  <a:pt x="3747" y="1837"/>
                </a:lnTo>
                <a:lnTo>
                  <a:pt x="3769" y="1841"/>
                </a:lnTo>
                <a:lnTo>
                  <a:pt x="3791" y="1848"/>
                </a:lnTo>
                <a:lnTo>
                  <a:pt x="3813" y="1855"/>
                </a:lnTo>
                <a:lnTo>
                  <a:pt x="3834" y="1863"/>
                </a:lnTo>
                <a:lnTo>
                  <a:pt x="3853" y="1872"/>
                </a:lnTo>
                <a:lnTo>
                  <a:pt x="3873" y="1883"/>
                </a:lnTo>
                <a:lnTo>
                  <a:pt x="3892" y="1893"/>
                </a:lnTo>
                <a:lnTo>
                  <a:pt x="3911" y="1906"/>
                </a:lnTo>
                <a:lnTo>
                  <a:pt x="3929" y="1918"/>
                </a:lnTo>
                <a:lnTo>
                  <a:pt x="3946" y="1931"/>
                </a:lnTo>
                <a:lnTo>
                  <a:pt x="3963" y="1946"/>
                </a:lnTo>
                <a:lnTo>
                  <a:pt x="3979" y="1961"/>
                </a:lnTo>
                <a:lnTo>
                  <a:pt x="3994" y="1977"/>
                </a:lnTo>
                <a:lnTo>
                  <a:pt x="4008" y="1993"/>
                </a:lnTo>
                <a:lnTo>
                  <a:pt x="4021" y="2011"/>
                </a:lnTo>
                <a:lnTo>
                  <a:pt x="4034" y="2029"/>
                </a:lnTo>
                <a:lnTo>
                  <a:pt x="4047" y="2047"/>
                </a:lnTo>
                <a:lnTo>
                  <a:pt x="4057" y="2066"/>
                </a:lnTo>
                <a:lnTo>
                  <a:pt x="4067" y="2085"/>
                </a:lnTo>
                <a:lnTo>
                  <a:pt x="4077" y="2106"/>
                </a:lnTo>
                <a:lnTo>
                  <a:pt x="4085" y="2127"/>
                </a:lnTo>
                <a:lnTo>
                  <a:pt x="4092" y="2148"/>
                </a:lnTo>
                <a:lnTo>
                  <a:pt x="4097" y="2170"/>
                </a:lnTo>
                <a:lnTo>
                  <a:pt x="4103" y="2193"/>
                </a:lnTo>
                <a:lnTo>
                  <a:pt x="4107" y="2214"/>
                </a:lnTo>
                <a:lnTo>
                  <a:pt x="4110" y="2238"/>
                </a:lnTo>
                <a:lnTo>
                  <a:pt x="4111" y="2261"/>
                </a:lnTo>
                <a:lnTo>
                  <a:pt x="4112" y="2284"/>
                </a:lnTo>
                <a:lnTo>
                  <a:pt x="4112" y="4569"/>
                </a:lnTo>
                <a:close/>
                <a:moveTo>
                  <a:pt x="4798" y="3884"/>
                </a:moveTo>
                <a:lnTo>
                  <a:pt x="4798" y="3884"/>
                </a:lnTo>
                <a:lnTo>
                  <a:pt x="4774" y="3883"/>
                </a:lnTo>
                <a:lnTo>
                  <a:pt x="4751" y="3881"/>
                </a:lnTo>
                <a:lnTo>
                  <a:pt x="4728" y="3878"/>
                </a:lnTo>
                <a:lnTo>
                  <a:pt x="4706" y="3874"/>
                </a:lnTo>
                <a:lnTo>
                  <a:pt x="4684" y="3869"/>
                </a:lnTo>
                <a:lnTo>
                  <a:pt x="4662" y="3863"/>
                </a:lnTo>
                <a:lnTo>
                  <a:pt x="4641" y="3855"/>
                </a:lnTo>
                <a:lnTo>
                  <a:pt x="4619" y="3847"/>
                </a:lnTo>
                <a:lnTo>
                  <a:pt x="4600" y="3838"/>
                </a:lnTo>
                <a:lnTo>
                  <a:pt x="4580" y="3829"/>
                </a:lnTo>
                <a:lnTo>
                  <a:pt x="4561" y="3817"/>
                </a:lnTo>
                <a:lnTo>
                  <a:pt x="4542" y="3806"/>
                </a:lnTo>
                <a:lnTo>
                  <a:pt x="4525" y="3793"/>
                </a:lnTo>
                <a:lnTo>
                  <a:pt x="4508" y="3779"/>
                </a:lnTo>
                <a:lnTo>
                  <a:pt x="4490" y="3764"/>
                </a:lnTo>
                <a:lnTo>
                  <a:pt x="4474" y="3749"/>
                </a:lnTo>
                <a:lnTo>
                  <a:pt x="4459" y="3734"/>
                </a:lnTo>
                <a:lnTo>
                  <a:pt x="4445" y="3717"/>
                </a:lnTo>
                <a:lnTo>
                  <a:pt x="4432" y="3700"/>
                </a:lnTo>
                <a:lnTo>
                  <a:pt x="4419" y="3683"/>
                </a:lnTo>
                <a:lnTo>
                  <a:pt x="4407" y="3664"/>
                </a:lnTo>
                <a:lnTo>
                  <a:pt x="4396" y="3644"/>
                </a:lnTo>
                <a:lnTo>
                  <a:pt x="4385" y="3625"/>
                </a:lnTo>
                <a:lnTo>
                  <a:pt x="4376" y="3604"/>
                </a:lnTo>
                <a:lnTo>
                  <a:pt x="4368" y="3583"/>
                </a:lnTo>
                <a:lnTo>
                  <a:pt x="4361" y="3563"/>
                </a:lnTo>
                <a:lnTo>
                  <a:pt x="4356" y="3541"/>
                </a:lnTo>
                <a:lnTo>
                  <a:pt x="4350" y="3519"/>
                </a:lnTo>
                <a:lnTo>
                  <a:pt x="4346" y="3496"/>
                </a:lnTo>
                <a:lnTo>
                  <a:pt x="4343" y="3473"/>
                </a:lnTo>
                <a:lnTo>
                  <a:pt x="4342" y="3450"/>
                </a:lnTo>
                <a:lnTo>
                  <a:pt x="4341" y="3427"/>
                </a:lnTo>
                <a:lnTo>
                  <a:pt x="4342" y="3403"/>
                </a:lnTo>
                <a:lnTo>
                  <a:pt x="4343" y="3379"/>
                </a:lnTo>
                <a:lnTo>
                  <a:pt x="4346" y="3358"/>
                </a:lnTo>
                <a:lnTo>
                  <a:pt x="4350" y="3335"/>
                </a:lnTo>
                <a:lnTo>
                  <a:pt x="4356" y="3313"/>
                </a:lnTo>
                <a:lnTo>
                  <a:pt x="4361" y="3291"/>
                </a:lnTo>
                <a:lnTo>
                  <a:pt x="4368" y="3270"/>
                </a:lnTo>
                <a:lnTo>
                  <a:pt x="4376" y="3249"/>
                </a:lnTo>
                <a:lnTo>
                  <a:pt x="4385" y="3229"/>
                </a:lnTo>
                <a:lnTo>
                  <a:pt x="4396" y="3209"/>
                </a:lnTo>
                <a:lnTo>
                  <a:pt x="4407" y="3189"/>
                </a:lnTo>
                <a:lnTo>
                  <a:pt x="4419" y="3171"/>
                </a:lnTo>
                <a:lnTo>
                  <a:pt x="4432" y="3154"/>
                </a:lnTo>
                <a:lnTo>
                  <a:pt x="4445" y="3136"/>
                </a:lnTo>
                <a:lnTo>
                  <a:pt x="4459" y="3119"/>
                </a:lnTo>
                <a:lnTo>
                  <a:pt x="4474" y="3104"/>
                </a:lnTo>
                <a:lnTo>
                  <a:pt x="4490" y="3088"/>
                </a:lnTo>
                <a:lnTo>
                  <a:pt x="4508" y="3074"/>
                </a:lnTo>
                <a:lnTo>
                  <a:pt x="4525" y="3060"/>
                </a:lnTo>
                <a:lnTo>
                  <a:pt x="4542" y="3048"/>
                </a:lnTo>
                <a:lnTo>
                  <a:pt x="4561" y="3036"/>
                </a:lnTo>
                <a:lnTo>
                  <a:pt x="4580" y="3025"/>
                </a:lnTo>
                <a:lnTo>
                  <a:pt x="4600" y="3014"/>
                </a:lnTo>
                <a:lnTo>
                  <a:pt x="4619" y="3005"/>
                </a:lnTo>
                <a:lnTo>
                  <a:pt x="4641" y="2997"/>
                </a:lnTo>
                <a:lnTo>
                  <a:pt x="4662" y="2990"/>
                </a:lnTo>
                <a:lnTo>
                  <a:pt x="4684" y="2984"/>
                </a:lnTo>
                <a:lnTo>
                  <a:pt x="4706" y="2978"/>
                </a:lnTo>
                <a:lnTo>
                  <a:pt x="4728" y="2975"/>
                </a:lnTo>
                <a:lnTo>
                  <a:pt x="4751" y="2972"/>
                </a:lnTo>
                <a:lnTo>
                  <a:pt x="4774" y="2970"/>
                </a:lnTo>
                <a:lnTo>
                  <a:pt x="4798" y="2969"/>
                </a:lnTo>
                <a:lnTo>
                  <a:pt x="4821" y="2970"/>
                </a:lnTo>
                <a:lnTo>
                  <a:pt x="4844" y="2972"/>
                </a:lnTo>
                <a:lnTo>
                  <a:pt x="4867" y="2975"/>
                </a:lnTo>
                <a:lnTo>
                  <a:pt x="4890" y="2978"/>
                </a:lnTo>
                <a:lnTo>
                  <a:pt x="4912" y="2984"/>
                </a:lnTo>
                <a:lnTo>
                  <a:pt x="4934" y="2990"/>
                </a:lnTo>
                <a:lnTo>
                  <a:pt x="4955" y="2997"/>
                </a:lnTo>
                <a:lnTo>
                  <a:pt x="4975" y="3005"/>
                </a:lnTo>
                <a:lnTo>
                  <a:pt x="4996" y="3014"/>
                </a:lnTo>
                <a:lnTo>
                  <a:pt x="5016" y="3025"/>
                </a:lnTo>
                <a:lnTo>
                  <a:pt x="5035" y="3036"/>
                </a:lnTo>
                <a:lnTo>
                  <a:pt x="5054" y="3048"/>
                </a:lnTo>
                <a:lnTo>
                  <a:pt x="5071" y="3060"/>
                </a:lnTo>
                <a:lnTo>
                  <a:pt x="5088" y="3074"/>
                </a:lnTo>
                <a:lnTo>
                  <a:pt x="5106" y="3088"/>
                </a:lnTo>
                <a:lnTo>
                  <a:pt x="5121" y="3104"/>
                </a:lnTo>
                <a:lnTo>
                  <a:pt x="5136" y="3119"/>
                </a:lnTo>
                <a:lnTo>
                  <a:pt x="5151" y="3136"/>
                </a:lnTo>
                <a:lnTo>
                  <a:pt x="5164" y="3154"/>
                </a:lnTo>
                <a:lnTo>
                  <a:pt x="5177" y="3171"/>
                </a:lnTo>
                <a:lnTo>
                  <a:pt x="5189" y="3189"/>
                </a:lnTo>
                <a:lnTo>
                  <a:pt x="5200" y="3209"/>
                </a:lnTo>
                <a:lnTo>
                  <a:pt x="5209" y="3229"/>
                </a:lnTo>
                <a:lnTo>
                  <a:pt x="5219" y="3249"/>
                </a:lnTo>
                <a:lnTo>
                  <a:pt x="5227" y="3270"/>
                </a:lnTo>
                <a:lnTo>
                  <a:pt x="5235" y="3291"/>
                </a:lnTo>
                <a:lnTo>
                  <a:pt x="5240" y="3313"/>
                </a:lnTo>
                <a:lnTo>
                  <a:pt x="5245" y="3335"/>
                </a:lnTo>
                <a:lnTo>
                  <a:pt x="5250" y="3358"/>
                </a:lnTo>
                <a:lnTo>
                  <a:pt x="5252" y="3379"/>
                </a:lnTo>
                <a:lnTo>
                  <a:pt x="5254" y="3403"/>
                </a:lnTo>
                <a:lnTo>
                  <a:pt x="5254" y="3427"/>
                </a:lnTo>
                <a:lnTo>
                  <a:pt x="5254" y="3450"/>
                </a:lnTo>
                <a:lnTo>
                  <a:pt x="5252" y="3473"/>
                </a:lnTo>
                <a:lnTo>
                  <a:pt x="5250" y="3496"/>
                </a:lnTo>
                <a:lnTo>
                  <a:pt x="5245" y="3519"/>
                </a:lnTo>
                <a:lnTo>
                  <a:pt x="5240" y="3541"/>
                </a:lnTo>
                <a:lnTo>
                  <a:pt x="5235" y="3563"/>
                </a:lnTo>
                <a:lnTo>
                  <a:pt x="5227" y="3583"/>
                </a:lnTo>
                <a:lnTo>
                  <a:pt x="5219" y="3604"/>
                </a:lnTo>
                <a:lnTo>
                  <a:pt x="5209" y="3625"/>
                </a:lnTo>
                <a:lnTo>
                  <a:pt x="5200" y="3644"/>
                </a:lnTo>
                <a:lnTo>
                  <a:pt x="5189" y="3664"/>
                </a:lnTo>
                <a:lnTo>
                  <a:pt x="5177" y="3683"/>
                </a:lnTo>
                <a:lnTo>
                  <a:pt x="5164" y="3700"/>
                </a:lnTo>
                <a:lnTo>
                  <a:pt x="5151" y="3717"/>
                </a:lnTo>
                <a:lnTo>
                  <a:pt x="5136" y="3734"/>
                </a:lnTo>
                <a:lnTo>
                  <a:pt x="5121" y="3749"/>
                </a:lnTo>
                <a:lnTo>
                  <a:pt x="5106" y="3764"/>
                </a:lnTo>
                <a:lnTo>
                  <a:pt x="5088" y="3779"/>
                </a:lnTo>
                <a:lnTo>
                  <a:pt x="5071" y="3793"/>
                </a:lnTo>
                <a:lnTo>
                  <a:pt x="5054" y="3806"/>
                </a:lnTo>
                <a:lnTo>
                  <a:pt x="5035" y="3817"/>
                </a:lnTo>
                <a:lnTo>
                  <a:pt x="5016" y="3829"/>
                </a:lnTo>
                <a:lnTo>
                  <a:pt x="4996" y="3838"/>
                </a:lnTo>
                <a:lnTo>
                  <a:pt x="4975" y="3847"/>
                </a:lnTo>
                <a:lnTo>
                  <a:pt x="4955" y="3855"/>
                </a:lnTo>
                <a:lnTo>
                  <a:pt x="4934" y="3863"/>
                </a:lnTo>
                <a:lnTo>
                  <a:pt x="4912" y="3869"/>
                </a:lnTo>
                <a:lnTo>
                  <a:pt x="4890" y="3874"/>
                </a:lnTo>
                <a:lnTo>
                  <a:pt x="4867" y="3878"/>
                </a:lnTo>
                <a:lnTo>
                  <a:pt x="4844" y="3881"/>
                </a:lnTo>
                <a:lnTo>
                  <a:pt x="4821" y="3883"/>
                </a:lnTo>
                <a:lnTo>
                  <a:pt x="4798" y="3884"/>
                </a:lnTo>
                <a:close/>
                <a:moveTo>
                  <a:pt x="4798" y="2741"/>
                </a:moveTo>
                <a:lnTo>
                  <a:pt x="4798" y="2741"/>
                </a:lnTo>
                <a:lnTo>
                  <a:pt x="4774" y="2741"/>
                </a:lnTo>
                <a:lnTo>
                  <a:pt x="4751" y="2739"/>
                </a:lnTo>
                <a:lnTo>
                  <a:pt x="4728" y="2736"/>
                </a:lnTo>
                <a:lnTo>
                  <a:pt x="4706" y="2732"/>
                </a:lnTo>
                <a:lnTo>
                  <a:pt x="4684" y="2727"/>
                </a:lnTo>
                <a:lnTo>
                  <a:pt x="4662" y="2720"/>
                </a:lnTo>
                <a:lnTo>
                  <a:pt x="4641" y="2713"/>
                </a:lnTo>
                <a:lnTo>
                  <a:pt x="4619" y="2705"/>
                </a:lnTo>
                <a:lnTo>
                  <a:pt x="4600" y="2696"/>
                </a:lnTo>
                <a:lnTo>
                  <a:pt x="4580" y="2686"/>
                </a:lnTo>
                <a:lnTo>
                  <a:pt x="4561" y="2675"/>
                </a:lnTo>
                <a:lnTo>
                  <a:pt x="4542" y="2663"/>
                </a:lnTo>
                <a:lnTo>
                  <a:pt x="4525" y="2650"/>
                </a:lnTo>
                <a:lnTo>
                  <a:pt x="4508" y="2637"/>
                </a:lnTo>
                <a:lnTo>
                  <a:pt x="4490" y="2622"/>
                </a:lnTo>
                <a:lnTo>
                  <a:pt x="4474" y="2607"/>
                </a:lnTo>
                <a:lnTo>
                  <a:pt x="4459" y="2591"/>
                </a:lnTo>
                <a:lnTo>
                  <a:pt x="4445" y="2575"/>
                </a:lnTo>
                <a:lnTo>
                  <a:pt x="4432" y="2558"/>
                </a:lnTo>
                <a:lnTo>
                  <a:pt x="4419" y="2539"/>
                </a:lnTo>
                <a:lnTo>
                  <a:pt x="4407" y="2521"/>
                </a:lnTo>
                <a:lnTo>
                  <a:pt x="4396" y="2503"/>
                </a:lnTo>
                <a:lnTo>
                  <a:pt x="4385" y="2482"/>
                </a:lnTo>
                <a:lnTo>
                  <a:pt x="4376" y="2462"/>
                </a:lnTo>
                <a:lnTo>
                  <a:pt x="4368" y="2441"/>
                </a:lnTo>
                <a:lnTo>
                  <a:pt x="4361" y="2420"/>
                </a:lnTo>
                <a:lnTo>
                  <a:pt x="4356" y="2399"/>
                </a:lnTo>
                <a:lnTo>
                  <a:pt x="4350" y="2376"/>
                </a:lnTo>
                <a:lnTo>
                  <a:pt x="4346" y="2354"/>
                </a:lnTo>
                <a:lnTo>
                  <a:pt x="4343" y="2331"/>
                </a:lnTo>
                <a:lnTo>
                  <a:pt x="4342" y="2308"/>
                </a:lnTo>
                <a:lnTo>
                  <a:pt x="4341" y="2285"/>
                </a:lnTo>
                <a:lnTo>
                  <a:pt x="4342" y="2261"/>
                </a:lnTo>
                <a:lnTo>
                  <a:pt x="4343" y="2238"/>
                </a:lnTo>
                <a:lnTo>
                  <a:pt x="4346" y="2214"/>
                </a:lnTo>
                <a:lnTo>
                  <a:pt x="4350" y="2193"/>
                </a:lnTo>
                <a:lnTo>
                  <a:pt x="4356" y="2170"/>
                </a:lnTo>
                <a:lnTo>
                  <a:pt x="4361" y="2149"/>
                </a:lnTo>
                <a:lnTo>
                  <a:pt x="4368" y="2127"/>
                </a:lnTo>
                <a:lnTo>
                  <a:pt x="4376" y="2106"/>
                </a:lnTo>
                <a:lnTo>
                  <a:pt x="4385" y="2087"/>
                </a:lnTo>
                <a:lnTo>
                  <a:pt x="4396" y="2067"/>
                </a:lnTo>
                <a:lnTo>
                  <a:pt x="4407" y="2047"/>
                </a:lnTo>
                <a:lnTo>
                  <a:pt x="4419" y="2029"/>
                </a:lnTo>
                <a:lnTo>
                  <a:pt x="4432" y="2011"/>
                </a:lnTo>
                <a:lnTo>
                  <a:pt x="4445" y="1993"/>
                </a:lnTo>
                <a:lnTo>
                  <a:pt x="4459" y="1977"/>
                </a:lnTo>
                <a:lnTo>
                  <a:pt x="4474" y="1961"/>
                </a:lnTo>
                <a:lnTo>
                  <a:pt x="4490" y="1946"/>
                </a:lnTo>
                <a:lnTo>
                  <a:pt x="4508" y="1932"/>
                </a:lnTo>
                <a:lnTo>
                  <a:pt x="4525" y="1918"/>
                </a:lnTo>
                <a:lnTo>
                  <a:pt x="4542" y="1906"/>
                </a:lnTo>
                <a:lnTo>
                  <a:pt x="4561" y="1893"/>
                </a:lnTo>
                <a:lnTo>
                  <a:pt x="4580" y="1883"/>
                </a:lnTo>
                <a:lnTo>
                  <a:pt x="4600" y="1872"/>
                </a:lnTo>
                <a:lnTo>
                  <a:pt x="4619" y="1863"/>
                </a:lnTo>
                <a:lnTo>
                  <a:pt x="4641" y="1855"/>
                </a:lnTo>
                <a:lnTo>
                  <a:pt x="4662" y="1848"/>
                </a:lnTo>
                <a:lnTo>
                  <a:pt x="4684" y="1841"/>
                </a:lnTo>
                <a:lnTo>
                  <a:pt x="4706" y="1837"/>
                </a:lnTo>
                <a:lnTo>
                  <a:pt x="4728" y="1833"/>
                </a:lnTo>
                <a:lnTo>
                  <a:pt x="4751" y="1830"/>
                </a:lnTo>
                <a:lnTo>
                  <a:pt x="4774" y="1827"/>
                </a:lnTo>
                <a:lnTo>
                  <a:pt x="4798" y="1827"/>
                </a:lnTo>
                <a:lnTo>
                  <a:pt x="4821" y="1827"/>
                </a:lnTo>
                <a:lnTo>
                  <a:pt x="4844" y="1830"/>
                </a:lnTo>
                <a:lnTo>
                  <a:pt x="4867" y="1833"/>
                </a:lnTo>
                <a:lnTo>
                  <a:pt x="4890" y="1837"/>
                </a:lnTo>
                <a:lnTo>
                  <a:pt x="4912" y="1841"/>
                </a:lnTo>
                <a:lnTo>
                  <a:pt x="4934" y="1848"/>
                </a:lnTo>
                <a:lnTo>
                  <a:pt x="4955" y="1855"/>
                </a:lnTo>
                <a:lnTo>
                  <a:pt x="4975" y="1863"/>
                </a:lnTo>
                <a:lnTo>
                  <a:pt x="4996" y="1872"/>
                </a:lnTo>
                <a:lnTo>
                  <a:pt x="5016" y="1883"/>
                </a:lnTo>
                <a:lnTo>
                  <a:pt x="5035" y="1893"/>
                </a:lnTo>
                <a:lnTo>
                  <a:pt x="5054" y="1906"/>
                </a:lnTo>
                <a:lnTo>
                  <a:pt x="5071" y="1918"/>
                </a:lnTo>
                <a:lnTo>
                  <a:pt x="5088" y="1932"/>
                </a:lnTo>
                <a:lnTo>
                  <a:pt x="5106" y="1946"/>
                </a:lnTo>
                <a:lnTo>
                  <a:pt x="5121" y="1961"/>
                </a:lnTo>
                <a:lnTo>
                  <a:pt x="5136" y="1977"/>
                </a:lnTo>
                <a:lnTo>
                  <a:pt x="5151" y="1993"/>
                </a:lnTo>
                <a:lnTo>
                  <a:pt x="5164" y="2011"/>
                </a:lnTo>
                <a:lnTo>
                  <a:pt x="5177" y="2029"/>
                </a:lnTo>
                <a:lnTo>
                  <a:pt x="5189" y="2047"/>
                </a:lnTo>
                <a:lnTo>
                  <a:pt x="5200" y="2067"/>
                </a:lnTo>
                <a:lnTo>
                  <a:pt x="5209" y="2087"/>
                </a:lnTo>
                <a:lnTo>
                  <a:pt x="5219" y="2106"/>
                </a:lnTo>
                <a:lnTo>
                  <a:pt x="5227" y="2127"/>
                </a:lnTo>
                <a:lnTo>
                  <a:pt x="5235" y="2149"/>
                </a:lnTo>
                <a:lnTo>
                  <a:pt x="5240" y="2170"/>
                </a:lnTo>
                <a:lnTo>
                  <a:pt x="5245" y="2193"/>
                </a:lnTo>
                <a:lnTo>
                  <a:pt x="5250" y="2214"/>
                </a:lnTo>
                <a:lnTo>
                  <a:pt x="5252" y="2238"/>
                </a:lnTo>
                <a:lnTo>
                  <a:pt x="5254" y="2261"/>
                </a:lnTo>
                <a:lnTo>
                  <a:pt x="5254" y="2285"/>
                </a:lnTo>
                <a:lnTo>
                  <a:pt x="5254" y="2308"/>
                </a:lnTo>
                <a:lnTo>
                  <a:pt x="5252" y="2331"/>
                </a:lnTo>
                <a:lnTo>
                  <a:pt x="5250" y="2354"/>
                </a:lnTo>
                <a:lnTo>
                  <a:pt x="5245" y="2376"/>
                </a:lnTo>
                <a:lnTo>
                  <a:pt x="5240" y="2399"/>
                </a:lnTo>
                <a:lnTo>
                  <a:pt x="5235" y="2420"/>
                </a:lnTo>
                <a:lnTo>
                  <a:pt x="5227" y="2441"/>
                </a:lnTo>
                <a:lnTo>
                  <a:pt x="5219" y="2462"/>
                </a:lnTo>
                <a:lnTo>
                  <a:pt x="5209" y="2482"/>
                </a:lnTo>
                <a:lnTo>
                  <a:pt x="5200" y="2503"/>
                </a:lnTo>
                <a:lnTo>
                  <a:pt x="5189" y="2521"/>
                </a:lnTo>
                <a:lnTo>
                  <a:pt x="5177" y="2539"/>
                </a:lnTo>
                <a:lnTo>
                  <a:pt x="5164" y="2558"/>
                </a:lnTo>
                <a:lnTo>
                  <a:pt x="5151" y="2575"/>
                </a:lnTo>
                <a:lnTo>
                  <a:pt x="5136" y="2591"/>
                </a:lnTo>
                <a:lnTo>
                  <a:pt x="5121" y="2607"/>
                </a:lnTo>
                <a:lnTo>
                  <a:pt x="5106" y="2622"/>
                </a:lnTo>
                <a:lnTo>
                  <a:pt x="5088" y="2637"/>
                </a:lnTo>
                <a:lnTo>
                  <a:pt x="5071" y="2650"/>
                </a:lnTo>
                <a:lnTo>
                  <a:pt x="5054" y="2663"/>
                </a:lnTo>
                <a:lnTo>
                  <a:pt x="5035" y="2675"/>
                </a:lnTo>
                <a:lnTo>
                  <a:pt x="5016" y="2686"/>
                </a:lnTo>
                <a:lnTo>
                  <a:pt x="4996" y="2696"/>
                </a:lnTo>
                <a:lnTo>
                  <a:pt x="4975" y="2705"/>
                </a:lnTo>
                <a:lnTo>
                  <a:pt x="4955" y="2713"/>
                </a:lnTo>
                <a:lnTo>
                  <a:pt x="4934" y="2720"/>
                </a:lnTo>
                <a:lnTo>
                  <a:pt x="4912" y="2727"/>
                </a:lnTo>
                <a:lnTo>
                  <a:pt x="4890" y="2732"/>
                </a:lnTo>
                <a:lnTo>
                  <a:pt x="4867" y="2736"/>
                </a:lnTo>
                <a:lnTo>
                  <a:pt x="4844" y="2739"/>
                </a:lnTo>
                <a:lnTo>
                  <a:pt x="4821" y="2741"/>
                </a:lnTo>
                <a:lnTo>
                  <a:pt x="4798" y="2741"/>
                </a:lnTo>
                <a:close/>
              </a:path>
            </a:pathLst>
          </a:custGeom>
          <a:solidFill>
            <a:srgbClr val="FF0000"/>
          </a:solidFill>
          <a:ln>
            <a:noFill/>
          </a:ln>
          <a:extLst/>
        </p:spPr>
        <p:txBody>
          <a:bodyPr tIns="468000" rIns="432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7" name="内容占位符 2"/>
          <p:cNvSpPr txBox="1"/>
          <p:nvPr/>
        </p:nvSpPr>
        <p:spPr>
          <a:xfrm>
            <a:off x="251521" y="1340768"/>
            <a:ext cx="8712968" cy="3077766"/>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b="1" dirty="0" smtClean="0">
                <a:solidFill>
                  <a:prstClr val="white"/>
                </a:solidFill>
                <a:latin typeface="华文中宋" panose="02010600040101010101" pitchFamily="2" charset="-122"/>
                <a:ea typeface="华文中宋" panose="02010600040101010101" pitchFamily="2" charset="-122"/>
              </a:rPr>
              <a:t>类别集中：</a:t>
            </a:r>
            <a:endParaRPr lang="en-US" altLang="zh-CN" sz="2000" b="1"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a:solidFill>
                  <a:prstClr val="white"/>
                </a:solidFill>
                <a:latin typeface="华文中宋" panose="02010600040101010101" pitchFamily="2" charset="-122"/>
                <a:ea typeface="华文中宋" panose="02010600040101010101" pitchFamily="2" charset="-122"/>
              </a:rPr>
              <a:t> </a:t>
            </a: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电</a:t>
            </a:r>
            <a:r>
              <a:rPr lang="zh-CN" altLang="en-US" sz="2000" dirty="0">
                <a:solidFill>
                  <a:prstClr val="white"/>
                </a:solidFill>
                <a:latin typeface="华文中宋" panose="02010600040101010101" pitchFamily="2" charset="-122"/>
                <a:ea typeface="华文中宋" panose="02010600040101010101" pitchFamily="2" charset="-122"/>
              </a:rPr>
              <a:t>商购</a:t>
            </a:r>
            <a:r>
              <a:rPr lang="zh-CN" altLang="en-US" sz="2000" dirty="0" smtClean="0">
                <a:solidFill>
                  <a:prstClr val="white"/>
                </a:solidFill>
                <a:latin typeface="华文中宋" panose="02010600040101010101" pitchFamily="2" charset="-122"/>
                <a:ea typeface="华文中宋" panose="02010600040101010101" pitchFamily="2" charset="-122"/>
              </a:rPr>
              <a:t>物类互联网企业的电视广告花费占比最大，超过四成。排在第二位的理财类，占比仅一成。</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b="1" dirty="0" smtClean="0">
                <a:solidFill>
                  <a:prstClr val="white"/>
                </a:solidFill>
                <a:latin typeface="华文中宋" panose="02010600040101010101" pitchFamily="2" charset="-122"/>
                <a:ea typeface="华文中宋" panose="02010600040101010101" pitchFamily="2" charset="-122"/>
              </a:rPr>
              <a:t>周期明显：</a:t>
            </a:r>
            <a:endParaRPr lang="en-US" altLang="zh-CN" sz="2000" b="1"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a:solidFill>
                  <a:prstClr val="white"/>
                </a:solidFill>
                <a:latin typeface="华文中宋" panose="02010600040101010101" pitchFamily="2" charset="-122"/>
                <a:ea typeface="华文中宋" panose="02010600040101010101" pitchFamily="2" charset="-122"/>
              </a:rPr>
              <a:t> </a:t>
            </a: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在春节影响下，每年一季度互联网企业电视</a:t>
            </a:r>
            <a:r>
              <a:rPr lang="zh-CN" altLang="en-US" sz="2000" dirty="0">
                <a:solidFill>
                  <a:prstClr val="white"/>
                </a:solidFill>
                <a:latin typeface="华文中宋" panose="02010600040101010101" pitchFamily="2" charset="-122"/>
                <a:ea typeface="华文中宋" panose="02010600040101010101" pitchFamily="2" charset="-122"/>
              </a:rPr>
              <a:t>广告花费到达</a:t>
            </a:r>
            <a:r>
              <a:rPr lang="zh-CN" altLang="en-US" sz="2000" dirty="0" smtClean="0">
                <a:solidFill>
                  <a:prstClr val="white"/>
                </a:solidFill>
                <a:latin typeface="华文中宋" panose="02010600040101010101" pitchFamily="2" charset="-122"/>
                <a:ea typeface="华文中宋" panose="02010600040101010101" pitchFamily="2" charset="-122"/>
              </a:rPr>
              <a:t>峰值，不少互联网企业可能看中电视在这个时间段内的影响力，从而进行重点营销宣传。</a:t>
            </a:r>
            <a:endParaRPr sz="2000" dirty="0">
              <a:solidFill>
                <a:prstClr val="white"/>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30825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latin typeface="Century Gothic"/>
              </a:rPr>
              <a:t>2</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smtClean="0">
                <a:latin typeface="Arial Black"/>
                <a:ea typeface="微软雅黑"/>
              </a:rPr>
              <a:t>商务楼宇视频广告</a:t>
            </a:r>
            <a:endParaRPr lang="zh-CN" altLang="en-US" sz="4800" dirty="0">
              <a:latin typeface="Arial Black"/>
              <a:ea typeface="微软雅黑"/>
            </a:endParaRPr>
          </a:p>
        </p:txBody>
      </p:sp>
    </p:spTree>
    <p:extLst>
      <p:ext uri="{BB962C8B-B14F-4D97-AF65-F5344CB8AC3E}">
        <p14:creationId xmlns:p14="http://schemas.microsoft.com/office/powerpoint/2010/main" val="434978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标题 1"/>
          <p:cNvSpPr txBox="1"/>
          <p:nvPr/>
        </p:nvSpPr>
        <p:spPr>
          <a:xfrm>
            <a:off x="1458495"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互联网企业商务楼宇</a:t>
            </a:r>
            <a:r>
              <a:rPr lang="zh-CN" altLang="en-US" b="1" dirty="0">
                <a:solidFill>
                  <a:srgbClr val="FFFFFF"/>
                </a:solidFill>
                <a:latin typeface="Arial Black"/>
                <a:ea typeface="微软雅黑"/>
              </a:rPr>
              <a:t>视频</a:t>
            </a:r>
            <a:r>
              <a:rPr lang="zh-CN" altLang="en-US" b="1" dirty="0" smtClean="0">
                <a:solidFill>
                  <a:srgbClr val="FFFFFF"/>
                </a:solidFill>
                <a:latin typeface="Arial Black"/>
                <a:ea typeface="微软雅黑"/>
              </a:rPr>
              <a:t>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graphicFrame>
        <p:nvGraphicFramePr>
          <p:cNvPr id="10" name="图表 9"/>
          <p:cNvGraphicFramePr/>
          <p:nvPr>
            <p:extLst>
              <p:ext uri="{D42A27DB-BD31-4B8C-83A1-F6EECF244321}">
                <p14:modId xmlns:p14="http://schemas.microsoft.com/office/powerpoint/2010/main" val="2786974553"/>
              </p:ext>
            </p:extLst>
          </p:nvPr>
        </p:nvGraphicFramePr>
        <p:xfrm>
          <a:off x="-286764" y="1513632"/>
          <a:ext cx="9218855" cy="5344368"/>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4542468" y="3424136"/>
            <a:ext cx="612726" cy="307777"/>
          </a:xfrm>
          <a:prstGeom prst="rect">
            <a:avLst/>
          </a:prstGeom>
          <a:solidFill>
            <a:srgbClr val="F1B015"/>
          </a:solidFill>
        </p:spPr>
        <p:txBody>
          <a:bodyPr wrap="square" rtlCol="0">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春节</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8" name="KSO_Shape"/>
          <p:cNvSpPr>
            <a:spLocks/>
          </p:cNvSpPr>
          <p:nvPr/>
        </p:nvSpPr>
        <p:spPr bwMode="auto">
          <a:xfrm>
            <a:off x="539552" y="143299"/>
            <a:ext cx="736476" cy="634306"/>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0000"/>
              </a:solidFill>
            </a:endParaRPr>
          </a:p>
        </p:txBody>
      </p:sp>
      <p:sp>
        <p:nvSpPr>
          <p:cNvPr id="13" name="TextBox 12"/>
          <p:cNvSpPr txBox="1"/>
          <p:nvPr/>
        </p:nvSpPr>
        <p:spPr>
          <a:xfrm>
            <a:off x="323528" y="1916832"/>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企业商务楼宇视频广告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4" name="内容占位符 2"/>
          <p:cNvSpPr txBox="1"/>
          <p:nvPr/>
        </p:nvSpPr>
        <p:spPr>
          <a:xfrm>
            <a:off x="251522" y="1052736"/>
            <a:ext cx="8612740" cy="1080120"/>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互联网企业对热门的节日以及营销节点的敏感度较高，在投放商务楼宇视频广告时，会形成多个投放高峰。</a:t>
            </a:r>
            <a:endParaRPr sz="2000" dirty="0">
              <a:solidFill>
                <a:prstClr val="white"/>
              </a:solidFill>
              <a:latin typeface="华文中宋" panose="02010600040101010101" pitchFamily="2" charset="-122"/>
              <a:ea typeface="华文中宋" panose="02010600040101010101" pitchFamily="2" charset="-122"/>
            </a:endParaRPr>
          </a:p>
        </p:txBody>
      </p:sp>
      <p:sp>
        <p:nvSpPr>
          <p:cNvPr id="16" name="TextBox 15"/>
          <p:cNvSpPr txBox="1"/>
          <p:nvPr/>
        </p:nvSpPr>
        <p:spPr>
          <a:xfrm>
            <a:off x="5155194" y="4437112"/>
            <a:ext cx="784958" cy="307777"/>
          </a:xfrm>
          <a:prstGeom prst="rect">
            <a:avLst/>
          </a:prstGeom>
          <a:solidFill>
            <a:srgbClr val="F1B015"/>
          </a:solidFill>
        </p:spPr>
        <p:txBody>
          <a:bodyPr wrap="square" rtlCol="0">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吃货节</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7" name="TextBox 16"/>
          <p:cNvSpPr txBox="1"/>
          <p:nvPr/>
        </p:nvSpPr>
        <p:spPr>
          <a:xfrm>
            <a:off x="8107841" y="2564904"/>
            <a:ext cx="612726" cy="307777"/>
          </a:xfrm>
          <a:prstGeom prst="rect">
            <a:avLst/>
          </a:prstGeom>
          <a:solidFill>
            <a:srgbClr val="F1B015"/>
          </a:solidFill>
        </p:spPr>
        <p:txBody>
          <a:bodyPr wrap="square" rtlCol="0">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春节</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8" name="矩形 17"/>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751271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8" name="KSO_Shape"/>
          <p:cNvSpPr>
            <a:spLocks/>
          </p:cNvSpPr>
          <p:nvPr/>
        </p:nvSpPr>
        <p:spPr bwMode="auto">
          <a:xfrm>
            <a:off x="683568" y="194328"/>
            <a:ext cx="736476" cy="634306"/>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0000"/>
              </a:solidFill>
            </a:endParaRPr>
          </a:p>
        </p:txBody>
      </p:sp>
      <p:sp>
        <p:nvSpPr>
          <p:cNvPr id="7" name="TextBox 6"/>
          <p:cNvSpPr txBox="1"/>
          <p:nvPr/>
        </p:nvSpPr>
        <p:spPr>
          <a:xfrm>
            <a:off x="1051806" y="1988840"/>
            <a:ext cx="7179382"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年商务楼宇视频广告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9" name="KSO_Shape"/>
          <p:cNvSpPr>
            <a:spLocks/>
          </p:cNvSpPr>
          <p:nvPr/>
        </p:nvSpPr>
        <p:spPr bwMode="auto">
          <a:xfrm>
            <a:off x="1187624" y="2988493"/>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1" name="KSO_Shape"/>
          <p:cNvSpPr>
            <a:spLocks/>
          </p:cNvSpPr>
          <p:nvPr/>
        </p:nvSpPr>
        <p:spPr bwMode="auto">
          <a:xfrm>
            <a:off x="6935044" y="2891505"/>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4" name="MH_Text_2"/>
          <p:cNvSpPr txBox="1">
            <a:spLocks noChangeArrowheads="1"/>
          </p:cNvSpPr>
          <p:nvPr>
            <p:custDataLst>
              <p:tags r:id="rId1"/>
            </p:custDataLst>
          </p:nvPr>
        </p:nvSpPr>
        <p:spPr bwMode="auto">
          <a:xfrm>
            <a:off x="1187624" y="4581128"/>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19.1%                         17.2%                            13.0%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5" name="KSO_Shape"/>
          <p:cNvSpPr>
            <a:spLocks/>
          </p:cNvSpPr>
          <p:nvPr/>
        </p:nvSpPr>
        <p:spPr bwMode="auto">
          <a:xfrm>
            <a:off x="3866888" y="2972182"/>
            <a:ext cx="1240532" cy="855216"/>
          </a:xfrm>
          <a:custGeom>
            <a:avLst/>
            <a:gdLst>
              <a:gd name="T0" fmla="*/ 319412206 w 11015"/>
              <a:gd name="T1" fmla="*/ 113428496 h 8233"/>
              <a:gd name="T2" fmla="*/ 303559804 w 11015"/>
              <a:gd name="T3" fmla="*/ 86871270 h 8233"/>
              <a:gd name="T4" fmla="*/ 318036421 w 11015"/>
              <a:gd name="T5" fmla="*/ 72950306 h 8233"/>
              <a:gd name="T6" fmla="*/ 326201892 w 11015"/>
              <a:gd name="T7" fmla="*/ 61269971 h 8233"/>
              <a:gd name="T8" fmla="*/ 318305525 w 11015"/>
              <a:gd name="T9" fmla="*/ 51800204 h 8233"/>
              <a:gd name="T10" fmla="*/ 296770118 w 11015"/>
              <a:gd name="T11" fmla="*/ 52875513 h 8233"/>
              <a:gd name="T12" fmla="*/ 294676434 w 11015"/>
              <a:gd name="T13" fmla="*/ 65153453 h 8233"/>
              <a:gd name="T14" fmla="*/ 277777017 w 11015"/>
              <a:gd name="T15" fmla="*/ 36863536 h 8233"/>
              <a:gd name="T16" fmla="*/ 257766994 w 11015"/>
              <a:gd name="T17" fmla="*/ 6930593 h 8233"/>
              <a:gd name="T18" fmla="*/ 201984305 w 11015"/>
              <a:gd name="T19" fmla="*/ 567543 h 8233"/>
              <a:gd name="T20" fmla="*/ 80727899 w 11015"/>
              <a:gd name="T21" fmla="*/ 3913371 h 8233"/>
              <a:gd name="T22" fmla="*/ 62781813 w 11015"/>
              <a:gd name="T23" fmla="*/ 16280977 h 8233"/>
              <a:gd name="T24" fmla="*/ 41605269 w 11015"/>
              <a:gd name="T25" fmla="*/ 64048082 h 8233"/>
              <a:gd name="T26" fmla="*/ 34097684 w 11015"/>
              <a:gd name="T27" fmla="*/ 57655316 h 8233"/>
              <a:gd name="T28" fmla="*/ 27397930 w 11015"/>
              <a:gd name="T29" fmla="*/ 51053327 h 8233"/>
              <a:gd name="T30" fmla="*/ 4157448 w 11015"/>
              <a:gd name="T31" fmla="*/ 54548427 h 8233"/>
              <a:gd name="T32" fmla="*/ 5802684 w 11015"/>
              <a:gd name="T33" fmla="*/ 70082527 h 8233"/>
              <a:gd name="T34" fmla="*/ 31884321 w 11015"/>
              <a:gd name="T35" fmla="*/ 74354392 h 8233"/>
              <a:gd name="T36" fmla="*/ 17228360 w 11015"/>
              <a:gd name="T37" fmla="*/ 103809458 h 8233"/>
              <a:gd name="T38" fmla="*/ 3140526 w 11015"/>
              <a:gd name="T39" fmla="*/ 125288164 h 8233"/>
              <a:gd name="T40" fmla="*/ 628140 w 11015"/>
              <a:gd name="T41" fmla="*/ 174071145 h 8233"/>
              <a:gd name="T42" fmla="*/ 7357987 w 11015"/>
              <a:gd name="T43" fmla="*/ 198298420 h 8233"/>
              <a:gd name="T44" fmla="*/ 16241357 w 11015"/>
              <a:gd name="T45" fmla="*/ 245886364 h 8233"/>
              <a:gd name="T46" fmla="*/ 61854477 w 11015"/>
              <a:gd name="T47" fmla="*/ 206842150 h 8233"/>
              <a:gd name="T48" fmla="*/ 226989354 w 11015"/>
              <a:gd name="T49" fmla="*/ 208634446 h 8233"/>
              <a:gd name="T50" fmla="*/ 271346367 w 11015"/>
              <a:gd name="T51" fmla="*/ 245946142 h 8233"/>
              <a:gd name="T52" fmla="*/ 317826983 w 11015"/>
              <a:gd name="T53" fmla="*/ 200299939 h 8233"/>
              <a:gd name="T54" fmla="*/ 327368413 w 11015"/>
              <a:gd name="T55" fmla="*/ 185243715 h 8233"/>
              <a:gd name="T56" fmla="*/ 80787738 w 11015"/>
              <a:gd name="T57" fmla="*/ 15026162 h 8233"/>
              <a:gd name="T58" fmla="*/ 219721126 w 11015"/>
              <a:gd name="T59" fmla="*/ 13831298 h 8233"/>
              <a:gd name="T60" fmla="*/ 265424177 w 11015"/>
              <a:gd name="T61" fmla="*/ 33159214 h 8233"/>
              <a:gd name="T62" fmla="*/ 164716175 w 11015"/>
              <a:gd name="T63" fmla="*/ 70948960 h 8233"/>
              <a:gd name="T64" fmla="*/ 64905417 w 11015"/>
              <a:gd name="T65" fmla="*/ 31456411 h 8233"/>
              <a:gd name="T66" fmla="*/ 28085736 w 11015"/>
              <a:gd name="T67" fmla="*/ 188679209 h 8233"/>
              <a:gd name="T68" fmla="*/ 19381883 w 11015"/>
              <a:gd name="T69" fmla="*/ 179089887 h 8233"/>
              <a:gd name="T70" fmla="*/ 23300148 w 11015"/>
              <a:gd name="T71" fmla="*/ 167051058 h 8233"/>
              <a:gd name="T72" fmla="*/ 35683080 w 11015"/>
              <a:gd name="T73" fmla="*/ 164332552 h 8233"/>
              <a:gd name="T74" fmla="*/ 44386932 w 11015"/>
              <a:gd name="T75" fmla="*/ 173921874 h 8233"/>
              <a:gd name="T76" fmla="*/ 40498588 w 11015"/>
              <a:gd name="T77" fmla="*/ 185960703 h 8233"/>
              <a:gd name="T78" fmla="*/ 81206440 w 11015"/>
              <a:gd name="T79" fmla="*/ 136162017 h 8233"/>
              <a:gd name="T80" fmla="*/ 59162572 w 11015"/>
              <a:gd name="T81" fmla="*/ 141240536 h 8233"/>
              <a:gd name="T82" fmla="*/ 29581373 w 11015"/>
              <a:gd name="T83" fmla="*/ 133981338 h 8233"/>
              <a:gd name="T84" fmla="*/ 24346990 w 11015"/>
              <a:gd name="T85" fmla="*/ 110500940 h 8233"/>
              <a:gd name="T86" fmla="*/ 31645137 w 11015"/>
              <a:gd name="T87" fmla="*/ 96759309 h 8233"/>
              <a:gd name="T88" fmla="*/ 62692054 w 11015"/>
              <a:gd name="T89" fmla="*/ 115400299 h 8233"/>
              <a:gd name="T90" fmla="*/ 81206440 w 11015"/>
              <a:gd name="T91" fmla="*/ 124899954 h 8233"/>
              <a:gd name="T92" fmla="*/ 217089061 w 11015"/>
              <a:gd name="T93" fmla="*/ 188111666 h 8233"/>
              <a:gd name="T94" fmla="*/ 112373036 w 11015"/>
              <a:gd name="T95" fmla="*/ 188111666 h 8233"/>
              <a:gd name="T96" fmla="*/ 114975181 w 11015"/>
              <a:gd name="T97" fmla="*/ 161345218 h 8233"/>
              <a:gd name="T98" fmla="*/ 266680284 w 11015"/>
              <a:gd name="T99" fmla="*/ 141150870 h 8233"/>
              <a:gd name="T100" fmla="*/ 247777115 w 11015"/>
              <a:gd name="T101" fmla="*/ 135176202 h 8233"/>
              <a:gd name="T102" fmla="*/ 250080064 w 11015"/>
              <a:gd name="T103" fmla="*/ 123197151 h 8233"/>
              <a:gd name="T104" fmla="*/ 282712204 w 11015"/>
              <a:gd name="T105" fmla="*/ 104078285 h 8233"/>
              <a:gd name="T106" fmla="*/ 300568704 w 11015"/>
              <a:gd name="T107" fmla="*/ 98043840 h 8233"/>
              <a:gd name="T108" fmla="*/ 304935590 w 11015"/>
              <a:gd name="T109" fmla="*/ 120448756 h 8233"/>
              <a:gd name="T110" fmla="*/ 294317398 w 11015"/>
              <a:gd name="T111" fmla="*/ 137685659 h 8233"/>
              <a:gd name="T112" fmla="*/ 296889797 w 11015"/>
              <a:gd name="T113" fmla="*/ 189246752 h 8233"/>
              <a:gd name="T114" fmla="*/ 286062167 w 11015"/>
              <a:gd name="T115" fmla="*/ 182017443 h 8233"/>
              <a:gd name="T116" fmla="*/ 286989504 w 11015"/>
              <a:gd name="T117" fmla="*/ 169381182 h 8233"/>
              <a:gd name="T118" fmla="*/ 298205743 w 11015"/>
              <a:gd name="T119" fmla="*/ 163765008 h 8233"/>
              <a:gd name="T120" fmla="*/ 309093211 w 11015"/>
              <a:gd name="T121" fmla="*/ 170994318 h 8233"/>
              <a:gd name="T122" fmla="*/ 308165875 w 11015"/>
              <a:gd name="T123" fmla="*/ 183660468 h 823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015" h="8233">
                <a:moveTo>
                  <a:pt x="10985" y="4535"/>
                </a:moveTo>
                <a:lnTo>
                  <a:pt x="10985" y="4535"/>
                </a:lnTo>
                <a:lnTo>
                  <a:pt x="10981" y="4498"/>
                </a:lnTo>
                <a:lnTo>
                  <a:pt x="10976" y="4458"/>
                </a:lnTo>
                <a:lnTo>
                  <a:pt x="10968" y="4413"/>
                </a:lnTo>
                <a:lnTo>
                  <a:pt x="10958" y="4363"/>
                </a:lnTo>
                <a:lnTo>
                  <a:pt x="10945" y="4310"/>
                </a:lnTo>
                <a:lnTo>
                  <a:pt x="10930" y="4254"/>
                </a:lnTo>
                <a:lnTo>
                  <a:pt x="10920" y="4225"/>
                </a:lnTo>
                <a:lnTo>
                  <a:pt x="10910" y="4194"/>
                </a:lnTo>
                <a:lnTo>
                  <a:pt x="10898" y="4164"/>
                </a:lnTo>
                <a:lnTo>
                  <a:pt x="10885" y="4132"/>
                </a:lnTo>
                <a:lnTo>
                  <a:pt x="10872" y="4100"/>
                </a:lnTo>
                <a:lnTo>
                  <a:pt x="10856" y="4068"/>
                </a:lnTo>
                <a:lnTo>
                  <a:pt x="10840" y="4035"/>
                </a:lnTo>
                <a:lnTo>
                  <a:pt x="10821" y="4002"/>
                </a:lnTo>
                <a:lnTo>
                  <a:pt x="10802" y="3969"/>
                </a:lnTo>
                <a:lnTo>
                  <a:pt x="10780" y="3935"/>
                </a:lnTo>
                <a:lnTo>
                  <a:pt x="10758" y="3900"/>
                </a:lnTo>
                <a:lnTo>
                  <a:pt x="10733" y="3866"/>
                </a:lnTo>
                <a:lnTo>
                  <a:pt x="10707" y="3831"/>
                </a:lnTo>
                <a:lnTo>
                  <a:pt x="10679" y="3797"/>
                </a:lnTo>
                <a:lnTo>
                  <a:pt x="10649" y="3762"/>
                </a:lnTo>
                <a:lnTo>
                  <a:pt x="10617" y="3727"/>
                </a:lnTo>
                <a:lnTo>
                  <a:pt x="10584" y="3693"/>
                </a:lnTo>
                <a:lnTo>
                  <a:pt x="10548" y="3657"/>
                </a:lnTo>
                <a:lnTo>
                  <a:pt x="10510" y="3623"/>
                </a:lnTo>
                <a:lnTo>
                  <a:pt x="10470" y="3589"/>
                </a:lnTo>
                <a:lnTo>
                  <a:pt x="10462" y="3551"/>
                </a:lnTo>
                <a:lnTo>
                  <a:pt x="10451" y="3513"/>
                </a:lnTo>
                <a:lnTo>
                  <a:pt x="10439" y="3475"/>
                </a:lnTo>
                <a:lnTo>
                  <a:pt x="10426" y="3437"/>
                </a:lnTo>
                <a:lnTo>
                  <a:pt x="10413" y="3399"/>
                </a:lnTo>
                <a:lnTo>
                  <a:pt x="10398" y="3360"/>
                </a:lnTo>
                <a:lnTo>
                  <a:pt x="10381" y="3322"/>
                </a:lnTo>
                <a:lnTo>
                  <a:pt x="10363" y="3283"/>
                </a:lnTo>
                <a:lnTo>
                  <a:pt x="10346" y="3245"/>
                </a:lnTo>
                <a:lnTo>
                  <a:pt x="10327" y="3206"/>
                </a:lnTo>
                <a:lnTo>
                  <a:pt x="10307" y="3168"/>
                </a:lnTo>
                <a:lnTo>
                  <a:pt x="10285" y="3130"/>
                </a:lnTo>
                <a:lnTo>
                  <a:pt x="10243" y="3054"/>
                </a:lnTo>
                <a:lnTo>
                  <a:pt x="10196" y="2981"/>
                </a:lnTo>
                <a:lnTo>
                  <a:pt x="10149" y="2908"/>
                </a:lnTo>
                <a:lnTo>
                  <a:pt x="10102" y="2837"/>
                </a:lnTo>
                <a:lnTo>
                  <a:pt x="10052" y="2770"/>
                </a:lnTo>
                <a:lnTo>
                  <a:pt x="10003" y="2706"/>
                </a:lnTo>
                <a:lnTo>
                  <a:pt x="9956" y="2644"/>
                </a:lnTo>
                <a:lnTo>
                  <a:pt x="9908" y="2586"/>
                </a:lnTo>
                <a:lnTo>
                  <a:pt x="9863" y="2533"/>
                </a:lnTo>
                <a:lnTo>
                  <a:pt x="9820" y="2483"/>
                </a:lnTo>
                <a:lnTo>
                  <a:pt x="9881" y="2486"/>
                </a:lnTo>
                <a:lnTo>
                  <a:pt x="9949" y="2489"/>
                </a:lnTo>
                <a:lnTo>
                  <a:pt x="9976" y="2490"/>
                </a:lnTo>
                <a:lnTo>
                  <a:pt x="10009" y="2491"/>
                </a:lnTo>
                <a:lnTo>
                  <a:pt x="10092" y="2490"/>
                </a:lnTo>
                <a:lnTo>
                  <a:pt x="10193" y="2487"/>
                </a:lnTo>
                <a:lnTo>
                  <a:pt x="10303" y="2481"/>
                </a:lnTo>
                <a:lnTo>
                  <a:pt x="10360" y="2476"/>
                </a:lnTo>
                <a:lnTo>
                  <a:pt x="10418" y="2471"/>
                </a:lnTo>
                <a:lnTo>
                  <a:pt x="10475" y="2464"/>
                </a:lnTo>
                <a:lnTo>
                  <a:pt x="10529" y="2458"/>
                </a:lnTo>
                <a:lnTo>
                  <a:pt x="10583" y="2450"/>
                </a:lnTo>
                <a:lnTo>
                  <a:pt x="10633" y="2442"/>
                </a:lnTo>
                <a:lnTo>
                  <a:pt x="10680" y="2432"/>
                </a:lnTo>
                <a:lnTo>
                  <a:pt x="10722" y="2422"/>
                </a:lnTo>
                <a:lnTo>
                  <a:pt x="10732" y="2418"/>
                </a:lnTo>
                <a:lnTo>
                  <a:pt x="10741" y="2414"/>
                </a:lnTo>
                <a:lnTo>
                  <a:pt x="10759" y="2405"/>
                </a:lnTo>
                <a:lnTo>
                  <a:pt x="10776" y="2393"/>
                </a:lnTo>
                <a:lnTo>
                  <a:pt x="10792" y="2380"/>
                </a:lnTo>
                <a:lnTo>
                  <a:pt x="10806" y="2363"/>
                </a:lnTo>
                <a:lnTo>
                  <a:pt x="10821" y="2346"/>
                </a:lnTo>
                <a:lnTo>
                  <a:pt x="10834" y="2327"/>
                </a:lnTo>
                <a:lnTo>
                  <a:pt x="10844" y="2305"/>
                </a:lnTo>
                <a:lnTo>
                  <a:pt x="10855" y="2284"/>
                </a:lnTo>
                <a:lnTo>
                  <a:pt x="10865" y="2260"/>
                </a:lnTo>
                <a:lnTo>
                  <a:pt x="10874" y="2236"/>
                </a:lnTo>
                <a:lnTo>
                  <a:pt x="10881" y="2211"/>
                </a:lnTo>
                <a:lnTo>
                  <a:pt x="10888" y="2185"/>
                </a:lnTo>
                <a:lnTo>
                  <a:pt x="10893" y="2158"/>
                </a:lnTo>
                <a:lnTo>
                  <a:pt x="10898" y="2131"/>
                </a:lnTo>
                <a:lnTo>
                  <a:pt x="10901" y="2104"/>
                </a:lnTo>
                <a:lnTo>
                  <a:pt x="10905" y="2077"/>
                </a:lnTo>
                <a:lnTo>
                  <a:pt x="10906" y="2051"/>
                </a:lnTo>
                <a:lnTo>
                  <a:pt x="10907" y="2023"/>
                </a:lnTo>
                <a:lnTo>
                  <a:pt x="10907" y="1997"/>
                </a:lnTo>
                <a:lnTo>
                  <a:pt x="10906" y="1972"/>
                </a:lnTo>
                <a:lnTo>
                  <a:pt x="10905" y="1948"/>
                </a:lnTo>
                <a:lnTo>
                  <a:pt x="10902" y="1924"/>
                </a:lnTo>
                <a:lnTo>
                  <a:pt x="10899" y="1901"/>
                </a:lnTo>
                <a:lnTo>
                  <a:pt x="10894" y="1880"/>
                </a:lnTo>
                <a:lnTo>
                  <a:pt x="10889" y="1860"/>
                </a:lnTo>
                <a:lnTo>
                  <a:pt x="10883" y="1842"/>
                </a:lnTo>
                <a:lnTo>
                  <a:pt x="10876" y="1826"/>
                </a:lnTo>
                <a:lnTo>
                  <a:pt x="10869" y="1811"/>
                </a:lnTo>
                <a:lnTo>
                  <a:pt x="10861" y="1800"/>
                </a:lnTo>
                <a:lnTo>
                  <a:pt x="10851" y="1789"/>
                </a:lnTo>
                <a:lnTo>
                  <a:pt x="10842" y="1782"/>
                </a:lnTo>
                <a:lnTo>
                  <a:pt x="10830" y="1776"/>
                </a:lnTo>
                <a:lnTo>
                  <a:pt x="10816" y="1770"/>
                </a:lnTo>
                <a:lnTo>
                  <a:pt x="10801" y="1764"/>
                </a:lnTo>
                <a:lnTo>
                  <a:pt x="10783" y="1759"/>
                </a:lnTo>
                <a:lnTo>
                  <a:pt x="10741" y="1750"/>
                </a:lnTo>
                <a:lnTo>
                  <a:pt x="10694" y="1741"/>
                </a:lnTo>
                <a:lnTo>
                  <a:pt x="10642" y="1734"/>
                </a:lnTo>
                <a:lnTo>
                  <a:pt x="10585" y="1727"/>
                </a:lnTo>
                <a:lnTo>
                  <a:pt x="10527" y="1722"/>
                </a:lnTo>
                <a:lnTo>
                  <a:pt x="10466" y="1718"/>
                </a:lnTo>
                <a:lnTo>
                  <a:pt x="10405" y="1714"/>
                </a:lnTo>
                <a:lnTo>
                  <a:pt x="10346" y="1711"/>
                </a:lnTo>
                <a:lnTo>
                  <a:pt x="10288" y="1709"/>
                </a:lnTo>
                <a:lnTo>
                  <a:pt x="10233" y="1708"/>
                </a:lnTo>
                <a:lnTo>
                  <a:pt x="10182" y="1708"/>
                </a:lnTo>
                <a:lnTo>
                  <a:pt x="10137" y="1708"/>
                </a:lnTo>
                <a:lnTo>
                  <a:pt x="10099" y="1709"/>
                </a:lnTo>
                <a:lnTo>
                  <a:pt x="10068" y="1712"/>
                </a:lnTo>
                <a:lnTo>
                  <a:pt x="10044" y="1714"/>
                </a:lnTo>
                <a:lnTo>
                  <a:pt x="10021" y="1718"/>
                </a:lnTo>
                <a:lnTo>
                  <a:pt x="10002" y="1722"/>
                </a:lnTo>
                <a:lnTo>
                  <a:pt x="9984" y="1727"/>
                </a:lnTo>
                <a:lnTo>
                  <a:pt x="9970" y="1734"/>
                </a:lnTo>
                <a:lnTo>
                  <a:pt x="9957" y="1740"/>
                </a:lnTo>
                <a:lnTo>
                  <a:pt x="9946" y="1747"/>
                </a:lnTo>
                <a:lnTo>
                  <a:pt x="9937" y="1754"/>
                </a:lnTo>
                <a:lnTo>
                  <a:pt x="9929" y="1762"/>
                </a:lnTo>
                <a:lnTo>
                  <a:pt x="9922" y="1770"/>
                </a:lnTo>
                <a:lnTo>
                  <a:pt x="9911" y="1784"/>
                </a:lnTo>
                <a:lnTo>
                  <a:pt x="9901" y="1798"/>
                </a:lnTo>
                <a:lnTo>
                  <a:pt x="9893" y="1810"/>
                </a:lnTo>
                <a:lnTo>
                  <a:pt x="9891" y="1814"/>
                </a:lnTo>
                <a:lnTo>
                  <a:pt x="9888" y="1818"/>
                </a:lnTo>
                <a:lnTo>
                  <a:pt x="9885" y="1833"/>
                </a:lnTo>
                <a:lnTo>
                  <a:pt x="9882" y="1852"/>
                </a:lnTo>
                <a:lnTo>
                  <a:pt x="9880" y="1874"/>
                </a:lnTo>
                <a:lnTo>
                  <a:pt x="9875" y="1930"/>
                </a:lnTo>
                <a:lnTo>
                  <a:pt x="9873" y="1990"/>
                </a:lnTo>
                <a:lnTo>
                  <a:pt x="9872" y="2049"/>
                </a:lnTo>
                <a:lnTo>
                  <a:pt x="9872" y="2100"/>
                </a:lnTo>
                <a:lnTo>
                  <a:pt x="9872" y="2149"/>
                </a:lnTo>
                <a:lnTo>
                  <a:pt x="9872" y="2156"/>
                </a:lnTo>
                <a:lnTo>
                  <a:pt x="9869" y="2162"/>
                </a:lnTo>
                <a:lnTo>
                  <a:pt x="9868" y="2168"/>
                </a:lnTo>
                <a:lnTo>
                  <a:pt x="9865" y="2172"/>
                </a:lnTo>
                <a:lnTo>
                  <a:pt x="9861" y="2176"/>
                </a:lnTo>
                <a:lnTo>
                  <a:pt x="9856" y="2179"/>
                </a:lnTo>
                <a:lnTo>
                  <a:pt x="9852" y="2181"/>
                </a:lnTo>
                <a:lnTo>
                  <a:pt x="9846" y="2183"/>
                </a:lnTo>
                <a:lnTo>
                  <a:pt x="9833" y="2186"/>
                </a:lnTo>
                <a:lnTo>
                  <a:pt x="9817" y="2186"/>
                </a:lnTo>
                <a:lnTo>
                  <a:pt x="9801" y="2185"/>
                </a:lnTo>
                <a:lnTo>
                  <a:pt x="9782" y="2181"/>
                </a:lnTo>
                <a:lnTo>
                  <a:pt x="9743" y="2173"/>
                </a:lnTo>
                <a:lnTo>
                  <a:pt x="9701" y="2162"/>
                </a:lnTo>
                <a:lnTo>
                  <a:pt x="9662" y="2153"/>
                </a:lnTo>
                <a:lnTo>
                  <a:pt x="9643" y="2148"/>
                </a:lnTo>
                <a:lnTo>
                  <a:pt x="9625" y="2144"/>
                </a:lnTo>
                <a:lnTo>
                  <a:pt x="9622" y="2144"/>
                </a:lnTo>
                <a:lnTo>
                  <a:pt x="9584" y="2025"/>
                </a:lnTo>
                <a:lnTo>
                  <a:pt x="9540" y="1894"/>
                </a:lnTo>
                <a:lnTo>
                  <a:pt x="9491" y="1756"/>
                </a:lnTo>
                <a:lnTo>
                  <a:pt x="9438" y="1611"/>
                </a:lnTo>
                <a:lnTo>
                  <a:pt x="9410" y="1536"/>
                </a:lnTo>
                <a:lnTo>
                  <a:pt x="9380" y="1462"/>
                </a:lnTo>
                <a:lnTo>
                  <a:pt x="9349" y="1386"/>
                </a:lnTo>
                <a:lnTo>
                  <a:pt x="9319" y="1310"/>
                </a:lnTo>
                <a:lnTo>
                  <a:pt x="9287" y="1234"/>
                </a:lnTo>
                <a:lnTo>
                  <a:pt x="9252" y="1160"/>
                </a:lnTo>
                <a:lnTo>
                  <a:pt x="9219" y="1085"/>
                </a:lnTo>
                <a:lnTo>
                  <a:pt x="9183" y="1012"/>
                </a:lnTo>
                <a:lnTo>
                  <a:pt x="9148" y="939"/>
                </a:lnTo>
                <a:lnTo>
                  <a:pt x="9111" y="868"/>
                </a:lnTo>
                <a:lnTo>
                  <a:pt x="9073" y="798"/>
                </a:lnTo>
                <a:lnTo>
                  <a:pt x="9035" y="731"/>
                </a:lnTo>
                <a:lnTo>
                  <a:pt x="8996" y="667"/>
                </a:lnTo>
                <a:lnTo>
                  <a:pt x="8956" y="604"/>
                </a:lnTo>
                <a:lnTo>
                  <a:pt x="8916" y="545"/>
                </a:lnTo>
                <a:lnTo>
                  <a:pt x="8875" y="488"/>
                </a:lnTo>
                <a:lnTo>
                  <a:pt x="8833" y="436"/>
                </a:lnTo>
                <a:lnTo>
                  <a:pt x="8813" y="410"/>
                </a:lnTo>
                <a:lnTo>
                  <a:pt x="8791" y="386"/>
                </a:lnTo>
                <a:lnTo>
                  <a:pt x="8770" y="364"/>
                </a:lnTo>
                <a:lnTo>
                  <a:pt x="8749" y="341"/>
                </a:lnTo>
                <a:lnTo>
                  <a:pt x="8727" y="320"/>
                </a:lnTo>
                <a:lnTo>
                  <a:pt x="8706" y="300"/>
                </a:lnTo>
                <a:lnTo>
                  <a:pt x="8684" y="281"/>
                </a:lnTo>
                <a:lnTo>
                  <a:pt x="8662" y="263"/>
                </a:lnTo>
                <a:lnTo>
                  <a:pt x="8640" y="247"/>
                </a:lnTo>
                <a:lnTo>
                  <a:pt x="8618" y="232"/>
                </a:lnTo>
                <a:lnTo>
                  <a:pt x="8596" y="218"/>
                </a:lnTo>
                <a:lnTo>
                  <a:pt x="8573" y="205"/>
                </a:lnTo>
                <a:lnTo>
                  <a:pt x="8551" y="194"/>
                </a:lnTo>
                <a:lnTo>
                  <a:pt x="8530" y="183"/>
                </a:lnTo>
                <a:lnTo>
                  <a:pt x="8498" y="173"/>
                </a:lnTo>
                <a:lnTo>
                  <a:pt x="8461" y="162"/>
                </a:lnTo>
                <a:lnTo>
                  <a:pt x="8418" y="151"/>
                </a:lnTo>
                <a:lnTo>
                  <a:pt x="8370" y="141"/>
                </a:lnTo>
                <a:lnTo>
                  <a:pt x="8316" y="131"/>
                </a:lnTo>
                <a:lnTo>
                  <a:pt x="8257" y="122"/>
                </a:lnTo>
                <a:lnTo>
                  <a:pt x="8193" y="112"/>
                </a:lnTo>
                <a:lnTo>
                  <a:pt x="8123" y="104"/>
                </a:lnTo>
                <a:lnTo>
                  <a:pt x="8050" y="95"/>
                </a:lnTo>
                <a:lnTo>
                  <a:pt x="7972" y="87"/>
                </a:lnTo>
                <a:lnTo>
                  <a:pt x="7889" y="79"/>
                </a:lnTo>
                <a:lnTo>
                  <a:pt x="7802" y="72"/>
                </a:lnTo>
                <a:lnTo>
                  <a:pt x="7617" y="58"/>
                </a:lnTo>
                <a:lnTo>
                  <a:pt x="7418" y="46"/>
                </a:lnTo>
                <a:lnTo>
                  <a:pt x="7206" y="35"/>
                </a:lnTo>
                <a:lnTo>
                  <a:pt x="6985" y="26"/>
                </a:lnTo>
                <a:lnTo>
                  <a:pt x="6753" y="19"/>
                </a:lnTo>
                <a:lnTo>
                  <a:pt x="6513" y="12"/>
                </a:lnTo>
                <a:lnTo>
                  <a:pt x="6267" y="7"/>
                </a:lnTo>
                <a:lnTo>
                  <a:pt x="6017" y="3"/>
                </a:lnTo>
                <a:lnTo>
                  <a:pt x="5762" y="1"/>
                </a:lnTo>
                <a:lnTo>
                  <a:pt x="5507" y="0"/>
                </a:lnTo>
                <a:lnTo>
                  <a:pt x="5253" y="1"/>
                </a:lnTo>
                <a:lnTo>
                  <a:pt x="4998" y="3"/>
                </a:lnTo>
                <a:lnTo>
                  <a:pt x="4748" y="7"/>
                </a:lnTo>
                <a:lnTo>
                  <a:pt x="4502" y="12"/>
                </a:lnTo>
                <a:lnTo>
                  <a:pt x="4262" y="19"/>
                </a:lnTo>
                <a:lnTo>
                  <a:pt x="4030" y="26"/>
                </a:lnTo>
                <a:lnTo>
                  <a:pt x="3809" y="35"/>
                </a:lnTo>
                <a:lnTo>
                  <a:pt x="3597" y="46"/>
                </a:lnTo>
                <a:lnTo>
                  <a:pt x="3398" y="58"/>
                </a:lnTo>
                <a:lnTo>
                  <a:pt x="3213" y="72"/>
                </a:lnTo>
                <a:lnTo>
                  <a:pt x="3126" y="79"/>
                </a:lnTo>
                <a:lnTo>
                  <a:pt x="3043" y="87"/>
                </a:lnTo>
                <a:lnTo>
                  <a:pt x="2965" y="95"/>
                </a:lnTo>
                <a:lnTo>
                  <a:pt x="2892" y="104"/>
                </a:lnTo>
                <a:lnTo>
                  <a:pt x="2822" y="112"/>
                </a:lnTo>
                <a:lnTo>
                  <a:pt x="2758" y="122"/>
                </a:lnTo>
                <a:lnTo>
                  <a:pt x="2699" y="131"/>
                </a:lnTo>
                <a:lnTo>
                  <a:pt x="2645" y="141"/>
                </a:lnTo>
                <a:lnTo>
                  <a:pt x="2597" y="151"/>
                </a:lnTo>
                <a:lnTo>
                  <a:pt x="2554" y="162"/>
                </a:lnTo>
                <a:lnTo>
                  <a:pt x="2516" y="173"/>
                </a:lnTo>
                <a:lnTo>
                  <a:pt x="2485" y="183"/>
                </a:lnTo>
                <a:lnTo>
                  <a:pt x="2463" y="194"/>
                </a:lnTo>
                <a:lnTo>
                  <a:pt x="2442" y="205"/>
                </a:lnTo>
                <a:lnTo>
                  <a:pt x="2419" y="218"/>
                </a:lnTo>
                <a:lnTo>
                  <a:pt x="2397" y="232"/>
                </a:lnTo>
                <a:lnTo>
                  <a:pt x="2375" y="247"/>
                </a:lnTo>
                <a:lnTo>
                  <a:pt x="2353" y="263"/>
                </a:lnTo>
                <a:lnTo>
                  <a:pt x="2331" y="281"/>
                </a:lnTo>
                <a:lnTo>
                  <a:pt x="2309" y="300"/>
                </a:lnTo>
                <a:lnTo>
                  <a:pt x="2288" y="320"/>
                </a:lnTo>
                <a:lnTo>
                  <a:pt x="2266" y="341"/>
                </a:lnTo>
                <a:lnTo>
                  <a:pt x="2245" y="364"/>
                </a:lnTo>
                <a:lnTo>
                  <a:pt x="2224" y="386"/>
                </a:lnTo>
                <a:lnTo>
                  <a:pt x="2202" y="410"/>
                </a:lnTo>
                <a:lnTo>
                  <a:pt x="2182" y="436"/>
                </a:lnTo>
                <a:lnTo>
                  <a:pt x="2141" y="488"/>
                </a:lnTo>
                <a:lnTo>
                  <a:pt x="2099" y="545"/>
                </a:lnTo>
                <a:lnTo>
                  <a:pt x="2059" y="604"/>
                </a:lnTo>
                <a:lnTo>
                  <a:pt x="2020" y="667"/>
                </a:lnTo>
                <a:lnTo>
                  <a:pt x="1981" y="731"/>
                </a:lnTo>
                <a:lnTo>
                  <a:pt x="1942" y="798"/>
                </a:lnTo>
                <a:lnTo>
                  <a:pt x="1905" y="868"/>
                </a:lnTo>
                <a:lnTo>
                  <a:pt x="1868" y="939"/>
                </a:lnTo>
                <a:lnTo>
                  <a:pt x="1831" y="1012"/>
                </a:lnTo>
                <a:lnTo>
                  <a:pt x="1797" y="1085"/>
                </a:lnTo>
                <a:lnTo>
                  <a:pt x="1763" y="1160"/>
                </a:lnTo>
                <a:lnTo>
                  <a:pt x="1730" y="1234"/>
                </a:lnTo>
                <a:lnTo>
                  <a:pt x="1696" y="1310"/>
                </a:lnTo>
                <a:lnTo>
                  <a:pt x="1666" y="1386"/>
                </a:lnTo>
                <a:lnTo>
                  <a:pt x="1635" y="1462"/>
                </a:lnTo>
                <a:lnTo>
                  <a:pt x="1605" y="1536"/>
                </a:lnTo>
                <a:lnTo>
                  <a:pt x="1577" y="1611"/>
                </a:lnTo>
                <a:lnTo>
                  <a:pt x="1523" y="1756"/>
                </a:lnTo>
                <a:lnTo>
                  <a:pt x="1475" y="1894"/>
                </a:lnTo>
                <a:lnTo>
                  <a:pt x="1431" y="2025"/>
                </a:lnTo>
                <a:lnTo>
                  <a:pt x="1393" y="2144"/>
                </a:lnTo>
                <a:lnTo>
                  <a:pt x="1391" y="2144"/>
                </a:lnTo>
                <a:lnTo>
                  <a:pt x="1373" y="2148"/>
                </a:lnTo>
                <a:lnTo>
                  <a:pt x="1354" y="2153"/>
                </a:lnTo>
                <a:lnTo>
                  <a:pt x="1314" y="2162"/>
                </a:lnTo>
                <a:lnTo>
                  <a:pt x="1274" y="2173"/>
                </a:lnTo>
                <a:lnTo>
                  <a:pt x="1233" y="2181"/>
                </a:lnTo>
                <a:lnTo>
                  <a:pt x="1215" y="2185"/>
                </a:lnTo>
                <a:lnTo>
                  <a:pt x="1198" y="2186"/>
                </a:lnTo>
                <a:lnTo>
                  <a:pt x="1182" y="2186"/>
                </a:lnTo>
                <a:lnTo>
                  <a:pt x="1169" y="2183"/>
                </a:lnTo>
                <a:lnTo>
                  <a:pt x="1163" y="2181"/>
                </a:lnTo>
                <a:lnTo>
                  <a:pt x="1159" y="2179"/>
                </a:lnTo>
                <a:lnTo>
                  <a:pt x="1154" y="2176"/>
                </a:lnTo>
                <a:lnTo>
                  <a:pt x="1150" y="2172"/>
                </a:lnTo>
                <a:lnTo>
                  <a:pt x="1147" y="2168"/>
                </a:lnTo>
                <a:lnTo>
                  <a:pt x="1146" y="2162"/>
                </a:lnTo>
                <a:lnTo>
                  <a:pt x="1143" y="2156"/>
                </a:lnTo>
                <a:lnTo>
                  <a:pt x="1143" y="2149"/>
                </a:lnTo>
                <a:lnTo>
                  <a:pt x="1143" y="2100"/>
                </a:lnTo>
                <a:lnTo>
                  <a:pt x="1143" y="2049"/>
                </a:lnTo>
                <a:lnTo>
                  <a:pt x="1142" y="1990"/>
                </a:lnTo>
                <a:lnTo>
                  <a:pt x="1140" y="1930"/>
                </a:lnTo>
                <a:lnTo>
                  <a:pt x="1136" y="1874"/>
                </a:lnTo>
                <a:lnTo>
                  <a:pt x="1133" y="1852"/>
                </a:lnTo>
                <a:lnTo>
                  <a:pt x="1130" y="1833"/>
                </a:lnTo>
                <a:lnTo>
                  <a:pt x="1127" y="1818"/>
                </a:lnTo>
                <a:lnTo>
                  <a:pt x="1124" y="1814"/>
                </a:lnTo>
                <a:lnTo>
                  <a:pt x="1122" y="1810"/>
                </a:lnTo>
                <a:lnTo>
                  <a:pt x="1114" y="1798"/>
                </a:lnTo>
                <a:lnTo>
                  <a:pt x="1104" y="1784"/>
                </a:lnTo>
                <a:lnTo>
                  <a:pt x="1093" y="1770"/>
                </a:lnTo>
                <a:lnTo>
                  <a:pt x="1086" y="1762"/>
                </a:lnTo>
                <a:lnTo>
                  <a:pt x="1078" y="1754"/>
                </a:lnTo>
                <a:lnTo>
                  <a:pt x="1069" y="1747"/>
                </a:lnTo>
                <a:lnTo>
                  <a:pt x="1058" y="1740"/>
                </a:lnTo>
                <a:lnTo>
                  <a:pt x="1045" y="1734"/>
                </a:lnTo>
                <a:lnTo>
                  <a:pt x="1031" y="1727"/>
                </a:lnTo>
                <a:lnTo>
                  <a:pt x="1013" y="1722"/>
                </a:lnTo>
                <a:lnTo>
                  <a:pt x="994" y="1718"/>
                </a:lnTo>
                <a:lnTo>
                  <a:pt x="971" y="1714"/>
                </a:lnTo>
                <a:lnTo>
                  <a:pt x="947" y="1712"/>
                </a:lnTo>
                <a:lnTo>
                  <a:pt x="916" y="1709"/>
                </a:lnTo>
                <a:lnTo>
                  <a:pt x="878" y="1708"/>
                </a:lnTo>
                <a:lnTo>
                  <a:pt x="833" y="1708"/>
                </a:lnTo>
                <a:lnTo>
                  <a:pt x="782" y="1708"/>
                </a:lnTo>
                <a:lnTo>
                  <a:pt x="727" y="1709"/>
                </a:lnTo>
                <a:lnTo>
                  <a:pt x="669" y="1711"/>
                </a:lnTo>
                <a:lnTo>
                  <a:pt x="610" y="1714"/>
                </a:lnTo>
                <a:lnTo>
                  <a:pt x="548" y="1718"/>
                </a:lnTo>
                <a:lnTo>
                  <a:pt x="488" y="1722"/>
                </a:lnTo>
                <a:lnTo>
                  <a:pt x="430" y="1727"/>
                </a:lnTo>
                <a:lnTo>
                  <a:pt x="373" y="1734"/>
                </a:lnTo>
                <a:lnTo>
                  <a:pt x="321" y="1741"/>
                </a:lnTo>
                <a:lnTo>
                  <a:pt x="274" y="1750"/>
                </a:lnTo>
                <a:lnTo>
                  <a:pt x="233" y="1759"/>
                </a:lnTo>
                <a:lnTo>
                  <a:pt x="216" y="1764"/>
                </a:lnTo>
                <a:lnTo>
                  <a:pt x="199" y="1770"/>
                </a:lnTo>
                <a:lnTo>
                  <a:pt x="185" y="1776"/>
                </a:lnTo>
                <a:lnTo>
                  <a:pt x="174" y="1782"/>
                </a:lnTo>
                <a:lnTo>
                  <a:pt x="163" y="1789"/>
                </a:lnTo>
                <a:lnTo>
                  <a:pt x="155" y="1800"/>
                </a:lnTo>
                <a:lnTo>
                  <a:pt x="147" y="1811"/>
                </a:lnTo>
                <a:lnTo>
                  <a:pt x="139" y="1826"/>
                </a:lnTo>
                <a:lnTo>
                  <a:pt x="131" y="1842"/>
                </a:lnTo>
                <a:lnTo>
                  <a:pt x="126" y="1860"/>
                </a:lnTo>
                <a:lnTo>
                  <a:pt x="121" y="1880"/>
                </a:lnTo>
                <a:lnTo>
                  <a:pt x="116" y="1901"/>
                </a:lnTo>
                <a:lnTo>
                  <a:pt x="113" y="1924"/>
                </a:lnTo>
                <a:lnTo>
                  <a:pt x="110" y="1948"/>
                </a:lnTo>
                <a:lnTo>
                  <a:pt x="109" y="1972"/>
                </a:lnTo>
                <a:lnTo>
                  <a:pt x="108" y="1997"/>
                </a:lnTo>
                <a:lnTo>
                  <a:pt x="108" y="2023"/>
                </a:lnTo>
                <a:lnTo>
                  <a:pt x="109" y="2051"/>
                </a:lnTo>
                <a:lnTo>
                  <a:pt x="110" y="2077"/>
                </a:lnTo>
                <a:lnTo>
                  <a:pt x="114" y="2104"/>
                </a:lnTo>
                <a:lnTo>
                  <a:pt x="117" y="2131"/>
                </a:lnTo>
                <a:lnTo>
                  <a:pt x="122" y="2158"/>
                </a:lnTo>
                <a:lnTo>
                  <a:pt x="127" y="2185"/>
                </a:lnTo>
                <a:lnTo>
                  <a:pt x="134" y="2211"/>
                </a:lnTo>
                <a:lnTo>
                  <a:pt x="141" y="2236"/>
                </a:lnTo>
                <a:lnTo>
                  <a:pt x="150" y="2260"/>
                </a:lnTo>
                <a:lnTo>
                  <a:pt x="160" y="2284"/>
                </a:lnTo>
                <a:lnTo>
                  <a:pt x="171" y="2305"/>
                </a:lnTo>
                <a:lnTo>
                  <a:pt x="182" y="2327"/>
                </a:lnTo>
                <a:lnTo>
                  <a:pt x="194" y="2346"/>
                </a:lnTo>
                <a:lnTo>
                  <a:pt x="208" y="2363"/>
                </a:lnTo>
                <a:lnTo>
                  <a:pt x="223" y="2380"/>
                </a:lnTo>
                <a:lnTo>
                  <a:pt x="239" y="2393"/>
                </a:lnTo>
                <a:lnTo>
                  <a:pt x="256" y="2405"/>
                </a:lnTo>
                <a:lnTo>
                  <a:pt x="275" y="2414"/>
                </a:lnTo>
                <a:lnTo>
                  <a:pt x="284" y="2418"/>
                </a:lnTo>
                <a:lnTo>
                  <a:pt x="294" y="2422"/>
                </a:lnTo>
                <a:lnTo>
                  <a:pt x="335" y="2432"/>
                </a:lnTo>
                <a:lnTo>
                  <a:pt x="383" y="2442"/>
                </a:lnTo>
                <a:lnTo>
                  <a:pt x="432" y="2450"/>
                </a:lnTo>
                <a:lnTo>
                  <a:pt x="486" y="2458"/>
                </a:lnTo>
                <a:lnTo>
                  <a:pt x="541" y="2464"/>
                </a:lnTo>
                <a:lnTo>
                  <a:pt x="598" y="2471"/>
                </a:lnTo>
                <a:lnTo>
                  <a:pt x="655" y="2476"/>
                </a:lnTo>
                <a:lnTo>
                  <a:pt x="712" y="2481"/>
                </a:lnTo>
                <a:lnTo>
                  <a:pt x="822" y="2487"/>
                </a:lnTo>
                <a:lnTo>
                  <a:pt x="923" y="2490"/>
                </a:lnTo>
                <a:lnTo>
                  <a:pt x="1006" y="2491"/>
                </a:lnTo>
                <a:lnTo>
                  <a:pt x="1040" y="2490"/>
                </a:lnTo>
                <a:lnTo>
                  <a:pt x="1066" y="2489"/>
                </a:lnTo>
                <a:lnTo>
                  <a:pt x="1135" y="2486"/>
                </a:lnTo>
                <a:lnTo>
                  <a:pt x="1195" y="2483"/>
                </a:lnTo>
                <a:lnTo>
                  <a:pt x="1153" y="2533"/>
                </a:lnTo>
                <a:lnTo>
                  <a:pt x="1106" y="2586"/>
                </a:lnTo>
                <a:lnTo>
                  <a:pt x="1060" y="2644"/>
                </a:lnTo>
                <a:lnTo>
                  <a:pt x="1012" y="2706"/>
                </a:lnTo>
                <a:lnTo>
                  <a:pt x="963" y="2770"/>
                </a:lnTo>
                <a:lnTo>
                  <a:pt x="913" y="2837"/>
                </a:lnTo>
                <a:lnTo>
                  <a:pt x="866" y="2908"/>
                </a:lnTo>
                <a:lnTo>
                  <a:pt x="819" y="2981"/>
                </a:lnTo>
                <a:lnTo>
                  <a:pt x="772" y="3054"/>
                </a:lnTo>
                <a:lnTo>
                  <a:pt x="730" y="3130"/>
                </a:lnTo>
                <a:lnTo>
                  <a:pt x="708" y="3168"/>
                </a:lnTo>
                <a:lnTo>
                  <a:pt x="688" y="3206"/>
                </a:lnTo>
                <a:lnTo>
                  <a:pt x="669" y="3245"/>
                </a:lnTo>
                <a:lnTo>
                  <a:pt x="652" y="3283"/>
                </a:lnTo>
                <a:lnTo>
                  <a:pt x="634" y="3322"/>
                </a:lnTo>
                <a:lnTo>
                  <a:pt x="617" y="3360"/>
                </a:lnTo>
                <a:lnTo>
                  <a:pt x="603" y="3399"/>
                </a:lnTo>
                <a:lnTo>
                  <a:pt x="589" y="3437"/>
                </a:lnTo>
                <a:lnTo>
                  <a:pt x="576" y="3475"/>
                </a:lnTo>
                <a:lnTo>
                  <a:pt x="564" y="3513"/>
                </a:lnTo>
                <a:lnTo>
                  <a:pt x="554" y="3551"/>
                </a:lnTo>
                <a:lnTo>
                  <a:pt x="545" y="3589"/>
                </a:lnTo>
                <a:lnTo>
                  <a:pt x="505" y="3623"/>
                </a:lnTo>
                <a:lnTo>
                  <a:pt x="467" y="3657"/>
                </a:lnTo>
                <a:lnTo>
                  <a:pt x="431" y="3693"/>
                </a:lnTo>
                <a:lnTo>
                  <a:pt x="398" y="3727"/>
                </a:lnTo>
                <a:lnTo>
                  <a:pt x="366" y="3762"/>
                </a:lnTo>
                <a:lnTo>
                  <a:pt x="336" y="3797"/>
                </a:lnTo>
                <a:lnTo>
                  <a:pt x="308" y="3831"/>
                </a:lnTo>
                <a:lnTo>
                  <a:pt x="282" y="3866"/>
                </a:lnTo>
                <a:lnTo>
                  <a:pt x="258" y="3900"/>
                </a:lnTo>
                <a:lnTo>
                  <a:pt x="235" y="3935"/>
                </a:lnTo>
                <a:lnTo>
                  <a:pt x="213" y="3969"/>
                </a:lnTo>
                <a:lnTo>
                  <a:pt x="194" y="4002"/>
                </a:lnTo>
                <a:lnTo>
                  <a:pt x="177" y="4035"/>
                </a:lnTo>
                <a:lnTo>
                  <a:pt x="160" y="4068"/>
                </a:lnTo>
                <a:lnTo>
                  <a:pt x="145" y="4100"/>
                </a:lnTo>
                <a:lnTo>
                  <a:pt x="130" y="4132"/>
                </a:lnTo>
                <a:lnTo>
                  <a:pt x="117" y="4164"/>
                </a:lnTo>
                <a:lnTo>
                  <a:pt x="105" y="4194"/>
                </a:lnTo>
                <a:lnTo>
                  <a:pt x="95" y="4225"/>
                </a:lnTo>
                <a:lnTo>
                  <a:pt x="85" y="4254"/>
                </a:lnTo>
                <a:lnTo>
                  <a:pt x="70" y="4310"/>
                </a:lnTo>
                <a:lnTo>
                  <a:pt x="57" y="4363"/>
                </a:lnTo>
                <a:lnTo>
                  <a:pt x="47" y="4413"/>
                </a:lnTo>
                <a:lnTo>
                  <a:pt x="40" y="4458"/>
                </a:lnTo>
                <a:lnTo>
                  <a:pt x="34" y="4498"/>
                </a:lnTo>
                <a:lnTo>
                  <a:pt x="30" y="4535"/>
                </a:lnTo>
                <a:lnTo>
                  <a:pt x="24" y="4599"/>
                </a:lnTo>
                <a:lnTo>
                  <a:pt x="18" y="4687"/>
                </a:lnTo>
                <a:lnTo>
                  <a:pt x="12" y="4792"/>
                </a:lnTo>
                <a:lnTo>
                  <a:pt x="6" y="4914"/>
                </a:lnTo>
                <a:lnTo>
                  <a:pt x="2" y="5049"/>
                </a:lnTo>
                <a:lnTo>
                  <a:pt x="0" y="5196"/>
                </a:lnTo>
                <a:lnTo>
                  <a:pt x="0" y="5349"/>
                </a:lnTo>
                <a:lnTo>
                  <a:pt x="1" y="5429"/>
                </a:lnTo>
                <a:lnTo>
                  <a:pt x="4" y="5508"/>
                </a:lnTo>
                <a:lnTo>
                  <a:pt x="6" y="5587"/>
                </a:lnTo>
                <a:lnTo>
                  <a:pt x="11" y="5668"/>
                </a:lnTo>
                <a:lnTo>
                  <a:pt x="15" y="5747"/>
                </a:lnTo>
                <a:lnTo>
                  <a:pt x="21" y="5827"/>
                </a:lnTo>
                <a:lnTo>
                  <a:pt x="28" y="5905"/>
                </a:lnTo>
                <a:lnTo>
                  <a:pt x="37" y="5982"/>
                </a:lnTo>
                <a:lnTo>
                  <a:pt x="46" y="6057"/>
                </a:lnTo>
                <a:lnTo>
                  <a:pt x="58" y="6130"/>
                </a:lnTo>
                <a:lnTo>
                  <a:pt x="70" y="6201"/>
                </a:lnTo>
                <a:lnTo>
                  <a:pt x="84" y="6269"/>
                </a:lnTo>
                <a:lnTo>
                  <a:pt x="101" y="6334"/>
                </a:lnTo>
                <a:lnTo>
                  <a:pt x="117" y="6394"/>
                </a:lnTo>
                <a:lnTo>
                  <a:pt x="127" y="6424"/>
                </a:lnTo>
                <a:lnTo>
                  <a:pt x="136" y="6452"/>
                </a:lnTo>
                <a:lnTo>
                  <a:pt x="147" y="6479"/>
                </a:lnTo>
                <a:lnTo>
                  <a:pt x="158" y="6506"/>
                </a:lnTo>
                <a:lnTo>
                  <a:pt x="168" y="6530"/>
                </a:lnTo>
                <a:lnTo>
                  <a:pt x="180" y="6554"/>
                </a:lnTo>
                <a:lnTo>
                  <a:pt x="192" y="6577"/>
                </a:lnTo>
                <a:lnTo>
                  <a:pt x="205" y="6598"/>
                </a:lnTo>
                <a:lnTo>
                  <a:pt x="211" y="6606"/>
                </a:lnTo>
                <a:lnTo>
                  <a:pt x="218" y="6615"/>
                </a:lnTo>
                <a:lnTo>
                  <a:pt x="226" y="6622"/>
                </a:lnTo>
                <a:lnTo>
                  <a:pt x="236" y="6630"/>
                </a:lnTo>
                <a:lnTo>
                  <a:pt x="246" y="6638"/>
                </a:lnTo>
                <a:lnTo>
                  <a:pt x="257" y="6645"/>
                </a:lnTo>
                <a:lnTo>
                  <a:pt x="284" y="6661"/>
                </a:lnTo>
                <a:lnTo>
                  <a:pt x="315" y="6676"/>
                </a:lnTo>
                <a:lnTo>
                  <a:pt x="351" y="6690"/>
                </a:lnTo>
                <a:lnTo>
                  <a:pt x="389" y="6705"/>
                </a:lnTo>
                <a:lnTo>
                  <a:pt x="431" y="6718"/>
                </a:lnTo>
                <a:lnTo>
                  <a:pt x="431" y="8072"/>
                </a:lnTo>
                <a:lnTo>
                  <a:pt x="432" y="8088"/>
                </a:lnTo>
                <a:lnTo>
                  <a:pt x="435" y="8105"/>
                </a:lnTo>
                <a:lnTo>
                  <a:pt x="437" y="8120"/>
                </a:lnTo>
                <a:lnTo>
                  <a:pt x="442" y="8135"/>
                </a:lnTo>
                <a:lnTo>
                  <a:pt x="448" y="8149"/>
                </a:lnTo>
                <a:lnTo>
                  <a:pt x="455" y="8163"/>
                </a:lnTo>
                <a:lnTo>
                  <a:pt x="463" y="8175"/>
                </a:lnTo>
                <a:lnTo>
                  <a:pt x="473" y="8187"/>
                </a:lnTo>
                <a:lnTo>
                  <a:pt x="482" y="8196"/>
                </a:lnTo>
                <a:lnTo>
                  <a:pt x="493" y="8206"/>
                </a:lnTo>
                <a:lnTo>
                  <a:pt x="505" y="8214"/>
                </a:lnTo>
                <a:lnTo>
                  <a:pt x="517" y="8221"/>
                </a:lnTo>
                <a:lnTo>
                  <a:pt x="530" y="8226"/>
                </a:lnTo>
                <a:lnTo>
                  <a:pt x="543" y="8231"/>
                </a:lnTo>
                <a:lnTo>
                  <a:pt x="557" y="8233"/>
                </a:lnTo>
                <a:lnTo>
                  <a:pt x="571" y="8233"/>
                </a:lnTo>
                <a:lnTo>
                  <a:pt x="1929" y="8233"/>
                </a:lnTo>
                <a:lnTo>
                  <a:pt x="1943" y="8233"/>
                </a:lnTo>
                <a:lnTo>
                  <a:pt x="1957" y="8231"/>
                </a:lnTo>
                <a:lnTo>
                  <a:pt x="1970" y="8226"/>
                </a:lnTo>
                <a:lnTo>
                  <a:pt x="1983" y="8221"/>
                </a:lnTo>
                <a:lnTo>
                  <a:pt x="1995" y="8214"/>
                </a:lnTo>
                <a:lnTo>
                  <a:pt x="2007" y="8206"/>
                </a:lnTo>
                <a:lnTo>
                  <a:pt x="2017" y="8196"/>
                </a:lnTo>
                <a:lnTo>
                  <a:pt x="2027" y="8187"/>
                </a:lnTo>
                <a:lnTo>
                  <a:pt x="2036" y="8175"/>
                </a:lnTo>
                <a:lnTo>
                  <a:pt x="2045" y="8163"/>
                </a:lnTo>
                <a:lnTo>
                  <a:pt x="2051" y="8149"/>
                </a:lnTo>
                <a:lnTo>
                  <a:pt x="2057" y="8135"/>
                </a:lnTo>
                <a:lnTo>
                  <a:pt x="2061" y="8120"/>
                </a:lnTo>
                <a:lnTo>
                  <a:pt x="2065" y="8105"/>
                </a:lnTo>
                <a:lnTo>
                  <a:pt x="2067" y="8088"/>
                </a:lnTo>
                <a:lnTo>
                  <a:pt x="2068" y="8072"/>
                </a:lnTo>
                <a:lnTo>
                  <a:pt x="2068" y="6924"/>
                </a:lnTo>
                <a:lnTo>
                  <a:pt x="2335" y="6940"/>
                </a:lnTo>
                <a:lnTo>
                  <a:pt x="2606" y="6953"/>
                </a:lnTo>
                <a:lnTo>
                  <a:pt x="2881" y="6965"/>
                </a:lnTo>
                <a:lnTo>
                  <a:pt x="3155" y="6975"/>
                </a:lnTo>
                <a:lnTo>
                  <a:pt x="3426" y="6984"/>
                </a:lnTo>
                <a:lnTo>
                  <a:pt x="3693" y="6991"/>
                </a:lnTo>
                <a:lnTo>
                  <a:pt x="3952" y="6997"/>
                </a:lnTo>
                <a:lnTo>
                  <a:pt x="4200" y="7002"/>
                </a:lnTo>
                <a:lnTo>
                  <a:pt x="4435" y="7006"/>
                </a:lnTo>
                <a:lnTo>
                  <a:pt x="4656" y="7008"/>
                </a:lnTo>
                <a:lnTo>
                  <a:pt x="5038" y="7011"/>
                </a:lnTo>
                <a:lnTo>
                  <a:pt x="5330" y="7013"/>
                </a:lnTo>
                <a:lnTo>
                  <a:pt x="5507" y="7013"/>
                </a:lnTo>
                <a:lnTo>
                  <a:pt x="5685" y="7013"/>
                </a:lnTo>
                <a:lnTo>
                  <a:pt x="5977" y="7011"/>
                </a:lnTo>
                <a:lnTo>
                  <a:pt x="6360" y="7008"/>
                </a:lnTo>
                <a:lnTo>
                  <a:pt x="6581" y="7006"/>
                </a:lnTo>
                <a:lnTo>
                  <a:pt x="6815" y="7002"/>
                </a:lnTo>
                <a:lnTo>
                  <a:pt x="7064" y="6997"/>
                </a:lnTo>
                <a:lnTo>
                  <a:pt x="7322" y="6991"/>
                </a:lnTo>
                <a:lnTo>
                  <a:pt x="7589" y="6984"/>
                </a:lnTo>
                <a:lnTo>
                  <a:pt x="7860" y="6975"/>
                </a:lnTo>
                <a:lnTo>
                  <a:pt x="8135" y="6965"/>
                </a:lnTo>
                <a:lnTo>
                  <a:pt x="8409" y="6953"/>
                </a:lnTo>
                <a:lnTo>
                  <a:pt x="8680" y="6940"/>
                </a:lnTo>
                <a:lnTo>
                  <a:pt x="8948" y="6924"/>
                </a:lnTo>
                <a:lnTo>
                  <a:pt x="8948" y="8072"/>
                </a:lnTo>
                <a:lnTo>
                  <a:pt x="8948" y="8088"/>
                </a:lnTo>
                <a:lnTo>
                  <a:pt x="8950" y="8105"/>
                </a:lnTo>
                <a:lnTo>
                  <a:pt x="8954" y="8120"/>
                </a:lnTo>
                <a:lnTo>
                  <a:pt x="8958" y="8135"/>
                </a:lnTo>
                <a:lnTo>
                  <a:pt x="8964" y="8149"/>
                </a:lnTo>
                <a:lnTo>
                  <a:pt x="8971" y="8163"/>
                </a:lnTo>
                <a:lnTo>
                  <a:pt x="8979" y="8175"/>
                </a:lnTo>
                <a:lnTo>
                  <a:pt x="8988" y="8187"/>
                </a:lnTo>
                <a:lnTo>
                  <a:pt x="8997" y="8196"/>
                </a:lnTo>
                <a:lnTo>
                  <a:pt x="9008" y="8206"/>
                </a:lnTo>
                <a:lnTo>
                  <a:pt x="9020" y="8214"/>
                </a:lnTo>
                <a:lnTo>
                  <a:pt x="9032" y="8221"/>
                </a:lnTo>
                <a:lnTo>
                  <a:pt x="9045" y="8226"/>
                </a:lnTo>
                <a:lnTo>
                  <a:pt x="9058" y="8231"/>
                </a:lnTo>
                <a:lnTo>
                  <a:pt x="9072" y="8233"/>
                </a:lnTo>
                <a:lnTo>
                  <a:pt x="9086" y="8233"/>
                </a:lnTo>
                <a:lnTo>
                  <a:pt x="10444" y="8233"/>
                </a:lnTo>
                <a:lnTo>
                  <a:pt x="10458" y="8233"/>
                </a:lnTo>
                <a:lnTo>
                  <a:pt x="10472" y="8231"/>
                </a:lnTo>
                <a:lnTo>
                  <a:pt x="10485" y="8226"/>
                </a:lnTo>
                <a:lnTo>
                  <a:pt x="10498" y="8221"/>
                </a:lnTo>
                <a:lnTo>
                  <a:pt x="10510" y="8214"/>
                </a:lnTo>
                <a:lnTo>
                  <a:pt x="10522" y="8206"/>
                </a:lnTo>
                <a:lnTo>
                  <a:pt x="10533" y="8196"/>
                </a:lnTo>
                <a:lnTo>
                  <a:pt x="10542" y="8187"/>
                </a:lnTo>
                <a:lnTo>
                  <a:pt x="10552" y="8175"/>
                </a:lnTo>
                <a:lnTo>
                  <a:pt x="10560" y="8163"/>
                </a:lnTo>
                <a:lnTo>
                  <a:pt x="10567" y="8149"/>
                </a:lnTo>
                <a:lnTo>
                  <a:pt x="10573" y="8135"/>
                </a:lnTo>
                <a:lnTo>
                  <a:pt x="10577" y="8120"/>
                </a:lnTo>
                <a:lnTo>
                  <a:pt x="10580" y="8105"/>
                </a:lnTo>
                <a:lnTo>
                  <a:pt x="10583" y="8088"/>
                </a:lnTo>
                <a:lnTo>
                  <a:pt x="10584" y="8072"/>
                </a:lnTo>
                <a:lnTo>
                  <a:pt x="10584" y="6718"/>
                </a:lnTo>
                <a:lnTo>
                  <a:pt x="10626" y="6705"/>
                </a:lnTo>
                <a:lnTo>
                  <a:pt x="10665" y="6690"/>
                </a:lnTo>
                <a:lnTo>
                  <a:pt x="10700" y="6676"/>
                </a:lnTo>
                <a:lnTo>
                  <a:pt x="10731" y="6661"/>
                </a:lnTo>
                <a:lnTo>
                  <a:pt x="10758" y="6645"/>
                </a:lnTo>
                <a:lnTo>
                  <a:pt x="10770" y="6638"/>
                </a:lnTo>
                <a:lnTo>
                  <a:pt x="10780" y="6630"/>
                </a:lnTo>
                <a:lnTo>
                  <a:pt x="10790" y="6622"/>
                </a:lnTo>
                <a:lnTo>
                  <a:pt x="10798" y="6615"/>
                </a:lnTo>
                <a:lnTo>
                  <a:pt x="10805" y="6606"/>
                </a:lnTo>
                <a:lnTo>
                  <a:pt x="10811" y="6598"/>
                </a:lnTo>
                <a:lnTo>
                  <a:pt x="10823" y="6577"/>
                </a:lnTo>
                <a:lnTo>
                  <a:pt x="10835" y="6554"/>
                </a:lnTo>
                <a:lnTo>
                  <a:pt x="10847" y="6530"/>
                </a:lnTo>
                <a:lnTo>
                  <a:pt x="10859" y="6506"/>
                </a:lnTo>
                <a:lnTo>
                  <a:pt x="10869" y="6479"/>
                </a:lnTo>
                <a:lnTo>
                  <a:pt x="10879" y="6452"/>
                </a:lnTo>
                <a:lnTo>
                  <a:pt x="10888" y="6424"/>
                </a:lnTo>
                <a:lnTo>
                  <a:pt x="10898" y="6394"/>
                </a:lnTo>
                <a:lnTo>
                  <a:pt x="10915" y="6334"/>
                </a:lnTo>
                <a:lnTo>
                  <a:pt x="10931" y="6269"/>
                </a:lnTo>
                <a:lnTo>
                  <a:pt x="10945" y="6201"/>
                </a:lnTo>
                <a:lnTo>
                  <a:pt x="10957" y="6130"/>
                </a:lnTo>
                <a:lnTo>
                  <a:pt x="10969" y="6057"/>
                </a:lnTo>
                <a:lnTo>
                  <a:pt x="10978" y="5982"/>
                </a:lnTo>
                <a:lnTo>
                  <a:pt x="10987" y="5905"/>
                </a:lnTo>
                <a:lnTo>
                  <a:pt x="10994" y="5827"/>
                </a:lnTo>
                <a:lnTo>
                  <a:pt x="11000" y="5747"/>
                </a:lnTo>
                <a:lnTo>
                  <a:pt x="11004" y="5668"/>
                </a:lnTo>
                <a:lnTo>
                  <a:pt x="11009" y="5587"/>
                </a:lnTo>
                <a:lnTo>
                  <a:pt x="11011" y="5508"/>
                </a:lnTo>
                <a:lnTo>
                  <a:pt x="11014" y="5429"/>
                </a:lnTo>
                <a:lnTo>
                  <a:pt x="11015" y="5349"/>
                </a:lnTo>
                <a:lnTo>
                  <a:pt x="11015" y="5196"/>
                </a:lnTo>
                <a:lnTo>
                  <a:pt x="11013" y="5049"/>
                </a:lnTo>
                <a:lnTo>
                  <a:pt x="11009" y="4914"/>
                </a:lnTo>
                <a:lnTo>
                  <a:pt x="11003" y="4792"/>
                </a:lnTo>
                <a:lnTo>
                  <a:pt x="10997" y="4687"/>
                </a:lnTo>
                <a:lnTo>
                  <a:pt x="10991" y="4599"/>
                </a:lnTo>
                <a:lnTo>
                  <a:pt x="10985" y="4535"/>
                </a:lnTo>
                <a:close/>
                <a:moveTo>
                  <a:pt x="2546" y="515"/>
                </a:moveTo>
                <a:lnTo>
                  <a:pt x="2546" y="515"/>
                </a:lnTo>
                <a:lnTo>
                  <a:pt x="2701" y="503"/>
                </a:lnTo>
                <a:lnTo>
                  <a:pt x="2798" y="497"/>
                </a:lnTo>
                <a:lnTo>
                  <a:pt x="2908" y="491"/>
                </a:lnTo>
                <a:lnTo>
                  <a:pt x="3033" y="486"/>
                </a:lnTo>
                <a:lnTo>
                  <a:pt x="3171" y="480"/>
                </a:lnTo>
                <a:lnTo>
                  <a:pt x="3327" y="474"/>
                </a:lnTo>
                <a:lnTo>
                  <a:pt x="3497" y="469"/>
                </a:lnTo>
                <a:lnTo>
                  <a:pt x="3684" y="463"/>
                </a:lnTo>
                <a:lnTo>
                  <a:pt x="3890" y="458"/>
                </a:lnTo>
                <a:lnTo>
                  <a:pt x="4113" y="454"/>
                </a:lnTo>
                <a:lnTo>
                  <a:pt x="4355" y="450"/>
                </a:lnTo>
                <a:lnTo>
                  <a:pt x="4617" y="448"/>
                </a:lnTo>
                <a:lnTo>
                  <a:pt x="4899" y="445"/>
                </a:lnTo>
                <a:lnTo>
                  <a:pt x="5202" y="443"/>
                </a:lnTo>
                <a:lnTo>
                  <a:pt x="5526" y="443"/>
                </a:lnTo>
                <a:lnTo>
                  <a:pt x="5847" y="443"/>
                </a:lnTo>
                <a:lnTo>
                  <a:pt x="6147" y="445"/>
                </a:lnTo>
                <a:lnTo>
                  <a:pt x="6426" y="448"/>
                </a:lnTo>
                <a:lnTo>
                  <a:pt x="6684" y="450"/>
                </a:lnTo>
                <a:lnTo>
                  <a:pt x="6923" y="454"/>
                </a:lnTo>
                <a:lnTo>
                  <a:pt x="7143" y="458"/>
                </a:lnTo>
                <a:lnTo>
                  <a:pt x="7346" y="463"/>
                </a:lnTo>
                <a:lnTo>
                  <a:pt x="7531" y="468"/>
                </a:lnTo>
                <a:lnTo>
                  <a:pt x="7699" y="474"/>
                </a:lnTo>
                <a:lnTo>
                  <a:pt x="7852" y="480"/>
                </a:lnTo>
                <a:lnTo>
                  <a:pt x="7989" y="486"/>
                </a:lnTo>
                <a:lnTo>
                  <a:pt x="8111" y="491"/>
                </a:lnTo>
                <a:lnTo>
                  <a:pt x="8315" y="503"/>
                </a:lnTo>
                <a:lnTo>
                  <a:pt x="8469" y="514"/>
                </a:lnTo>
                <a:lnTo>
                  <a:pt x="8496" y="537"/>
                </a:lnTo>
                <a:lnTo>
                  <a:pt x="8524" y="563"/>
                </a:lnTo>
                <a:lnTo>
                  <a:pt x="8552" y="591"/>
                </a:lnTo>
                <a:lnTo>
                  <a:pt x="8580" y="624"/>
                </a:lnTo>
                <a:lnTo>
                  <a:pt x="8609" y="661"/>
                </a:lnTo>
                <a:lnTo>
                  <a:pt x="8639" y="700"/>
                </a:lnTo>
                <a:lnTo>
                  <a:pt x="8667" y="743"/>
                </a:lnTo>
                <a:lnTo>
                  <a:pt x="8697" y="788"/>
                </a:lnTo>
                <a:lnTo>
                  <a:pt x="8726" y="836"/>
                </a:lnTo>
                <a:lnTo>
                  <a:pt x="8756" y="886"/>
                </a:lnTo>
                <a:lnTo>
                  <a:pt x="8785" y="939"/>
                </a:lnTo>
                <a:lnTo>
                  <a:pt x="8815" y="994"/>
                </a:lnTo>
                <a:lnTo>
                  <a:pt x="8845" y="1052"/>
                </a:lnTo>
                <a:lnTo>
                  <a:pt x="8874" y="1110"/>
                </a:lnTo>
                <a:lnTo>
                  <a:pt x="8903" y="1172"/>
                </a:lnTo>
                <a:lnTo>
                  <a:pt x="8932" y="1233"/>
                </a:lnTo>
                <a:lnTo>
                  <a:pt x="8961" y="1297"/>
                </a:lnTo>
                <a:lnTo>
                  <a:pt x="8990" y="1362"/>
                </a:lnTo>
                <a:lnTo>
                  <a:pt x="9046" y="1496"/>
                </a:lnTo>
                <a:lnTo>
                  <a:pt x="9102" y="1632"/>
                </a:lnTo>
                <a:lnTo>
                  <a:pt x="9155" y="1771"/>
                </a:lnTo>
                <a:lnTo>
                  <a:pt x="9206" y="1911"/>
                </a:lnTo>
                <a:lnTo>
                  <a:pt x="9255" y="2049"/>
                </a:lnTo>
                <a:lnTo>
                  <a:pt x="9301" y="2187"/>
                </a:lnTo>
                <a:lnTo>
                  <a:pt x="9343" y="2321"/>
                </a:lnTo>
                <a:lnTo>
                  <a:pt x="9150" y="2328"/>
                </a:lnTo>
                <a:lnTo>
                  <a:pt x="8919" y="2334"/>
                </a:lnTo>
                <a:lnTo>
                  <a:pt x="8656" y="2340"/>
                </a:lnTo>
                <a:lnTo>
                  <a:pt x="8368" y="2346"/>
                </a:lnTo>
                <a:lnTo>
                  <a:pt x="7748" y="2355"/>
                </a:lnTo>
                <a:lnTo>
                  <a:pt x="7109" y="2362"/>
                </a:lnTo>
                <a:lnTo>
                  <a:pt x="6511" y="2368"/>
                </a:lnTo>
                <a:lnTo>
                  <a:pt x="6007" y="2372"/>
                </a:lnTo>
                <a:lnTo>
                  <a:pt x="5507" y="2375"/>
                </a:lnTo>
                <a:lnTo>
                  <a:pt x="5008" y="2372"/>
                </a:lnTo>
                <a:lnTo>
                  <a:pt x="4504" y="2368"/>
                </a:lnTo>
                <a:lnTo>
                  <a:pt x="3906" y="2362"/>
                </a:lnTo>
                <a:lnTo>
                  <a:pt x="3268" y="2355"/>
                </a:lnTo>
                <a:lnTo>
                  <a:pt x="2647" y="2346"/>
                </a:lnTo>
                <a:lnTo>
                  <a:pt x="2359" y="2340"/>
                </a:lnTo>
                <a:lnTo>
                  <a:pt x="2096" y="2334"/>
                </a:lnTo>
                <a:lnTo>
                  <a:pt x="1865" y="2328"/>
                </a:lnTo>
                <a:lnTo>
                  <a:pt x="1673" y="2321"/>
                </a:lnTo>
                <a:lnTo>
                  <a:pt x="1715" y="2187"/>
                </a:lnTo>
                <a:lnTo>
                  <a:pt x="1760" y="2049"/>
                </a:lnTo>
                <a:lnTo>
                  <a:pt x="1809" y="1911"/>
                </a:lnTo>
                <a:lnTo>
                  <a:pt x="1860" y="1772"/>
                </a:lnTo>
                <a:lnTo>
                  <a:pt x="1913" y="1634"/>
                </a:lnTo>
                <a:lnTo>
                  <a:pt x="1968" y="1497"/>
                </a:lnTo>
                <a:lnTo>
                  <a:pt x="2025" y="1363"/>
                </a:lnTo>
                <a:lnTo>
                  <a:pt x="2053" y="1298"/>
                </a:lnTo>
                <a:lnTo>
                  <a:pt x="2083" y="1236"/>
                </a:lnTo>
                <a:lnTo>
                  <a:pt x="2111" y="1173"/>
                </a:lnTo>
                <a:lnTo>
                  <a:pt x="2141" y="1112"/>
                </a:lnTo>
                <a:lnTo>
                  <a:pt x="2170" y="1053"/>
                </a:lnTo>
                <a:lnTo>
                  <a:pt x="2200" y="996"/>
                </a:lnTo>
                <a:lnTo>
                  <a:pt x="2230" y="941"/>
                </a:lnTo>
                <a:lnTo>
                  <a:pt x="2259" y="888"/>
                </a:lnTo>
                <a:lnTo>
                  <a:pt x="2288" y="837"/>
                </a:lnTo>
                <a:lnTo>
                  <a:pt x="2317" y="790"/>
                </a:lnTo>
                <a:lnTo>
                  <a:pt x="2347" y="744"/>
                </a:lnTo>
                <a:lnTo>
                  <a:pt x="2376" y="701"/>
                </a:lnTo>
                <a:lnTo>
                  <a:pt x="2405" y="662"/>
                </a:lnTo>
                <a:lnTo>
                  <a:pt x="2433" y="625"/>
                </a:lnTo>
                <a:lnTo>
                  <a:pt x="2462" y="593"/>
                </a:lnTo>
                <a:lnTo>
                  <a:pt x="2490" y="564"/>
                </a:lnTo>
                <a:lnTo>
                  <a:pt x="2517" y="538"/>
                </a:lnTo>
                <a:lnTo>
                  <a:pt x="2546" y="515"/>
                </a:lnTo>
                <a:close/>
                <a:moveTo>
                  <a:pt x="1066" y="6335"/>
                </a:moveTo>
                <a:lnTo>
                  <a:pt x="1066" y="6335"/>
                </a:lnTo>
                <a:lnTo>
                  <a:pt x="1045" y="6335"/>
                </a:lnTo>
                <a:lnTo>
                  <a:pt x="1024" y="6334"/>
                </a:lnTo>
                <a:lnTo>
                  <a:pt x="1001" y="6330"/>
                </a:lnTo>
                <a:lnTo>
                  <a:pt x="981" y="6327"/>
                </a:lnTo>
                <a:lnTo>
                  <a:pt x="960" y="6322"/>
                </a:lnTo>
                <a:lnTo>
                  <a:pt x="939" y="6316"/>
                </a:lnTo>
                <a:lnTo>
                  <a:pt x="919" y="6310"/>
                </a:lnTo>
                <a:lnTo>
                  <a:pt x="900" y="6302"/>
                </a:lnTo>
                <a:lnTo>
                  <a:pt x="881" y="6293"/>
                </a:lnTo>
                <a:lnTo>
                  <a:pt x="864" y="6284"/>
                </a:lnTo>
                <a:lnTo>
                  <a:pt x="845" y="6273"/>
                </a:lnTo>
                <a:lnTo>
                  <a:pt x="828" y="6263"/>
                </a:lnTo>
                <a:lnTo>
                  <a:pt x="811" y="6251"/>
                </a:lnTo>
                <a:lnTo>
                  <a:pt x="795" y="6238"/>
                </a:lnTo>
                <a:lnTo>
                  <a:pt x="779" y="6225"/>
                </a:lnTo>
                <a:lnTo>
                  <a:pt x="764" y="6211"/>
                </a:lnTo>
                <a:lnTo>
                  <a:pt x="751" y="6195"/>
                </a:lnTo>
                <a:lnTo>
                  <a:pt x="737" y="6180"/>
                </a:lnTo>
                <a:lnTo>
                  <a:pt x="724" y="6164"/>
                </a:lnTo>
                <a:lnTo>
                  <a:pt x="712" y="6148"/>
                </a:lnTo>
                <a:lnTo>
                  <a:pt x="701" y="6130"/>
                </a:lnTo>
                <a:lnTo>
                  <a:pt x="691" y="6112"/>
                </a:lnTo>
                <a:lnTo>
                  <a:pt x="681" y="6093"/>
                </a:lnTo>
                <a:lnTo>
                  <a:pt x="673" y="6074"/>
                </a:lnTo>
                <a:lnTo>
                  <a:pt x="666" y="6055"/>
                </a:lnTo>
                <a:lnTo>
                  <a:pt x="659" y="6035"/>
                </a:lnTo>
                <a:lnTo>
                  <a:pt x="653" y="6015"/>
                </a:lnTo>
                <a:lnTo>
                  <a:pt x="648" y="5995"/>
                </a:lnTo>
                <a:lnTo>
                  <a:pt x="644" y="5974"/>
                </a:lnTo>
                <a:lnTo>
                  <a:pt x="642" y="5952"/>
                </a:lnTo>
                <a:lnTo>
                  <a:pt x="640" y="5931"/>
                </a:lnTo>
                <a:lnTo>
                  <a:pt x="640" y="5908"/>
                </a:lnTo>
                <a:lnTo>
                  <a:pt x="640" y="5887"/>
                </a:lnTo>
                <a:lnTo>
                  <a:pt x="642" y="5865"/>
                </a:lnTo>
                <a:lnTo>
                  <a:pt x="644" y="5843"/>
                </a:lnTo>
                <a:lnTo>
                  <a:pt x="648" y="5822"/>
                </a:lnTo>
                <a:lnTo>
                  <a:pt x="653" y="5802"/>
                </a:lnTo>
                <a:lnTo>
                  <a:pt x="659" y="5782"/>
                </a:lnTo>
                <a:lnTo>
                  <a:pt x="666" y="5761"/>
                </a:lnTo>
                <a:lnTo>
                  <a:pt x="673" y="5743"/>
                </a:lnTo>
                <a:lnTo>
                  <a:pt x="681" y="5724"/>
                </a:lnTo>
                <a:lnTo>
                  <a:pt x="691" y="5705"/>
                </a:lnTo>
                <a:lnTo>
                  <a:pt x="701" y="5687"/>
                </a:lnTo>
                <a:lnTo>
                  <a:pt x="712" y="5670"/>
                </a:lnTo>
                <a:lnTo>
                  <a:pt x="724" y="5652"/>
                </a:lnTo>
                <a:lnTo>
                  <a:pt x="737" y="5637"/>
                </a:lnTo>
                <a:lnTo>
                  <a:pt x="751" y="5622"/>
                </a:lnTo>
                <a:lnTo>
                  <a:pt x="764" y="5606"/>
                </a:lnTo>
                <a:lnTo>
                  <a:pt x="779" y="5592"/>
                </a:lnTo>
                <a:lnTo>
                  <a:pt x="795" y="5579"/>
                </a:lnTo>
                <a:lnTo>
                  <a:pt x="811" y="5566"/>
                </a:lnTo>
                <a:lnTo>
                  <a:pt x="828" y="5554"/>
                </a:lnTo>
                <a:lnTo>
                  <a:pt x="845" y="5543"/>
                </a:lnTo>
                <a:lnTo>
                  <a:pt x="864" y="5533"/>
                </a:lnTo>
                <a:lnTo>
                  <a:pt x="881" y="5523"/>
                </a:lnTo>
                <a:lnTo>
                  <a:pt x="900" y="5515"/>
                </a:lnTo>
                <a:lnTo>
                  <a:pt x="919" y="5508"/>
                </a:lnTo>
                <a:lnTo>
                  <a:pt x="939" y="5501"/>
                </a:lnTo>
                <a:lnTo>
                  <a:pt x="960" y="5495"/>
                </a:lnTo>
                <a:lnTo>
                  <a:pt x="981" y="5490"/>
                </a:lnTo>
                <a:lnTo>
                  <a:pt x="1001" y="5487"/>
                </a:lnTo>
                <a:lnTo>
                  <a:pt x="1024" y="5484"/>
                </a:lnTo>
                <a:lnTo>
                  <a:pt x="1045" y="5482"/>
                </a:lnTo>
                <a:lnTo>
                  <a:pt x="1066" y="5482"/>
                </a:lnTo>
                <a:lnTo>
                  <a:pt x="1089" y="5482"/>
                </a:lnTo>
                <a:lnTo>
                  <a:pt x="1110" y="5484"/>
                </a:lnTo>
                <a:lnTo>
                  <a:pt x="1131" y="5487"/>
                </a:lnTo>
                <a:lnTo>
                  <a:pt x="1153" y="5490"/>
                </a:lnTo>
                <a:lnTo>
                  <a:pt x="1173" y="5495"/>
                </a:lnTo>
                <a:lnTo>
                  <a:pt x="1193" y="5501"/>
                </a:lnTo>
                <a:lnTo>
                  <a:pt x="1213" y="5508"/>
                </a:lnTo>
                <a:lnTo>
                  <a:pt x="1233" y="5515"/>
                </a:lnTo>
                <a:lnTo>
                  <a:pt x="1252" y="5523"/>
                </a:lnTo>
                <a:lnTo>
                  <a:pt x="1270" y="5533"/>
                </a:lnTo>
                <a:lnTo>
                  <a:pt x="1288" y="5543"/>
                </a:lnTo>
                <a:lnTo>
                  <a:pt x="1305" y="5554"/>
                </a:lnTo>
                <a:lnTo>
                  <a:pt x="1322" y="5566"/>
                </a:lnTo>
                <a:lnTo>
                  <a:pt x="1337" y="5579"/>
                </a:lnTo>
                <a:lnTo>
                  <a:pt x="1354" y="5592"/>
                </a:lnTo>
                <a:lnTo>
                  <a:pt x="1368" y="5606"/>
                </a:lnTo>
                <a:lnTo>
                  <a:pt x="1382" y="5622"/>
                </a:lnTo>
                <a:lnTo>
                  <a:pt x="1396" y="5637"/>
                </a:lnTo>
                <a:lnTo>
                  <a:pt x="1409" y="5652"/>
                </a:lnTo>
                <a:lnTo>
                  <a:pt x="1420" y="5670"/>
                </a:lnTo>
                <a:lnTo>
                  <a:pt x="1431" y="5687"/>
                </a:lnTo>
                <a:lnTo>
                  <a:pt x="1442" y="5705"/>
                </a:lnTo>
                <a:lnTo>
                  <a:pt x="1451" y="5724"/>
                </a:lnTo>
                <a:lnTo>
                  <a:pt x="1459" y="5743"/>
                </a:lnTo>
                <a:lnTo>
                  <a:pt x="1468" y="5761"/>
                </a:lnTo>
                <a:lnTo>
                  <a:pt x="1474" y="5782"/>
                </a:lnTo>
                <a:lnTo>
                  <a:pt x="1480" y="5802"/>
                </a:lnTo>
                <a:lnTo>
                  <a:pt x="1484" y="5822"/>
                </a:lnTo>
                <a:lnTo>
                  <a:pt x="1488" y="5843"/>
                </a:lnTo>
                <a:lnTo>
                  <a:pt x="1491" y="5865"/>
                </a:lnTo>
                <a:lnTo>
                  <a:pt x="1493" y="5887"/>
                </a:lnTo>
                <a:lnTo>
                  <a:pt x="1494" y="5908"/>
                </a:lnTo>
                <a:lnTo>
                  <a:pt x="1493" y="5931"/>
                </a:lnTo>
                <a:lnTo>
                  <a:pt x="1491" y="5952"/>
                </a:lnTo>
                <a:lnTo>
                  <a:pt x="1488" y="5974"/>
                </a:lnTo>
                <a:lnTo>
                  <a:pt x="1484" y="5995"/>
                </a:lnTo>
                <a:lnTo>
                  <a:pt x="1480" y="6015"/>
                </a:lnTo>
                <a:lnTo>
                  <a:pt x="1474" y="6035"/>
                </a:lnTo>
                <a:lnTo>
                  <a:pt x="1468" y="6055"/>
                </a:lnTo>
                <a:lnTo>
                  <a:pt x="1459" y="6074"/>
                </a:lnTo>
                <a:lnTo>
                  <a:pt x="1451" y="6093"/>
                </a:lnTo>
                <a:lnTo>
                  <a:pt x="1442" y="6112"/>
                </a:lnTo>
                <a:lnTo>
                  <a:pt x="1431" y="6130"/>
                </a:lnTo>
                <a:lnTo>
                  <a:pt x="1420" y="6148"/>
                </a:lnTo>
                <a:lnTo>
                  <a:pt x="1409" y="6164"/>
                </a:lnTo>
                <a:lnTo>
                  <a:pt x="1396" y="6180"/>
                </a:lnTo>
                <a:lnTo>
                  <a:pt x="1382" y="6195"/>
                </a:lnTo>
                <a:lnTo>
                  <a:pt x="1368" y="6211"/>
                </a:lnTo>
                <a:lnTo>
                  <a:pt x="1354" y="6225"/>
                </a:lnTo>
                <a:lnTo>
                  <a:pt x="1337" y="6238"/>
                </a:lnTo>
                <a:lnTo>
                  <a:pt x="1322" y="6251"/>
                </a:lnTo>
                <a:lnTo>
                  <a:pt x="1305" y="6263"/>
                </a:lnTo>
                <a:lnTo>
                  <a:pt x="1288" y="6273"/>
                </a:lnTo>
                <a:lnTo>
                  <a:pt x="1270" y="6284"/>
                </a:lnTo>
                <a:lnTo>
                  <a:pt x="1252" y="6293"/>
                </a:lnTo>
                <a:lnTo>
                  <a:pt x="1233" y="6302"/>
                </a:lnTo>
                <a:lnTo>
                  <a:pt x="1213" y="6310"/>
                </a:lnTo>
                <a:lnTo>
                  <a:pt x="1193" y="6316"/>
                </a:lnTo>
                <a:lnTo>
                  <a:pt x="1173" y="6322"/>
                </a:lnTo>
                <a:lnTo>
                  <a:pt x="1153" y="6327"/>
                </a:lnTo>
                <a:lnTo>
                  <a:pt x="1131" y="6330"/>
                </a:lnTo>
                <a:lnTo>
                  <a:pt x="1110" y="6334"/>
                </a:lnTo>
                <a:lnTo>
                  <a:pt x="1089" y="6335"/>
                </a:lnTo>
                <a:lnTo>
                  <a:pt x="1066" y="6335"/>
                </a:lnTo>
                <a:close/>
                <a:moveTo>
                  <a:pt x="2740" y="4488"/>
                </a:moveTo>
                <a:lnTo>
                  <a:pt x="2740" y="4488"/>
                </a:lnTo>
                <a:lnTo>
                  <a:pt x="2737" y="4507"/>
                </a:lnTo>
                <a:lnTo>
                  <a:pt x="2731" y="4525"/>
                </a:lnTo>
                <a:lnTo>
                  <a:pt x="2724" y="4541"/>
                </a:lnTo>
                <a:lnTo>
                  <a:pt x="2715" y="4558"/>
                </a:lnTo>
                <a:lnTo>
                  <a:pt x="2705" y="4572"/>
                </a:lnTo>
                <a:lnTo>
                  <a:pt x="2694" y="4586"/>
                </a:lnTo>
                <a:lnTo>
                  <a:pt x="2681" y="4598"/>
                </a:lnTo>
                <a:lnTo>
                  <a:pt x="2667" y="4610"/>
                </a:lnTo>
                <a:lnTo>
                  <a:pt x="2651" y="4622"/>
                </a:lnTo>
                <a:lnTo>
                  <a:pt x="2633" y="4632"/>
                </a:lnTo>
                <a:lnTo>
                  <a:pt x="2616" y="4642"/>
                </a:lnTo>
                <a:lnTo>
                  <a:pt x="2598" y="4650"/>
                </a:lnTo>
                <a:lnTo>
                  <a:pt x="2578" y="4658"/>
                </a:lnTo>
                <a:lnTo>
                  <a:pt x="2556" y="4666"/>
                </a:lnTo>
                <a:lnTo>
                  <a:pt x="2535" y="4673"/>
                </a:lnTo>
                <a:lnTo>
                  <a:pt x="2513" y="4679"/>
                </a:lnTo>
                <a:lnTo>
                  <a:pt x="2466" y="4689"/>
                </a:lnTo>
                <a:lnTo>
                  <a:pt x="2417" y="4698"/>
                </a:lnTo>
                <a:lnTo>
                  <a:pt x="2366" y="4705"/>
                </a:lnTo>
                <a:lnTo>
                  <a:pt x="2314" y="4711"/>
                </a:lnTo>
                <a:lnTo>
                  <a:pt x="2260" y="4715"/>
                </a:lnTo>
                <a:lnTo>
                  <a:pt x="2206" y="4719"/>
                </a:lnTo>
                <a:lnTo>
                  <a:pt x="2099" y="4725"/>
                </a:lnTo>
                <a:lnTo>
                  <a:pt x="2044" y="4727"/>
                </a:lnTo>
                <a:lnTo>
                  <a:pt x="1978" y="4728"/>
                </a:lnTo>
                <a:lnTo>
                  <a:pt x="1907" y="4730"/>
                </a:lnTo>
                <a:lnTo>
                  <a:pt x="1831" y="4728"/>
                </a:lnTo>
                <a:lnTo>
                  <a:pt x="1751" y="4725"/>
                </a:lnTo>
                <a:lnTo>
                  <a:pt x="1668" y="4719"/>
                </a:lnTo>
                <a:lnTo>
                  <a:pt x="1625" y="4715"/>
                </a:lnTo>
                <a:lnTo>
                  <a:pt x="1583" y="4711"/>
                </a:lnTo>
                <a:lnTo>
                  <a:pt x="1540" y="4705"/>
                </a:lnTo>
                <a:lnTo>
                  <a:pt x="1497" y="4699"/>
                </a:lnTo>
                <a:lnTo>
                  <a:pt x="1455" y="4692"/>
                </a:lnTo>
                <a:lnTo>
                  <a:pt x="1413" y="4683"/>
                </a:lnTo>
                <a:lnTo>
                  <a:pt x="1372" y="4674"/>
                </a:lnTo>
                <a:lnTo>
                  <a:pt x="1330" y="4663"/>
                </a:lnTo>
                <a:lnTo>
                  <a:pt x="1290" y="4651"/>
                </a:lnTo>
                <a:lnTo>
                  <a:pt x="1251" y="4638"/>
                </a:lnTo>
                <a:lnTo>
                  <a:pt x="1213" y="4624"/>
                </a:lnTo>
                <a:lnTo>
                  <a:pt x="1175" y="4609"/>
                </a:lnTo>
                <a:lnTo>
                  <a:pt x="1140" y="4592"/>
                </a:lnTo>
                <a:lnTo>
                  <a:pt x="1106" y="4574"/>
                </a:lnTo>
                <a:lnTo>
                  <a:pt x="1074" y="4554"/>
                </a:lnTo>
                <a:lnTo>
                  <a:pt x="1044" y="4533"/>
                </a:lnTo>
                <a:lnTo>
                  <a:pt x="1015" y="4510"/>
                </a:lnTo>
                <a:lnTo>
                  <a:pt x="989" y="4485"/>
                </a:lnTo>
                <a:lnTo>
                  <a:pt x="977" y="4472"/>
                </a:lnTo>
                <a:lnTo>
                  <a:pt x="965" y="4459"/>
                </a:lnTo>
                <a:lnTo>
                  <a:pt x="954" y="4445"/>
                </a:lnTo>
                <a:lnTo>
                  <a:pt x="944" y="4431"/>
                </a:lnTo>
                <a:lnTo>
                  <a:pt x="934" y="4417"/>
                </a:lnTo>
                <a:lnTo>
                  <a:pt x="924" y="4400"/>
                </a:lnTo>
                <a:lnTo>
                  <a:pt x="915" y="4382"/>
                </a:lnTo>
                <a:lnTo>
                  <a:pt x="906" y="4365"/>
                </a:lnTo>
                <a:lnTo>
                  <a:pt x="890" y="4326"/>
                </a:lnTo>
                <a:lnTo>
                  <a:pt x="874" y="4283"/>
                </a:lnTo>
                <a:lnTo>
                  <a:pt x="860" y="4238"/>
                </a:lnTo>
                <a:lnTo>
                  <a:pt x="848" y="4189"/>
                </a:lnTo>
                <a:lnTo>
                  <a:pt x="838" y="4138"/>
                </a:lnTo>
                <a:lnTo>
                  <a:pt x="828" y="4086"/>
                </a:lnTo>
                <a:lnTo>
                  <a:pt x="821" y="4032"/>
                </a:lnTo>
                <a:lnTo>
                  <a:pt x="815" y="3977"/>
                </a:lnTo>
                <a:lnTo>
                  <a:pt x="811" y="3921"/>
                </a:lnTo>
                <a:lnTo>
                  <a:pt x="809" y="3865"/>
                </a:lnTo>
                <a:lnTo>
                  <a:pt x="809" y="3809"/>
                </a:lnTo>
                <a:lnTo>
                  <a:pt x="810" y="3753"/>
                </a:lnTo>
                <a:lnTo>
                  <a:pt x="814" y="3699"/>
                </a:lnTo>
                <a:lnTo>
                  <a:pt x="820" y="3644"/>
                </a:lnTo>
                <a:lnTo>
                  <a:pt x="827" y="3593"/>
                </a:lnTo>
                <a:lnTo>
                  <a:pt x="836" y="3542"/>
                </a:lnTo>
                <a:lnTo>
                  <a:pt x="848" y="3495"/>
                </a:lnTo>
                <a:lnTo>
                  <a:pt x="855" y="3472"/>
                </a:lnTo>
                <a:lnTo>
                  <a:pt x="862" y="3450"/>
                </a:lnTo>
                <a:lnTo>
                  <a:pt x="871" y="3429"/>
                </a:lnTo>
                <a:lnTo>
                  <a:pt x="879" y="3408"/>
                </a:lnTo>
                <a:lnTo>
                  <a:pt x="887" y="3390"/>
                </a:lnTo>
                <a:lnTo>
                  <a:pt x="897" y="3371"/>
                </a:lnTo>
                <a:lnTo>
                  <a:pt x="907" y="3353"/>
                </a:lnTo>
                <a:lnTo>
                  <a:pt x="918" y="3336"/>
                </a:lnTo>
                <a:lnTo>
                  <a:pt x="929" y="3321"/>
                </a:lnTo>
                <a:lnTo>
                  <a:pt x="941" y="3307"/>
                </a:lnTo>
                <a:lnTo>
                  <a:pt x="954" y="3294"/>
                </a:lnTo>
                <a:lnTo>
                  <a:pt x="967" y="3282"/>
                </a:lnTo>
                <a:lnTo>
                  <a:pt x="980" y="3271"/>
                </a:lnTo>
                <a:lnTo>
                  <a:pt x="994" y="3262"/>
                </a:lnTo>
                <a:lnTo>
                  <a:pt x="1009" y="3254"/>
                </a:lnTo>
                <a:lnTo>
                  <a:pt x="1025" y="3247"/>
                </a:lnTo>
                <a:lnTo>
                  <a:pt x="1040" y="3243"/>
                </a:lnTo>
                <a:lnTo>
                  <a:pt x="1058" y="3239"/>
                </a:lnTo>
                <a:lnTo>
                  <a:pt x="1074" y="3237"/>
                </a:lnTo>
                <a:lnTo>
                  <a:pt x="1093" y="3237"/>
                </a:lnTo>
                <a:lnTo>
                  <a:pt x="1111" y="3238"/>
                </a:lnTo>
                <a:lnTo>
                  <a:pt x="1131" y="3241"/>
                </a:lnTo>
                <a:lnTo>
                  <a:pt x="1151" y="3246"/>
                </a:lnTo>
                <a:lnTo>
                  <a:pt x="1172" y="3253"/>
                </a:lnTo>
                <a:lnTo>
                  <a:pt x="1193" y="3262"/>
                </a:lnTo>
                <a:lnTo>
                  <a:pt x="1215" y="3272"/>
                </a:lnTo>
                <a:lnTo>
                  <a:pt x="1260" y="3295"/>
                </a:lnTo>
                <a:lnTo>
                  <a:pt x="1304" y="3320"/>
                </a:lnTo>
                <a:lnTo>
                  <a:pt x="1348" y="3346"/>
                </a:lnTo>
                <a:lnTo>
                  <a:pt x="1392" y="3372"/>
                </a:lnTo>
                <a:lnTo>
                  <a:pt x="1436" y="3399"/>
                </a:lnTo>
                <a:lnTo>
                  <a:pt x="1478" y="3426"/>
                </a:lnTo>
                <a:lnTo>
                  <a:pt x="1564" y="3484"/>
                </a:lnTo>
                <a:lnTo>
                  <a:pt x="1648" y="3544"/>
                </a:lnTo>
                <a:lnTo>
                  <a:pt x="1731" y="3604"/>
                </a:lnTo>
                <a:lnTo>
                  <a:pt x="1894" y="3724"/>
                </a:lnTo>
                <a:lnTo>
                  <a:pt x="1975" y="3782"/>
                </a:lnTo>
                <a:lnTo>
                  <a:pt x="2055" y="3836"/>
                </a:lnTo>
                <a:lnTo>
                  <a:pt x="2096" y="3863"/>
                </a:lnTo>
                <a:lnTo>
                  <a:pt x="2136" y="3888"/>
                </a:lnTo>
                <a:lnTo>
                  <a:pt x="2176" y="3913"/>
                </a:lnTo>
                <a:lnTo>
                  <a:pt x="2216" y="3937"/>
                </a:lnTo>
                <a:lnTo>
                  <a:pt x="2257" y="3959"/>
                </a:lnTo>
                <a:lnTo>
                  <a:pt x="2297" y="3981"/>
                </a:lnTo>
                <a:lnTo>
                  <a:pt x="2337" y="4000"/>
                </a:lnTo>
                <a:lnTo>
                  <a:pt x="2378" y="4017"/>
                </a:lnTo>
                <a:lnTo>
                  <a:pt x="2418" y="4034"/>
                </a:lnTo>
                <a:lnTo>
                  <a:pt x="2458" y="4049"/>
                </a:lnTo>
                <a:lnTo>
                  <a:pt x="2498" y="4062"/>
                </a:lnTo>
                <a:lnTo>
                  <a:pt x="2540" y="4073"/>
                </a:lnTo>
                <a:lnTo>
                  <a:pt x="2578" y="4087"/>
                </a:lnTo>
                <a:lnTo>
                  <a:pt x="2611" y="4102"/>
                </a:lnTo>
                <a:lnTo>
                  <a:pt x="2641" y="4117"/>
                </a:lnTo>
                <a:lnTo>
                  <a:pt x="2654" y="4124"/>
                </a:lnTo>
                <a:lnTo>
                  <a:pt x="2667" y="4132"/>
                </a:lnTo>
                <a:lnTo>
                  <a:pt x="2677" y="4142"/>
                </a:lnTo>
                <a:lnTo>
                  <a:pt x="2688" y="4151"/>
                </a:lnTo>
                <a:lnTo>
                  <a:pt x="2697" y="4161"/>
                </a:lnTo>
                <a:lnTo>
                  <a:pt x="2707" y="4170"/>
                </a:lnTo>
                <a:lnTo>
                  <a:pt x="2715" y="4181"/>
                </a:lnTo>
                <a:lnTo>
                  <a:pt x="2722" y="4192"/>
                </a:lnTo>
                <a:lnTo>
                  <a:pt x="2728" y="4202"/>
                </a:lnTo>
                <a:lnTo>
                  <a:pt x="2734" y="4214"/>
                </a:lnTo>
                <a:lnTo>
                  <a:pt x="2739" y="4226"/>
                </a:lnTo>
                <a:lnTo>
                  <a:pt x="2744" y="4239"/>
                </a:lnTo>
                <a:lnTo>
                  <a:pt x="2747" y="4253"/>
                </a:lnTo>
                <a:lnTo>
                  <a:pt x="2750" y="4266"/>
                </a:lnTo>
                <a:lnTo>
                  <a:pt x="2753" y="4297"/>
                </a:lnTo>
                <a:lnTo>
                  <a:pt x="2754" y="4329"/>
                </a:lnTo>
                <a:lnTo>
                  <a:pt x="2754" y="4365"/>
                </a:lnTo>
                <a:lnTo>
                  <a:pt x="2751" y="4403"/>
                </a:lnTo>
                <a:lnTo>
                  <a:pt x="2747" y="4444"/>
                </a:lnTo>
                <a:lnTo>
                  <a:pt x="2740" y="4488"/>
                </a:lnTo>
                <a:close/>
                <a:moveTo>
                  <a:pt x="7282" y="6219"/>
                </a:moveTo>
                <a:lnTo>
                  <a:pt x="7282" y="6219"/>
                </a:lnTo>
                <a:lnTo>
                  <a:pt x="7282" y="6233"/>
                </a:lnTo>
                <a:lnTo>
                  <a:pt x="7280" y="6247"/>
                </a:lnTo>
                <a:lnTo>
                  <a:pt x="7276" y="6260"/>
                </a:lnTo>
                <a:lnTo>
                  <a:pt x="7271" y="6273"/>
                </a:lnTo>
                <a:lnTo>
                  <a:pt x="7266" y="6285"/>
                </a:lnTo>
                <a:lnTo>
                  <a:pt x="7258" y="6297"/>
                </a:lnTo>
                <a:lnTo>
                  <a:pt x="7251" y="6308"/>
                </a:lnTo>
                <a:lnTo>
                  <a:pt x="7242" y="6317"/>
                </a:lnTo>
                <a:lnTo>
                  <a:pt x="7232" y="6327"/>
                </a:lnTo>
                <a:lnTo>
                  <a:pt x="7222" y="6335"/>
                </a:lnTo>
                <a:lnTo>
                  <a:pt x="7210" y="6342"/>
                </a:lnTo>
                <a:lnTo>
                  <a:pt x="7198" y="6348"/>
                </a:lnTo>
                <a:lnTo>
                  <a:pt x="7185" y="6353"/>
                </a:lnTo>
                <a:lnTo>
                  <a:pt x="7171" y="6356"/>
                </a:lnTo>
                <a:lnTo>
                  <a:pt x="7158" y="6357"/>
                </a:lnTo>
                <a:lnTo>
                  <a:pt x="7143" y="6359"/>
                </a:lnTo>
                <a:lnTo>
                  <a:pt x="3873" y="6359"/>
                </a:lnTo>
                <a:lnTo>
                  <a:pt x="3858" y="6357"/>
                </a:lnTo>
                <a:lnTo>
                  <a:pt x="3844" y="6356"/>
                </a:lnTo>
                <a:lnTo>
                  <a:pt x="3831" y="6353"/>
                </a:lnTo>
                <a:lnTo>
                  <a:pt x="3818" y="6348"/>
                </a:lnTo>
                <a:lnTo>
                  <a:pt x="3806" y="6342"/>
                </a:lnTo>
                <a:lnTo>
                  <a:pt x="3794" y="6335"/>
                </a:lnTo>
                <a:lnTo>
                  <a:pt x="3784" y="6327"/>
                </a:lnTo>
                <a:lnTo>
                  <a:pt x="3773" y="6317"/>
                </a:lnTo>
                <a:lnTo>
                  <a:pt x="3765" y="6308"/>
                </a:lnTo>
                <a:lnTo>
                  <a:pt x="3757" y="6297"/>
                </a:lnTo>
                <a:lnTo>
                  <a:pt x="3749" y="6285"/>
                </a:lnTo>
                <a:lnTo>
                  <a:pt x="3744" y="6273"/>
                </a:lnTo>
                <a:lnTo>
                  <a:pt x="3739" y="6260"/>
                </a:lnTo>
                <a:lnTo>
                  <a:pt x="3735" y="6247"/>
                </a:lnTo>
                <a:lnTo>
                  <a:pt x="3734" y="6233"/>
                </a:lnTo>
                <a:lnTo>
                  <a:pt x="3733" y="6219"/>
                </a:lnTo>
                <a:lnTo>
                  <a:pt x="3733" y="5538"/>
                </a:lnTo>
                <a:lnTo>
                  <a:pt x="3734" y="5523"/>
                </a:lnTo>
                <a:lnTo>
                  <a:pt x="3735" y="5509"/>
                </a:lnTo>
                <a:lnTo>
                  <a:pt x="3739" y="5496"/>
                </a:lnTo>
                <a:lnTo>
                  <a:pt x="3744" y="5483"/>
                </a:lnTo>
                <a:lnTo>
                  <a:pt x="3749" y="5471"/>
                </a:lnTo>
                <a:lnTo>
                  <a:pt x="3757" y="5459"/>
                </a:lnTo>
                <a:lnTo>
                  <a:pt x="3765" y="5449"/>
                </a:lnTo>
                <a:lnTo>
                  <a:pt x="3773" y="5439"/>
                </a:lnTo>
                <a:lnTo>
                  <a:pt x="3784" y="5430"/>
                </a:lnTo>
                <a:lnTo>
                  <a:pt x="3794" y="5421"/>
                </a:lnTo>
                <a:lnTo>
                  <a:pt x="3806" y="5416"/>
                </a:lnTo>
                <a:lnTo>
                  <a:pt x="3818" y="5410"/>
                </a:lnTo>
                <a:lnTo>
                  <a:pt x="3831" y="5405"/>
                </a:lnTo>
                <a:lnTo>
                  <a:pt x="3844" y="5401"/>
                </a:lnTo>
                <a:lnTo>
                  <a:pt x="3858" y="5399"/>
                </a:lnTo>
                <a:lnTo>
                  <a:pt x="3873" y="5398"/>
                </a:lnTo>
                <a:lnTo>
                  <a:pt x="7143" y="5398"/>
                </a:lnTo>
                <a:lnTo>
                  <a:pt x="7158" y="5399"/>
                </a:lnTo>
                <a:lnTo>
                  <a:pt x="7171" y="5401"/>
                </a:lnTo>
                <a:lnTo>
                  <a:pt x="7185" y="5405"/>
                </a:lnTo>
                <a:lnTo>
                  <a:pt x="7198" y="5410"/>
                </a:lnTo>
                <a:lnTo>
                  <a:pt x="7210" y="5416"/>
                </a:lnTo>
                <a:lnTo>
                  <a:pt x="7222" y="5421"/>
                </a:lnTo>
                <a:lnTo>
                  <a:pt x="7232" y="5430"/>
                </a:lnTo>
                <a:lnTo>
                  <a:pt x="7242" y="5439"/>
                </a:lnTo>
                <a:lnTo>
                  <a:pt x="7251" y="5449"/>
                </a:lnTo>
                <a:lnTo>
                  <a:pt x="7258" y="5459"/>
                </a:lnTo>
                <a:lnTo>
                  <a:pt x="7266" y="5471"/>
                </a:lnTo>
                <a:lnTo>
                  <a:pt x="7271" y="5483"/>
                </a:lnTo>
                <a:lnTo>
                  <a:pt x="7276" y="5496"/>
                </a:lnTo>
                <a:lnTo>
                  <a:pt x="7280" y="5509"/>
                </a:lnTo>
                <a:lnTo>
                  <a:pt x="7282" y="5523"/>
                </a:lnTo>
                <a:lnTo>
                  <a:pt x="7282" y="5538"/>
                </a:lnTo>
                <a:lnTo>
                  <a:pt x="7282" y="6219"/>
                </a:lnTo>
                <a:close/>
                <a:moveTo>
                  <a:pt x="8916" y="4725"/>
                </a:moveTo>
                <a:lnTo>
                  <a:pt x="8916" y="4725"/>
                </a:lnTo>
                <a:lnTo>
                  <a:pt x="8809" y="4719"/>
                </a:lnTo>
                <a:lnTo>
                  <a:pt x="8756" y="4715"/>
                </a:lnTo>
                <a:lnTo>
                  <a:pt x="8703" y="4711"/>
                </a:lnTo>
                <a:lnTo>
                  <a:pt x="8649" y="4705"/>
                </a:lnTo>
                <a:lnTo>
                  <a:pt x="8598" y="4698"/>
                </a:lnTo>
                <a:lnTo>
                  <a:pt x="8550" y="4689"/>
                </a:lnTo>
                <a:lnTo>
                  <a:pt x="8502" y="4679"/>
                </a:lnTo>
                <a:lnTo>
                  <a:pt x="8480" y="4673"/>
                </a:lnTo>
                <a:lnTo>
                  <a:pt x="8458" y="4666"/>
                </a:lnTo>
                <a:lnTo>
                  <a:pt x="8438" y="4658"/>
                </a:lnTo>
                <a:lnTo>
                  <a:pt x="8418" y="4650"/>
                </a:lnTo>
                <a:lnTo>
                  <a:pt x="8399" y="4642"/>
                </a:lnTo>
                <a:lnTo>
                  <a:pt x="8381" y="4632"/>
                </a:lnTo>
                <a:lnTo>
                  <a:pt x="8365" y="4622"/>
                </a:lnTo>
                <a:lnTo>
                  <a:pt x="8349" y="4610"/>
                </a:lnTo>
                <a:lnTo>
                  <a:pt x="8335" y="4598"/>
                </a:lnTo>
                <a:lnTo>
                  <a:pt x="8322" y="4586"/>
                </a:lnTo>
                <a:lnTo>
                  <a:pt x="8310" y="4572"/>
                </a:lnTo>
                <a:lnTo>
                  <a:pt x="8301" y="4558"/>
                </a:lnTo>
                <a:lnTo>
                  <a:pt x="8291" y="4541"/>
                </a:lnTo>
                <a:lnTo>
                  <a:pt x="8284" y="4525"/>
                </a:lnTo>
                <a:lnTo>
                  <a:pt x="8280" y="4507"/>
                </a:lnTo>
                <a:lnTo>
                  <a:pt x="8275" y="4488"/>
                </a:lnTo>
                <a:lnTo>
                  <a:pt x="8269" y="4444"/>
                </a:lnTo>
                <a:lnTo>
                  <a:pt x="8264" y="4403"/>
                </a:lnTo>
                <a:lnTo>
                  <a:pt x="8262" y="4365"/>
                </a:lnTo>
                <a:lnTo>
                  <a:pt x="8261" y="4329"/>
                </a:lnTo>
                <a:lnTo>
                  <a:pt x="8262" y="4297"/>
                </a:lnTo>
                <a:lnTo>
                  <a:pt x="8265" y="4266"/>
                </a:lnTo>
                <a:lnTo>
                  <a:pt x="8269" y="4253"/>
                </a:lnTo>
                <a:lnTo>
                  <a:pt x="8272" y="4239"/>
                </a:lnTo>
                <a:lnTo>
                  <a:pt x="8276" y="4226"/>
                </a:lnTo>
                <a:lnTo>
                  <a:pt x="8281" y="4214"/>
                </a:lnTo>
                <a:lnTo>
                  <a:pt x="8287" y="4202"/>
                </a:lnTo>
                <a:lnTo>
                  <a:pt x="8294" y="4192"/>
                </a:lnTo>
                <a:lnTo>
                  <a:pt x="8301" y="4181"/>
                </a:lnTo>
                <a:lnTo>
                  <a:pt x="8308" y="4170"/>
                </a:lnTo>
                <a:lnTo>
                  <a:pt x="8317" y="4161"/>
                </a:lnTo>
                <a:lnTo>
                  <a:pt x="8327" y="4151"/>
                </a:lnTo>
                <a:lnTo>
                  <a:pt x="8338" y="4142"/>
                </a:lnTo>
                <a:lnTo>
                  <a:pt x="8349" y="4132"/>
                </a:lnTo>
                <a:lnTo>
                  <a:pt x="8361" y="4124"/>
                </a:lnTo>
                <a:lnTo>
                  <a:pt x="8374" y="4117"/>
                </a:lnTo>
                <a:lnTo>
                  <a:pt x="8404" y="4102"/>
                </a:lnTo>
                <a:lnTo>
                  <a:pt x="8437" y="4087"/>
                </a:lnTo>
                <a:lnTo>
                  <a:pt x="8475" y="4073"/>
                </a:lnTo>
                <a:lnTo>
                  <a:pt x="8517" y="4062"/>
                </a:lnTo>
                <a:lnTo>
                  <a:pt x="8557" y="4049"/>
                </a:lnTo>
                <a:lnTo>
                  <a:pt x="8597" y="4034"/>
                </a:lnTo>
                <a:lnTo>
                  <a:pt x="8637" y="4017"/>
                </a:lnTo>
                <a:lnTo>
                  <a:pt x="8679" y="4000"/>
                </a:lnTo>
                <a:lnTo>
                  <a:pt x="8719" y="3981"/>
                </a:lnTo>
                <a:lnTo>
                  <a:pt x="8758" y="3959"/>
                </a:lnTo>
                <a:lnTo>
                  <a:pt x="8798" y="3937"/>
                </a:lnTo>
                <a:lnTo>
                  <a:pt x="8839" y="3913"/>
                </a:lnTo>
                <a:lnTo>
                  <a:pt x="8879" y="3888"/>
                </a:lnTo>
                <a:lnTo>
                  <a:pt x="8919" y="3863"/>
                </a:lnTo>
                <a:lnTo>
                  <a:pt x="8960" y="3836"/>
                </a:lnTo>
                <a:lnTo>
                  <a:pt x="9040" y="3782"/>
                </a:lnTo>
                <a:lnTo>
                  <a:pt x="9122" y="3724"/>
                </a:lnTo>
                <a:lnTo>
                  <a:pt x="9285" y="3604"/>
                </a:lnTo>
                <a:lnTo>
                  <a:pt x="9368" y="3544"/>
                </a:lnTo>
                <a:lnTo>
                  <a:pt x="9452" y="3484"/>
                </a:lnTo>
                <a:lnTo>
                  <a:pt x="9537" y="3426"/>
                </a:lnTo>
                <a:lnTo>
                  <a:pt x="9579" y="3399"/>
                </a:lnTo>
                <a:lnTo>
                  <a:pt x="9623" y="3372"/>
                </a:lnTo>
                <a:lnTo>
                  <a:pt x="9667" y="3346"/>
                </a:lnTo>
                <a:lnTo>
                  <a:pt x="9711" y="3320"/>
                </a:lnTo>
                <a:lnTo>
                  <a:pt x="9754" y="3295"/>
                </a:lnTo>
                <a:lnTo>
                  <a:pt x="9799" y="3272"/>
                </a:lnTo>
                <a:lnTo>
                  <a:pt x="9822" y="3262"/>
                </a:lnTo>
                <a:lnTo>
                  <a:pt x="9843" y="3253"/>
                </a:lnTo>
                <a:lnTo>
                  <a:pt x="9863" y="3246"/>
                </a:lnTo>
                <a:lnTo>
                  <a:pt x="9884" y="3241"/>
                </a:lnTo>
                <a:lnTo>
                  <a:pt x="9904" y="3238"/>
                </a:lnTo>
                <a:lnTo>
                  <a:pt x="9923" y="3237"/>
                </a:lnTo>
                <a:lnTo>
                  <a:pt x="9940" y="3237"/>
                </a:lnTo>
                <a:lnTo>
                  <a:pt x="9958" y="3239"/>
                </a:lnTo>
                <a:lnTo>
                  <a:pt x="9975" y="3243"/>
                </a:lnTo>
                <a:lnTo>
                  <a:pt x="9990" y="3247"/>
                </a:lnTo>
                <a:lnTo>
                  <a:pt x="10007" y="3254"/>
                </a:lnTo>
                <a:lnTo>
                  <a:pt x="10021" y="3262"/>
                </a:lnTo>
                <a:lnTo>
                  <a:pt x="10035" y="3271"/>
                </a:lnTo>
                <a:lnTo>
                  <a:pt x="10049" y="3282"/>
                </a:lnTo>
                <a:lnTo>
                  <a:pt x="10062" y="3294"/>
                </a:lnTo>
                <a:lnTo>
                  <a:pt x="10074" y="3307"/>
                </a:lnTo>
                <a:lnTo>
                  <a:pt x="10086" y="3321"/>
                </a:lnTo>
                <a:lnTo>
                  <a:pt x="10098" y="3336"/>
                </a:lnTo>
                <a:lnTo>
                  <a:pt x="10109" y="3353"/>
                </a:lnTo>
                <a:lnTo>
                  <a:pt x="10118" y="3371"/>
                </a:lnTo>
                <a:lnTo>
                  <a:pt x="10128" y="3390"/>
                </a:lnTo>
                <a:lnTo>
                  <a:pt x="10137" y="3408"/>
                </a:lnTo>
                <a:lnTo>
                  <a:pt x="10145" y="3429"/>
                </a:lnTo>
                <a:lnTo>
                  <a:pt x="10153" y="3450"/>
                </a:lnTo>
                <a:lnTo>
                  <a:pt x="10161" y="3472"/>
                </a:lnTo>
                <a:lnTo>
                  <a:pt x="10167" y="3495"/>
                </a:lnTo>
                <a:lnTo>
                  <a:pt x="10179" y="3542"/>
                </a:lnTo>
                <a:lnTo>
                  <a:pt x="10188" y="3593"/>
                </a:lnTo>
                <a:lnTo>
                  <a:pt x="10196" y="3644"/>
                </a:lnTo>
                <a:lnTo>
                  <a:pt x="10201" y="3699"/>
                </a:lnTo>
                <a:lnTo>
                  <a:pt x="10205" y="3753"/>
                </a:lnTo>
                <a:lnTo>
                  <a:pt x="10207" y="3809"/>
                </a:lnTo>
                <a:lnTo>
                  <a:pt x="10207" y="3865"/>
                </a:lnTo>
                <a:lnTo>
                  <a:pt x="10205" y="3921"/>
                </a:lnTo>
                <a:lnTo>
                  <a:pt x="10200" y="3977"/>
                </a:lnTo>
                <a:lnTo>
                  <a:pt x="10195" y="4032"/>
                </a:lnTo>
                <a:lnTo>
                  <a:pt x="10187" y="4086"/>
                </a:lnTo>
                <a:lnTo>
                  <a:pt x="10179" y="4138"/>
                </a:lnTo>
                <a:lnTo>
                  <a:pt x="10168" y="4189"/>
                </a:lnTo>
                <a:lnTo>
                  <a:pt x="10155" y="4238"/>
                </a:lnTo>
                <a:lnTo>
                  <a:pt x="10142" y="4283"/>
                </a:lnTo>
                <a:lnTo>
                  <a:pt x="10126" y="4326"/>
                </a:lnTo>
                <a:lnTo>
                  <a:pt x="10110" y="4365"/>
                </a:lnTo>
                <a:lnTo>
                  <a:pt x="10100" y="4382"/>
                </a:lnTo>
                <a:lnTo>
                  <a:pt x="10091" y="4400"/>
                </a:lnTo>
                <a:lnTo>
                  <a:pt x="10081" y="4417"/>
                </a:lnTo>
                <a:lnTo>
                  <a:pt x="10072" y="4431"/>
                </a:lnTo>
                <a:lnTo>
                  <a:pt x="10061" y="4445"/>
                </a:lnTo>
                <a:lnTo>
                  <a:pt x="10051" y="4459"/>
                </a:lnTo>
                <a:lnTo>
                  <a:pt x="10039" y="4472"/>
                </a:lnTo>
                <a:lnTo>
                  <a:pt x="10027" y="4485"/>
                </a:lnTo>
                <a:lnTo>
                  <a:pt x="10000" y="4510"/>
                </a:lnTo>
                <a:lnTo>
                  <a:pt x="9972" y="4533"/>
                </a:lnTo>
                <a:lnTo>
                  <a:pt x="9942" y="4554"/>
                </a:lnTo>
                <a:lnTo>
                  <a:pt x="9910" y="4574"/>
                </a:lnTo>
                <a:lnTo>
                  <a:pt x="9875" y="4592"/>
                </a:lnTo>
                <a:lnTo>
                  <a:pt x="9840" y="4609"/>
                </a:lnTo>
                <a:lnTo>
                  <a:pt x="9803" y="4624"/>
                </a:lnTo>
                <a:lnTo>
                  <a:pt x="9765" y="4638"/>
                </a:lnTo>
                <a:lnTo>
                  <a:pt x="9725" y="4651"/>
                </a:lnTo>
                <a:lnTo>
                  <a:pt x="9685" y="4663"/>
                </a:lnTo>
                <a:lnTo>
                  <a:pt x="9644" y="4674"/>
                </a:lnTo>
                <a:lnTo>
                  <a:pt x="9603" y="4683"/>
                </a:lnTo>
                <a:lnTo>
                  <a:pt x="9560" y="4692"/>
                </a:lnTo>
                <a:lnTo>
                  <a:pt x="9518" y="4699"/>
                </a:lnTo>
                <a:lnTo>
                  <a:pt x="9475" y="4705"/>
                </a:lnTo>
                <a:lnTo>
                  <a:pt x="9432" y="4711"/>
                </a:lnTo>
                <a:lnTo>
                  <a:pt x="9390" y="4715"/>
                </a:lnTo>
                <a:lnTo>
                  <a:pt x="9347" y="4719"/>
                </a:lnTo>
                <a:lnTo>
                  <a:pt x="9264" y="4725"/>
                </a:lnTo>
                <a:lnTo>
                  <a:pt x="9183" y="4728"/>
                </a:lnTo>
                <a:lnTo>
                  <a:pt x="9108" y="4730"/>
                </a:lnTo>
                <a:lnTo>
                  <a:pt x="9037" y="4728"/>
                </a:lnTo>
                <a:lnTo>
                  <a:pt x="8971" y="4727"/>
                </a:lnTo>
                <a:lnTo>
                  <a:pt x="8916" y="4725"/>
                </a:lnTo>
                <a:close/>
                <a:moveTo>
                  <a:pt x="9949" y="6335"/>
                </a:moveTo>
                <a:lnTo>
                  <a:pt x="9949" y="6335"/>
                </a:lnTo>
                <a:lnTo>
                  <a:pt x="9926" y="6335"/>
                </a:lnTo>
                <a:lnTo>
                  <a:pt x="9905" y="6334"/>
                </a:lnTo>
                <a:lnTo>
                  <a:pt x="9884" y="6330"/>
                </a:lnTo>
                <a:lnTo>
                  <a:pt x="9862" y="6327"/>
                </a:lnTo>
                <a:lnTo>
                  <a:pt x="9842" y="6322"/>
                </a:lnTo>
                <a:lnTo>
                  <a:pt x="9822" y="6316"/>
                </a:lnTo>
                <a:lnTo>
                  <a:pt x="9802" y="6310"/>
                </a:lnTo>
                <a:lnTo>
                  <a:pt x="9783" y="6302"/>
                </a:lnTo>
                <a:lnTo>
                  <a:pt x="9764" y="6293"/>
                </a:lnTo>
                <a:lnTo>
                  <a:pt x="9745" y="6284"/>
                </a:lnTo>
                <a:lnTo>
                  <a:pt x="9727" y="6273"/>
                </a:lnTo>
                <a:lnTo>
                  <a:pt x="9709" y="6263"/>
                </a:lnTo>
                <a:lnTo>
                  <a:pt x="9693" y="6251"/>
                </a:lnTo>
                <a:lnTo>
                  <a:pt x="9677" y="6238"/>
                </a:lnTo>
                <a:lnTo>
                  <a:pt x="9662" y="6225"/>
                </a:lnTo>
                <a:lnTo>
                  <a:pt x="9647" y="6211"/>
                </a:lnTo>
                <a:lnTo>
                  <a:pt x="9632" y="6195"/>
                </a:lnTo>
                <a:lnTo>
                  <a:pt x="9619" y="6180"/>
                </a:lnTo>
                <a:lnTo>
                  <a:pt x="9606" y="6164"/>
                </a:lnTo>
                <a:lnTo>
                  <a:pt x="9595" y="6148"/>
                </a:lnTo>
                <a:lnTo>
                  <a:pt x="9584" y="6130"/>
                </a:lnTo>
                <a:lnTo>
                  <a:pt x="9573" y="6112"/>
                </a:lnTo>
                <a:lnTo>
                  <a:pt x="9564" y="6093"/>
                </a:lnTo>
                <a:lnTo>
                  <a:pt x="9555" y="6074"/>
                </a:lnTo>
                <a:lnTo>
                  <a:pt x="9548" y="6055"/>
                </a:lnTo>
                <a:lnTo>
                  <a:pt x="9541" y="6035"/>
                </a:lnTo>
                <a:lnTo>
                  <a:pt x="9535" y="6015"/>
                </a:lnTo>
                <a:lnTo>
                  <a:pt x="9531" y="5995"/>
                </a:lnTo>
                <a:lnTo>
                  <a:pt x="9527" y="5974"/>
                </a:lnTo>
                <a:lnTo>
                  <a:pt x="9525" y="5952"/>
                </a:lnTo>
                <a:lnTo>
                  <a:pt x="9522" y="5931"/>
                </a:lnTo>
                <a:lnTo>
                  <a:pt x="9522" y="5908"/>
                </a:lnTo>
                <a:lnTo>
                  <a:pt x="9522" y="5887"/>
                </a:lnTo>
                <a:lnTo>
                  <a:pt x="9525" y="5865"/>
                </a:lnTo>
                <a:lnTo>
                  <a:pt x="9527" y="5843"/>
                </a:lnTo>
                <a:lnTo>
                  <a:pt x="9531" y="5822"/>
                </a:lnTo>
                <a:lnTo>
                  <a:pt x="9535" y="5802"/>
                </a:lnTo>
                <a:lnTo>
                  <a:pt x="9541" y="5782"/>
                </a:lnTo>
                <a:lnTo>
                  <a:pt x="9548" y="5761"/>
                </a:lnTo>
                <a:lnTo>
                  <a:pt x="9555" y="5743"/>
                </a:lnTo>
                <a:lnTo>
                  <a:pt x="9564" y="5724"/>
                </a:lnTo>
                <a:lnTo>
                  <a:pt x="9573" y="5705"/>
                </a:lnTo>
                <a:lnTo>
                  <a:pt x="9584" y="5687"/>
                </a:lnTo>
                <a:lnTo>
                  <a:pt x="9595" y="5670"/>
                </a:lnTo>
                <a:lnTo>
                  <a:pt x="9606" y="5652"/>
                </a:lnTo>
                <a:lnTo>
                  <a:pt x="9619" y="5637"/>
                </a:lnTo>
                <a:lnTo>
                  <a:pt x="9632" y="5622"/>
                </a:lnTo>
                <a:lnTo>
                  <a:pt x="9647" y="5606"/>
                </a:lnTo>
                <a:lnTo>
                  <a:pt x="9662" y="5592"/>
                </a:lnTo>
                <a:lnTo>
                  <a:pt x="9677" y="5579"/>
                </a:lnTo>
                <a:lnTo>
                  <a:pt x="9693" y="5566"/>
                </a:lnTo>
                <a:lnTo>
                  <a:pt x="9709" y="5554"/>
                </a:lnTo>
                <a:lnTo>
                  <a:pt x="9727" y="5543"/>
                </a:lnTo>
                <a:lnTo>
                  <a:pt x="9745" y="5533"/>
                </a:lnTo>
                <a:lnTo>
                  <a:pt x="9764" y="5523"/>
                </a:lnTo>
                <a:lnTo>
                  <a:pt x="9783" y="5515"/>
                </a:lnTo>
                <a:lnTo>
                  <a:pt x="9802" y="5508"/>
                </a:lnTo>
                <a:lnTo>
                  <a:pt x="9822" y="5501"/>
                </a:lnTo>
                <a:lnTo>
                  <a:pt x="9842" y="5495"/>
                </a:lnTo>
                <a:lnTo>
                  <a:pt x="9862" y="5490"/>
                </a:lnTo>
                <a:lnTo>
                  <a:pt x="9884" y="5487"/>
                </a:lnTo>
                <a:lnTo>
                  <a:pt x="9905" y="5484"/>
                </a:lnTo>
                <a:lnTo>
                  <a:pt x="9926" y="5482"/>
                </a:lnTo>
                <a:lnTo>
                  <a:pt x="9949" y="5482"/>
                </a:lnTo>
                <a:lnTo>
                  <a:pt x="9970" y="5482"/>
                </a:lnTo>
                <a:lnTo>
                  <a:pt x="9993" y="5484"/>
                </a:lnTo>
                <a:lnTo>
                  <a:pt x="10014" y="5487"/>
                </a:lnTo>
                <a:lnTo>
                  <a:pt x="10035" y="5490"/>
                </a:lnTo>
                <a:lnTo>
                  <a:pt x="10055" y="5495"/>
                </a:lnTo>
                <a:lnTo>
                  <a:pt x="10076" y="5501"/>
                </a:lnTo>
                <a:lnTo>
                  <a:pt x="10096" y="5508"/>
                </a:lnTo>
                <a:lnTo>
                  <a:pt x="10115" y="5515"/>
                </a:lnTo>
                <a:lnTo>
                  <a:pt x="10134" y="5523"/>
                </a:lnTo>
                <a:lnTo>
                  <a:pt x="10153" y="5533"/>
                </a:lnTo>
                <a:lnTo>
                  <a:pt x="10170" y="5543"/>
                </a:lnTo>
                <a:lnTo>
                  <a:pt x="10187" y="5554"/>
                </a:lnTo>
                <a:lnTo>
                  <a:pt x="10205" y="5566"/>
                </a:lnTo>
                <a:lnTo>
                  <a:pt x="10220" y="5579"/>
                </a:lnTo>
                <a:lnTo>
                  <a:pt x="10235" y="5592"/>
                </a:lnTo>
                <a:lnTo>
                  <a:pt x="10251" y="5606"/>
                </a:lnTo>
                <a:lnTo>
                  <a:pt x="10265" y="5622"/>
                </a:lnTo>
                <a:lnTo>
                  <a:pt x="10278" y="5637"/>
                </a:lnTo>
                <a:lnTo>
                  <a:pt x="10291" y="5652"/>
                </a:lnTo>
                <a:lnTo>
                  <a:pt x="10303" y="5670"/>
                </a:lnTo>
                <a:lnTo>
                  <a:pt x="10314" y="5687"/>
                </a:lnTo>
                <a:lnTo>
                  <a:pt x="10324" y="5705"/>
                </a:lnTo>
                <a:lnTo>
                  <a:pt x="10334" y="5724"/>
                </a:lnTo>
                <a:lnTo>
                  <a:pt x="10342" y="5743"/>
                </a:lnTo>
                <a:lnTo>
                  <a:pt x="10350" y="5761"/>
                </a:lnTo>
                <a:lnTo>
                  <a:pt x="10356" y="5782"/>
                </a:lnTo>
                <a:lnTo>
                  <a:pt x="10362" y="5802"/>
                </a:lnTo>
                <a:lnTo>
                  <a:pt x="10367" y="5822"/>
                </a:lnTo>
                <a:lnTo>
                  <a:pt x="10371" y="5843"/>
                </a:lnTo>
                <a:lnTo>
                  <a:pt x="10374" y="5865"/>
                </a:lnTo>
                <a:lnTo>
                  <a:pt x="10375" y="5887"/>
                </a:lnTo>
                <a:lnTo>
                  <a:pt x="10376" y="5908"/>
                </a:lnTo>
                <a:lnTo>
                  <a:pt x="10375" y="5931"/>
                </a:lnTo>
                <a:lnTo>
                  <a:pt x="10374" y="5952"/>
                </a:lnTo>
                <a:lnTo>
                  <a:pt x="10371" y="5974"/>
                </a:lnTo>
                <a:lnTo>
                  <a:pt x="10367" y="5995"/>
                </a:lnTo>
                <a:lnTo>
                  <a:pt x="10362" y="6015"/>
                </a:lnTo>
                <a:lnTo>
                  <a:pt x="10356" y="6035"/>
                </a:lnTo>
                <a:lnTo>
                  <a:pt x="10350" y="6055"/>
                </a:lnTo>
                <a:lnTo>
                  <a:pt x="10342" y="6074"/>
                </a:lnTo>
                <a:lnTo>
                  <a:pt x="10334" y="6093"/>
                </a:lnTo>
                <a:lnTo>
                  <a:pt x="10324" y="6112"/>
                </a:lnTo>
                <a:lnTo>
                  <a:pt x="10314" y="6130"/>
                </a:lnTo>
                <a:lnTo>
                  <a:pt x="10303" y="6148"/>
                </a:lnTo>
                <a:lnTo>
                  <a:pt x="10291" y="6164"/>
                </a:lnTo>
                <a:lnTo>
                  <a:pt x="10278" y="6180"/>
                </a:lnTo>
                <a:lnTo>
                  <a:pt x="10265" y="6195"/>
                </a:lnTo>
                <a:lnTo>
                  <a:pt x="10251" y="6211"/>
                </a:lnTo>
                <a:lnTo>
                  <a:pt x="10235" y="6225"/>
                </a:lnTo>
                <a:lnTo>
                  <a:pt x="10220" y="6238"/>
                </a:lnTo>
                <a:lnTo>
                  <a:pt x="10205" y="6251"/>
                </a:lnTo>
                <a:lnTo>
                  <a:pt x="10187" y="6263"/>
                </a:lnTo>
                <a:lnTo>
                  <a:pt x="10170" y="6273"/>
                </a:lnTo>
                <a:lnTo>
                  <a:pt x="10153" y="6284"/>
                </a:lnTo>
                <a:lnTo>
                  <a:pt x="10134" y="6293"/>
                </a:lnTo>
                <a:lnTo>
                  <a:pt x="10115" y="6302"/>
                </a:lnTo>
                <a:lnTo>
                  <a:pt x="10096" y="6310"/>
                </a:lnTo>
                <a:lnTo>
                  <a:pt x="10076" y="6316"/>
                </a:lnTo>
                <a:lnTo>
                  <a:pt x="10055" y="6322"/>
                </a:lnTo>
                <a:lnTo>
                  <a:pt x="10035" y="6327"/>
                </a:lnTo>
                <a:lnTo>
                  <a:pt x="10014" y="6330"/>
                </a:lnTo>
                <a:lnTo>
                  <a:pt x="9993" y="6334"/>
                </a:lnTo>
                <a:lnTo>
                  <a:pt x="9970" y="6335"/>
                </a:lnTo>
                <a:lnTo>
                  <a:pt x="9949" y="6335"/>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2" name="矩形 11"/>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3" name="标题 1"/>
          <p:cNvSpPr txBox="1">
            <a:spLocks/>
          </p:cNvSpPr>
          <p:nvPr/>
        </p:nvSpPr>
        <p:spPr>
          <a:xfrm>
            <a:off x="1475656" y="116632"/>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投放类别：电商购物、汽车交易、旅游类互联网企业在商务楼宇视频广告花费占比接近</a:t>
            </a:r>
            <a:endParaRPr lang="zh-CN" altLang="en-US" b="1" dirty="0">
              <a:solidFill>
                <a:srgbClr val="FFFFFF"/>
              </a:solidFill>
              <a:latin typeface="Arial Black"/>
              <a:ea typeface="微软雅黑"/>
            </a:endParaRPr>
          </a:p>
        </p:txBody>
      </p:sp>
      <p:sp>
        <p:nvSpPr>
          <p:cNvPr id="17" name="MH_Text_2"/>
          <p:cNvSpPr txBox="1">
            <a:spLocks noChangeArrowheads="1"/>
          </p:cNvSpPr>
          <p:nvPr>
            <p:custDataLst>
              <p:tags r:id="rId2"/>
            </p:custDataLst>
          </p:nvPr>
        </p:nvSpPr>
        <p:spPr bwMode="auto">
          <a:xfrm>
            <a:off x="1200844" y="4250738"/>
            <a:ext cx="1080145" cy="236540"/>
          </a:xfrm>
          <a:prstGeom prst="rect">
            <a:avLst/>
          </a:prstGeom>
          <a:solidFill>
            <a:srgbClr val="996600"/>
          </a:solidFill>
          <a:ln>
            <a:noFill/>
          </a:ln>
          <a:extLst/>
        </p:spPr>
        <p:txBody>
          <a:bodyPr wrap="square" lIns="0" tIns="0" rIns="0" bIns="0" anchor="b">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a:t>
            </a:r>
            <a:r>
              <a:rPr lang="zh-CN" altLang="en-US" sz="1400" b="1" dirty="0">
                <a:solidFill>
                  <a:schemeClr val="bg1"/>
                </a:solidFill>
                <a:latin typeface="华文中宋" panose="02010600040101010101" pitchFamily="2" charset="-122"/>
                <a:ea typeface="华文中宋" panose="02010600040101010101" pitchFamily="2" charset="-122"/>
              </a:rPr>
              <a:t>物</a:t>
            </a:r>
            <a:r>
              <a:rPr lang="en-US" altLang="zh-CN" sz="1400" b="1" dirty="0" smtClean="0">
                <a:solidFill>
                  <a:schemeClr val="bg1"/>
                </a:solidFill>
                <a:latin typeface="华文中宋" panose="02010600040101010101" pitchFamily="2" charset="-122"/>
                <a:ea typeface="华文中宋" panose="02010600040101010101" pitchFamily="2" charset="-122"/>
              </a:rPr>
              <a:t> </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8" name="MH_Text_2"/>
          <p:cNvSpPr txBox="1">
            <a:spLocks noChangeArrowheads="1"/>
          </p:cNvSpPr>
          <p:nvPr>
            <p:custDataLst>
              <p:tags r:id="rId3"/>
            </p:custDataLst>
          </p:nvPr>
        </p:nvSpPr>
        <p:spPr bwMode="auto">
          <a:xfrm>
            <a:off x="3995908" y="4239742"/>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汽车交易</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9" name="MH_Text_2"/>
          <p:cNvSpPr txBox="1">
            <a:spLocks noChangeArrowheads="1"/>
          </p:cNvSpPr>
          <p:nvPr>
            <p:custDataLst>
              <p:tags r:id="rId4"/>
            </p:custDataLst>
          </p:nvPr>
        </p:nvSpPr>
        <p:spPr bwMode="auto">
          <a:xfrm>
            <a:off x="7003391" y="4228746"/>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旅游</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970607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互联网企业商务</a:t>
            </a:r>
            <a:r>
              <a:rPr lang="zh-CN" altLang="en-US" b="1" dirty="0">
                <a:solidFill>
                  <a:srgbClr val="FFFFFF"/>
                </a:solidFill>
                <a:latin typeface="微软雅黑" panose="020B0503020204020204" pitchFamily="34" charset="-122"/>
                <a:ea typeface="微软雅黑" panose="020B0503020204020204" pitchFamily="34" charset="-122"/>
              </a:rPr>
              <a:t>楼宇视频</a:t>
            </a:r>
            <a:r>
              <a:rPr lang="zh-CN" altLang="en-US" b="1" dirty="0" smtClean="0">
                <a:solidFill>
                  <a:srgbClr val="FFFFFF"/>
                </a:solidFill>
                <a:latin typeface="微软雅黑" panose="020B0503020204020204" pitchFamily="34" charset="-122"/>
                <a:ea typeface="微软雅黑" panose="020B0503020204020204" pitchFamily="34" charset="-122"/>
              </a:rPr>
              <a:t>广告</a:t>
            </a:r>
            <a:r>
              <a:rPr lang="zh-CN" altLang="en-US" b="1" dirty="0" smtClean="0">
                <a:solidFill>
                  <a:srgbClr val="FF0000"/>
                </a:solidFill>
                <a:latin typeface="微软雅黑" panose="020B0503020204020204" pitchFamily="34" charset="-122"/>
                <a:ea typeface="微软雅黑" panose="020B0503020204020204" pitchFamily="34" charset="-122"/>
              </a:rPr>
              <a:t>花费榜单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8" name="KSO_Shape"/>
          <p:cNvSpPr>
            <a:spLocks/>
          </p:cNvSpPr>
          <p:nvPr/>
        </p:nvSpPr>
        <p:spPr bwMode="auto">
          <a:xfrm>
            <a:off x="683568" y="194328"/>
            <a:ext cx="736476" cy="634306"/>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0000"/>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199819808"/>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年商务楼宇视频</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广告花费</a:t>
                      </a:r>
                      <a:endParaRPr lang="en-US" altLang="zh-CN" sz="1600" b="1" kern="1200" dirty="0" smtClean="0">
                        <a:solidFill>
                          <a:schemeClr val="bg1"/>
                        </a:solidFill>
                        <a:latin typeface="华文中宋" panose="02010600040101010101" pitchFamily="2" charset="-122"/>
                        <a:ea typeface="华文中宋" panose="02010600040101010101" pitchFamily="2" charset="-122"/>
                        <a:cs typeface="+mn-cs"/>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52.3%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汽车交易</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139.4%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社交交友</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412.0%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出行软件</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553.5%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分类信息</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26.4%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141.3%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外卖</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u="none" strike="noStrike" kern="1200" dirty="0">
                          <a:solidFill>
                            <a:schemeClr val="bg1"/>
                          </a:solidFill>
                          <a:effectLst/>
                          <a:latin typeface="华文中宋" panose="02010600040101010101" pitchFamily="2" charset="-122"/>
                          <a:ea typeface="华文中宋" panose="02010600040101010101" pitchFamily="2" charset="-122"/>
                          <a:cs typeface="+mn-cs"/>
                        </a:rPr>
                        <a:t>商务办公</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286303784"/>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831855"/>
                <a:gridCol w="1152129"/>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年商务楼宇视频</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广告花费</a:t>
                      </a:r>
                      <a:endParaRPr lang="en-US" altLang="zh-CN" sz="1600" b="1" kern="1200" dirty="0" smtClean="0">
                        <a:solidFill>
                          <a:schemeClr val="bg1"/>
                        </a:solidFill>
                        <a:latin typeface="华文中宋" panose="02010600040101010101" pitchFamily="2" charset="-122"/>
                        <a:ea typeface="华文中宋" panose="02010600040101010101" pitchFamily="2" charset="-122"/>
                        <a:cs typeface="+mn-cs"/>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chemeClr val="bg1"/>
                          </a:solidFill>
                          <a:latin typeface="华文中宋" panose="02010600040101010101" pitchFamily="2" charset="-122"/>
                          <a:ea typeface="华文中宋" panose="02010600040101010101" pitchFamily="2" charset="-122"/>
                        </a:rPr>
                        <a:t>增幅</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323.2%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117.6%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25.7%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优信二手车手机软件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92.6%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饿了么网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人人车网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sp>
        <p:nvSpPr>
          <p:cNvPr id="10" name="矩形 9"/>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3885969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8" name="KSO_Shape"/>
          <p:cNvSpPr>
            <a:spLocks/>
          </p:cNvSpPr>
          <p:nvPr/>
        </p:nvSpPr>
        <p:spPr bwMode="auto">
          <a:xfrm>
            <a:off x="683568" y="194328"/>
            <a:ext cx="736476" cy="634306"/>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0000"/>
              </a:solidFill>
            </a:endParaRPr>
          </a:p>
        </p:txBody>
      </p:sp>
      <p:graphicFrame>
        <p:nvGraphicFramePr>
          <p:cNvPr id="11" name="表格 10"/>
          <p:cNvGraphicFramePr>
            <a:graphicFrameLocks noGrp="1"/>
          </p:cNvGraphicFramePr>
          <p:nvPr>
            <p:extLst>
              <p:ext uri="{D42A27DB-BD31-4B8C-83A1-F6EECF244321}">
                <p14:modId xmlns:p14="http://schemas.microsoft.com/office/powerpoint/2010/main" val="1205075885"/>
              </p:ext>
            </p:extLst>
          </p:nvPr>
        </p:nvGraphicFramePr>
        <p:xfrm>
          <a:off x="467544" y="1484784"/>
          <a:ext cx="8208912" cy="4727312"/>
        </p:xfrm>
        <a:graphic>
          <a:graphicData uri="http://schemas.openxmlformats.org/drawingml/2006/table">
            <a:tbl>
              <a:tblPr firstRow="1" bandRow="1">
                <a:tableStyleId>{3B4B98B0-60AC-42C2-AFA5-B58CD77FA1E5}</a:tableStyleId>
              </a:tblPr>
              <a:tblGrid>
                <a:gridCol w="902659"/>
                <a:gridCol w="3084526"/>
                <a:gridCol w="1172702"/>
                <a:gridCol w="3049025"/>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年商务楼宇视频广告</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花费</a:t>
                      </a:r>
                      <a:r>
                        <a:rPr lang="zh-CN" altLang="en-US" sz="1600" b="1" kern="1200" dirty="0" smtClean="0">
                          <a:solidFill>
                            <a:srgbClr val="FF0000"/>
                          </a:solidFill>
                          <a:latin typeface="华文中宋" panose="02010600040101010101" pitchFamily="2" charset="-122"/>
                          <a:ea typeface="华文中宋" panose="02010600040101010101" pitchFamily="2" charset="-122"/>
                          <a:cs typeface="+mn-cs"/>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美拍手机应用软件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钱宝网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嘀嗒拼车手机</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APP</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团车网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饿了么网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淘在路上</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腾讯网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前程无忧网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快乐中国网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拉勾网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智联招聘网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实惠手机应用软件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陆金所网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同程旅游网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ZAKER</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应用安卓软件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tc>
              </a:tr>
            </a:tbl>
          </a:graphicData>
        </a:graphic>
      </p:graphicFrame>
      <p:sp>
        <p:nvSpPr>
          <p:cNvPr id="9"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互联网企业商务楼宇视频</a:t>
            </a:r>
            <a:r>
              <a:rPr lang="zh-CN" altLang="en-US" b="1" dirty="0">
                <a:solidFill>
                  <a:srgbClr val="FFFFFF"/>
                </a:solidFill>
                <a:latin typeface="Arial Black"/>
                <a:ea typeface="微软雅黑"/>
              </a:rPr>
              <a:t>广告</a:t>
            </a:r>
            <a:r>
              <a:rPr lang="zh-CN" altLang="en-US" b="1" dirty="0">
                <a:solidFill>
                  <a:srgbClr val="FF0000"/>
                </a:solidFill>
                <a:latin typeface="Arial Black"/>
                <a:ea typeface="微软雅黑"/>
              </a:rPr>
              <a:t>花费增幅榜单</a:t>
            </a:r>
          </a:p>
        </p:txBody>
      </p:sp>
      <p:sp>
        <p:nvSpPr>
          <p:cNvPr id="10" name="矩形 9"/>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5227929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互联网企业商务楼宇视频广告投放特点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5416868"/>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高峰频现：</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针对热门节假日，以及各种名目的自创促销，互联网企业倾向于在商务楼宇视频中投放针对性强广告，所以近两年在商务楼宇视频中的投放在间隔性高峰中不断上扬。</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endParaRPr lang="zh-CN" altLang="en-US"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品牌推动：</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互联网企业在商务楼宇视频的投放增长，一定程度上受益于部分品牌的推动。例如，途</a:t>
            </a:r>
            <a:r>
              <a:rPr lang="zh-CN" altLang="en-US" sz="2000" dirty="0">
                <a:solidFill>
                  <a:prstClr val="white"/>
                </a:solidFill>
                <a:latin typeface="华文中宋" panose="02010600040101010101" pitchFamily="2" charset="-122"/>
                <a:ea typeface="华文中宋" panose="02010600040101010101" pitchFamily="2" charset="-122"/>
              </a:rPr>
              <a:t>牛、猎聘、</a:t>
            </a:r>
            <a:r>
              <a:rPr lang="en-US" altLang="zh-CN" sz="2000" dirty="0">
                <a:solidFill>
                  <a:prstClr val="white"/>
                </a:solidFill>
                <a:latin typeface="华文中宋" panose="02010600040101010101" pitchFamily="2" charset="-122"/>
                <a:ea typeface="华文中宋" panose="02010600040101010101" pitchFamily="2" charset="-122"/>
              </a:rPr>
              <a:t>58</a:t>
            </a:r>
            <a:r>
              <a:rPr lang="zh-CN" altLang="en-US" sz="2000" dirty="0">
                <a:solidFill>
                  <a:prstClr val="white"/>
                </a:solidFill>
                <a:latin typeface="华文中宋" panose="02010600040101010101" pitchFamily="2" charset="-122"/>
                <a:ea typeface="华文中宋" panose="02010600040101010101" pitchFamily="2" charset="-122"/>
              </a:rPr>
              <a:t>同城等互联网企业在春节期间大量投放商务楼宇视频广告，将商务楼宇视频广告在春节期间的花费</a:t>
            </a:r>
            <a:r>
              <a:rPr lang="zh-CN" altLang="en-US" sz="2000" dirty="0" smtClean="0">
                <a:solidFill>
                  <a:prstClr val="white"/>
                </a:solidFill>
                <a:latin typeface="华文中宋" panose="02010600040101010101" pitchFamily="2" charset="-122"/>
                <a:ea typeface="华文中宋" panose="02010600040101010101" pitchFamily="2" charset="-122"/>
              </a:rPr>
              <a:t>提升；一些新兴的互联网企业产品在商务楼宇视频广告的投放量较大。瓜子二手车直卖、钉钉手机软件在</a:t>
            </a:r>
            <a:r>
              <a:rPr lang="en-US" altLang="zh-CN" sz="2000" dirty="0" smtClean="0">
                <a:solidFill>
                  <a:prstClr val="white"/>
                </a:solidFill>
                <a:latin typeface="华文中宋" panose="02010600040101010101" pitchFamily="2" charset="-122"/>
                <a:ea typeface="华文中宋" panose="02010600040101010101" pitchFamily="2" charset="-122"/>
              </a:rPr>
              <a:t>9</a:t>
            </a:r>
            <a:r>
              <a:rPr lang="zh-CN" altLang="en-US" sz="2000" dirty="0" smtClean="0">
                <a:solidFill>
                  <a:prstClr val="white"/>
                </a:solidFill>
                <a:latin typeface="华文中宋" panose="02010600040101010101" pitchFamily="2" charset="-122"/>
                <a:ea typeface="华文中宋" panose="02010600040101010101" pitchFamily="2" charset="-122"/>
              </a:rPr>
              <a:t>月开始投放大量</a:t>
            </a:r>
            <a:r>
              <a:rPr lang="zh-CN" altLang="en-US" sz="2000" dirty="0">
                <a:solidFill>
                  <a:prstClr val="white"/>
                </a:solidFill>
                <a:latin typeface="华文中宋" panose="02010600040101010101" pitchFamily="2" charset="-122"/>
                <a:ea typeface="华文中宋" panose="02010600040101010101" pitchFamily="2" charset="-122"/>
              </a:rPr>
              <a:t>商务</a:t>
            </a:r>
            <a:r>
              <a:rPr lang="zh-CN" altLang="en-US" sz="2000" dirty="0" smtClean="0">
                <a:solidFill>
                  <a:prstClr val="white"/>
                </a:solidFill>
                <a:latin typeface="华文中宋" panose="02010600040101010101" pitchFamily="2" charset="-122"/>
                <a:ea typeface="华文中宋" panose="02010600040101010101" pitchFamily="2" charset="-122"/>
              </a:rPr>
              <a:t>楼宇视频广告，排在商务楼宇视频广告投放榜单前三位。</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8" name="KSO_Shape"/>
          <p:cNvSpPr>
            <a:spLocks/>
          </p:cNvSpPr>
          <p:nvPr/>
        </p:nvSpPr>
        <p:spPr bwMode="auto">
          <a:xfrm>
            <a:off x="683568" y="194328"/>
            <a:ext cx="736476" cy="634306"/>
          </a:xfrm>
          <a:custGeom>
            <a:avLst/>
            <a:gdLst>
              <a:gd name="T0" fmla="*/ 2147483646 w 5926"/>
              <a:gd name="T1" fmla="*/ 2147483646 h 5735"/>
              <a:gd name="T2" fmla="*/ 2147483646 w 5926"/>
              <a:gd name="T3" fmla="*/ 2147483646 h 5735"/>
              <a:gd name="T4" fmla="*/ 2147483646 w 5926"/>
              <a:gd name="T5" fmla="*/ 0 h 5735"/>
              <a:gd name="T6" fmla="*/ 2147483646 w 5926"/>
              <a:gd name="T7" fmla="*/ 2147483646 h 5735"/>
              <a:gd name="T8" fmla="*/ 2147483646 w 5926"/>
              <a:gd name="T9" fmla="*/ 2147483646 h 5735"/>
              <a:gd name="T10" fmla="*/ 2147483646 w 5926"/>
              <a:gd name="T11" fmla="*/ 2147483646 h 5735"/>
              <a:gd name="T12" fmla="*/ 0 w 5926"/>
              <a:gd name="T13" fmla="*/ 2147483646 h 5735"/>
              <a:gd name="T14" fmla="*/ 2147483646 w 5926"/>
              <a:gd name="T15" fmla="*/ 2147483646 h 5735"/>
              <a:gd name="T16" fmla="*/ 2147483646 w 5926"/>
              <a:gd name="T17" fmla="*/ 2147483646 h 5735"/>
              <a:gd name="T18" fmla="*/ 2147483646 w 5926"/>
              <a:gd name="T19" fmla="*/ 2147483646 h 5735"/>
              <a:gd name="T20" fmla="*/ 2147483646 w 5926"/>
              <a:gd name="T21" fmla="*/ 2147483646 h 5735"/>
              <a:gd name="T22" fmla="*/ 2147483646 w 5926"/>
              <a:gd name="T23" fmla="*/ 2147483646 h 5735"/>
              <a:gd name="T24" fmla="*/ 2147483646 w 5926"/>
              <a:gd name="T25" fmla="*/ 2147483646 h 5735"/>
              <a:gd name="T26" fmla="*/ 2147483646 w 5926"/>
              <a:gd name="T27" fmla="*/ 2147483646 h 5735"/>
              <a:gd name="T28" fmla="*/ 2147483646 w 5926"/>
              <a:gd name="T29" fmla="*/ 2147483646 h 5735"/>
              <a:gd name="T30" fmla="*/ 2147483646 w 5926"/>
              <a:gd name="T31" fmla="*/ 2147483646 h 5735"/>
              <a:gd name="T32" fmla="*/ 2147483646 w 5926"/>
              <a:gd name="T33" fmla="*/ 2147483646 h 5735"/>
              <a:gd name="T34" fmla="*/ 2147483646 w 5926"/>
              <a:gd name="T35" fmla="*/ 2147483646 h 5735"/>
              <a:gd name="T36" fmla="*/ 2147483646 w 5926"/>
              <a:gd name="T37" fmla="*/ 2147483646 h 5735"/>
              <a:gd name="T38" fmla="*/ 2147483646 w 5926"/>
              <a:gd name="T39" fmla="*/ 2147483646 h 5735"/>
              <a:gd name="T40" fmla="*/ 2147483646 w 5926"/>
              <a:gd name="T41" fmla="*/ 2147483646 h 5735"/>
              <a:gd name="T42" fmla="*/ 2147483646 w 5926"/>
              <a:gd name="T43" fmla="*/ 2147483646 h 5735"/>
              <a:gd name="T44" fmla="*/ 2147483646 w 5926"/>
              <a:gd name="T45" fmla="*/ 2147483646 h 5735"/>
              <a:gd name="T46" fmla="*/ 2147483646 w 5926"/>
              <a:gd name="T47" fmla="*/ 2147483646 h 5735"/>
              <a:gd name="T48" fmla="*/ 2147483646 w 5926"/>
              <a:gd name="T49" fmla="*/ 2147483646 h 5735"/>
              <a:gd name="T50" fmla="*/ 2147483646 w 5926"/>
              <a:gd name="T51" fmla="*/ 2147483646 h 5735"/>
              <a:gd name="T52" fmla="*/ 2147483646 w 5926"/>
              <a:gd name="T53" fmla="*/ 2147483646 h 5735"/>
              <a:gd name="T54" fmla="*/ 2147483646 w 5926"/>
              <a:gd name="T55" fmla="*/ 2147483646 h 5735"/>
              <a:gd name="T56" fmla="*/ 2147483646 w 5926"/>
              <a:gd name="T57" fmla="*/ 2147483646 h 5735"/>
              <a:gd name="T58" fmla="*/ 2147483646 w 5926"/>
              <a:gd name="T59" fmla="*/ 2147483646 h 5735"/>
              <a:gd name="T60" fmla="*/ 2147483646 w 5926"/>
              <a:gd name="T61" fmla="*/ 2147483646 h 5735"/>
              <a:gd name="T62" fmla="*/ 2147483646 w 5926"/>
              <a:gd name="T63" fmla="*/ 2147483646 h 5735"/>
              <a:gd name="T64" fmla="*/ 2147483646 w 5926"/>
              <a:gd name="T65" fmla="*/ 2147483646 h 5735"/>
              <a:gd name="T66" fmla="*/ 2147483646 w 5926"/>
              <a:gd name="T67" fmla="*/ 2147483646 h 5735"/>
              <a:gd name="T68" fmla="*/ 2147483646 w 5926"/>
              <a:gd name="T69" fmla="*/ 2147483646 h 5735"/>
              <a:gd name="T70" fmla="*/ 2147483646 w 5926"/>
              <a:gd name="T71" fmla="*/ 2147483646 h 5735"/>
              <a:gd name="T72" fmla="*/ 2147483646 w 5926"/>
              <a:gd name="T73" fmla="*/ 2147483646 h 5735"/>
              <a:gd name="T74" fmla="*/ 2147483646 w 5926"/>
              <a:gd name="T75" fmla="*/ 2147483646 h 5735"/>
              <a:gd name="T76" fmla="*/ 2147483646 w 5926"/>
              <a:gd name="T77" fmla="*/ 2147483646 h 5735"/>
              <a:gd name="T78" fmla="*/ 2147483646 w 5926"/>
              <a:gd name="T79" fmla="*/ 2147483646 h 5735"/>
              <a:gd name="T80" fmla="*/ 2147483646 w 5926"/>
              <a:gd name="T81" fmla="*/ 2147483646 h 5735"/>
              <a:gd name="T82" fmla="*/ 2147483646 w 5926"/>
              <a:gd name="T83" fmla="*/ 2147483646 h 5735"/>
              <a:gd name="T84" fmla="*/ 2147483646 w 5926"/>
              <a:gd name="T85" fmla="*/ 2147483646 h 5735"/>
              <a:gd name="T86" fmla="*/ 2147483646 w 5926"/>
              <a:gd name="T87" fmla="*/ 2147483646 h 5735"/>
              <a:gd name="T88" fmla="*/ 2147483646 w 5926"/>
              <a:gd name="T89" fmla="*/ 2147483646 h 5735"/>
              <a:gd name="T90" fmla="*/ 2147483646 w 5926"/>
              <a:gd name="T91" fmla="*/ 2147483646 h 5735"/>
              <a:gd name="T92" fmla="*/ 2147483646 w 5926"/>
              <a:gd name="T93" fmla="*/ 2147483646 h 5735"/>
              <a:gd name="T94" fmla="*/ 2147483646 w 5926"/>
              <a:gd name="T95" fmla="*/ 2147483646 h 5735"/>
              <a:gd name="T96" fmla="*/ 2147483646 w 5926"/>
              <a:gd name="T97" fmla="*/ 2147483646 h 5735"/>
              <a:gd name="T98" fmla="*/ 2147483646 w 5926"/>
              <a:gd name="T99" fmla="*/ 2147483646 h 5735"/>
              <a:gd name="T100" fmla="*/ 2147483646 w 5926"/>
              <a:gd name="T101" fmla="*/ 2147483646 h 573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5926" h="5735">
                <a:moveTo>
                  <a:pt x="0" y="5408"/>
                </a:moveTo>
                <a:lnTo>
                  <a:pt x="407" y="5408"/>
                </a:lnTo>
                <a:lnTo>
                  <a:pt x="407" y="1609"/>
                </a:lnTo>
                <a:lnTo>
                  <a:pt x="407" y="1495"/>
                </a:lnTo>
                <a:lnTo>
                  <a:pt x="520" y="1464"/>
                </a:lnTo>
                <a:lnTo>
                  <a:pt x="2110" y="1038"/>
                </a:lnTo>
                <a:lnTo>
                  <a:pt x="2300" y="987"/>
                </a:lnTo>
                <a:lnTo>
                  <a:pt x="3099" y="1516"/>
                </a:lnTo>
                <a:lnTo>
                  <a:pt x="3099" y="5408"/>
                </a:lnTo>
                <a:lnTo>
                  <a:pt x="3235" y="5408"/>
                </a:lnTo>
                <a:lnTo>
                  <a:pt x="3235" y="622"/>
                </a:lnTo>
                <a:lnTo>
                  <a:pt x="3235" y="506"/>
                </a:lnTo>
                <a:lnTo>
                  <a:pt x="3347" y="477"/>
                </a:lnTo>
                <a:lnTo>
                  <a:pt x="4938" y="50"/>
                </a:lnTo>
                <a:lnTo>
                  <a:pt x="5128" y="0"/>
                </a:lnTo>
                <a:lnTo>
                  <a:pt x="5926" y="524"/>
                </a:lnTo>
                <a:lnTo>
                  <a:pt x="5926" y="5713"/>
                </a:lnTo>
                <a:lnTo>
                  <a:pt x="5128" y="5713"/>
                </a:lnTo>
                <a:lnTo>
                  <a:pt x="4825" y="5713"/>
                </a:lnTo>
                <a:lnTo>
                  <a:pt x="4825" y="392"/>
                </a:lnTo>
                <a:lnTo>
                  <a:pt x="3536" y="738"/>
                </a:lnTo>
                <a:lnTo>
                  <a:pt x="3536" y="5434"/>
                </a:lnTo>
                <a:lnTo>
                  <a:pt x="3790" y="5434"/>
                </a:lnTo>
                <a:lnTo>
                  <a:pt x="3790" y="5735"/>
                </a:lnTo>
                <a:lnTo>
                  <a:pt x="2149" y="5735"/>
                </a:lnTo>
                <a:lnTo>
                  <a:pt x="1998" y="5735"/>
                </a:lnTo>
                <a:lnTo>
                  <a:pt x="1998" y="5583"/>
                </a:lnTo>
                <a:lnTo>
                  <a:pt x="1998" y="1379"/>
                </a:lnTo>
                <a:lnTo>
                  <a:pt x="709" y="1725"/>
                </a:lnTo>
                <a:lnTo>
                  <a:pt x="709" y="5559"/>
                </a:lnTo>
                <a:lnTo>
                  <a:pt x="709" y="5710"/>
                </a:lnTo>
                <a:lnTo>
                  <a:pt x="557" y="5710"/>
                </a:lnTo>
                <a:lnTo>
                  <a:pt x="0" y="5710"/>
                </a:lnTo>
                <a:lnTo>
                  <a:pt x="0" y="5408"/>
                </a:lnTo>
                <a:close/>
                <a:moveTo>
                  <a:pt x="3760" y="3302"/>
                </a:moveTo>
                <a:lnTo>
                  <a:pt x="3760" y="3302"/>
                </a:lnTo>
                <a:lnTo>
                  <a:pt x="3760" y="3886"/>
                </a:lnTo>
                <a:lnTo>
                  <a:pt x="3920" y="3886"/>
                </a:lnTo>
                <a:lnTo>
                  <a:pt x="4084" y="3886"/>
                </a:lnTo>
                <a:lnTo>
                  <a:pt x="4084" y="3287"/>
                </a:lnTo>
                <a:lnTo>
                  <a:pt x="3920" y="3295"/>
                </a:lnTo>
                <a:lnTo>
                  <a:pt x="3760" y="3302"/>
                </a:lnTo>
                <a:close/>
                <a:moveTo>
                  <a:pt x="4271" y="819"/>
                </a:moveTo>
                <a:lnTo>
                  <a:pt x="4271" y="819"/>
                </a:lnTo>
                <a:lnTo>
                  <a:pt x="4271" y="1426"/>
                </a:lnTo>
                <a:lnTo>
                  <a:pt x="4444" y="1394"/>
                </a:lnTo>
                <a:lnTo>
                  <a:pt x="4622" y="1361"/>
                </a:lnTo>
                <a:lnTo>
                  <a:pt x="4622" y="736"/>
                </a:lnTo>
                <a:lnTo>
                  <a:pt x="4444" y="778"/>
                </a:lnTo>
                <a:lnTo>
                  <a:pt x="4271" y="819"/>
                </a:lnTo>
                <a:close/>
                <a:moveTo>
                  <a:pt x="3760" y="938"/>
                </a:moveTo>
                <a:lnTo>
                  <a:pt x="3760" y="938"/>
                </a:lnTo>
                <a:lnTo>
                  <a:pt x="3760" y="1522"/>
                </a:lnTo>
                <a:lnTo>
                  <a:pt x="3920" y="1492"/>
                </a:lnTo>
                <a:lnTo>
                  <a:pt x="4084" y="1461"/>
                </a:lnTo>
                <a:lnTo>
                  <a:pt x="4084" y="863"/>
                </a:lnTo>
                <a:lnTo>
                  <a:pt x="3920" y="901"/>
                </a:lnTo>
                <a:lnTo>
                  <a:pt x="3760" y="938"/>
                </a:lnTo>
                <a:close/>
                <a:moveTo>
                  <a:pt x="4271" y="1640"/>
                </a:moveTo>
                <a:lnTo>
                  <a:pt x="4271" y="1640"/>
                </a:lnTo>
                <a:lnTo>
                  <a:pt x="4271" y="2245"/>
                </a:lnTo>
                <a:lnTo>
                  <a:pt x="4444" y="2224"/>
                </a:lnTo>
                <a:lnTo>
                  <a:pt x="4622" y="2202"/>
                </a:lnTo>
                <a:lnTo>
                  <a:pt x="4622" y="1580"/>
                </a:lnTo>
                <a:lnTo>
                  <a:pt x="4444" y="1609"/>
                </a:lnTo>
                <a:lnTo>
                  <a:pt x="4271" y="1640"/>
                </a:lnTo>
                <a:close/>
                <a:moveTo>
                  <a:pt x="3760" y="1727"/>
                </a:moveTo>
                <a:lnTo>
                  <a:pt x="3760" y="1727"/>
                </a:lnTo>
                <a:lnTo>
                  <a:pt x="3760" y="2310"/>
                </a:lnTo>
                <a:lnTo>
                  <a:pt x="3920" y="2290"/>
                </a:lnTo>
                <a:lnTo>
                  <a:pt x="4084" y="2269"/>
                </a:lnTo>
                <a:lnTo>
                  <a:pt x="4084" y="1670"/>
                </a:lnTo>
                <a:lnTo>
                  <a:pt x="3920" y="1699"/>
                </a:lnTo>
                <a:lnTo>
                  <a:pt x="3760" y="1727"/>
                </a:lnTo>
                <a:close/>
                <a:moveTo>
                  <a:pt x="4271" y="2459"/>
                </a:moveTo>
                <a:lnTo>
                  <a:pt x="4271" y="2459"/>
                </a:lnTo>
                <a:lnTo>
                  <a:pt x="4271" y="3066"/>
                </a:lnTo>
                <a:lnTo>
                  <a:pt x="4444" y="3055"/>
                </a:lnTo>
                <a:lnTo>
                  <a:pt x="4622" y="3044"/>
                </a:lnTo>
                <a:lnTo>
                  <a:pt x="4622" y="2421"/>
                </a:lnTo>
                <a:lnTo>
                  <a:pt x="4444" y="2440"/>
                </a:lnTo>
                <a:lnTo>
                  <a:pt x="4271" y="2459"/>
                </a:lnTo>
                <a:close/>
                <a:moveTo>
                  <a:pt x="3760" y="2515"/>
                </a:moveTo>
                <a:lnTo>
                  <a:pt x="3760" y="2515"/>
                </a:lnTo>
                <a:lnTo>
                  <a:pt x="3760" y="3098"/>
                </a:lnTo>
                <a:lnTo>
                  <a:pt x="3920" y="3087"/>
                </a:lnTo>
                <a:lnTo>
                  <a:pt x="4084" y="3078"/>
                </a:lnTo>
                <a:lnTo>
                  <a:pt x="4084" y="2479"/>
                </a:lnTo>
                <a:lnTo>
                  <a:pt x="3920" y="2497"/>
                </a:lnTo>
                <a:lnTo>
                  <a:pt x="3760" y="2515"/>
                </a:lnTo>
                <a:close/>
                <a:moveTo>
                  <a:pt x="4271" y="3279"/>
                </a:moveTo>
                <a:lnTo>
                  <a:pt x="4271" y="3279"/>
                </a:lnTo>
                <a:lnTo>
                  <a:pt x="4271" y="3886"/>
                </a:lnTo>
                <a:lnTo>
                  <a:pt x="4444" y="3886"/>
                </a:lnTo>
                <a:lnTo>
                  <a:pt x="4622" y="3886"/>
                </a:lnTo>
                <a:lnTo>
                  <a:pt x="4622" y="3262"/>
                </a:lnTo>
                <a:lnTo>
                  <a:pt x="4444" y="3270"/>
                </a:lnTo>
                <a:lnTo>
                  <a:pt x="4271" y="3279"/>
                </a:lnTo>
                <a:close/>
                <a:moveTo>
                  <a:pt x="918" y="4350"/>
                </a:moveTo>
                <a:lnTo>
                  <a:pt x="918" y="4350"/>
                </a:lnTo>
                <a:lnTo>
                  <a:pt x="918" y="4933"/>
                </a:lnTo>
                <a:lnTo>
                  <a:pt x="1077" y="4933"/>
                </a:lnTo>
                <a:lnTo>
                  <a:pt x="1241" y="4933"/>
                </a:lnTo>
                <a:lnTo>
                  <a:pt x="1241" y="4334"/>
                </a:lnTo>
                <a:lnTo>
                  <a:pt x="1077" y="4343"/>
                </a:lnTo>
                <a:lnTo>
                  <a:pt x="918" y="4350"/>
                </a:lnTo>
                <a:close/>
                <a:moveTo>
                  <a:pt x="1429" y="1866"/>
                </a:moveTo>
                <a:lnTo>
                  <a:pt x="1429" y="1866"/>
                </a:lnTo>
                <a:lnTo>
                  <a:pt x="1429" y="2473"/>
                </a:lnTo>
                <a:lnTo>
                  <a:pt x="1601" y="2441"/>
                </a:lnTo>
                <a:lnTo>
                  <a:pt x="1780" y="2407"/>
                </a:lnTo>
                <a:lnTo>
                  <a:pt x="1780" y="1784"/>
                </a:lnTo>
                <a:lnTo>
                  <a:pt x="1601" y="1825"/>
                </a:lnTo>
                <a:lnTo>
                  <a:pt x="1429" y="1866"/>
                </a:lnTo>
                <a:close/>
                <a:moveTo>
                  <a:pt x="918" y="1986"/>
                </a:moveTo>
                <a:lnTo>
                  <a:pt x="918" y="1986"/>
                </a:lnTo>
                <a:lnTo>
                  <a:pt x="918" y="2569"/>
                </a:lnTo>
                <a:lnTo>
                  <a:pt x="1077" y="2539"/>
                </a:lnTo>
                <a:lnTo>
                  <a:pt x="1241" y="2509"/>
                </a:lnTo>
                <a:lnTo>
                  <a:pt x="1241" y="1909"/>
                </a:lnTo>
                <a:lnTo>
                  <a:pt x="1077" y="1948"/>
                </a:lnTo>
                <a:lnTo>
                  <a:pt x="918" y="1986"/>
                </a:lnTo>
                <a:close/>
                <a:moveTo>
                  <a:pt x="1429" y="2686"/>
                </a:moveTo>
                <a:lnTo>
                  <a:pt x="1429" y="2686"/>
                </a:lnTo>
                <a:lnTo>
                  <a:pt x="1429" y="3293"/>
                </a:lnTo>
                <a:lnTo>
                  <a:pt x="1601" y="3272"/>
                </a:lnTo>
                <a:lnTo>
                  <a:pt x="1780" y="3249"/>
                </a:lnTo>
                <a:lnTo>
                  <a:pt x="1780" y="2626"/>
                </a:lnTo>
                <a:lnTo>
                  <a:pt x="1601" y="2656"/>
                </a:lnTo>
                <a:lnTo>
                  <a:pt x="1429" y="2686"/>
                </a:lnTo>
                <a:close/>
                <a:moveTo>
                  <a:pt x="918" y="2773"/>
                </a:moveTo>
                <a:lnTo>
                  <a:pt x="918" y="2773"/>
                </a:lnTo>
                <a:lnTo>
                  <a:pt x="918" y="3357"/>
                </a:lnTo>
                <a:lnTo>
                  <a:pt x="1077" y="3337"/>
                </a:lnTo>
                <a:lnTo>
                  <a:pt x="1241" y="3316"/>
                </a:lnTo>
                <a:lnTo>
                  <a:pt x="1241" y="2718"/>
                </a:lnTo>
                <a:lnTo>
                  <a:pt x="1077" y="2746"/>
                </a:lnTo>
                <a:lnTo>
                  <a:pt x="918" y="2773"/>
                </a:lnTo>
                <a:close/>
                <a:moveTo>
                  <a:pt x="1429" y="3507"/>
                </a:moveTo>
                <a:lnTo>
                  <a:pt x="1429" y="3507"/>
                </a:lnTo>
                <a:lnTo>
                  <a:pt x="1429" y="4113"/>
                </a:lnTo>
                <a:lnTo>
                  <a:pt x="1601" y="4103"/>
                </a:lnTo>
                <a:lnTo>
                  <a:pt x="1780" y="4091"/>
                </a:lnTo>
                <a:lnTo>
                  <a:pt x="1780" y="3468"/>
                </a:lnTo>
                <a:lnTo>
                  <a:pt x="1601" y="3488"/>
                </a:lnTo>
                <a:lnTo>
                  <a:pt x="1429" y="3507"/>
                </a:lnTo>
                <a:close/>
                <a:moveTo>
                  <a:pt x="918" y="3562"/>
                </a:moveTo>
                <a:lnTo>
                  <a:pt x="918" y="3562"/>
                </a:lnTo>
                <a:lnTo>
                  <a:pt x="918" y="4145"/>
                </a:lnTo>
                <a:lnTo>
                  <a:pt x="1077" y="4135"/>
                </a:lnTo>
                <a:lnTo>
                  <a:pt x="1241" y="4125"/>
                </a:lnTo>
                <a:lnTo>
                  <a:pt x="1241" y="3527"/>
                </a:lnTo>
                <a:lnTo>
                  <a:pt x="1077" y="3544"/>
                </a:lnTo>
                <a:lnTo>
                  <a:pt x="918" y="3562"/>
                </a:lnTo>
                <a:close/>
                <a:moveTo>
                  <a:pt x="1429" y="4326"/>
                </a:moveTo>
                <a:lnTo>
                  <a:pt x="1429" y="4326"/>
                </a:lnTo>
                <a:lnTo>
                  <a:pt x="1429" y="4933"/>
                </a:lnTo>
                <a:lnTo>
                  <a:pt x="1601" y="4933"/>
                </a:lnTo>
                <a:lnTo>
                  <a:pt x="1780" y="4933"/>
                </a:lnTo>
                <a:lnTo>
                  <a:pt x="1780" y="4309"/>
                </a:lnTo>
                <a:lnTo>
                  <a:pt x="1601" y="4318"/>
                </a:lnTo>
                <a:lnTo>
                  <a:pt x="1429" y="4326"/>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0000"/>
              </a:solidFill>
            </a:endParaRPr>
          </a:p>
        </p:txBody>
      </p:sp>
    </p:spTree>
    <p:extLst>
      <p:ext uri="{BB962C8B-B14F-4D97-AF65-F5344CB8AC3E}">
        <p14:creationId xmlns:p14="http://schemas.microsoft.com/office/powerpoint/2010/main" val="2688183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smtClean="0">
                <a:latin typeface="Century Gothic"/>
              </a:rPr>
              <a:t>3</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smtClean="0">
                <a:latin typeface="Arial Black"/>
                <a:ea typeface="微软雅黑"/>
              </a:rPr>
              <a:t>交通类视频广告</a:t>
            </a:r>
            <a:endParaRPr lang="zh-CN" altLang="en-US" sz="4800" dirty="0">
              <a:latin typeface="Arial Black"/>
              <a:ea typeface="微软雅黑"/>
            </a:endParaRPr>
          </a:p>
        </p:txBody>
      </p:sp>
    </p:spTree>
    <p:extLst>
      <p:ext uri="{BB962C8B-B14F-4D97-AF65-F5344CB8AC3E}">
        <p14:creationId xmlns:p14="http://schemas.microsoft.com/office/powerpoint/2010/main" val="4289627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299824955"/>
              </p:ext>
            </p:extLst>
          </p:nvPr>
        </p:nvGraphicFramePr>
        <p:xfrm>
          <a:off x="-180528" y="1541283"/>
          <a:ext cx="9218855" cy="5344368"/>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p:cNvSpPr txBox="1"/>
          <p:nvPr/>
        </p:nvSpPr>
        <p:spPr>
          <a:xfrm>
            <a:off x="378458" y="205155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企业交通类视频广告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sp>
        <p:nvSpPr>
          <p:cNvPr id="14" name="KSO_Shape"/>
          <p:cNvSpPr>
            <a:spLocks/>
          </p:cNvSpPr>
          <p:nvPr/>
        </p:nvSpPr>
        <p:spPr bwMode="auto">
          <a:xfrm>
            <a:off x="411539" y="258944"/>
            <a:ext cx="1184920" cy="656067"/>
          </a:xfrm>
          <a:custGeom>
            <a:avLst/>
            <a:gdLst>
              <a:gd name="T0" fmla="*/ 2147483646 w 373"/>
              <a:gd name="T1" fmla="*/ 2147483646 h 159"/>
              <a:gd name="T2" fmla="*/ 2147483646 w 373"/>
              <a:gd name="T3" fmla="*/ 0 h 159"/>
              <a:gd name="T4" fmla="*/ 0 w 373"/>
              <a:gd name="T5" fmla="*/ 2147483646 h 159"/>
              <a:gd name="T6" fmla="*/ 2147483646 w 373"/>
              <a:gd name="T7" fmla="*/ 2147483646 h 159"/>
              <a:gd name="T8" fmla="*/ 2147483646 w 373"/>
              <a:gd name="T9" fmla="*/ 2147483646 h 159"/>
              <a:gd name="T10" fmla="*/ 2147483646 w 373"/>
              <a:gd name="T11" fmla="*/ 2147483646 h 159"/>
              <a:gd name="T12" fmla="*/ 2147483646 w 373"/>
              <a:gd name="T13" fmla="*/ 2147483646 h 159"/>
              <a:gd name="T14" fmla="*/ 2147483646 w 373"/>
              <a:gd name="T15" fmla="*/ 2147483646 h 159"/>
              <a:gd name="T16" fmla="*/ 2147483646 w 373"/>
              <a:gd name="T17" fmla="*/ 2147483646 h 159"/>
              <a:gd name="T18" fmla="*/ 2147483646 w 373"/>
              <a:gd name="T19" fmla="*/ 2147483646 h 159"/>
              <a:gd name="T20" fmla="*/ 2147483646 w 373"/>
              <a:gd name="T21" fmla="*/ 2147483646 h 159"/>
              <a:gd name="T22" fmla="*/ 2147483646 w 373"/>
              <a:gd name="T23" fmla="*/ 2147483646 h 159"/>
              <a:gd name="T24" fmla="*/ 2147483646 w 373"/>
              <a:gd name="T25" fmla="*/ 2147483646 h 159"/>
              <a:gd name="T26" fmla="*/ 2147483646 w 373"/>
              <a:gd name="T27" fmla="*/ 2147483646 h 159"/>
              <a:gd name="T28" fmla="*/ 2147483646 w 373"/>
              <a:gd name="T29" fmla="*/ 2147483646 h 159"/>
              <a:gd name="T30" fmla="*/ 2147483646 w 373"/>
              <a:gd name="T31" fmla="*/ 2147483646 h 159"/>
              <a:gd name="T32" fmla="*/ 2147483646 w 373"/>
              <a:gd name="T33" fmla="*/ 2147483646 h 159"/>
              <a:gd name="T34" fmla="*/ 2147483646 w 373"/>
              <a:gd name="T35" fmla="*/ 2147483646 h 159"/>
              <a:gd name="T36" fmla="*/ 2147483646 w 373"/>
              <a:gd name="T37" fmla="*/ 2147483646 h 159"/>
              <a:gd name="T38" fmla="*/ 2147483646 w 373"/>
              <a:gd name="T39" fmla="*/ 2147483646 h 159"/>
              <a:gd name="T40" fmla="*/ 2147483646 w 373"/>
              <a:gd name="T41" fmla="*/ 2147483646 h 159"/>
              <a:gd name="T42" fmla="*/ 2147483646 w 373"/>
              <a:gd name="T43" fmla="*/ 2147483646 h 159"/>
              <a:gd name="T44" fmla="*/ 2147483646 w 373"/>
              <a:gd name="T45" fmla="*/ 2147483646 h 159"/>
              <a:gd name="T46" fmla="*/ 2147483646 w 373"/>
              <a:gd name="T47" fmla="*/ 2147483646 h 159"/>
              <a:gd name="T48" fmla="*/ 2147483646 w 373"/>
              <a:gd name="T49" fmla="*/ 2147483646 h 159"/>
              <a:gd name="T50" fmla="*/ 2147483646 w 373"/>
              <a:gd name="T51" fmla="*/ 2147483646 h 159"/>
              <a:gd name="T52" fmla="*/ 2147483646 w 373"/>
              <a:gd name="T53" fmla="*/ 2147483646 h 159"/>
              <a:gd name="T54" fmla="*/ 2147483646 w 373"/>
              <a:gd name="T55" fmla="*/ 2147483646 h 159"/>
              <a:gd name="T56" fmla="*/ 2147483646 w 373"/>
              <a:gd name="T57" fmla="*/ 2147483646 h 159"/>
              <a:gd name="T58" fmla="*/ 2147483646 w 373"/>
              <a:gd name="T59" fmla="*/ 2147483646 h 159"/>
              <a:gd name="T60" fmla="*/ 2147483646 w 373"/>
              <a:gd name="T61" fmla="*/ 2147483646 h 159"/>
              <a:gd name="T62" fmla="*/ 2147483646 w 373"/>
              <a:gd name="T63" fmla="*/ 2147483646 h 159"/>
              <a:gd name="T64" fmla="*/ 2147483646 w 373"/>
              <a:gd name="T65" fmla="*/ 2147483646 h 159"/>
              <a:gd name="T66" fmla="*/ 2147483646 w 373"/>
              <a:gd name="T67" fmla="*/ 2147483646 h 159"/>
              <a:gd name="T68" fmla="*/ 2147483646 w 373"/>
              <a:gd name="T69" fmla="*/ 2147483646 h 159"/>
              <a:gd name="T70" fmla="*/ 2147483646 w 373"/>
              <a:gd name="T71" fmla="*/ 2147483646 h 159"/>
              <a:gd name="T72" fmla="*/ 2147483646 w 373"/>
              <a:gd name="T73" fmla="*/ 2147483646 h 159"/>
              <a:gd name="T74" fmla="*/ 2147483646 w 373"/>
              <a:gd name="T75" fmla="*/ 2147483646 h 159"/>
              <a:gd name="T76" fmla="*/ 2147483646 w 373"/>
              <a:gd name="T77" fmla="*/ 2147483646 h 159"/>
              <a:gd name="T78" fmla="*/ 2147483646 w 373"/>
              <a:gd name="T79" fmla="*/ 2147483646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rgbClr val="FF0000"/>
          </a:solidFill>
          <a:ln>
            <a:noFill/>
          </a:ln>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互联网企业交通类视频广告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6" name="内容占位符 2"/>
          <p:cNvSpPr txBox="1"/>
          <p:nvPr/>
        </p:nvSpPr>
        <p:spPr>
          <a:xfrm>
            <a:off x="251522" y="1052736"/>
            <a:ext cx="8612740" cy="92333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相比其他媒体，互联网企业在交通类视频广告的花费走势比较平缓。</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在平缓趋势中，春节期间的花费高峰显得更为明显。</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18" name="矩形 17"/>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6525899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9" name="TextBox 8"/>
          <p:cNvSpPr txBox="1"/>
          <p:nvPr/>
        </p:nvSpPr>
        <p:spPr>
          <a:xfrm>
            <a:off x="1220368" y="1844824"/>
            <a:ext cx="6696792"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年交通类视频广告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1" name="KSO_Shape"/>
          <p:cNvSpPr>
            <a:spLocks/>
          </p:cNvSpPr>
          <p:nvPr/>
        </p:nvSpPr>
        <p:spPr bwMode="auto">
          <a:xfrm>
            <a:off x="4040495" y="3193818"/>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4" name="KSO_Shape"/>
          <p:cNvSpPr>
            <a:spLocks/>
          </p:cNvSpPr>
          <p:nvPr/>
        </p:nvSpPr>
        <p:spPr bwMode="auto">
          <a:xfrm>
            <a:off x="1220656" y="2938568"/>
            <a:ext cx="1188145" cy="1227445"/>
          </a:xfrm>
          <a:custGeom>
            <a:avLst/>
            <a:gdLst>
              <a:gd name="T0" fmla="*/ 893205 w 2703"/>
              <a:gd name="T1" fmla="*/ 454036 h 2697"/>
              <a:gd name="T2" fmla="*/ 1800397 w 2703"/>
              <a:gd name="T3" fmla="*/ 454036 h 2697"/>
              <a:gd name="T4" fmla="*/ 1240229 w 2703"/>
              <a:gd name="T5" fmla="*/ 374696 h 2697"/>
              <a:gd name="T6" fmla="*/ 1199599 w 2703"/>
              <a:gd name="T7" fmla="*/ 454702 h 2697"/>
              <a:gd name="T8" fmla="*/ 1304838 w 2703"/>
              <a:gd name="T9" fmla="*/ 398698 h 2697"/>
              <a:gd name="T10" fmla="*/ 1200931 w 2703"/>
              <a:gd name="T11" fmla="*/ 700055 h 2697"/>
              <a:gd name="T12" fmla="*/ 1461366 w 2703"/>
              <a:gd name="T13" fmla="*/ 608714 h 2697"/>
              <a:gd name="T14" fmla="*/ 1357458 w 2703"/>
              <a:gd name="T15" fmla="*/ 674053 h 2697"/>
              <a:gd name="T16" fmla="*/ 1362121 w 2703"/>
              <a:gd name="T17" fmla="*/ 608714 h 2697"/>
              <a:gd name="T18" fmla="*/ 1380105 w 2703"/>
              <a:gd name="T19" fmla="*/ 312024 h 2697"/>
              <a:gd name="T20" fmla="*/ 1431392 w 2703"/>
              <a:gd name="T21" fmla="*/ 140011 h 2697"/>
              <a:gd name="T22" fmla="*/ 1418071 w 2703"/>
              <a:gd name="T23" fmla="*/ 278022 h 2697"/>
              <a:gd name="T24" fmla="*/ 1431392 w 2703"/>
              <a:gd name="T25" fmla="*/ 140011 h 2697"/>
              <a:gd name="T26" fmla="*/ 841917 w 2703"/>
              <a:gd name="T27" fmla="*/ 651384 h 2697"/>
              <a:gd name="T28" fmla="*/ 803951 w 2703"/>
              <a:gd name="T29" fmla="*/ 726724 h 2697"/>
              <a:gd name="T30" fmla="*/ 1124998 w 2703"/>
              <a:gd name="T31" fmla="*/ 980077 h 2697"/>
              <a:gd name="T32" fmla="*/ 1192938 w 2703"/>
              <a:gd name="T33" fmla="*/ 975410 h 2697"/>
              <a:gd name="T34" fmla="*/ 1212254 w 2703"/>
              <a:gd name="T35" fmla="*/ 980077 h 2697"/>
              <a:gd name="T36" fmla="*/ 1540628 w 2703"/>
              <a:gd name="T37" fmla="*/ 961409 h 2697"/>
              <a:gd name="T38" fmla="*/ 769981 w 2703"/>
              <a:gd name="T39" fmla="*/ 1797474 h 2697"/>
              <a:gd name="T40" fmla="*/ 767317 w 2703"/>
              <a:gd name="T41" fmla="*/ 1798141 h 2697"/>
              <a:gd name="T42" fmla="*/ 763986 w 2703"/>
              <a:gd name="T43" fmla="*/ 1797474 h 2697"/>
              <a:gd name="T44" fmla="*/ 763986 w 2703"/>
              <a:gd name="T45" fmla="*/ 242019 h 2697"/>
              <a:gd name="T46" fmla="*/ 767317 w 2703"/>
              <a:gd name="T47" fmla="*/ 241352 h 2697"/>
              <a:gd name="T48" fmla="*/ 769981 w 2703"/>
              <a:gd name="T49" fmla="*/ 242019 h 2697"/>
              <a:gd name="T50" fmla="*/ 823267 w 2703"/>
              <a:gd name="T51" fmla="*/ 312691 h 2697"/>
              <a:gd name="T52" fmla="*/ 803951 w 2703"/>
              <a:gd name="T53" fmla="*/ 452035 h 2697"/>
              <a:gd name="T54" fmla="*/ 803951 w 2703"/>
              <a:gd name="T55" fmla="*/ 456702 h 2697"/>
              <a:gd name="T56" fmla="*/ 1470024 w 2703"/>
              <a:gd name="T57" fmla="*/ 1054083 h 2697"/>
              <a:gd name="T58" fmla="*/ 1115673 w 2703"/>
              <a:gd name="T59" fmla="*/ 1400110 h 2697"/>
              <a:gd name="T60" fmla="*/ 1470024 w 2703"/>
              <a:gd name="T61" fmla="*/ 1054083 h 2697"/>
              <a:gd name="T62" fmla="*/ 1090363 w 2703"/>
              <a:gd name="T63" fmla="*/ 1457448 h 2697"/>
              <a:gd name="T64" fmla="*/ 1246224 w 2703"/>
              <a:gd name="T65" fmla="*/ 1544121 h 2697"/>
              <a:gd name="T66" fmla="*/ 870558 w 2703"/>
              <a:gd name="T67" fmla="*/ 1720802 h 2697"/>
              <a:gd name="T68" fmla="*/ 803951 w 2703"/>
              <a:gd name="T69" fmla="*/ 1384109 h 2697"/>
              <a:gd name="T70" fmla="*/ 803951 w 2703"/>
              <a:gd name="T71" fmla="*/ 1312770 h 2697"/>
              <a:gd name="T72" fmla="*/ 1124998 w 2703"/>
              <a:gd name="T73" fmla="*/ 1054083 h 2697"/>
              <a:gd name="T74" fmla="*/ 803951 w 2703"/>
              <a:gd name="T75" fmla="*/ 1312770 h 2697"/>
              <a:gd name="T76" fmla="*/ 452930 w 2703"/>
              <a:gd name="T77" fmla="*/ 1457448 h 2697"/>
              <a:gd name="T78" fmla="*/ 580816 w 2703"/>
              <a:gd name="T79" fmla="*/ 1697466 h 2697"/>
              <a:gd name="T80" fmla="*/ 427619 w 2703"/>
              <a:gd name="T81" fmla="*/ 1400110 h 2697"/>
              <a:gd name="T82" fmla="*/ 72602 w 2703"/>
              <a:gd name="T83" fmla="*/ 1054083 h 2697"/>
              <a:gd name="T84" fmla="*/ 72602 w 2703"/>
              <a:gd name="T85" fmla="*/ 980077 h 2697"/>
              <a:gd name="T86" fmla="*/ 427619 w 2703"/>
              <a:gd name="T87" fmla="*/ 639383 h 2697"/>
              <a:gd name="T88" fmla="*/ 72602 w 2703"/>
              <a:gd name="T89" fmla="*/ 980077 h 2697"/>
              <a:gd name="T90" fmla="*/ 450266 w 2703"/>
              <a:gd name="T91" fmla="*/ 580045 h 2697"/>
              <a:gd name="T92" fmla="*/ 297069 w 2703"/>
              <a:gd name="T93" fmla="*/ 495372 h 2697"/>
              <a:gd name="T94" fmla="*/ 672734 w 2703"/>
              <a:gd name="T95" fmla="*/ 318692 h 2697"/>
              <a:gd name="T96" fmla="*/ 732681 w 2703"/>
              <a:gd name="T97" fmla="*/ 655385 h 2697"/>
              <a:gd name="T98" fmla="*/ 732681 w 2703"/>
              <a:gd name="T99" fmla="*/ 726724 h 2697"/>
              <a:gd name="T100" fmla="*/ 418294 w 2703"/>
              <a:gd name="T101" fmla="*/ 980077 h 2697"/>
              <a:gd name="T102" fmla="*/ 732681 w 2703"/>
              <a:gd name="T103" fmla="*/ 726724 h 2697"/>
              <a:gd name="T104" fmla="*/ 418294 w 2703"/>
              <a:gd name="T105" fmla="*/ 1054083 h 2697"/>
              <a:gd name="T106" fmla="*/ 732681 w 2703"/>
              <a:gd name="T107" fmla="*/ 1312770 h 2697"/>
              <a:gd name="T108" fmla="*/ 732681 w 2703"/>
              <a:gd name="T109" fmla="*/ 1384109 h 2697"/>
              <a:gd name="T110" fmla="*/ 672734 w 2703"/>
              <a:gd name="T111" fmla="*/ 1720802 h 2697"/>
              <a:gd name="T112" fmla="*/ 732681 w 2703"/>
              <a:gd name="T113" fmla="*/ 1384109 h 26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3" h="2697">
                <a:moveTo>
                  <a:pt x="2022" y="1362"/>
                </a:moveTo>
                <a:cubicBezTo>
                  <a:pt x="1646" y="1362"/>
                  <a:pt x="1341" y="1057"/>
                  <a:pt x="1341" y="681"/>
                </a:cubicBezTo>
                <a:cubicBezTo>
                  <a:pt x="1341" y="305"/>
                  <a:pt x="1646" y="0"/>
                  <a:pt x="2022" y="0"/>
                </a:cubicBezTo>
                <a:cubicBezTo>
                  <a:pt x="2398" y="0"/>
                  <a:pt x="2703" y="305"/>
                  <a:pt x="2703" y="681"/>
                </a:cubicBezTo>
                <a:cubicBezTo>
                  <a:pt x="2703" y="1057"/>
                  <a:pt x="2398" y="1362"/>
                  <a:pt x="2022" y="1362"/>
                </a:cubicBezTo>
                <a:close/>
                <a:moveTo>
                  <a:pt x="1862" y="562"/>
                </a:moveTo>
                <a:cubicBezTo>
                  <a:pt x="1844" y="580"/>
                  <a:pt x="1782" y="638"/>
                  <a:pt x="1782" y="664"/>
                </a:cubicBezTo>
                <a:cubicBezTo>
                  <a:pt x="1782" y="672"/>
                  <a:pt x="1791" y="682"/>
                  <a:pt x="1801" y="682"/>
                </a:cubicBezTo>
                <a:cubicBezTo>
                  <a:pt x="1826" y="682"/>
                  <a:pt x="1893" y="560"/>
                  <a:pt x="1945" y="560"/>
                </a:cubicBezTo>
                <a:cubicBezTo>
                  <a:pt x="1956" y="560"/>
                  <a:pt x="1968" y="573"/>
                  <a:pt x="1959" y="598"/>
                </a:cubicBezTo>
                <a:cubicBezTo>
                  <a:pt x="1861" y="844"/>
                  <a:pt x="1861" y="844"/>
                  <a:pt x="1861" y="844"/>
                </a:cubicBezTo>
                <a:cubicBezTo>
                  <a:pt x="1851" y="868"/>
                  <a:pt x="1803" y="983"/>
                  <a:pt x="1803" y="1050"/>
                </a:cubicBezTo>
                <a:cubicBezTo>
                  <a:pt x="1803" y="1103"/>
                  <a:pt x="1838" y="1127"/>
                  <a:pt x="1889" y="1127"/>
                </a:cubicBezTo>
                <a:cubicBezTo>
                  <a:pt x="2030" y="1127"/>
                  <a:pt x="2194" y="953"/>
                  <a:pt x="2194" y="913"/>
                </a:cubicBezTo>
                <a:cubicBezTo>
                  <a:pt x="2194" y="900"/>
                  <a:pt x="2184" y="892"/>
                  <a:pt x="2177" y="892"/>
                </a:cubicBezTo>
                <a:cubicBezTo>
                  <a:pt x="2157" y="892"/>
                  <a:pt x="2080" y="1011"/>
                  <a:pt x="2038" y="1011"/>
                </a:cubicBezTo>
                <a:cubicBezTo>
                  <a:pt x="2027" y="1011"/>
                  <a:pt x="2022" y="1001"/>
                  <a:pt x="2022" y="991"/>
                </a:cubicBezTo>
                <a:cubicBezTo>
                  <a:pt x="2022" y="969"/>
                  <a:pt x="2037" y="934"/>
                  <a:pt x="2045" y="913"/>
                </a:cubicBezTo>
                <a:cubicBezTo>
                  <a:pt x="2146" y="640"/>
                  <a:pt x="2146" y="640"/>
                  <a:pt x="2146" y="640"/>
                </a:cubicBezTo>
                <a:cubicBezTo>
                  <a:pt x="2197" y="504"/>
                  <a:pt x="2132" y="468"/>
                  <a:pt x="2072" y="468"/>
                </a:cubicBezTo>
                <a:cubicBezTo>
                  <a:pt x="1991" y="468"/>
                  <a:pt x="1918" y="508"/>
                  <a:pt x="1862" y="562"/>
                </a:cubicBezTo>
                <a:close/>
                <a:moveTo>
                  <a:pt x="2149" y="210"/>
                </a:moveTo>
                <a:cubicBezTo>
                  <a:pt x="2087" y="210"/>
                  <a:pt x="2034" y="261"/>
                  <a:pt x="2034" y="322"/>
                </a:cubicBezTo>
                <a:cubicBezTo>
                  <a:pt x="2034" y="380"/>
                  <a:pt x="2072" y="417"/>
                  <a:pt x="2129" y="417"/>
                </a:cubicBezTo>
                <a:cubicBezTo>
                  <a:pt x="2192" y="417"/>
                  <a:pt x="2246" y="370"/>
                  <a:pt x="2246" y="306"/>
                </a:cubicBezTo>
                <a:cubicBezTo>
                  <a:pt x="2246" y="248"/>
                  <a:pt x="2205" y="210"/>
                  <a:pt x="2149" y="210"/>
                </a:cubicBezTo>
                <a:close/>
                <a:moveTo>
                  <a:pt x="1207" y="983"/>
                </a:moveTo>
                <a:cubicBezTo>
                  <a:pt x="1226" y="982"/>
                  <a:pt x="1245" y="979"/>
                  <a:pt x="1264" y="977"/>
                </a:cubicBezTo>
                <a:cubicBezTo>
                  <a:pt x="1277" y="1012"/>
                  <a:pt x="1292" y="1045"/>
                  <a:pt x="1310" y="1077"/>
                </a:cubicBezTo>
                <a:cubicBezTo>
                  <a:pt x="1275" y="1083"/>
                  <a:pt x="1241" y="1088"/>
                  <a:pt x="1207" y="1090"/>
                </a:cubicBezTo>
                <a:cubicBezTo>
                  <a:pt x="1207" y="1470"/>
                  <a:pt x="1207" y="1470"/>
                  <a:pt x="1207" y="1470"/>
                </a:cubicBezTo>
                <a:cubicBezTo>
                  <a:pt x="1689" y="1470"/>
                  <a:pt x="1689" y="1470"/>
                  <a:pt x="1689" y="1470"/>
                </a:cubicBezTo>
                <a:cubicBezTo>
                  <a:pt x="1688" y="1454"/>
                  <a:pt x="1686" y="1438"/>
                  <a:pt x="1684" y="1422"/>
                </a:cubicBezTo>
                <a:cubicBezTo>
                  <a:pt x="1719" y="1438"/>
                  <a:pt x="1754" y="1452"/>
                  <a:pt x="1791" y="1463"/>
                </a:cubicBezTo>
                <a:cubicBezTo>
                  <a:pt x="1791" y="1465"/>
                  <a:pt x="1792" y="1468"/>
                  <a:pt x="1792" y="1470"/>
                </a:cubicBezTo>
                <a:cubicBezTo>
                  <a:pt x="1820" y="1470"/>
                  <a:pt x="1820" y="1470"/>
                  <a:pt x="1820" y="1470"/>
                </a:cubicBezTo>
                <a:cubicBezTo>
                  <a:pt x="1885" y="1487"/>
                  <a:pt x="1952" y="1496"/>
                  <a:pt x="2022" y="1496"/>
                </a:cubicBezTo>
                <a:cubicBezTo>
                  <a:pt x="2125" y="1496"/>
                  <a:pt x="2223" y="1476"/>
                  <a:pt x="2313" y="1442"/>
                </a:cubicBezTo>
                <a:cubicBezTo>
                  <a:pt x="2315" y="1471"/>
                  <a:pt x="2317" y="1500"/>
                  <a:pt x="2317" y="1529"/>
                </a:cubicBezTo>
                <a:cubicBezTo>
                  <a:pt x="2317" y="2174"/>
                  <a:pt x="1797" y="2683"/>
                  <a:pt x="1156" y="2696"/>
                </a:cubicBezTo>
                <a:cubicBezTo>
                  <a:pt x="1156" y="2697"/>
                  <a:pt x="1156" y="2697"/>
                  <a:pt x="1156" y="2697"/>
                </a:cubicBezTo>
                <a:cubicBezTo>
                  <a:pt x="1155" y="2697"/>
                  <a:pt x="1153" y="2697"/>
                  <a:pt x="1152" y="2697"/>
                </a:cubicBezTo>
                <a:cubicBezTo>
                  <a:pt x="1150" y="2697"/>
                  <a:pt x="1149" y="2697"/>
                  <a:pt x="1147" y="2697"/>
                </a:cubicBezTo>
                <a:cubicBezTo>
                  <a:pt x="1147" y="2696"/>
                  <a:pt x="1147" y="2696"/>
                  <a:pt x="1147" y="2696"/>
                </a:cubicBezTo>
                <a:cubicBezTo>
                  <a:pt x="506" y="2683"/>
                  <a:pt x="0" y="2174"/>
                  <a:pt x="0" y="1529"/>
                </a:cubicBezTo>
                <a:cubicBezTo>
                  <a:pt x="0" y="885"/>
                  <a:pt x="506" y="376"/>
                  <a:pt x="1147" y="363"/>
                </a:cubicBezTo>
                <a:cubicBezTo>
                  <a:pt x="1147" y="362"/>
                  <a:pt x="1147" y="362"/>
                  <a:pt x="1147" y="362"/>
                </a:cubicBezTo>
                <a:cubicBezTo>
                  <a:pt x="1149" y="362"/>
                  <a:pt x="1150" y="362"/>
                  <a:pt x="1152" y="362"/>
                </a:cubicBezTo>
                <a:cubicBezTo>
                  <a:pt x="1153" y="362"/>
                  <a:pt x="1155" y="362"/>
                  <a:pt x="1156" y="362"/>
                </a:cubicBezTo>
                <a:cubicBezTo>
                  <a:pt x="1156" y="363"/>
                  <a:pt x="1156" y="363"/>
                  <a:pt x="1156" y="363"/>
                </a:cubicBezTo>
                <a:cubicBezTo>
                  <a:pt x="1194" y="363"/>
                  <a:pt x="1232" y="366"/>
                  <a:pt x="1269" y="370"/>
                </a:cubicBezTo>
                <a:cubicBezTo>
                  <a:pt x="1256" y="402"/>
                  <a:pt x="1245" y="435"/>
                  <a:pt x="1236" y="469"/>
                </a:cubicBezTo>
                <a:cubicBezTo>
                  <a:pt x="1227" y="469"/>
                  <a:pt x="1218" y="468"/>
                  <a:pt x="1207" y="468"/>
                </a:cubicBezTo>
                <a:cubicBezTo>
                  <a:pt x="1207" y="678"/>
                  <a:pt x="1207" y="678"/>
                  <a:pt x="1207" y="678"/>
                </a:cubicBezTo>
                <a:cubicBezTo>
                  <a:pt x="1207" y="679"/>
                  <a:pt x="1207" y="680"/>
                  <a:pt x="1207" y="681"/>
                </a:cubicBezTo>
                <a:cubicBezTo>
                  <a:pt x="1207" y="682"/>
                  <a:pt x="1207" y="683"/>
                  <a:pt x="1207" y="685"/>
                </a:cubicBezTo>
                <a:lnTo>
                  <a:pt x="1207" y="983"/>
                </a:lnTo>
                <a:close/>
                <a:moveTo>
                  <a:pt x="2207" y="1581"/>
                </a:moveTo>
                <a:cubicBezTo>
                  <a:pt x="1792" y="1581"/>
                  <a:pt x="1792" y="1581"/>
                  <a:pt x="1792" y="1581"/>
                </a:cubicBezTo>
                <a:cubicBezTo>
                  <a:pt x="1788" y="1725"/>
                  <a:pt x="1747" y="1914"/>
                  <a:pt x="1675" y="2100"/>
                </a:cubicBezTo>
                <a:cubicBezTo>
                  <a:pt x="1778" y="2144"/>
                  <a:pt x="1871" y="2193"/>
                  <a:pt x="1943" y="2244"/>
                </a:cubicBezTo>
                <a:cubicBezTo>
                  <a:pt x="2101" y="2069"/>
                  <a:pt x="2197" y="1839"/>
                  <a:pt x="2207" y="1581"/>
                </a:cubicBezTo>
                <a:close/>
                <a:moveTo>
                  <a:pt x="1871" y="2316"/>
                </a:moveTo>
                <a:cubicBezTo>
                  <a:pt x="1806" y="2268"/>
                  <a:pt x="1726" y="2223"/>
                  <a:pt x="1637" y="2186"/>
                </a:cubicBezTo>
                <a:cubicBezTo>
                  <a:pt x="1589" y="2316"/>
                  <a:pt x="1524" y="2440"/>
                  <a:pt x="1445" y="2546"/>
                </a:cubicBezTo>
                <a:cubicBezTo>
                  <a:pt x="1606" y="2509"/>
                  <a:pt x="1751" y="2426"/>
                  <a:pt x="1871" y="2316"/>
                </a:cubicBezTo>
                <a:close/>
                <a:moveTo>
                  <a:pt x="1207" y="2591"/>
                </a:moveTo>
                <a:cubicBezTo>
                  <a:pt x="1242" y="2591"/>
                  <a:pt x="1270" y="2588"/>
                  <a:pt x="1307" y="2581"/>
                </a:cubicBezTo>
                <a:cubicBezTo>
                  <a:pt x="1404" y="2454"/>
                  <a:pt x="1486" y="2302"/>
                  <a:pt x="1548" y="2148"/>
                </a:cubicBezTo>
                <a:cubicBezTo>
                  <a:pt x="1431" y="2107"/>
                  <a:pt x="1317" y="2083"/>
                  <a:pt x="1207" y="2076"/>
                </a:cubicBezTo>
                <a:lnTo>
                  <a:pt x="1207" y="2591"/>
                </a:lnTo>
                <a:close/>
                <a:moveTo>
                  <a:pt x="1207" y="1969"/>
                </a:moveTo>
                <a:cubicBezTo>
                  <a:pt x="1324" y="1976"/>
                  <a:pt x="1452" y="2010"/>
                  <a:pt x="1582" y="2065"/>
                </a:cubicBezTo>
                <a:cubicBezTo>
                  <a:pt x="1644" y="1900"/>
                  <a:pt x="1682" y="1736"/>
                  <a:pt x="1689" y="1581"/>
                </a:cubicBezTo>
                <a:cubicBezTo>
                  <a:pt x="1207" y="1581"/>
                  <a:pt x="1207" y="1581"/>
                  <a:pt x="1207" y="1581"/>
                </a:cubicBezTo>
                <a:lnTo>
                  <a:pt x="1207" y="1969"/>
                </a:lnTo>
                <a:close/>
                <a:moveTo>
                  <a:pt x="872" y="2546"/>
                </a:moveTo>
                <a:cubicBezTo>
                  <a:pt x="793" y="2440"/>
                  <a:pt x="728" y="2316"/>
                  <a:pt x="680" y="2186"/>
                </a:cubicBezTo>
                <a:cubicBezTo>
                  <a:pt x="590" y="2223"/>
                  <a:pt x="511" y="2268"/>
                  <a:pt x="446" y="2316"/>
                </a:cubicBezTo>
                <a:cubicBezTo>
                  <a:pt x="566" y="2426"/>
                  <a:pt x="711" y="2509"/>
                  <a:pt x="872" y="2546"/>
                </a:cubicBezTo>
                <a:close/>
                <a:moveTo>
                  <a:pt x="374" y="2244"/>
                </a:moveTo>
                <a:cubicBezTo>
                  <a:pt x="446" y="2193"/>
                  <a:pt x="539" y="2144"/>
                  <a:pt x="642" y="2100"/>
                </a:cubicBezTo>
                <a:cubicBezTo>
                  <a:pt x="570" y="1914"/>
                  <a:pt x="529" y="1725"/>
                  <a:pt x="525" y="1581"/>
                </a:cubicBezTo>
                <a:cubicBezTo>
                  <a:pt x="109" y="1581"/>
                  <a:pt x="109" y="1581"/>
                  <a:pt x="109" y="1581"/>
                </a:cubicBezTo>
                <a:cubicBezTo>
                  <a:pt x="120" y="1839"/>
                  <a:pt x="216" y="2069"/>
                  <a:pt x="374" y="2244"/>
                </a:cubicBezTo>
                <a:close/>
                <a:moveTo>
                  <a:pt x="109" y="1470"/>
                </a:moveTo>
                <a:cubicBezTo>
                  <a:pt x="525" y="1470"/>
                  <a:pt x="525" y="1470"/>
                  <a:pt x="525" y="1470"/>
                </a:cubicBezTo>
                <a:cubicBezTo>
                  <a:pt x="532" y="1322"/>
                  <a:pt x="573" y="1145"/>
                  <a:pt x="642" y="959"/>
                </a:cubicBezTo>
                <a:cubicBezTo>
                  <a:pt x="539" y="914"/>
                  <a:pt x="446" y="866"/>
                  <a:pt x="374" y="815"/>
                </a:cubicBezTo>
                <a:cubicBezTo>
                  <a:pt x="216" y="990"/>
                  <a:pt x="120" y="1212"/>
                  <a:pt x="109" y="1470"/>
                </a:cubicBezTo>
                <a:close/>
                <a:moveTo>
                  <a:pt x="446" y="743"/>
                </a:moveTo>
                <a:cubicBezTo>
                  <a:pt x="508" y="787"/>
                  <a:pt x="587" y="832"/>
                  <a:pt x="676" y="870"/>
                </a:cubicBezTo>
                <a:cubicBezTo>
                  <a:pt x="728" y="739"/>
                  <a:pt x="797" y="612"/>
                  <a:pt x="872" y="509"/>
                </a:cubicBezTo>
                <a:cubicBezTo>
                  <a:pt x="711" y="550"/>
                  <a:pt x="566" y="633"/>
                  <a:pt x="446" y="743"/>
                </a:cubicBezTo>
                <a:close/>
                <a:moveTo>
                  <a:pt x="1100" y="468"/>
                </a:moveTo>
                <a:cubicBezTo>
                  <a:pt x="1066" y="468"/>
                  <a:pt x="1047" y="471"/>
                  <a:pt x="1010" y="478"/>
                </a:cubicBezTo>
                <a:cubicBezTo>
                  <a:pt x="917" y="605"/>
                  <a:pt x="831" y="750"/>
                  <a:pt x="766" y="908"/>
                </a:cubicBezTo>
                <a:cubicBezTo>
                  <a:pt x="879" y="949"/>
                  <a:pt x="987" y="976"/>
                  <a:pt x="1100" y="983"/>
                </a:cubicBezTo>
                <a:lnTo>
                  <a:pt x="1100" y="468"/>
                </a:lnTo>
                <a:close/>
                <a:moveTo>
                  <a:pt x="1100" y="1090"/>
                </a:moveTo>
                <a:cubicBezTo>
                  <a:pt x="983" y="1083"/>
                  <a:pt x="865" y="1048"/>
                  <a:pt x="735" y="993"/>
                </a:cubicBezTo>
                <a:cubicBezTo>
                  <a:pt x="673" y="1155"/>
                  <a:pt x="635" y="1308"/>
                  <a:pt x="628" y="1470"/>
                </a:cubicBezTo>
                <a:cubicBezTo>
                  <a:pt x="1100" y="1470"/>
                  <a:pt x="1100" y="1470"/>
                  <a:pt x="1100" y="1470"/>
                </a:cubicBezTo>
                <a:lnTo>
                  <a:pt x="1100" y="1090"/>
                </a:lnTo>
                <a:close/>
                <a:moveTo>
                  <a:pt x="1100" y="1581"/>
                </a:moveTo>
                <a:cubicBezTo>
                  <a:pt x="628" y="1581"/>
                  <a:pt x="628" y="1581"/>
                  <a:pt x="628" y="1581"/>
                </a:cubicBezTo>
                <a:cubicBezTo>
                  <a:pt x="635" y="1736"/>
                  <a:pt x="673" y="1900"/>
                  <a:pt x="735" y="2065"/>
                </a:cubicBezTo>
                <a:cubicBezTo>
                  <a:pt x="865" y="2010"/>
                  <a:pt x="983" y="1976"/>
                  <a:pt x="1100" y="1969"/>
                </a:cubicBezTo>
                <a:lnTo>
                  <a:pt x="1100" y="1581"/>
                </a:lnTo>
                <a:close/>
                <a:moveTo>
                  <a:pt x="1100" y="2076"/>
                </a:moveTo>
                <a:cubicBezTo>
                  <a:pt x="990" y="2083"/>
                  <a:pt x="886" y="2107"/>
                  <a:pt x="769" y="2148"/>
                </a:cubicBezTo>
                <a:cubicBezTo>
                  <a:pt x="831" y="2302"/>
                  <a:pt x="913" y="2454"/>
                  <a:pt x="1010" y="2581"/>
                </a:cubicBezTo>
                <a:cubicBezTo>
                  <a:pt x="1047" y="2588"/>
                  <a:pt x="1066" y="2591"/>
                  <a:pt x="1100" y="2591"/>
                </a:cubicBezTo>
                <a:lnTo>
                  <a:pt x="1100" y="2076"/>
                </a:ln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5" name="KSO_Shape"/>
          <p:cNvSpPr>
            <a:spLocks/>
          </p:cNvSpPr>
          <p:nvPr/>
        </p:nvSpPr>
        <p:spPr bwMode="auto">
          <a:xfrm>
            <a:off x="6732240" y="3193818"/>
            <a:ext cx="1184920" cy="899310"/>
          </a:xfrm>
          <a:custGeom>
            <a:avLst/>
            <a:gdLst>
              <a:gd name="T0" fmla="*/ 113939 w 6855"/>
              <a:gd name="T1" fmla="*/ 556 h 4342"/>
              <a:gd name="T2" fmla="*/ 83370 w 6855"/>
              <a:gd name="T3" fmla="*/ 7500 h 4342"/>
              <a:gd name="T4" fmla="*/ 56136 w 6855"/>
              <a:gd name="T5" fmla="*/ 21666 h 4342"/>
              <a:gd name="T6" fmla="*/ 33070 w 6855"/>
              <a:gd name="T7" fmla="*/ 41387 h 4342"/>
              <a:gd name="T8" fmla="*/ 15284 w 6855"/>
              <a:gd name="T9" fmla="*/ 66386 h 4342"/>
              <a:gd name="T10" fmla="*/ 3891 w 6855"/>
              <a:gd name="T11" fmla="*/ 95273 h 4342"/>
              <a:gd name="T12" fmla="*/ 0 w 6855"/>
              <a:gd name="T13" fmla="*/ 126939 h 4342"/>
              <a:gd name="T14" fmla="*/ 1389 w 6855"/>
              <a:gd name="T15" fmla="*/ 971345 h 4342"/>
              <a:gd name="T16" fmla="*/ 10004 w 6855"/>
              <a:gd name="T17" fmla="*/ 1001343 h 4342"/>
              <a:gd name="T18" fmla="*/ 25289 w 6855"/>
              <a:gd name="T19" fmla="*/ 1027731 h 4342"/>
              <a:gd name="T20" fmla="*/ 46409 w 6855"/>
              <a:gd name="T21" fmla="*/ 1049674 h 4342"/>
              <a:gd name="T22" fmla="*/ 71976 w 6855"/>
              <a:gd name="T23" fmla="*/ 1066340 h 4342"/>
              <a:gd name="T24" fmla="*/ 101433 w 6855"/>
              <a:gd name="T25" fmla="*/ 1076340 h 4342"/>
              <a:gd name="T26" fmla="*/ 825361 w 6855"/>
              <a:gd name="T27" fmla="*/ 1078840 h 4342"/>
              <a:gd name="T28" fmla="*/ 687245 w 6855"/>
              <a:gd name="T29" fmla="*/ 1143281 h 4342"/>
              <a:gd name="T30" fmla="*/ 665013 w 6855"/>
              <a:gd name="T31" fmla="*/ 1150225 h 4342"/>
              <a:gd name="T32" fmla="*/ 650284 w 6855"/>
              <a:gd name="T33" fmla="*/ 1162447 h 4342"/>
              <a:gd name="T34" fmla="*/ 638057 w 6855"/>
              <a:gd name="T35" fmla="*/ 1185779 h 4342"/>
              <a:gd name="T36" fmla="*/ 635000 w 6855"/>
              <a:gd name="T37" fmla="*/ 1206056 h 4342"/>
              <a:gd name="T38" fmla="*/ 1268333 w 6855"/>
              <a:gd name="T39" fmla="*/ 1189668 h 4342"/>
              <a:gd name="T40" fmla="*/ 1259996 w 6855"/>
              <a:gd name="T41" fmla="*/ 1169113 h 4342"/>
              <a:gd name="T42" fmla="*/ 1246934 w 6855"/>
              <a:gd name="T43" fmla="*/ 1155781 h 4342"/>
              <a:gd name="T44" fmla="*/ 1220812 w 6855"/>
              <a:gd name="T45" fmla="*/ 1144392 h 4342"/>
              <a:gd name="T46" fmla="*/ 1079361 w 6855"/>
              <a:gd name="T47" fmla="*/ 1142448 h 4342"/>
              <a:gd name="T48" fmla="*/ 1790783 w 6855"/>
              <a:gd name="T49" fmla="*/ 1078284 h 4342"/>
              <a:gd name="T50" fmla="*/ 1821352 w 6855"/>
              <a:gd name="T51" fmla="*/ 1071062 h 4342"/>
              <a:gd name="T52" fmla="*/ 1848864 w 6855"/>
              <a:gd name="T53" fmla="*/ 1057174 h 4342"/>
              <a:gd name="T54" fmla="*/ 1871652 w 6855"/>
              <a:gd name="T55" fmla="*/ 1037175 h 4342"/>
              <a:gd name="T56" fmla="*/ 1889438 w 6855"/>
              <a:gd name="T57" fmla="*/ 1012176 h 4342"/>
              <a:gd name="T58" fmla="*/ 1900832 w 6855"/>
              <a:gd name="T59" fmla="*/ 983566 h 4342"/>
              <a:gd name="T60" fmla="*/ 1905000 w 6855"/>
              <a:gd name="T61" fmla="*/ 952179 h 4342"/>
              <a:gd name="T62" fmla="*/ 1903333 w 6855"/>
              <a:gd name="T63" fmla="*/ 107773 h 4342"/>
              <a:gd name="T64" fmla="*/ 1894718 w 6855"/>
              <a:gd name="T65" fmla="*/ 77774 h 4342"/>
              <a:gd name="T66" fmla="*/ 1879711 w 6855"/>
              <a:gd name="T67" fmla="*/ 51109 h 4342"/>
              <a:gd name="T68" fmla="*/ 1858313 w 6855"/>
              <a:gd name="T69" fmla="*/ 29165 h 4342"/>
              <a:gd name="T70" fmla="*/ 1832746 w 6855"/>
              <a:gd name="T71" fmla="*/ 12499 h 4342"/>
              <a:gd name="T72" fmla="*/ 1803289 w 6855"/>
              <a:gd name="T73" fmla="*/ 2500 h 4342"/>
              <a:gd name="T74" fmla="*/ 1841083 w 6855"/>
              <a:gd name="T75" fmla="*/ 952179 h 4342"/>
              <a:gd name="T76" fmla="*/ 1836359 w 6855"/>
              <a:gd name="T77" fmla="*/ 976900 h 4342"/>
              <a:gd name="T78" fmla="*/ 1818018 w 6855"/>
              <a:gd name="T79" fmla="*/ 1001065 h 4342"/>
              <a:gd name="T80" fmla="*/ 1790505 w 6855"/>
              <a:gd name="T81" fmla="*/ 1014120 h 4342"/>
              <a:gd name="T82" fmla="*/ 120330 w 6855"/>
              <a:gd name="T83" fmla="*/ 1015231 h 4342"/>
              <a:gd name="T84" fmla="*/ 91707 w 6855"/>
              <a:gd name="T85" fmla="*/ 1004676 h 4342"/>
              <a:gd name="T86" fmla="*/ 71142 w 6855"/>
              <a:gd name="T87" fmla="*/ 982177 h 4342"/>
              <a:gd name="T88" fmla="*/ 63361 w 6855"/>
              <a:gd name="T89" fmla="*/ 952179 h 4342"/>
              <a:gd name="T90" fmla="*/ 66418 w 6855"/>
              <a:gd name="T91" fmla="*/ 108051 h 4342"/>
              <a:gd name="T92" fmla="*/ 81980 w 6855"/>
              <a:gd name="T93" fmla="*/ 82218 h 4342"/>
              <a:gd name="T94" fmla="*/ 107825 w 6855"/>
              <a:gd name="T95" fmla="*/ 66108 h 4342"/>
              <a:gd name="T96" fmla="*/ 1777722 w 6855"/>
              <a:gd name="T97" fmla="*/ 63330 h 4342"/>
              <a:gd name="T98" fmla="*/ 1808291 w 6855"/>
              <a:gd name="T99" fmla="*/ 70830 h 4342"/>
              <a:gd name="T100" fmla="*/ 1830523 w 6855"/>
              <a:gd name="T101" fmla="*/ 91385 h 4342"/>
              <a:gd name="T102" fmla="*/ 1840805 w 6855"/>
              <a:gd name="T103" fmla="*/ 120272 h 434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855" h="4342">
                <a:moveTo>
                  <a:pt x="6397" y="0"/>
                </a:moveTo>
                <a:lnTo>
                  <a:pt x="456" y="0"/>
                </a:lnTo>
                <a:lnTo>
                  <a:pt x="433" y="1"/>
                </a:lnTo>
                <a:lnTo>
                  <a:pt x="410" y="2"/>
                </a:lnTo>
                <a:lnTo>
                  <a:pt x="387" y="5"/>
                </a:lnTo>
                <a:lnTo>
                  <a:pt x="365" y="9"/>
                </a:lnTo>
                <a:lnTo>
                  <a:pt x="343" y="15"/>
                </a:lnTo>
                <a:lnTo>
                  <a:pt x="322" y="20"/>
                </a:lnTo>
                <a:lnTo>
                  <a:pt x="300" y="27"/>
                </a:lnTo>
                <a:lnTo>
                  <a:pt x="279" y="35"/>
                </a:lnTo>
                <a:lnTo>
                  <a:pt x="259" y="45"/>
                </a:lnTo>
                <a:lnTo>
                  <a:pt x="240" y="55"/>
                </a:lnTo>
                <a:lnTo>
                  <a:pt x="220" y="67"/>
                </a:lnTo>
                <a:lnTo>
                  <a:pt x="202" y="78"/>
                </a:lnTo>
                <a:lnTo>
                  <a:pt x="184" y="91"/>
                </a:lnTo>
                <a:lnTo>
                  <a:pt x="167" y="105"/>
                </a:lnTo>
                <a:lnTo>
                  <a:pt x="150" y="118"/>
                </a:lnTo>
                <a:lnTo>
                  <a:pt x="134" y="134"/>
                </a:lnTo>
                <a:lnTo>
                  <a:pt x="119" y="149"/>
                </a:lnTo>
                <a:lnTo>
                  <a:pt x="105" y="167"/>
                </a:lnTo>
                <a:lnTo>
                  <a:pt x="91" y="184"/>
                </a:lnTo>
                <a:lnTo>
                  <a:pt x="78" y="201"/>
                </a:lnTo>
                <a:lnTo>
                  <a:pt x="66" y="221"/>
                </a:lnTo>
                <a:lnTo>
                  <a:pt x="55" y="239"/>
                </a:lnTo>
                <a:lnTo>
                  <a:pt x="45" y="259"/>
                </a:lnTo>
                <a:lnTo>
                  <a:pt x="36" y="280"/>
                </a:lnTo>
                <a:lnTo>
                  <a:pt x="28" y="300"/>
                </a:lnTo>
                <a:lnTo>
                  <a:pt x="21" y="321"/>
                </a:lnTo>
                <a:lnTo>
                  <a:pt x="14" y="343"/>
                </a:lnTo>
                <a:lnTo>
                  <a:pt x="9" y="365"/>
                </a:lnTo>
                <a:lnTo>
                  <a:pt x="5" y="388"/>
                </a:lnTo>
                <a:lnTo>
                  <a:pt x="2" y="410"/>
                </a:lnTo>
                <a:lnTo>
                  <a:pt x="0" y="433"/>
                </a:lnTo>
                <a:lnTo>
                  <a:pt x="0" y="457"/>
                </a:lnTo>
                <a:lnTo>
                  <a:pt x="0" y="3428"/>
                </a:lnTo>
                <a:lnTo>
                  <a:pt x="0" y="3451"/>
                </a:lnTo>
                <a:lnTo>
                  <a:pt x="2" y="3474"/>
                </a:lnTo>
                <a:lnTo>
                  <a:pt x="5" y="3497"/>
                </a:lnTo>
                <a:lnTo>
                  <a:pt x="9" y="3519"/>
                </a:lnTo>
                <a:lnTo>
                  <a:pt x="14" y="3541"/>
                </a:lnTo>
                <a:lnTo>
                  <a:pt x="21" y="3563"/>
                </a:lnTo>
                <a:lnTo>
                  <a:pt x="28" y="3584"/>
                </a:lnTo>
                <a:lnTo>
                  <a:pt x="36" y="3605"/>
                </a:lnTo>
                <a:lnTo>
                  <a:pt x="45" y="3625"/>
                </a:lnTo>
                <a:lnTo>
                  <a:pt x="55" y="3644"/>
                </a:lnTo>
                <a:lnTo>
                  <a:pt x="66" y="3664"/>
                </a:lnTo>
                <a:lnTo>
                  <a:pt x="78" y="3682"/>
                </a:lnTo>
                <a:lnTo>
                  <a:pt x="91" y="3700"/>
                </a:lnTo>
                <a:lnTo>
                  <a:pt x="105" y="3717"/>
                </a:lnTo>
                <a:lnTo>
                  <a:pt x="119" y="3734"/>
                </a:lnTo>
                <a:lnTo>
                  <a:pt x="134" y="3750"/>
                </a:lnTo>
                <a:lnTo>
                  <a:pt x="150" y="3765"/>
                </a:lnTo>
                <a:lnTo>
                  <a:pt x="167" y="3779"/>
                </a:lnTo>
                <a:lnTo>
                  <a:pt x="184" y="3793"/>
                </a:lnTo>
                <a:lnTo>
                  <a:pt x="202" y="3806"/>
                </a:lnTo>
                <a:lnTo>
                  <a:pt x="220" y="3818"/>
                </a:lnTo>
                <a:lnTo>
                  <a:pt x="240" y="3829"/>
                </a:lnTo>
                <a:lnTo>
                  <a:pt x="259" y="3839"/>
                </a:lnTo>
                <a:lnTo>
                  <a:pt x="279" y="3848"/>
                </a:lnTo>
                <a:lnTo>
                  <a:pt x="300" y="3856"/>
                </a:lnTo>
                <a:lnTo>
                  <a:pt x="322" y="3863"/>
                </a:lnTo>
                <a:lnTo>
                  <a:pt x="343" y="3870"/>
                </a:lnTo>
                <a:lnTo>
                  <a:pt x="365" y="3875"/>
                </a:lnTo>
                <a:lnTo>
                  <a:pt x="387" y="3879"/>
                </a:lnTo>
                <a:lnTo>
                  <a:pt x="410" y="3882"/>
                </a:lnTo>
                <a:lnTo>
                  <a:pt x="433" y="3884"/>
                </a:lnTo>
                <a:lnTo>
                  <a:pt x="456" y="3884"/>
                </a:lnTo>
                <a:lnTo>
                  <a:pt x="2970" y="3884"/>
                </a:lnTo>
                <a:lnTo>
                  <a:pt x="2970" y="4113"/>
                </a:lnTo>
                <a:lnTo>
                  <a:pt x="2513" y="4113"/>
                </a:lnTo>
                <a:lnTo>
                  <a:pt x="2492" y="4113"/>
                </a:lnTo>
                <a:lnTo>
                  <a:pt x="2473" y="4116"/>
                </a:lnTo>
                <a:lnTo>
                  <a:pt x="2454" y="4118"/>
                </a:lnTo>
                <a:lnTo>
                  <a:pt x="2438" y="4123"/>
                </a:lnTo>
                <a:lnTo>
                  <a:pt x="2422" y="4128"/>
                </a:lnTo>
                <a:lnTo>
                  <a:pt x="2407" y="4134"/>
                </a:lnTo>
                <a:lnTo>
                  <a:pt x="2393" y="4141"/>
                </a:lnTo>
                <a:lnTo>
                  <a:pt x="2381" y="4148"/>
                </a:lnTo>
                <a:lnTo>
                  <a:pt x="2369" y="4157"/>
                </a:lnTo>
                <a:lnTo>
                  <a:pt x="2359" y="4166"/>
                </a:lnTo>
                <a:lnTo>
                  <a:pt x="2349" y="4176"/>
                </a:lnTo>
                <a:lnTo>
                  <a:pt x="2340" y="4185"/>
                </a:lnTo>
                <a:lnTo>
                  <a:pt x="2332" y="4195"/>
                </a:lnTo>
                <a:lnTo>
                  <a:pt x="2325" y="4206"/>
                </a:lnTo>
                <a:lnTo>
                  <a:pt x="2314" y="4227"/>
                </a:lnTo>
                <a:lnTo>
                  <a:pt x="2303" y="4248"/>
                </a:lnTo>
                <a:lnTo>
                  <a:pt x="2296" y="4269"/>
                </a:lnTo>
                <a:lnTo>
                  <a:pt x="2292" y="4289"/>
                </a:lnTo>
                <a:lnTo>
                  <a:pt x="2288" y="4306"/>
                </a:lnTo>
                <a:lnTo>
                  <a:pt x="2286" y="4321"/>
                </a:lnTo>
                <a:lnTo>
                  <a:pt x="2285" y="4331"/>
                </a:lnTo>
                <a:lnTo>
                  <a:pt x="2285" y="4342"/>
                </a:lnTo>
                <a:lnTo>
                  <a:pt x="4570" y="4342"/>
                </a:lnTo>
                <a:lnTo>
                  <a:pt x="4569" y="4321"/>
                </a:lnTo>
                <a:lnTo>
                  <a:pt x="4567" y="4301"/>
                </a:lnTo>
                <a:lnTo>
                  <a:pt x="4564" y="4283"/>
                </a:lnTo>
                <a:lnTo>
                  <a:pt x="4559" y="4266"/>
                </a:lnTo>
                <a:lnTo>
                  <a:pt x="4555" y="4251"/>
                </a:lnTo>
                <a:lnTo>
                  <a:pt x="4548" y="4236"/>
                </a:lnTo>
                <a:lnTo>
                  <a:pt x="4541" y="4222"/>
                </a:lnTo>
                <a:lnTo>
                  <a:pt x="4534" y="4209"/>
                </a:lnTo>
                <a:lnTo>
                  <a:pt x="4526" y="4198"/>
                </a:lnTo>
                <a:lnTo>
                  <a:pt x="4517" y="4187"/>
                </a:lnTo>
                <a:lnTo>
                  <a:pt x="4507" y="4178"/>
                </a:lnTo>
                <a:lnTo>
                  <a:pt x="4497" y="4169"/>
                </a:lnTo>
                <a:lnTo>
                  <a:pt x="4487" y="4161"/>
                </a:lnTo>
                <a:lnTo>
                  <a:pt x="4476" y="4154"/>
                </a:lnTo>
                <a:lnTo>
                  <a:pt x="4456" y="4141"/>
                </a:lnTo>
                <a:lnTo>
                  <a:pt x="4434" y="4132"/>
                </a:lnTo>
                <a:lnTo>
                  <a:pt x="4413" y="4125"/>
                </a:lnTo>
                <a:lnTo>
                  <a:pt x="4393" y="4120"/>
                </a:lnTo>
                <a:lnTo>
                  <a:pt x="4376" y="4117"/>
                </a:lnTo>
                <a:lnTo>
                  <a:pt x="4362" y="4115"/>
                </a:lnTo>
                <a:lnTo>
                  <a:pt x="4351" y="4113"/>
                </a:lnTo>
                <a:lnTo>
                  <a:pt x="4340" y="4113"/>
                </a:lnTo>
                <a:lnTo>
                  <a:pt x="3884" y="4113"/>
                </a:lnTo>
                <a:lnTo>
                  <a:pt x="3884" y="3884"/>
                </a:lnTo>
                <a:lnTo>
                  <a:pt x="6397" y="3884"/>
                </a:lnTo>
                <a:lnTo>
                  <a:pt x="6421" y="3884"/>
                </a:lnTo>
                <a:lnTo>
                  <a:pt x="6444" y="3882"/>
                </a:lnTo>
                <a:lnTo>
                  <a:pt x="6466" y="3879"/>
                </a:lnTo>
                <a:lnTo>
                  <a:pt x="6489" y="3875"/>
                </a:lnTo>
                <a:lnTo>
                  <a:pt x="6511" y="3870"/>
                </a:lnTo>
                <a:lnTo>
                  <a:pt x="6533" y="3863"/>
                </a:lnTo>
                <a:lnTo>
                  <a:pt x="6554" y="3856"/>
                </a:lnTo>
                <a:lnTo>
                  <a:pt x="6575" y="3848"/>
                </a:lnTo>
                <a:lnTo>
                  <a:pt x="6595" y="3839"/>
                </a:lnTo>
                <a:lnTo>
                  <a:pt x="6615" y="3829"/>
                </a:lnTo>
                <a:lnTo>
                  <a:pt x="6633" y="3818"/>
                </a:lnTo>
                <a:lnTo>
                  <a:pt x="6653" y="3806"/>
                </a:lnTo>
                <a:lnTo>
                  <a:pt x="6670" y="3793"/>
                </a:lnTo>
                <a:lnTo>
                  <a:pt x="6687" y="3779"/>
                </a:lnTo>
                <a:lnTo>
                  <a:pt x="6705" y="3765"/>
                </a:lnTo>
                <a:lnTo>
                  <a:pt x="6720" y="3750"/>
                </a:lnTo>
                <a:lnTo>
                  <a:pt x="6735" y="3734"/>
                </a:lnTo>
                <a:lnTo>
                  <a:pt x="6750" y="3717"/>
                </a:lnTo>
                <a:lnTo>
                  <a:pt x="6764" y="3700"/>
                </a:lnTo>
                <a:lnTo>
                  <a:pt x="6776" y="3682"/>
                </a:lnTo>
                <a:lnTo>
                  <a:pt x="6788" y="3664"/>
                </a:lnTo>
                <a:lnTo>
                  <a:pt x="6799" y="3644"/>
                </a:lnTo>
                <a:lnTo>
                  <a:pt x="6810" y="3625"/>
                </a:lnTo>
                <a:lnTo>
                  <a:pt x="6818" y="3605"/>
                </a:lnTo>
                <a:lnTo>
                  <a:pt x="6827" y="3584"/>
                </a:lnTo>
                <a:lnTo>
                  <a:pt x="6834" y="3563"/>
                </a:lnTo>
                <a:lnTo>
                  <a:pt x="6840" y="3541"/>
                </a:lnTo>
                <a:lnTo>
                  <a:pt x="6845" y="3519"/>
                </a:lnTo>
                <a:lnTo>
                  <a:pt x="6849" y="3497"/>
                </a:lnTo>
                <a:lnTo>
                  <a:pt x="6852" y="3474"/>
                </a:lnTo>
                <a:lnTo>
                  <a:pt x="6853" y="3451"/>
                </a:lnTo>
                <a:lnTo>
                  <a:pt x="6855" y="3428"/>
                </a:lnTo>
                <a:lnTo>
                  <a:pt x="6855" y="457"/>
                </a:lnTo>
                <a:lnTo>
                  <a:pt x="6853" y="433"/>
                </a:lnTo>
                <a:lnTo>
                  <a:pt x="6852" y="410"/>
                </a:lnTo>
                <a:lnTo>
                  <a:pt x="6849" y="388"/>
                </a:lnTo>
                <a:lnTo>
                  <a:pt x="6845" y="365"/>
                </a:lnTo>
                <a:lnTo>
                  <a:pt x="6840" y="343"/>
                </a:lnTo>
                <a:lnTo>
                  <a:pt x="6834" y="321"/>
                </a:lnTo>
                <a:lnTo>
                  <a:pt x="6827" y="300"/>
                </a:lnTo>
                <a:lnTo>
                  <a:pt x="6818" y="280"/>
                </a:lnTo>
                <a:lnTo>
                  <a:pt x="6810" y="259"/>
                </a:lnTo>
                <a:lnTo>
                  <a:pt x="6799" y="239"/>
                </a:lnTo>
                <a:lnTo>
                  <a:pt x="6788" y="221"/>
                </a:lnTo>
                <a:lnTo>
                  <a:pt x="6776" y="201"/>
                </a:lnTo>
                <a:lnTo>
                  <a:pt x="6764" y="184"/>
                </a:lnTo>
                <a:lnTo>
                  <a:pt x="6750" y="167"/>
                </a:lnTo>
                <a:lnTo>
                  <a:pt x="6735" y="149"/>
                </a:lnTo>
                <a:lnTo>
                  <a:pt x="6720" y="134"/>
                </a:lnTo>
                <a:lnTo>
                  <a:pt x="6705" y="118"/>
                </a:lnTo>
                <a:lnTo>
                  <a:pt x="6687" y="105"/>
                </a:lnTo>
                <a:lnTo>
                  <a:pt x="6670" y="91"/>
                </a:lnTo>
                <a:lnTo>
                  <a:pt x="6653" y="78"/>
                </a:lnTo>
                <a:lnTo>
                  <a:pt x="6633" y="67"/>
                </a:lnTo>
                <a:lnTo>
                  <a:pt x="6615" y="55"/>
                </a:lnTo>
                <a:lnTo>
                  <a:pt x="6595" y="45"/>
                </a:lnTo>
                <a:lnTo>
                  <a:pt x="6575" y="35"/>
                </a:lnTo>
                <a:lnTo>
                  <a:pt x="6554" y="27"/>
                </a:lnTo>
                <a:lnTo>
                  <a:pt x="6533" y="20"/>
                </a:lnTo>
                <a:lnTo>
                  <a:pt x="6511" y="15"/>
                </a:lnTo>
                <a:lnTo>
                  <a:pt x="6489" y="9"/>
                </a:lnTo>
                <a:lnTo>
                  <a:pt x="6466" y="5"/>
                </a:lnTo>
                <a:lnTo>
                  <a:pt x="6444" y="2"/>
                </a:lnTo>
                <a:lnTo>
                  <a:pt x="6421" y="1"/>
                </a:lnTo>
                <a:lnTo>
                  <a:pt x="6397" y="0"/>
                </a:lnTo>
                <a:close/>
                <a:moveTo>
                  <a:pt x="6625" y="3428"/>
                </a:moveTo>
                <a:lnTo>
                  <a:pt x="6625" y="3428"/>
                </a:lnTo>
                <a:lnTo>
                  <a:pt x="6624" y="3451"/>
                </a:lnTo>
                <a:lnTo>
                  <a:pt x="6621" y="3474"/>
                </a:lnTo>
                <a:lnTo>
                  <a:pt x="6616" y="3496"/>
                </a:lnTo>
                <a:lnTo>
                  <a:pt x="6608" y="3517"/>
                </a:lnTo>
                <a:lnTo>
                  <a:pt x="6599" y="3536"/>
                </a:lnTo>
                <a:lnTo>
                  <a:pt x="6587" y="3555"/>
                </a:lnTo>
                <a:lnTo>
                  <a:pt x="6573" y="3573"/>
                </a:lnTo>
                <a:lnTo>
                  <a:pt x="6558" y="3589"/>
                </a:lnTo>
                <a:lnTo>
                  <a:pt x="6542" y="3604"/>
                </a:lnTo>
                <a:lnTo>
                  <a:pt x="6525" y="3617"/>
                </a:lnTo>
                <a:lnTo>
                  <a:pt x="6507" y="3628"/>
                </a:lnTo>
                <a:lnTo>
                  <a:pt x="6486" y="3638"/>
                </a:lnTo>
                <a:lnTo>
                  <a:pt x="6465" y="3646"/>
                </a:lnTo>
                <a:lnTo>
                  <a:pt x="6443" y="3651"/>
                </a:lnTo>
                <a:lnTo>
                  <a:pt x="6420" y="3655"/>
                </a:lnTo>
                <a:lnTo>
                  <a:pt x="6397" y="3656"/>
                </a:lnTo>
                <a:lnTo>
                  <a:pt x="456" y="3656"/>
                </a:lnTo>
                <a:lnTo>
                  <a:pt x="433" y="3655"/>
                </a:lnTo>
                <a:lnTo>
                  <a:pt x="410" y="3651"/>
                </a:lnTo>
                <a:lnTo>
                  <a:pt x="388" y="3646"/>
                </a:lnTo>
                <a:lnTo>
                  <a:pt x="368" y="3638"/>
                </a:lnTo>
                <a:lnTo>
                  <a:pt x="348" y="3628"/>
                </a:lnTo>
                <a:lnTo>
                  <a:pt x="330" y="3617"/>
                </a:lnTo>
                <a:lnTo>
                  <a:pt x="311" y="3604"/>
                </a:lnTo>
                <a:lnTo>
                  <a:pt x="295" y="3589"/>
                </a:lnTo>
                <a:lnTo>
                  <a:pt x="280" y="3573"/>
                </a:lnTo>
                <a:lnTo>
                  <a:pt x="267" y="3555"/>
                </a:lnTo>
                <a:lnTo>
                  <a:pt x="256" y="3536"/>
                </a:lnTo>
                <a:lnTo>
                  <a:pt x="247" y="3517"/>
                </a:lnTo>
                <a:lnTo>
                  <a:pt x="239" y="3496"/>
                </a:lnTo>
                <a:lnTo>
                  <a:pt x="233" y="3474"/>
                </a:lnTo>
                <a:lnTo>
                  <a:pt x="229" y="3451"/>
                </a:lnTo>
                <a:lnTo>
                  <a:pt x="228" y="3428"/>
                </a:lnTo>
                <a:lnTo>
                  <a:pt x="228" y="457"/>
                </a:lnTo>
                <a:lnTo>
                  <a:pt x="229" y="433"/>
                </a:lnTo>
                <a:lnTo>
                  <a:pt x="233" y="411"/>
                </a:lnTo>
                <a:lnTo>
                  <a:pt x="239" y="389"/>
                </a:lnTo>
                <a:lnTo>
                  <a:pt x="247" y="368"/>
                </a:lnTo>
                <a:lnTo>
                  <a:pt x="256" y="348"/>
                </a:lnTo>
                <a:lnTo>
                  <a:pt x="267" y="329"/>
                </a:lnTo>
                <a:lnTo>
                  <a:pt x="280" y="312"/>
                </a:lnTo>
                <a:lnTo>
                  <a:pt x="295" y="296"/>
                </a:lnTo>
                <a:lnTo>
                  <a:pt x="311" y="281"/>
                </a:lnTo>
                <a:lnTo>
                  <a:pt x="330" y="267"/>
                </a:lnTo>
                <a:lnTo>
                  <a:pt x="348" y="255"/>
                </a:lnTo>
                <a:lnTo>
                  <a:pt x="368" y="246"/>
                </a:lnTo>
                <a:lnTo>
                  <a:pt x="388" y="238"/>
                </a:lnTo>
                <a:lnTo>
                  <a:pt x="410" y="232"/>
                </a:lnTo>
                <a:lnTo>
                  <a:pt x="433" y="229"/>
                </a:lnTo>
                <a:lnTo>
                  <a:pt x="456" y="228"/>
                </a:lnTo>
                <a:lnTo>
                  <a:pt x="6397" y="228"/>
                </a:lnTo>
                <a:lnTo>
                  <a:pt x="6420" y="229"/>
                </a:lnTo>
                <a:lnTo>
                  <a:pt x="6443" y="232"/>
                </a:lnTo>
                <a:lnTo>
                  <a:pt x="6465" y="238"/>
                </a:lnTo>
                <a:lnTo>
                  <a:pt x="6486" y="246"/>
                </a:lnTo>
                <a:lnTo>
                  <a:pt x="6507" y="255"/>
                </a:lnTo>
                <a:lnTo>
                  <a:pt x="6525" y="267"/>
                </a:lnTo>
                <a:lnTo>
                  <a:pt x="6542" y="281"/>
                </a:lnTo>
                <a:lnTo>
                  <a:pt x="6558" y="296"/>
                </a:lnTo>
                <a:lnTo>
                  <a:pt x="6573" y="312"/>
                </a:lnTo>
                <a:lnTo>
                  <a:pt x="6587" y="329"/>
                </a:lnTo>
                <a:lnTo>
                  <a:pt x="6599" y="348"/>
                </a:lnTo>
                <a:lnTo>
                  <a:pt x="6608" y="368"/>
                </a:lnTo>
                <a:lnTo>
                  <a:pt x="6616" y="389"/>
                </a:lnTo>
                <a:lnTo>
                  <a:pt x="6621" y="411"/>
                </a:lnTo>
                <a:lnTo>
                  <a:pt x="6624" y="433"/>
                </a:lnTo>
                <a:lnTo>
                  <a:pt x="6625" y="457"/>
                </a:lnTo>
                <a:lnTo>
                  <a:pt x="6625" y="3428"/>
                </a:lnTo>
                <a:close/>
              </a:path>
            </a:pathLst>
          </a:custGeom>
          <a:solidFill>
            <a:srgbClr val="FFC000"/>
          </a:solidFill>
          <a:ln>
            <a:noFill/>
          </a:ln>
          <a:extLst/>
        </p:spPr>
        <p:txBody>
          <a:bodyPr bIns="144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16" name="MH_Text_2"/>
          <p:cNvSpPr txBox="1">
            <a:spLocks noChangeArrowheads="1"/>
          </p:cNvSpPr>
          <p:nvPr>
            <p:custDataLst>
              <p:tags r:id="rId1"/>
            </p:custDataLst>
          </p:nvPr>
        </p:nvSpPr>
        <p:spPr bwMode="auto">
          <a:xfrm>
            <a:off x="1220368" y="4797152"/>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23.6%             </a:t>
            </a:r>
            <a:r>
              <a:rPr lang="zh-CN" altLang="en-US" sz="2000" b="1" dirty="0">
                <a:solidFill>
                  <a:schemeClr val="bg1"/>
                </a:solidFill>
                <a:latin typeface="华文中宋" panose="02010600040101010101" pitchFamily="2" charset="-122"/>
                <a:ea typeface="华文中宋" panose="02010600040101010101" pitchFamily="2" charset="-122"/>
              </a:rPr>
              <a:t> </a:t>
            </a:r>
            <a:r>
              <a:rPr lang="en-US" altLang="zh-CN" sz="2000" b="1" dirty="0" smtClean="0">
                <a:solidFill>
                  <a:schemeClr val="bg1"/>
                </a:solidFill>
                <a:latin typeface="华文中宋" panose="02010600040101010101" pitchFamily="2" charset="-122"/>
                <a:ea typeface="华文中宋" panose="02010600040101010101" pitchFamily="2" charset="-122"/>
              </a:rPr>
              <a:t>            20.6%                        11.3%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2" name="KSO_Shape"/>
          <p:cNvSpPr>
            <a:spLocks/>
          </p:cNvSpPr>
          <p:nvPr/>
        </p:nvSpPr>
        <p:spPr bwMode="auto">
          <a:xfrm>
            <a:off x="323528" y="188640"/>
            <a:ext cx="1184920" cy="656067"/>
          </a:xfrm>
          <a:custGeom>
            <a:avLst/>
            <a:gdLst>
              <a:gd name="T0" fmla="*/ 2147483646 w 373"/>
              <a:gd name="T1" fmla="*/ 2147483646 h 159"/>
              <a:gd name="T2" fmla="*/ 2147483646 w 373"/>
              <a:gd name="T3" fmla="*/ 0 h 159"/>
              <a:gd name="T4" fmla="*/ 0 w 373"/>
              <a:gd name="T5" fmla="*/ 2147483646 h 159"/>
              <a:gd name="T6" fmla="*/ 2147483646 w 373"/>
              <a:gd name="T7" fmla="*/ 2147483646 h 159"/>
              <a:gd name="T8" fmla="*/ 2147483646 w 373"/>
              <a:gd name="T9" fmla="*/ 2147483646 h 159"/>
              <a:gd name="T10" fmla="*/ 2147483646 w 373"/>
              <a:gd name="T11" fmla="*/ 2147483646 h 159"/>
              <a:gd name="T12" fmla="*/ 2147483646 w 373"/>
              <a:gd name="T13" fmla="*/ 2147483646 h 159"/>
              <a:gd name="T14" fmla="*/ 2147483646 w 373"/>
              <a:gd name="T15" fmla="*/ 2147483646 h 159"/>
              <a:gd name="T16" fmla="*/ 2147483646 w 373"/>
              <a:gd name="T17" fmla="*/ 2147483646 h 159"/>
              <a:gd name="T18" fmla="*/ 2147483646 w 373"/>
              <a:gd name="T19" fmla="*/ 2147483646 h 159"/>
              <a:gd name="T20" fmla="*/ 2147483646 w 373"/>
              <a:gd name="T21" fmla="*/ 2147483646 h 159"/>
              <a:gd name="T22" fmla="*/ 2147483646 w 373"/>
              <a:gd name="T23" fmla="*/ 2147483646 h 159"/>
              <a:gd name="T24" fmla="*/ 2147483646 w 373"/>
              <a:gd name="T25" fmla="*/ 2147483646 h 159"/>
              <a:gd name="T26" fmla="*/ 2147483646 w 373"/>
              <a:gd name="T27" fmla="*/ 2147483646 h 159"/>
              <a:gd name="T28" fmla="*/ 2147483646 w 373"/>
              <a:gd name="T29" fmla="*/ 2147483646 h 159"/>
              <a:gd name="T30" fmla="*/ 2147483646 w 373"/>
              <a:gd name="T31" fmla="*/ 2147483646 h 159"/>
              <a:gd name="T32" fmla="*/ 2147483646 w 373"/>
              <a:gd name="T33" fmla="*/ 2147483646 h 159"/>
              <a:gd name="T34" fmla="*/ 2147483646 w 373"/>
              <a:gd name="T35" fmla="*/ 2147483646 h 159"/>
              <a:gd name="T36" fmla="*/ 2147483646 w 373"/>
              <a:gd name="T37" fmla="*/ 2147483646 h 159"/>
              <a:gd name="T38" fmla="*/ 2147483646 w 373"/>
              <a:gd name="T39" fmla="*/ 2147483646 h 159"/>
              <a:gd name="T40" fmla="*/ 2147483646 w 373"/>
              <a:gd name="T41" fmla="*/ 2147483646 h 159"/>
              <a:gd name="T42" fmla="*/ 2147483646 w 373"/>
              <a:gd name="T43" fmla="*/ 2147483646 h 159"/>
              <a:gd name="T44" fmla="*/ 2147483646 w 373"/>
              <a:gd name="T45" fmla="*/ 2147483646 h 159"/>
              <a:gd name="T46" fmla="*/ 2147483646 w 373"/>
              <a:gd name="T47" fmla="*/ 2147483646 h 159"/>
              <a:gd name="T48" fmla="*/ 2147483646 w 373"/>
              <a:gd name="T49" fmla="*/ 2147483646 h 159"/>
              <a:gd name="T50" fmla="*/ 2147483646 w 373"/>
              <a:gd name="T51" fmla="*/ 2147483646 h 159"/>
              <a:gd name="T52" fmla="*/ 2147483646 w 373"/>
              <a:gd name="T53" fmla="*/ 2147483646 h 159"/>
              <a:gd name="T54" fmla="*/ 2147483646 w 373"/>
              <a:gd name="T55" fmla="*/ 2147483646 h 159"/>
              <a:gd name="T56" fmla="*/ 2147483646 w 373"/>
              <a:gd name="T57" fmla="*/ 2147483646 h 159"/>
              <a:gd name="T58" fmla="*/ 2147483646 w 373"/>
              <a:gd name="T59" fmla="*/ 2147483646 h 159"/>
              <a:gd name="T60" fmla="*/ 2147483646 w 373"/>
              <a:gd name="T61" fmla="*/ 2147483646 h 159"/>
              <a:gd name="T62" fmla="*/ 2147483646 w 373"/>
              <a:gd name="T63" fmla="*/ 2147483646 h 159"/>
              <a:gd name="T64" fmla="*/ 2147483646 w 373"/>
              <a:gd name="T65" fmla="*/ 2147483646 h 159"/>
              <a:gd name="T66" fmla="*/ 2147483646 w 373"/>
              <a:gd name="T67" fmla="*/ 2147483646 h 159"/>
              <a:gd name="T68" fmla="*/ 2147483646 w 373"/>
              <a:gd name="T69" fmla="*/ 2147483646 h 159"/>
              <a:gd name="T70" fmla="*/ 2147483646 w 373"/>
              <a:gd name="T71" fmla="*/ 2147483646 h 159"/>
              <a:gd name="T72" fmla="*/ 2147483646 w 373"/>
              <a:gd name="T73" fmla="*/ 2147483646 h 159"/>
              <a:gd name="T74" fmla="*/ 2147483646 w 373"/>
              <a:gd name="T75" fmla="*/ 2147483646 h 159"/>
              <a:gd name="T76" fmla="*/ 2147483646 w 373"/>
              <a:gd name="T77" fmla="*/ 2147483646 h 159"/>
              <a:gd name="T78" fmla="*/ 2147483646 w 373"/>
              <a:gd name="T79" fmla="*/ 2147483646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rgbClr val="FF0000"/>
          </a:solidFill>
          <a:ln>
            <a:noFill/>
          </a:ln>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8" name="标题 1"/>
          <p:cNvSpPr txBox="1">
            <a:spLocks/>
          </p:cNvSpPr>
          <p:nvPr/>
        </p:nvSpPr>
        <p:spPr>
          <a:xfrm>
            <a:off x="1508448" y="112798"/>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投放类别：分类信息、电商购物类互联网企业在交通类视频广告投放占比接近</a:t>
            </a:r>
            <a:endParaRPr lang="zh-CN" altLang="en-US" b="1" dirty="0">
              <a:solidFill>
                <a:srgbClr val="FFFFFF"/>
              </a:solidFill>
              <a:latin typeface="Arial Black"/>
              <a:ea typeface="微软雅黑"/>
            </a:endParaRPr>
          </a:p>
        </p:txBody>
      </p:sp>
      <p:sp>
        <p:nvSpPr>
          <p:cNvPr id="17" name="MH_Text_2"/>
          <p:cNvSpPr txBox="1">
            <a:spLocks noChangeArrowheads="1"/>
          </p:cNvSpPr>
          <p:nvPr>
            <p:custDataLst>
              <p:tags r:id="rId2"/>
            </p:custDataLst>
          </p:nvPr>
        </p:nvSpPr>
        <p:spPr bwMode="auto">
          <a:xfrm>
            <a:off x="1200844" y="4394604"/>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分类信息</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3"/>
            </p:custDataLst>
          </p:nvPr>
        </p:nvSpPr>
        <p:spPr bwMode="auto">
          <a:xfrm>
            <a:off x="4067919" y="4405600"/>
            <a:ext cx="1080145" cy="236540"/>
          </a:xfrm>
          <a:prstGeom prst="rect">
            <a:avLst/>
          </a:prstGeom>
          <a:solidFill>
            <a:srgbClr val="996600"/>
          </a:solidFill>
          <a:ln>
            <a:noFill/>
          </a:ln>
          <a:extLst/>
        </p:spPr>
        <p:txBody>
          <a:bodyPr wrap="square" lIns="0" tIns="0" rIns="0" bIns="0" anchor="b">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a:t>
            </a:r>
            <a:r>
              <a:rPr lang="zh-CN" altLang="en-US" sz="1400" b="1" dirty="0">
                <a:solidFill>
                  <a:schemeClr val="bg1"/>
                </a:solidFill>
                <a:latin typeface="华文中宋" panose="02010600040101010101" pitchFamily="2" charset="-122"/>
                <a:ea typeface="华文中宋" panose="02010600040101010101" pitchFamily="2" charset="-122"/>
              </a:rPr>
              <a:t>物</a:t>
            </a:r>
            <a:r>
              <a:rPr lang="en-US" altLang="zh-CN" sz="1400" b="1" dirty="0" smtClean="0">
                <a:solidFill>
                  <a:schemeClr val="bg1"/>
                </a:solidFill>
                <a:latin typeface="华文中宋" panose="02010600040101010101" pitchFamily="2" charset="-122"/>
                <a:ea typeface="华文中宋" panose="02010600040101010101" pitchFamily="2" charset="-122"/>
              </a:rPr>
              <a:t> </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1" name="MH_Text_2"/>
          <p:cNvSpPr txBox="1">
            <a:spLocks noChangeArrowheads="1"/>
          </p:cNvSpPr>
          <p:nvPr>
            <p:custDataLst>
              <p:tags r:id="rId4"/>
            </p:custDataLst>
          </p:nvPr>
        </p:nvSpPr>
        <p:spPr bwMode="auto">
          <a:xfrm>
            <a:off x="6804223" y="4394604"/>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在线视频</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5999604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2417720562"/>
              </p:ext>
            </p:extLst>
          </p:nvPr>
        </p:nvGraphicFramePr>
        <p:xfrm>
          <a:off x="708828" y="1196752"/>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年交通类视频</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广告花费</a:t>
                      </a:r>
                      <a:endParaRPr lang="en-US" altLang="zh-CN" sz="1600" b="1" kern="1200" dirty="0" smtClean="0">
                        <a:solidFill>
                          <a:schemeClr val="bg1"/>
                        </a:solidFill>
                        <a:latin typeface="华文中宋" panose="02010600040101010101" pitchFamily="2" charset="-122"/>
                        <a:ea typeface="华文中宋" panose="02010600040101010101" pitchFamily="2" charset="-122"/>
                        <a:cs typeface="+mn-cs"/>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分类信息</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32.4%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177.4%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在线视频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101.4%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12.1%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票务</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350.1%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53.2%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社交软件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76.4%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137.7%</a:t>
                      </a: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4084711524"/>
              </p:ext>
            </p:extLst>
          </p:nvPr>
        </p:nvGraphicFramePr>
        <p:xfrm>
          <a:off x="4635427" y="1196752"/>
          <a:ext cx="3536974" cy="4935592"/>
        </p:xfrm>
        <a:graphic>
          <a:graphicData uri="http://schemas.openxmlformats.org/drawingml/2006/table">
            <a:tbl>
              <a:tblPr firstRow="1" bandRow="1">
                <a:tableStyleId>{3B4B98B0-60AC-42C2-AFA5-B58CD77FA1E5}</a:tableStyleId>
              </a:tblPr>
              <a:tblGrid>
                <a:gridCol w="552990"/>
                <a:gridCol w="1491992"/>
                <a:gridCol w="1491992"/>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年交通类视频</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广告花费</a:t>
                      </a:r>
                      <a:endParaRPr lang="en-US" altLang="zh-CN" sz="1600" b="1" kern="1200" dirty="0" smtClean="0">
                        <a:solidFill>
                          <a:schemeClr val="bg1"/>
                        </a:solidFill>
                        <a:latin typeface="华文中宋" panose="02010600040101010101" pitchFamily="2" charset="-122"/>
                        <a:ea typeface="华文中宋" panose="02010600040101010101" pitchFamily="2" charset="-122"/>
                        <a:cs typeface="+mn-cs"/>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43.1%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13.8%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STYLE TV</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162.6%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腾讯网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24.6%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微信理财通软件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137.2%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店连店打折网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楚天运动频道网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300.9%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购票务网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232.0%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我玩手机软件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sp>
        <p:nvSpPr>
          <p:cNvPr id="11" name="标题 1"/>
          <p:cNvSpPr txBox="1"/>
          <p:nvPr/>
        </p:nvSpPr>
        <p:spPr>
          <a:xfrm>
            <a:off x="1602511" y="286216"/>
            <a:ext cx="7195762"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互联网企业交通</a:t>
            </a:r>
            <a:r>
              <a:rPr lang="zh-CN" altLang="en-US" b="1" dirty="0">
                <a:solidFill>
                  <a:srgbClr val="FFFFFF"/>
                </a:solidFill>
                <a:latin typeface="微软雅黑" panose="020B0503020204020204" pitchFamily="34" charset="-122"/>
                <a:ea typeface="微软雅黑" panose="020B0503020204020204" pitchFamily="34" charset="-122"/>
              </a:rPr>
              <a:t>类视频</a:t>
            </a:r>
            <a:r>
              <a:rPr lang="zh-CN" altLang="en-US" b="1" dirty="0" smtClean="0">
                <a:solidFill>
                  <a:srgbClr val="FFFFFF"/>
                </a:solidFill>
                <a:latin typeface="微软雅黑" panose="020B0503020204020204" pitchFamily="34" charset="-122"/>
                <a:ea typeface="微软雅黑" panose="020B0503020204020204" pitchFamily="34" charset="-122"/>
              </a:rPr>
              <a:t>广告</a:t>
            </a:r>
            <a:r>
              <a:rPr lang="zh-CN" altLang="en-US" b="1" dirty="0" smtClean="0">
                <a:solidFill>
                  <a:srgbClr val="FF0000"/>
                </a:solidFill>
                <a:latin typeface="微软雅黑" panose="020B0503020204020204" pitchFamily="34" charset="-122"/>
                <a:ea typeface="微软雅黑" panose="020B0503020204020204" pitchFamily="34" charset="-122"/>
              </a:rPr>
              <a:t>花费榜</a:t>
            </a:r>
            <a:r>
              <a:rPr lang="zh-CN" altLang="en-US" b="1" dirty="0">
                <a:solidFill>
                  <a:srgbClr val="FF0000"/>
                </a:solidFill>
                <a:latin typeface="微软雅黑" panose="020B0503020204020204" pitchFamily="34" charset="-122"/>
                <a:ea typeface="微软雅黑" panose="020B0503020204020204" pitchFamily="34" charset="-122"/>
              </a:rPr>
              <a:t>单</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3" name="KSO_Shape"/>
          <p:cNvSpPr>
            <a:spLocks/>
          </p:cNvSpPr>
          <p:nvPr/>
        </p:nvSpPr>
        <p:spPr bwMode="auto">
          <a:xfrm>
            <a:off x="411539" y="258944"/>
            <a:ext cx="1184920" cy="656067"/>
          </a:xfrm>
          <a:custGeom>
            <a:avLst/>
            <a:gdLst>
              <a:gd name="T0" fmla="*/ 2147483646 w 373"/>
              <a:gd name="T1" fmla="*/ 2147483646 h 159"/>
              <a:gd name="T2" fmla="*/ 2147483646 w 373"/>
              <a:gd name="T3" fmla="*/ 0 h 159"/>
              <a:gd name="T4" fmla="*/ 0 w 373"/>
              <a:gd name="T5" fmla="*/ 2147483646 h 159"/>
              <a:gd name="T6" fmla="*/ 2147483646 w 373"/>
              <a:gd name="T7" fmla="*/ 2147483646 h 159"/>
              <a:gd name="T8" fmla="*/ 2147483646 w 373"/>
              <a:gd name="T9" fmla="*/ 2147483646 h 159"/>
              <a:gd name="T10" fmla="*/ 2147483646 w 373"/>
              <a:gd name="T11" fmla="*/ 2147483646 h 159"/>
              <a:gd name="T12" fmla="*/ 2147483646 w 373"/>
              <a:gd name="T13" fmla="*/ 2147483646 h 159"/>
              <a:gd name="T14" fmla="*/ 2147483646 w 373"/>
              <a:gd name="T15" fmla="*/ 2147483646 h 159"/>
              <a:gd name="T16" fmla="*/ 2147483646 w 373"/>
              <a:gd name="T17" fmla="*/ 2147483646 h 159"/>
              <a:gd name="T18" fmla="*/ 2147483646 w 373"/>
              <a:gd name="T19" fmla="*/ 2147483646 h 159"/>
              <a:gd name="T20" fmla="*/ 2147483646 w 373"/>
              <a:gd name="T21" fmla="*/ 2147483646 h 159"/>
              <a:gd name="T22" fmla="*/ 2147483646 w 373"/>
              <a:gd name="T23" fmla="*/ 2147483646 h 159"/>
              <a:gd name="T24" fmla="*/ 2147483646 w 373"/>
              <a:gd name="T25" fmla="*/ 2147483646 h 159"/>
              <a:gd name="T26" fmla="*/ 2147483646 w 373"/>
              <a:gd name="T27" fmla="*/ 2147483646 h 159"/>
              <a:gd name="T28" fmla="*/ 2147483646 w 373"/>
              <a:gd name="T29" fmla="*/ 2147483646 h 159"/>
              <a:gd name="T30" fmla="*/ 2147483646 w 373"/>
              <a:gd name="T31" fmla="*/ 2147483646 h 159"/>
              <a:gd name="T32" fmla="*/ 2147483646 w 373"/>
              <a:gd name="T33" fmla="*/ 2147483646 h 159"/>
              <a:gd name="T34" fmla="*/ 2147483646 w 373"/>
              <a:gd name="T35" fmla="*/ 2147483646 h 159"/>
              <a:gd name="T36" fmla="*/ 2147483646 w 373"/>
              <a:gd name="T37" fmla="*/ 2147483646 h 159"/>
              <a:gd name="T38" fmla="*/ 2147483646 w 373"/>
              <a:gd name="T39" fmla="*/ 2147483646 h 159"/>
              <a:gd name="T40" fmla="*/ 2147483646 w 373"/>
              <a:gd name="T41" fmla="*/ 2147483646 h 159"/>
              <a:gd name="T42" fmla="*/ 2147483646 w 373"/>
              <a:gd name="T43" fmla="*/ 2147483646 h 159"/>
              <a:gd name="T44" fmla="*/ 2147483646 w 373"/>
              <a:gd name="T45" fmla="*/ 2147483646 h 159"/>
              <a:gd name="T46" fmla="*/ 2147483646 w 373"/>
              <a:gd name="T47" fmla="*/ 2147483646 h 159"/>
              <a:gd name="T48" fmla="*/ 2147483646 w 373"/>
              <a:gd name="T49" fmla="*/ 2147483646 h 159"/>
              <a:gd name="T50" fmla="*/ 2147483646 w 373"/>
              <a:gd name="T51" fmla="*/ 2147483646 h 159"/>
              <a:gd name="T52" fmla="*/ 2147483646 w 373"/>
              <a:gd name="T53" fmla="*/ 2147483646 h 159"/>
              <a:gd name="T54" fmla="*/ 2147483646 w 373"/>
              <a:gd name="T55" fmla="*/ 2147483646 h 159"/>
              <a:gd name="T56" fmla="*/ 2147483646 w 373"/>
              <a:gd name="T57" fmla="*/ 2147483646 h 159"/>
              <a:gd name="T58" fmla="*/ 2147483646 w 373"/>
              <a:gd name="T59" fmla="*/ 2147483646 h 159"/>
              <a:gd name="T60" fmla="*/ 2147483646 w 373"/>
              <a:gd name="T61" fmla="*/ 2147483646 h 159"/>
              <a:gd name="T62" fmla="*/ 2147483646 w 373"/>
              <a:gd name="T63" fmla="*/ 2147483646 h 159"/>
              <a:gd name="T64" fmla="*/ 2147483646 w 373"/>
              <a:gd name="T65" fmla="*/ 2147483646 h 159"/>
              <a:gd name="T66" fmla="*/ 2147483646 w 373"/>
              <a:gd name="T67" fmla="*/ 2147483646 h 159"/>
              <a:gd name="T68" fmla="*/ 2147483646 w 373"/>
              <a:gd name="T69" fmla="*/ 2147483646 h 159"/>
              <a:gd name="T70" fmla="*/ 2147483646 w 373"/>
              <a:gd name="T71" fmla="*/ 2147483646 h 159"/>
              <a:gd name="T72" fmla="*/ 2147483646 w 373"/>
              <a:gd name="T73" fmla="*/ 2147483646 h 159"/>
              <a:gd name="T74" fmla="*/ 2147483646 w 373"/>
              <a:gd name="T75" fmla="*/ 2147483646 h 159"/>
              <a:gd name="T76" fmla="*/ 2147483646 w 373"/>
              <a:gd name="T77" fmla="*/ 2147483646 h 159"/>
              <a:gd name="T78" fmla="*/ 2147483646 w 373"/>
              <a:gd name="T79" fmla="*/ 2147483646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rgbClr val="FF0000"/>
          </a:solidFill>
          <a:ln>
            <a:noFill/>
          </a:ln>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4" name="矩形 13"/>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921794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3883526573"/>
              </p:ext>
            </p:extLst>
          </p:nvPr>
        </p:nvGraphicFramePr>
        <p:xfrm>
          <a:off x="467544" y="1268760"/>
          <a:ext cx="8208912" cy="4727312"/>
        </p:xfrm>
        <a:graphic>
          <a:graphicData uri="http://schemas.openxmlformats.org/drawingml/2006/table">
            <a:tbl>
              <a:tblPr firstRow="1" bandRow="1">
                <a:tableStyleId>{3B4B98B0-60AC-42C2-AFA5-B58CD77FA1E5}</a:tableStyleId>
              </a:tblPr>
              <a:tblGrid>
                <a:gridCol w="902659"/>
                <a:gridCol w="3084526"/>
                <a:gridCol w="1172702"/>
                <a:gridCol w="3049025"/>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年交通类视频广告</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en-US" altLang="zh-CN" sz="1600" b="1" kern="1200" dirty="0" smtClean="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爱青岛智能手机客户端</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楚天运动频道网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世纪佳缘网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到喜啦网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店连店打折网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购票务网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阿里支付宝网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PPTV</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网络电视</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广电网络</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房不剩房网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润生活手机软件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国美在线网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聚美优品网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本来生活网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同程旅游网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腾讯</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QQ</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浏览器软件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百姓网</a:t>
                      </a:r>
                    </a:p>
                  </a:txBody>
                  <a:tcPr marL="9525" marR="9525" marT="9525" marB="0" anchor="ctr"/>
                </a:tc>
              </a:tr>
            </a:tbl>
          </a:graphicData>
        </a:graphic>
      </p:graphicFrame>
      <p:sp>
        <p:nvSpPr>
          <p:cNvPr id="12" name="KSO_Shape"/>
          <p:cNvSpPr>
            <a:spLocks/>
          </p:cNvSpPr>
          <p:nvPr/>
        </p:nvSpPr>
        <p:spPr bwMode="auto">
          <a:xfrm>
            <a:off x="411539" y="258944"/>
            <a:ext cx="1184920" cy="656067"/>
          </a:xfrm>
          <a:custGeom>
            <a:avLst/>
            <a:gdLst>
              <a:gd name="T0" fmla="*/ 2147483646 w 373"/>
              <a:gd name="T1" fmla="*/ 2147483646 h 159"/>
              <a:gd name="T2" fmla="*/ 2147483646 w 373"/>
              <a:gd name="T3" fmla="*/ 0 h 159"/>
              <a:gd name="T4" fmla="*/ 0 w 373"/>
              <a:gd name="T5" fmla="*/ 2147483646 h 159"/>
              <a:gd name="T6" fmla="*/ 2147483646 w 373"/>
              <a:gd name="T7" fmla="*/ 2147483646 h 159"/>
              <a:gd name="T8" fmla="*/ 2147483646 w 373"/>
              <a:gd name="T9" fmla="*/ 2147483646 h 159"/>
              <a:gd name="T10" fmla="*/ 2147483646 w 373"/>
              <a:gd name="T11" fmla="*/ 2147483646 h 159"/>
              <a:gd name="T12" fmla="*/ 2147483646 w 373"/>
              <a:gd name="T13" fmla="*/ 2147483646 h 159"/>
              <a:gd name="T14" fmla="*/ 2147483646 w 373"/>
              <a:gd name="T15" fmla="*/ 2147483646 h 159"/>
              <a:gd name="T16" fmla="*/ 2147483646 w 373"/>
              <a:gd name="T17" fmla="*/ 2147483646 h 159"/>
              <a:gd name="T18" fmla="*/ 2147483646 w 373"/>
              <a:gd name="T19" fmla="*/ 2147483646 h 159"/>
              <a:gd name="T20" fmla="*/ 2147483646 w 373"/>
              <a:gd name="T21" fmla="*/ 2147483646 h 159"/>
              <a:gd name="T22" fmla="*/ 2147483646 w 373"/>
              <a:gd name="T23" fmla="*/ 2147483646 h 159"/>
              <a:gd name="T24" fmla="*/ 2147483646 w 373"/>
              <a:gd name="T25" fmla="*/ 2147483646 h 159"/>
              <a:gd name="T26" fmla="*/ 2147483646 w 373"/>
              <a:gd name="T27" fmla="*/ 2147483646 h 159"/>
              <a:gd name="T28" fmla="*/ 2147483646 w 373"/>
              <a:gd name="T29" fmla="*/ 2147483646 h 159"/>
              <a:gd name="T30" fmla="*/ 2147483646 w 373"/>
              <a:gd name="T31" fmla="*/ 2147483646 h 159"/>
              <a:gd name="T32" fmla="*/ 2147483646 w 373"/>
              <a:gd name="T33" fmla="*/ 2147483646 h 159"/>
              <a:gd name="T34" fmla="*/ 2147483646 w 373"/>
              <a:gd name="T35" fmla="*/ 2147483646 h 159"/>
              <a:gd name="T36" fmla="*/ 2147483646 w 373"/>
              <a:gd name="T37" fmla="*/ 2147483646 h 159"/>
              <a:gd name="T38" fmla="*/ 2147483646 w 373"/>
              <a:gd name="T39" fmla="*/ 2147483646 h 159"/>
              <a:gd name="T40" fmla="*/ 2147483646 w 373"/>
              <a:gd name="T41" fmla="*/ 2147483646 h 159"/>
              <a:gd name="T42" fmla="*/ 2147483646 w 373"/>
              <a:gd name="T43" fmla="*/ 2147483646 h 159"/>
              <a:gd name="T44" fmla="*/ 2147483646 w 373"/>
              <a:gd name="T45" fmla="*/ 2147483646 h 159"/>
              <a:gd name="T46" fmla="*/ 2147483646 w 373"/>
              <a:gd name="T47" fmla="*/ 2147483646 h 159"/>
              <a:gd name="T48" fmla="*/ 2147483646 w 373"/>
              <a:gd name="T49" fmla="*/ 2147483646 h 159"/>
              <a:gd name="T50" fmla="*/ 2147483646 w 373"/>
              <a:gd name="T51" fmla="*/ 2147483646 h 159"/>
              <a:gd name="T52" fmla="*/ 2147483646 w 373"/>
              <a:gd name="T53" fmla="*/ 2147483646 h 159"/>
              <a:gd name="T54" fmla="*/ 2147483646 w 373"/>
              <a:gd name="T55" fmla="*/ 2147483646 h 159"/>
              <a:gd name="T56" fmla="*/ 2147483646 w 373"/>
              <a:gd name="T57" fmla="*/ 2147483646 h 159"/>
              <a:gd name="T58" fmla="*/ 2147483646 w 373"/>
              <a:gd name="T59" fmla="*/ 2147483646 h 159"/>
              <a:gd name="T60" fmla="*/ 2147483646 w 373"/>
              <a:gd name="T61" fmla="*/ 2147483646 h 159"/>
              <a:gd name="T62" fmla="*/ 2147483646 w 373"/>
              <a:gd name="T63" fmla="*/ 2147483646 h 159"/>
              <a:gd name="T64" fmla="*/ 2147483646 w 373"/>
              <a:gd name="T65" fmla="*/ 2147483646 h 159"/>
              <a:gd name="T66" fmla="*/ 2147483646 w 373"/>
              <a:gd name="T67" fmla="*/ 2147483646 h 159"/>
              <a:gd name="T68" fmla="*/ 2147483646 w 373"/>
              <a:gd name="T69" fmla="*/ 2147483646 h 159"/>
              <a:gd name="T70" fmla="*/ 2147483646 w 373"/>
              <a:gd name="T71" fmla="*/ 2147483646 h 159"/>
              <a:gd name="T72" fmla="*/ 2147483646 w 373"/>
              <a:gd name="T73" fmla="*/ 2147483646 h 159"/>
              <a:gd name="T74" fmla="*/ 2147483646 w 373"/>
              <a:gd name="T75" fmla="*/ 2147483646 h 159"/>
              <a:gd name="T76" fmla="*/ 2147483646 w 373"/>
              <a:gd name="T77" fmla="*/ 2147483646 h 159"/>
              <a:gd name="T78" fmla="*/ 2147483646 w 373"/>
              <a:gd name="T79" fmla="*/ 2147483646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rgbClr val="FF0000"/>
          </a:solidFill>
          <a:ln>
            <a:noFill/>
          </a:ln>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8"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互联网企业交通</a:t>
            </a:r>
            <a:r>
              <a:rPr lang="zh-CN" altLang="en-US" b="1" dirty="0">
                <a:solidFill>
                  <a:srgbClr val="FFFFFF"/>
                </a:solidFill>
                <a:latin typeface="Arial Black"/>
                <a:ea typeface="微软雅黑"/>
              </a:rPr>
              <a:t>类视频</a:t>
            </a:r>
            <a:r>
              <a:rPr lang="zh-CN" altLang="en-US" b="1" dirty="0" smtClean="0">
                <a:solidFill>
                  <a:srgbClr val="FFFFFF"/>
                </a:solidFill>
                <a:latin typeface="Arial Black"/>
                <a:ea typeface="微软雅黑"/>
              </a:rPr>
              <a:t>广告花费</a:t>
            </a:r>
            <a:r>
              <a:rPr lang="zh-CN" altLang="en-US" b="1" dirty="0">
                <a:solidFill>
                  <a:srgbClr val="FF0000"/>
                </a:solidFill>
                <a:latin typeface="Arial Black"/>
                <a:ea typeface="微软雅黑"/>
              </a:rPr>
              <a:t>增幅</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808695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互联网企业交通类视频广告投放特点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908762"/>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a:solidFill>
                  <a:prstClr val="white"/>
                </a:solidFill>
                <a:latin typeface="华文中宋" panose="02010600040101010101" pitchFamily="2" charset="-122"/>
                <a:ea typeface="华文中宋" panose="02010600040101010101" pitchFamily="2" charset="-122"/>
              </a:rPr>
              <a:t>趋势</a:t>
            </a:r>
            <a:r>
              <a:rPr lang="zh-CN" altLang="en-US" sz="2000" dirty="0" smtClean="0">
                <a:solidFill>
                  <a:prstClr val="white"/>
                </a:solidFill>
                <a:latin typeface="华文中宋" panose="02010600040101010101" pitchFamily="2" charset="-122"/>
                <a:ea typeface="华文中宋" panose="02010600040101010101" pitchFamily="2" charset="-122"/>
              </a:rPr>
              <a:t>平稳</a:t>
            </a:r>
            <a:endParaRPr lang="en-US" altLang="zh-CN" sz="2000" dirty="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a:solidFill>
                  <a:prstClr val="white"/>
                </a:solidFill>
                <a:latin typeface="华文中宋" panose="02010600040101010101" pitchFamily="2" charset="-122"/>
                <a:ea typeface="华文中宋" panose="02010600040101010101" pitchFamily="2" charset="-122"/>
              </a:rPr>
              <a:t> </a:t>
            </a: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由于整体投放结构中，分类</a:t>
            </a:r>
            <a:r>
              <a:rPr lang="zh-CN" altLang="en-US" sz="2000" dirty="0">
                <a:solidFill>
                  <a:prstClr val="white"/>
                </a:solidFill>
                <a:latin typeface="华文中宋" panose="02010600040101010101" pitchFamily="2" charset="-122"/>
                <a:ea typeface="华文中宋" panose="02010600040101010101" pitchFamily="2" charset="-122"/>
              </a:rPr>
              <a:t>信息类</a:t>
            </a:r>
            <a:r>
              <a:rPr lang="zh-CN" altLang="en-US" sz="2000" dirty="0" smtClean="0">
                <a:solidFill>
                  <a:prstClr val="white"/>
                </a:solidFill>
                <a:latin typeface="华文中宋" panose="02010600040101010101" pitchFamily="2" charset="-122"/>
                <a:ea typeface="华文中宋" panose="02010600040101010101" pitchFamily="2" charset="-122"/>
              </a:rPr>
              <a:t>互联网企业居首，而该类企业没有过</a:t>
            </a:r>
            <a:r>
              <a:rPr lang="zh-CN" altLang="en-US" sz="2000" dirty="0">
                <a:solidFill>
                  <a:prstClr val="white"/>
                </a:solidFill>
                <a:latin typeface="华文中宋" panose="02010600040101010101" pitchFamily="2" charset="-122"/>
                <a:ea typeface="华文中宋" panose="02010600040101010101" pitchFamily="2" charset="-122"/>
              </a:rPr>
              <a:t>多的季节性营销活动，</a:t>
            </a:r>
            <a:r>
              <a:rPr lang="zh-CN" altLang="en-US" sz="2000" dirty="0" smtClean="0">
                <a:solidFill>
                  <a:prstClr val="white"/>
                </a:solidFill>
                <a:latin typeface="华文中宋" panose="02010600040101010101" pitchFamily="2" charset="-122"/>
                <a:ea typeface="华文中宋" panose="02010600040101010101" pitchFamily="2" charset="-122"/>
              </a:rPr>
              <a:t>所以在一定程度上使得行业整体在交通类视频投放</a:t>
            </a:r>
            <a:r>
              <a:rPr lang="zh-CN" altLang="en-US" sz="2000" dirty="0">
                <a:solidFill>
                  <a:prstClr val="white"/>
                </a:solidFill>
                <a:latin typeface="华文中宋" panose="02010600040101010101" pitchFamily="2" charset="-122"/>
                <a:ea typeface="华文中宋" panose="02010600040101010101" pitchFamily="2" charset="-122"/>
              </a:rPr>
              <a:t>趋势较平稳</a:t>
            </a:r>
            <a:r>
              <a:rPr lang="zh-CN" altLang="en-US" sz="2000" dirty="0" smtClean="0">
                <a:solidFill>
                  <a:prstClr val="white"/>
                </a:solidFill>
                <a:latin typeface="华文中宋" panose="02010600040101010101" pitchFamily="2" charset="-122"/>
                <a:ea typeface="华文中宋" panose="02010600040101010101" pitchFamily="2" charset="-122"/>
              </a:rPr>
              <a:t>。而逐渐增加花费的电商购物类，则引导了春节期间的高峰投放。</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zh-CN" altLang="en-US"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类别增加</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在交通类视频投放</a:t>
            </a:r>
            <a:r>
              <a:rPr lang="zh-CN" altLang="en-US" sz="2000" dirty="0">
                <a:solidFill>
                  <a:prstClr val="white"/>
                </a:solidFill>
                <a:latin typeface="华文中宋" panose="02010600040101010101" pitchFamily="2" charset="-122"/>
                <a:ea typeface="华文中宋" panose="02010600040101010101" pitchFamily="2" charset="-122"/>
              </a:rPr>
              <a:t>广告的互联网企业类别逐渐丰富，</a:t>
            </a:r>
            <a:r>
              <a:rPr lang="en-US" altLang="zh-CN" sz="2000" dirty="0">
                <a:solidFill>
                  <a:prstClr val="white"/>
                </a:solidFill>
                <a:latin typeface="华文中宋" panose="02010600040101010101" pitchFamily="2" charset="-122"/>
                <a:ea typeface="华文中宋" panose="02010600040101010101" pitchFamily="2" charset="-122"/>
              </a:rPr>
              <a:t>2015</a:t>
            </a:r>
            <a:r>
              <a:rPr lang="zh-CN" altLang="en-US" sz="2000" dirty="0">
                <a:solidFill>
                  <a:prstClr val="white"/>
                </a:solidFill>
                <a:latin typeface="华文中宋" panose="02010600040101010101" pitchFamily="2" charset="-122"/>
                <a:ea typeface="华文中宋" panose="02010600040101010101" pitchFamily="2" charset="-122"/>
              </a:rPr>
              <a:t>年新增社交软件、汽车交易等</a:t>
            </a:r>
            <a:r>
              <a:rPr lang="zh-CN" altLang="en-US" sz="2000" dirty="0" smtClean="0">
                <a:solidFill>
                  <a:prstClr val="white"/>
                </a:solidFill>
                <a:latin typeface="华文中宋" panose="02010600040101010101" pitchFamily="2" charset="-122"/>
                <a:ea typeface="华文中宋" panose="02010600040101010101" pitchFamily="2" charset="-122"/>
              </a:rPr>
              <a:t>类别。</a:t>
            </a:r>
            <a:endParaRPr lang="zh-CN" altLang="en-US"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a:solidFill>
                <a:prstClr val="white"/>
              </a:solidFill>
              <a:latin typeface="华文中宋" panose="02010600040101010101" pitchFamily="2" charset="-122"/>
              <a:ea typeface="华文中宋" panose="02010600040101010101" pitchFamily="2" charset="-122"/>
            </a:endParaRPr>
          </a:p>
        </p:txBody>
      </p:sp>
      <p:sp>
        <p:nvSpPr>
          <p:cNvPr id="9" name="KSO_Shape"/>
          <p:cNvSpPr>
            <a:spLocks/>
          </p:cNvSpPr>
          <p:nvPr/>
        </p:nvSpPr>
        <p:spPr bwMode="auto">
          <a:xfrm>
            <a:off x="411539" y="258944"/>
            <a:ext cx="1184920" cy="656067"/>
          </a:xfrm>
          <a:custGeom>
            <a:avLst/>
            <a:gdLst>
              <a:gd name="T0" fmla="*/ 2147483646 w 373"/>
              <a:gd name="T1" fmla="*/ 2147483646 h 159"/>
              <a:gd name="T2" fmla="*/ 2147483646 w 373"/>
              <a:gd name="T3" fmla="*/ 0 h 159"/>
              <a:gd name="T4" fmla="*/ 0 w 373"/>
              <a:gd name="T5" fmla="*/ 2147483646 h 159"/>
              <a:gd name="T6" fmla="*/ 2147483646 w 373"/>
              <a:gd name="T7" fmla="*/ 2147483646 h 159"/>
              <a:gd name="T8" fmla="*/ 2147483646 w 373"/>
              <a:gd name="T9" fmla="*/ 2147483646 h 159"/>
              <a:gd name="T10" fmla="*/ 2147483646 w 373"/>
              <a:gd name="T11" fmla="*/ 2147483646 h 159"/>
              <a:gd name="T12" fmla="*/ 2147483646 w 373"/>
              <a:gd name="T13" fmla="*/ 2147483646 h 159"/>
              <a:gd name="T14" fmla="*/ 2147483646 w 373"/>
              <a:gd name="T15" fmla="*/ 2147483646 h 159"/>
              <a:gd name="T16" fmla="*/ 2147483646 w 373"/>
              <a:gd name="T17" fmla="*/ 2147483646 h 159"/>
              <a:gd name="T18" fmla="*/ 2147483646 w 373"/>
              <a:gd name="T19" fmla="*/ 2147483646 h 159"/>
              <a:gd name="T20" fmla="*/ 2147483646 w 373"/>
              <a:gd name="T21" fmla="*/ 2147483646 h 159"/>
              <a:gd name="T22" fmla="*/ 2147483646 w 373"/>
              <a:gd name="T23" fmla="*/ 2147483646 h 159"/>
              <a:gd name="T24" fmla="*/ 2147483646 w 373"/>
              <a:gd name="T25" fmla="*/ 2147483646 h 159"/>
              <a:gd name="T26" fmla="*/ 2147483646 w 373"/>
              <a:gd name="T27" fmla="*/ 2147483646 h 159"/>
              <a:gd name="T28" fmla="*/ 2147483646 w 373"/>
              <a:gd name="T29" fmla="*/ 2147483646 h 159"/>
              <a:gd name="T30" fmla="*/ 2147483646 w 373"/>
              <a:gd name="T31" fmla="*/ 2147483646 h 159"/>
              <a:gd name="T32" fmla="*/ 2147483646 w 373"/>
              <a:gd name="T33" fmla="*/ 2147483646 h 159"/>
              <a:gd name="T34" fmla="*/ 2147483646 w 373"/>
              <a:gd name="T35" fmla="*/ 2147483646 h 159"/>
              <a:gd name="T36" fmla="*/ 2147483646 w 373"/>
              <a:gd name="T37" fmla="*/ 2147483646 h 159"/>
              <a:gd name="T38" fmla="*/ 2147483646 w 373"/>
              <a:gd name="T39" fmla="*/ 2147483646 h 159"/>
              <a:gd name="T40" fmla="*/ 2147483646 w 373"/>
              <a:gd name="T41" fmla="*/ 2147483646 h 159"/>
              <a:gd name="T42" fmla="*/ 2147483646 w 373"/>
              <a:gd name="T43" fmla="*/ 2147483646 h 159"/>
              <a:gd name="T44" fmla="*/ 2147483646 w 373"/>
              <a:gd name="T45" fmla="*/ 2147483646 h 159"/>
              <a:gd name="T46" fmla="*/ 2147483646 w 373"/>
              <a:gd name="T47" fmla="*/ 2147483646 h 159"/>
              <a:gd name="T48" fmla="*/ 2147483646 w 373"/>
              <a:gd name="T49" fmla="*/ 2147483646 h 159"/>
              <a:gd name="T50" fmla="*/ 2147483646 w 373"/>
              <a:gd name="T51" fmla="*/ 2147483646 h 159"/>
              <a:gd name="T52" fmla="*/ 2147483646 w 373"/>
              <a:gd name="T53" fmla="*/ 2147483646 h 159"/>
              <a:gd name="T54" fmla="*/ 2147483646 w 373"/>
              <a:gd name="T55" fmla="*/ 2147483646 h 159"/>
              <a:gd name="T56" fmla="*/ 2147483646 w 373"/>
              <a:gd name="T57" fmla="*/ 2147483646 h 159"/>
              <a:gd name="T58" fmla="*/ 2147483646 w 373"/>
              <a:gd name="T59" fmla="*/ 2147483646 h 159"/>
              <a:gd name="T60" fmla="*/ 2147483646 w 373"/>
              <a:gd name="T61" fmla="*/ 2147483646 h 159"/>
              <a:gd name="T62" fmla="*/ 2147483646 w 373"/>
              <a:gd name="T63" fmla="*/ 2147483646 h 159"/>
              <a:gd name="T64" fmla="*/ 2147483646 w 373"/>
              <a:gd name="T65" fmla="*/ 2147483646 h 159"/>
              <a:gd name="T66" fmla="*/ 2147483646 w 373"/>
              <a:gd name="T67" fmla="*/ 2147483646 h 159"/>
              <a:gd name="T68" fmla="*/ 2147483646 w 373"/>
              <a:gd name="T69" fmla="*/ 2147483646 h 159"/>
              <a:gd name="T70" fmla="*/ 2147483646 w 373"/>
              <a:gd name="T71" fmla="*/ 2147483646 h 159"/>
              <a:gd name="T72" fmla="*/ 2147483646 w 373"/>
              <a:gd name="T73" fmla="*/ 2147483646 h 159"/>
              <a:gd name="T74" fmla="*/ 2147483646 w 373"/>
              <a:gd name="T75" fmla="*/ 2147483646 h 159"/>
              <a:gd name="T76" fmla="*/ 2147483646 w 373"/>
              <a:gd name="T77" fmla="*/ 2147483646 h 159"/>
              <a:gd name="T78" fmla="*/ 2147483646 w 373"/>
              <a:gd name="T79" fmla="*/ 2147483646 h 15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73" h="159">
                <a:moveTo>
                  <a:pt x="371" y="40"/>
                </a:moveTo>
                <a:cubicBezTo>
                  <a:pt x="363" y="28"/>
                  <a:pt x="354" y="16"/>
                  <a:pt x="338" y="16"/>
                </a:cubicBezTo>
                <a:cubicBezTo>
                  <a:pt x="318" y="16"/>
                  <a:pt x="318" y="16"/>
                  <a:pt x="318" y="16"/>
                </a:cubicBezTo>
                <a:cubicBezTo>
                  <a:pt x="307" y="6"/>
                  <a:pt x="295" y="0"/>
                  <a:pt x="285" y="0"/>
                </a:cubicBezTo>
                <a:cubicBezTo>
                  <a:pt x="25" y="0"/>
                  <a:pt x="25" y="0"/>
                  <a:pt x="25" y="0"/>
                </a:cubicBezTo>
                <a:cubicBezTo>
                  <a:pt x="9" y="0"/>
                  <a:pt x="6" y="30"/>
                  <a:pt x="0" y="55"/>
                </a:cubicBezTo>
                <a:cubicBezTo>
                  <a:pt x="0" y="116"/>
                  <a:pt x="0" y="116"/>
                  <a:pt x="0" y="116"/>
                </a:cubicBezTo>
                <a:cubicBezTo>
                  <a:pt x="0" y="130"/>
                  <a:pt x="11" y="141"/>
                  <a:pt x="24" y="141"/>
                </a:cubicBezTo>
                <a:cubicBezTo>
                  <a:pt x="24" y="140"/>
                  <a:pt x="24" y="139"/>
                  <a:pt x="24" y="139"/>
                </a:cubicBezTo>
                <a:cubicBezTo>
                  <a:pt x="24" y="121"/>
                  <a:pt x="39" y="106"/>
                  <a:pt x="57" y="106"/>
                </a:cubicBezTo>
                <a:cubicBezTo>
                  <a:pt x="74" y="106"/>
                  <a:pt x="89" y="121"/>
                  <a:pt x="89" y="139"/>
                </a:cubicBezTo>
                <a:cubicBezTo>
                  <a:pt x="89" y="139"/>
                  <a:pt x="89" y="140"/>
                  <a:pt x="89" y="141"/>
                </a:cubicBezTo>
                <a:cubicBezTo>
                  <a:pt x="95" y="141"/>
                  <a:pt x="95" y="141"/>
                  <a:pt x="95" y="141"/>
                </a:cubicBezTo>
                <a:cubicBezTo>
                  <a:pt x="95" y="140"/>
                  <a:pt x="95" y="139"/>
                  <a:pt x="95" y="139"/>
                </a:cubicBezTo>
                <a:cubicBezTo>
                  <a:pt x="95" y="121"/>
                  <a:pt x="109" y="106"/>
                  <a:pt x="127" y="106"/>
                </a:cubicBezTo>
                <a:cubicBezTo>
                  <a:pt x="145" y="106"/>
                  <a:pt x="159" y="121"/>
                  <a:pt x="159" y="139"/>
                </a:cubicBezTo>
                <a:cubicBezTo>
                  <a:pt x="159" y="139"/>
                  <a:pt x="159" y="140"/>
                  <a:pt x="159" y="141"/>
                </a:cubicBezTo>
                <a:cubicBezTo>
                  <a:pt x="249" y="141"/>
                  <a:pt x="249" y="141"/>
                  <a:pt x="249" y="141"/>
                </a:cubicBezTo>
                <a:cubicBezTo>
                  <a:pt x="249" y="140"/>
                  <a:pt x="249" y="139"/>
                  <a:pt x="249" y="139"/>
                </a:cubicBezTo>
                <a:cubicBezTo>
                  <a:pt x="249" y="121"/>
                  <a:pt x="263" y="106"/>
                  <a:pt x="281" y="106"/>
                </a:cubicBezTo>
                <a:cubicBezTo>
                  <a:pt x="299" y="106"/>
                  <a:pt x="313" y="121"/>
                  <a:pt x="313" y="139"/>
                </a:cubicBezTo>
                <a:cubicBezTo>
                  <a:pt x="313" y="139"/>
                  <a:pt x="313" y="140"/>
                  <a:pt x="313" y="141"/>
                </a:cubicBezTo>
                <a:cubicBezTo>
                  <a:pt x="336" y="141"/>
                  <a:pt x="336" y="141"/>
                  <a:pt x="336" y="141"/>
                </a:cubicBezTo>
                <a:cubicBezTo>
                  <a:pt x="350" y="141"/>
                  <a:pt x="361" y="130"/>
                  <a:pt x="361" y="116"/>
                </a:cubicBezTo>
                <a:cubicBezTo>
                  <a:pt x="361" y="90"/>
                  <a:pt x="361" y="90"/>
                  <a:pt x="361" y="90"/>
                </a:cubicBezTo>
                <a:cubicBezTo>
                  <a:pt x="356" y="66"/>
                  <a:pt x="344" y="44"/>
                  <a:pt x="330" y="28"/>
                </a:cubicBezTo>
                <a:cubicBezTo>
                  <a:pt x="338" y="28"/>
                  <a:pt x="338" y="28"/>
                  <a:pt x="338" y="28"/>
                </a:cubicBezTo>
                <a:cubicBezTo>
                  <a:pt x="347" y="28"/>
                  <a:pt x="353" y="35"/>
                  <a:pt x="361" y="47"/>
                </a:cubicBezTo>
                <a:cubicBezTo>
                  <a:pt x="362" y="48"/>
                  <a:pt x="364" y="49"/>
                  <a:pt x="366" y="49"/>
                </a:cubicBezTo>
                <a:cubicBezTo>
                  <a:pt x="367" y="49"/>
                  <a:pt x="368" y="49"/>
                  <a:pt x="369" y="48"/>
                </a:cubicBezTo>
                <a:cubicBezTo>
                  <a:pt x="372" y="47"/>
                  <a:pt x="373" y="43"/>
                  <a:pt x="371" y="40"/>
                </a:cubicBezTo>
                <a:close/>
                <a:moveTo>
                  <a:pt x="234" y="64"/>
                </a:moveTo>
                <a:cubicBezTo>
                  <a:pt x="16" y="64"/>
                  <a:pt x="16" y="64"/>
                  <a:pt x="16" y="64"/>
                </a:cubicBezTo>
                <a:cubicBezTo>
                  <a:pt x="16" y="56"/>
                  <a:pt x="16" y="56"/>
                  <a:pt x="16" y="56"/>
                </a:cubicBezTo>
                <a:cubicBezTo>
                  <a:pt x="17" y="53"/>
                  <a:pt x="18" y="49"/>
                  <a:pt x="18" y="45"/>
                </a:cubicBezTo>
                <a:cubicBezTo>
                  <a:pt x="20" y="36"/>
                  <a:pt x="23" y="20"/>
                  <a:pt x="27" y="16"/>
                </a:cubicBezTo>
                <a:cubicBezTo>
                  <a:pt x="234" y="16"/>
                  <a:pt x="234" y="16"/>
                  <a:pt x="234" y="16"/>
                </a:cubicBezTo>
                <a:lnTo>
                  <a:pt x="234" y="64"/>
                </a:lnTo>
                <a:close/>
                <a:moveTo>
                  <a:pt x="347" y="116"/>
                </a:moveTo>
                <a:cubicBezTo>
                  <a:pt x="347" y="118"/>
                  <a:pt x="346" y="119"/>
                  <a:pt x="346" y="120"/>
                </a:cubicBezTo>
                <a:cubicBezTo>
                  <a:pt x="337" y="120"/>
                  <a:pt x="329" y="120"/>
                  <a:pt x="329" y="116"/>
                </a:cubicBezTo>
                <a:cubicBezTo>
                  <a:pt x="329" y="113"/>
                  <a:pt x="336" y="107"/>
                  <a:pt x="347" y="106"/>
                </a:cubicBezTo>
                <a:lnTo>
                  <a:pt x="347" y="116"/>
                </a:lnTo>
                <a:close/>
                <a:moveTo>
                  <a:pt x="345" y="92"/>
                </a:moveTo>
                <a:cubicBezTo>
                  <a:pt x="345" y="95"/>
                  <a:pt x="345" y="95"/>
                  <a:pt x="345" y="95"/>
                </a:cubicBezTo>
                <a:cubicBezTo>
                  <a:pt x="316" y="87"/>
                  <a:pt x="280" y="64"/>
                  <a:pt x="248" y="64"/>
                </a:cubicBezTo>
                <a:cubicBezTo>
                  <a:pt x="246" y="64"/>
                  <a:pt x="246" y="64"/>
                  <a:pt x="246" y="64"/>
                </a:cubicBezTo>
                <a:cubicBezTo>
                  <a:pt x="246" y="16"/>
                  <a:pt x="246" y="16"/>
                  <a:pt x="246" y="16"/>
                </a:cubicBezTo>
                <a:cubicBezTo>
                  <a:pt x="285" y="16"/>
                  <a:pt x="285" y="16"/>
                  <a:pt x="285" y="16"/>
                </a:cubicBezTo>
                <a:cubicBezTo>
                  <a:pt x="303" y="16"/>
                  <a:pt x="336" y="48"/>
                  <a:pt x="345" y="92"/>
                </a:cubicBezTo>
                <a:close/>
                <a:moveTo>
                  <a:pt x="57" y="118"/>
                </a:moveTo>
                <a:cubicBezTo>
                  <a:pt x="45" y="118"/>
                  <a:pt x="36" y="127"/>
                  <a:pt x="36" y="139"/>
                </a:cubicBezTo>
                <a:cubicBezTo>
                  <a:pt x="36" y="150"/>
                  <a:pt x="45" y="159"/>
                  <a:pt x="57" y="159"/>
                </a:cubicBezTo>
                <a:cubicBezTo>
                  <a:pt x="68" y="159"/>
                  <a:pt x="77" y="150"/>
                  <a:pt x="77" y="139"/>
                </a:cubicBezTo>
                <a:cubicBezTo>
                  <a:pt x="77" y="127"/>
                  <a:pt x="68" y="118"/>
                  <a:pt x="57" y="118"/>
                </a:cubicBezTo>
                <a:close/>
                <a:moveTo>
                  <a:pt x="57" y="151"/>
                </a:moveTo>
                <a:cubicBezTo>
                  <a:pt x="50" y="151"/>
                  <a:pt x="45" y="145"/>
                  <a:pt x="45" y="139"/>
                </a:cubicBezTo>
                <a:cubicBezTo>
                  <a:pt x="45" y="132"/>
                  <a:pt x="50" y="126"/>
                  <a:pt x="57" y="126"/>
                </a:cubicBezTo>
                <a:cubicBezTo>
                  <a:pt x="63" y="126"/>
                  <a:pt x="69" y="132"/>
                  <a:pt x="69" y="139"/>
                </a:cubicBezTo>
                <a:cubicBezTo>
                  <a:pt x="69" y="145"/>
                  <a:pt x="63" y="151"/>
                  <a:pt x="57" y="151"/>
                </a:cubicBezTo>
                <a:close/>
                <a:moveTo>
                  <a:pt x="127" y="118"/>
                </a:moveTo>
                <a:cubicBezTo>
                  <a:pt x="116" y="118"/>
                  <a:pt x="106" y="127"/>
                  <a:pt x="106" y="139"/>
                </a:cubicBezTo>
                <a:cubicBezTo>
                  <a:pt x="106" y="150"/>
                  <a:pt x="116" y="159"/>
                  <a:pt x="127" y="159"/>
                </a:cubicBezTo>
                <a:cubicBezTo>
                  <a:pt x="139" y="159"/>
                  <a:pt x="148" y="150"/>
                  <a:pt x="148" y="139"/>
                </a:cubicBezTo>
                <a:cubicBezTo>
                  <a:pt x="148" y="127"/>
                  <a:pt x="139" y="118"/>
                  <a:pt x="127" y="118"/>
                </a:cubicBezTo>
                <a:close/>
                <a:moveTo>
                  <a:pt x="127" y="151"/>
                </a:moveTo>
                <a:cubicBezTo>
                  <a:pt x="120" y="151"/>
                  <a:pt x="115" y="145"/>
                  <a:pt x="115" y="139"/>
                </a:cubicBezTo>
                <a:cubicBezTo>
                  <a:pt x="115" y="132"/>
                  <a:pt x="120" y="126"/>
                  <a:pt x="127" y="126"/>
                </a:cubicBezTo>
                <a:cubicBezTo>
                  <a:pt x="134" y="126"/>
                  <a:pt x="139" y="132"/>
                  <a:pt x="139" y="139"/>
                </a:cubicBezTo>
                <a:cubicBezTo>
                  <a:pt x="139" y="145"/>
                  <a:pt x="134" y="151"/>
                  <a:pt x="127" y="151"/>
                </a:cubicBezTo>
                <a:close/>
                <a:moveTo>
                  <a:pt x="281" y="118"/>
                </a:moveTo>
                <a:cubicBezTo>
                  <a:pt x="269" y="118"/>
                  <a:pt x="260" y="127"/>
                  <a:pt x="260" y="139"/>
                </a:cubicBezTo>
                <a:cubicBezTo>
                  <a:pt x="260" y="150"/>
                  <a:pt x="269" y="159"/>
                  <a:pt x="281" y="159"/>
                </a:cubicBezTo>
                <a:cubicBezTo>
                  <a:pt x="292" y="159"/>
                  <a:pt x="301" y="150"/>
                  <a:pt x="301" y="139"/>
                </a:cubicBezTo>
                <a:cubicBezTo>
                  <a:pt x="301" y="127"/>
                  <a:pt x="292" y="118"/>
                  <a:pt x="281" y="118"/>
                </a:cubicBezTo>
                <a:close/>
                <a:moveTo>
                  <a:pt x="281" y="151"/>
                </a:moveTo>
                <a:cubicBezTo>
                  <a:pt x="274" y="151"/>
                  <a:pt x="269" y="145"/>
                  <a:pt x="269" y="139"/>
                </a:cubicBezTo>
                <a:cubicBezTo>
                  <a:pt x="269" y="132"/>
                  <a:pt x="274" y="126"/>
                  <a:pt x="281" y="126"/>
                </a:cubicBezTo>
                <a:cubicBezTo>
                  <a:pt x="287" y="126"/>
                  <a:pt x="293" y="132"/>
                  <a:pt x="293" y="139"/>
                </a:cubicBezTo>
                <a:cubicBezTo>
                  <a:pt x="293" y="145"/>
                  <a:pt x="287" y="151"/>
                  <a:pt x="281" y="151"/>
                </a:cubicBezTo>
                <a:close/>
              </a:path>
            </a:pathLst>
          </a:custGeom>
          <a:solidFill>
            <a:srgbClr val="FF0000"/>
          </a:solidFill>
          <a:ln>
            <a:noFill/>
          </a:ln>
          <a:extLst/>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3820988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latin typeface="Century Gothic"/>
              </a:rPr>
              <a:t>4</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a:latin typeface="Arial Black"/>
                <a:ea typeface="微软雅黑"/>
              </a:rPr>
              <a:t>地铁</a:t>
            </a:r>
            <a:r>
              <a:rPr lang="zh-CN" altLang="en-US" sz="4800" dirty="0" smtClean="0">
                <a:latin typeface="Arial Black"/>
                <a:ea typeface="微软雅黑"/>
              </a:rPr>
              <a:t>广告</a:t>
            </a:r>
            <a:endParaRPr lang="zh-CN" altLang="en-US" sz="4800" dirty="0">
              <a:latin typeface="Arial Black"/>
              <a:ea typeface="微软雅黑"/>
            </a:endParaRPr>
          </a:p>
        </p:txBody>
      </p:sp>
    </p:spTree>
    <p:extLst>
      <p:ext uri="{BB962C8B-B14F-4D97-AF65-F5344CB8AC3E}">
        <p14:creationId xmlns:p14="http://schemas.microsoft.com/office/powerpoint/2010/main" val="591192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8460" y="225668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企业地铁广告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673828636"/>
              </p:ext>
            </p:extLst>
          </p:nvPr>
        </p:nvGraphicFramePr>
        <p:xfrm>
          <a:off x="-179536" y="2492896"/>
          <a:ext cx="9218855" cy="4480272"/>
        </p:xfrm>
        <a:graphic>
          <a:graphicData uri="http://schemas.openxmlformats.org/drawingml/2006/chart">
            <c:chart xmlns:c="http://schemas.openxmlformats.org/drawingml/2006/chart" xmlns:r="http://schemas.openxmlformats.org/officeDocument/2006/relationships" r:id="rId4"/>
          </a:graphicData>
        </a:graphic>
      </p:graphicFrame>
      <p:sp>
        <p:nvSpPr>
          <p:cNvPr id="9"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互联网企业地铁广告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4" name="内容占位符 2"/>
          <p:cNvSpPr txBox="1"/>
          <p:nvPr/>
        </p:nvSpPr>
        <p:spPr>
          <a:xfrm>
            <a:off x="251522" y="1124744"/>
            <a:ext cx="8612740" cy="1347966"/>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互联网企业在地铁广告的投放表现为在多个营销节点广告花费达到峰值，例如双十一、春节等。</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15" name="KSO_Shape"/>
          <p:cNvSpPr>
            <a:spLocks/>
          </p:cNvSpPr>
          <p:nvPr/>
        </p:nvSpPr>
        <p:spPr bwMode="auto">
          <a:xfrm>
            <a:off x="674284" y="116633"/>
            <a:ext cx="792088" cy="788298"/>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6" name="TextBox 15"/>
          <p:cNvSpPr txBox="1"/>
          <p:nvPr/>
        </p:nvSpPr>
        <p:spPr>
          <a:xfrm>
            <a:off x="3934807" y="3742289"/>
            <a:ext cx="612726"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元旦</a:t>
            </a:r>
          </a:p>
        </p:txBody>
      </p:sp>
      <p:sp>
        <p:nvSpPr>
          <p:cNvPr id="17" name="TextBox 16"/>
          <p:cNvSpPr txBox="1"/>
          <p:nvPr/>
        </p:nvSpPr>
        <p:spPr>
          <a:xfrm>
            <a:off x="4604539" y="2905199"/>
            <a:ext cx="612726"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春节</a:t>
            </a:r>
          </a:p>
        </p:txBody>
      </p:sp>
      <p:sp>
        <p:nvSpPr>
          <p:cNvPr id="18" name="TextBox 17"/>
          <p:cNvSpPr txBox="1"/>
          <p:nvPr/>
        </p:nvSpPr>
        <p:spPr>
          <a:xfrm>
            <a:off x="6948264" y="4365104"/>
            <a:ext cx="792088"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双十一</a:t>
            </a:r>
          </a:p>
        </p:txBody>
      </p:sp>
      <p:sp>
        <p:nvSpPr>
          <p:cNvPr id="19" name="TextBox 18"/>
          <p:cNvSpPr txBox="1"/>
          <p:nvPr/>
        </p:nvSpPr>
        <p:spPr>
          <a:xfrm>
            <a:off x="7945494" y="2924958"/>
            <a:ext cx="612726"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春节</a:t>
            </a:r>
          </a:p>
        </p:txBody>
      </p:sp>
    </p:spTree>
    <p:extLst>
      <p:ext uri="{BB962C8B-B14F-4D97-AF65-F5344CB8AC3E}">
        <p14:creationId xmlns:p14="http://schemas.microsoft.com/office/powerpoint/2010/main" val="3923317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TextBox 10"/>
          <p:cNvSpPr txBox="1"/>
          <p:nvPr/>
        </p:nvSpPr>
        <p:spPr>
          <a:xfrm>
            <a:off x="1070328" y="1772816"/>
            <a:ext cx="6617696"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a:t>
            </a:r>
            <a:r>
              <a:rPr lang="zh-CN" altLang="en-US" dirty="0">
                <a:solidFill>
                  <a:sysClr val="windowText" lastClr="000000"/>
                </a:solidFill>
              </a:rPr>
              <a:t>地铁</a:t>
            </a:r>
            <a:r>
              <a:rPr lang="zh-CN" altLang="en-US" dirty="0" smtClean="0">
                <a:solidFill>
                  <a:sysClr val="windowText" lastClr="000000"/>
                </a:solidFill>
              </a:rPr>
              <a:t>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0" name="KSO_Shape"/>
          <p:cNvSpPr>
            <a:spLocks/>
          </p:cNvSpPr>
          <p:nvPr/>
        </p:nvSpPr>
        <p:spPr bwMode="auto">
          <a:xfrm>
            <a:off x="1115591" y="3208389"/>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5" name="MH_Text_2"/>
          <p:cNvSpPr txBox="1">
            <a:spLocks noChangeArrowheads="1"/>
          </p:cNvSpPr>
          <p:nvPr>
            <p:custDataLst>
              <p:tags r:id="rId1"/>
            </p:custDataLst>
          </p:nvPr>
        </p:nvSpPr>
        <p:spPr bwMode="auto">
          <a:xfrm>
            <a:off x="1220368" y="4797152"/>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rm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49.5%                          7.2%                          6.9%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6" name="KSO_Shape"/>
          <p:cNvSpPr>
            <a:spLocks/>
          </p:cNvSpPr>
          <p:nvPr/>
        </p:nvSpPr>
        <p:spPr bwMode="auto">
          <a:xfrm>
            <a:off x="6372200" y="3164013"/>
            <a:ext cx="1315824" cy="1007547"/>
          </a:xfrm>
          <a:custGeom>
            <a:avLst/>
            <a:gdLst>
              <a:gd name="T0" fmla="*/ 2147483646 w 5708"/>
              <a:gd name="T1" fmla="*/ 2147483646 h 4804"/>
              <a:gd name="T2" fmla="*/ 2147483646 w 5708"/>
              <a:gd name="T3" fmla="*/ 2147483646 h 4804"/>
              <a:gd name="T4" fmla="*/ 2147483646 w 5708"/>
              <a:gd name="T5" fmla="*/ 2147483646 h 4804"/>
              <a:gd name="T6" fmla="*/ 2147483646 w 5708"/>
              <a:gd name="T7" fmla="*/ 2147483646 h 4804"/>
              <a:gd name="T8" fmla="*/ 2147483646 w 5708"/>
              <a:gd name="T9" fmla="*/ 2147483646 h 4804"/>
              <a:gd name="T10" fmla="*/ 2147483646 w 5708"/>
              <a:gd name="T11" fmla="*/ 2147483646 h 4804"/>
              <a:gd name="T12" fmla="*/ 2147483646 w 5708"/>
              <a:gd name="T13" fmla="*/ 2147483646 h 4804"/>
              <a:gd name="T14" fmla="*/ 2147483646 w 5708"/>
              <a:gd name="T15" fmla="*/ 2147483646 h 4804"/>
              <a:gd name="T16" fmla="*/ 2147483646 w 5708"/>
              <a:gd name="T17" fmla="*/ 2147483646 h 4804"/>
              <a:gd name="T18" fmla="*/ 2147483646 w 5708"/>
              <a:gd name="T19" fmla="*/ 2147483646 h 4804"/>
              <a:gd name="T20" fmla="*/ 2147483646 w 5708"/>
              <a:gd name="T21" fmla="*/ 2147483646 h 4804"/>
              <a:gd name="T22" fmla="*/ 2147483646 w 5708"/>
              <a:gd name="T23" fmla="*/ 2147483646 h 4804"/>
              <a:gd name="T24" fmla="*/ 2147483646 w 5708"/>
              <a:gd name="T25" fmla="*/ 2147483646 h 4804"/>
              <a:gd name="T26" fmla="*/ 2147483646 w 5708"/>
              <a:gd name="T27" fmla="*/ 2147483646 h 4804"/>
              <a:gd name="T28" fmla="*/ 2147483646 w 5708"/>
              <a:gd name="T29" fmla="*/ 2147483646 h 4804"/>
              <a:gd name="T30" fmla="*/ 2147483646 w 5708"/>
              <a:gd name="T31" fmla="*/ 2147483646 h 4804"/>
              <a:gd name="T32" fmla="*/ 2147483646 w 5708"/>
              <a:gd name="T33" fmla="*/ 2147483646 h 4804"/>
              <a:gd name="T34" fmla="*/ 2147483646 w 5708"/>
              <a:gd name="T35" fmla="*/ 2147483646 h 4804"/>
              <a:gd name="T36" fmla="*/ 2147483646 w 5708"/>
              <a:gd name="T37" fmla="*/ 2147483646 h 4804"/>
              <a:gd name="T38" fmla="*/ 2147483646 w 5708"/>
              <a:gd name="T39" fmla="*/ 2147483646 h 4804"/>
              <a:gd name="T40" fmla="*/ 2147483646 w 5708"/>
              <a:gd name="T41" fmla="*/ 2147483646 h 4804"/>
              <a:gd name="T42" fmla="*/ 2147483646 w 5708"/>
              <a:gd name="T43" fmla="*/ 2147483646 h 4804"/>
              <a:gd name="T44" fmla="*/ 2147483646 w 5708"/>
              <a:gd name="T45" fmla="*/ 2147483646 h 4804"/>
              <a:gd name="T46" fmla="*/ 2147483646 w 5708"/>
              <a:gd name="T47" fmla="*/ 2147483646 h 4804"/>
              <a:gd name="T48" fmla="*/ 2147483646 w 5708"/>
              <a:gd name="T49" fmla="*/ 2147483646 h 4804"/>
              <a:gd name="T50" fmla="*/ 2147483646 w 5708"/>
              <a:gd name="T51" fmla="*/ 2147483646 h 4804"/>
              <a:gd name="T52" fmla="*/ 2147483646 w 5708"/>
              <a:gd name="T53" fmla="*/ 2147483646 h 4804"/>
              <a:gd name="T54" fmla="*/ 2147483646 w 5708"/>
              <a:gd name="T55" fmla="*/ 2147483646 h 4804"/>
              <a:gd name="T56" fmla="*/ 2147483646 w 5708"/>
              <a:gd name="T57" fmla="*/ 2147483646 h 4804"/>
              <a:gd name="T58" fmla="*/ 2147483646 w 5708"/>
              <a:gd name="T59" fmla="*/ 2147483646 h 4804"/>
              <a:gd name="T60" fmla="*/ 2147483646 w 5708"/>
              <a:gd name="T61" fmla="*/ 2147483646 h 4804"/>
              <a:gd name="T62" fmla="*/ 2147483646 w 5708"/>
              <a:gd name="T63" fmla="*/ 2147483646 h 4804"/>
              <a:gd name="T64" fmla="*/ 2147483646 w 5708"/>
              <a:gd name="T65" fmla="*/ 2147483646 h 4804"/>
              <a:gd name="T66" fmla="*/ 2147483646 w 5708"/>
              <a:gd name="T67" fmla="*/ 2147483646 h 4804"/>
              <a:gd name="T68" fmla="*/ 2147483646 w 5708"/>
              <a:gd name="T69" fmla="*/ 2147483646 h 4804"/>
              <a:gd name="T70" fmla="*/ 2147483646 w 5708"/>
              <a:gd name="T71" fmla="*/ 2147483646 h 4804"/>
              <a:gd name="T72" fmla="*/ 2147483646 w 5708"/>
              <a:gd name="T73" fmla="*/ 2147483646 h 4804"/>
              <a:gd name="T74" fmla="*/ 2147483646 w 5708"/>
              <a:gd name="T75" fmla="*/ 2147483646 h 4804"/>
              <a:gd name="T76" fmla="*/ 2147483646 w 5708"/>
              <a:gd name="T77" fmla="*/ 2147483646 h 4804"/>
              <a:gd name="T78" fmla="*/ 2147483646 w 5708"/>
              <a:gd name="T79" fmla="*/ 2147483646 h 4804"/>
              <a:gd name="T80" fmla="*/ 2147483646 w 5708"/>
              <a:gd name="T81" fmla="*/ 2147483646 h 4804"/>
              <a:gd name="T82" fmla="*/ 2147483646 w 5708"/>
              <a:gd name="T83" fmla="*/ 2147483646 h 4804"/>
              <a:gd name="T84" fmla="*/ 2147483646 w 5708"/>
              <a:gd name="T85" fmla="*/ 2147483646 h 4804"/>
              <a:gd name="T86" fmla="*/ 2147483646 w 5708"/>
              <a:gd name="T87" fmla="*/ 2147483646 h 4804"/>
              <a:gd name="T88" fmla="*/ 2147483646 w 5708"/>
              <a:gd name="T89" fmla="*/ 2147483646 h 4804"/>
              <a:gd name="T90" fmla="*/ 2147483646 w 5708"/>
              <a:gd name="T91" fmla="*/ 2147483646 h 4804"/>
              <a:gd name="T92" fmla="*/ 2147483646 w 5708"/>
              <a:gd name="T93" fmla="*/ 2147483646 h 4804"/>
              <a:gd name="T94" fmla="*/ 2147483646 w 5708"/>
              <a:gd name="T95" fmla="*/ 2147483646 h 4804"/>
              <a:gd name="T96" fmla="*/ 2147483646 w 5708"/>
              <a:gd name="T97" fmla="*/ 2147483646 h 4804"/>
              <a:gd name="T98" fmla="*/ 2147483646 w 5708"/>
              <a:gd name="T99" fmla="*/ 2147483646 h 4804"/>
              <a:gd name="T100" fmla="*/ 2147483646 w 5708"/>
              <a:gd name="T101" fmla="*/ 2147483646 h 4804"/>
              <a:gd name="T102" fmla="*/ 2147483646 w 5708"/>
              <a:gd name="T103" fmla="*/ 2147483646 h 4804"/>
              <a:gd name="T104" fmla="*/ 2147483646 w 5708"/>
              <a:gd name="T105" fmla="*/ 2147483646 h 4804"/>
              <a:gd name="T106" fmla="*/ 2147483646 w 5708"/>
              <a:gd name="T107" fmla="*/ 2147483646 h 4804"/>
              <a:gd name="T108" fmla="*/ 2147483646 w 5708"/>
              <a:gd name="T109" fmla="*/ 2147483646 h 4804"/>
              <a:gd name="T110" fmla="*/ 2147483646 w 5708"/>
              <a:gd name="T111" fmla="*/ 2147483646 h 4804"/>
              <a:gd name="T112" fmla="*/ 2147483646 w 5708"/>
              <a:gd name="T113" fmla="*/ 2147483646 h 4804"/>
              <a:gd name="T114" fmla="*/ 2147483646 w 5708"/>
              <a:gd name="T115" fmla="*/ 2147483646 h 4804"/>
              <a:gd name="T116" fmla="*/ 2147483646 w 5708"/>
              <a:gd name="T117" fmla="*/ 2147483646 h 4804"/>
              <a:gd name="T118" fmla="*/ 2147483646 w 5708"/>
              <a:gd name="T119" fmla="*/ 2147483646 h 4804"/>
              <a:gd name="T120" fmla="*/ 2147483646 w 5708"/>
              <a:gd name="T121" fmla="*/ 2147483646 h 480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708" h="4804">
                <a:moveTo>
                  <a:pt x="4435" y="1627"/>
                </a:moveTo>
                <a:lnTo>
                  <a:pt x="4430" y="1619"/>
                </a:lnTo>
                <a:lnTo>
                  <a:pt x="4415" y="1588"/>
                </a:lnTo>
                <a:lnTo>
                  <a:pt x="4413" y="1586"/>
                </a:lnTo>
                <a:lnTo>
                  <a:pt x="4396" y="1552"/>
                </a:lnTo>
                <a:lnTo>
                  <a:pt x="4393" y="1548"/>
                </a:lnTo>
                <a:lnTo>
                  <a:pt x="4379" y="1522"/>
                </a:lnTo>
                <a:lnTo>
                  <a:pt x="4377" y="1516"/>
                </a:lnTo>
                <a:lnTo>
                  <a:pt x="4376" y="1516"/>
                </a:lnTo>
                <a:lnTo>
                  <a:pt x="4374" y="1512"/>
                </a:lnTo>
                <a:lnTo>
                  <a:pt x="4358" y="1484"/>
                </a:lnTo>
                <a:lnTo>
                  <a:pt x="4357" y="1480"/>
                </a:lnTo>
                <a:lnTo>
                  <a:pt x="4339" y="1451"/>
                </a:lnTo>
                <a:lnTo>
                  <a:pt x="4335" y="1443"/>
                </a:lnTo>
                <a:lnTo>
                  <a:pt x="4319" y="1416"/>
                </a:lnTo>
                <a:lnTo>
                  <a:pt x="4315" y="1410"/>
                </a:lnTo>
                <a:lnTo>
                  <a:pt x="4299" y="1382"/>
                </a:lnTo>
                <a:lnTo>
                  <a:pt x="4298" y="1380"/>
                </a:lnTo>
                <a:lnTo>
                  <a:pt x="4296" y="1379"/>
                </a:lnTo>
                <a:lnTo>
                  <a:pt x="4279" y="1348"/>
                </a:lnTo>
                <a:lnTo>
                  <a:pt x="4276" y="1345"/>
                </a:lnTo>
                <a:lnTo>
                  <a:pt x="4259" y="1316"/>
                </a:lnTo>
                <a:lnTo>
                  <a:pt x="4254" y="1309"/>
                </a:lnTo>
                <a:lnTo>
                  <a:pt x="4237" y="1283"/>
                </a:lnTo>
                <a:lnTo>
                  <a:pt x="4235" y="1281"/>
                </a:lnTo>
                <a:lnTo>
                  <a:pt x="4234" y="1279"/>
                </a:lnTo>
                <a:lnTo>
                  <a:pt x="4217" y="1254"/>
                </a:lnTo>
                <a:lnTo>
                  <a:pt x="4211" y="1244"/>
                </a:lnTo>
                <a:lnTo>
                  <a:pt x="4196" y="1222"/>
                </a:lnTo>
                <a:lnTo>
                  <a:pt x="4190" y="1212"/>
                </a:lnTo>
                <a:lnTo>
                  <a:pt x="4172" y="1186"/>
                </a:lnTo>
                <a:lnTo>
                  <a:pt x="4168" y="1182"/>
                </a:lnTo>
                <a:lnTo>
                  <a:pt x="4151" y="1158"/>
                </a:lnTo>
                <a:lnTo>
                  <a:pt x="4144" y="1147"/>
                </a:lnTo>
                <a:lnTo>
                  <a:pt x="4129" y="1127"/>
                </a:lnTo>
                <a:lnTo>
                  <a:pt x="4124" y="1120"/>
                </a:lnTo>
                <a:lnTo>
                  <a:pt x="4106" y="1096"/>
                </a:lnTo>
                <a:lnTo>
                  <a:pt x="4100" y="1088"/>
                </a:lnTo>
                <a:lnTo>
                  <a:pt x="4083" y="1066"/>
                </a:lnTo>
                <a:lnTo>
                  <a:pt x="4076" y="1057"/>
                </a:lnTo>
                <a:lnTo>
                  <a:pt x="4059" y="1035"/>
                </a:lnTo>
                <a:lnTo>
                  <a:pt x="4052" y="1026"/>
                </a:lnTo>
                <a:lnTo>
                  <a:pt x="4035" y="1006"/>
                </a:lnTo>
                <a:lnTo>
                  <a:pt x="4031" y="999"/>
                </a:lnTo>
                <a:lnTo>
                  <a:pt x="4013" y="977"/>
                </a:lnTo>
                <a:lnTo>
                  <a:pt x="4004" y="966"/>
                </a:lnTo>
                <a:lnTo>
                  <a:pt x="4002" y="964"/>
                </a:lnTo>
                <a:lnTo>
                  <a:pt x="3988" y="948"/>
                </a:lnTo>
                <a:lnTo>
                  <a:pt x="3987" y="947"/>
                </a:lnTo>
                <a:lnTo>
                  <a:pt x="3979" y="936"/>
                </a:lnTo>
                <a:lnTo>
                  <a:pt x="3962" y="917"/>
                </a:lnTo>
                <a:lnTo>
                  <a:pt x="3960" y="914"/>
                </a:lnTo>
                <a:lnTo>
                  <a:pt x="3955" y="909"/>
                </a:lnTo>
                <a:lnTo>
                  <a:pt x="3941" y="892"/>
                </a:lnTo>
                <a:lnTo>
                  <a:pt x="3930" y="882"/>
                </a:lnTo>
                <a:lnTo>
                  <a:pt x="3913" y="862"/>
                </a:lnTo>
                <a:lnTo>
                  <a:pt x="3904" y="852"/>
                </a:lnTo>
                <a:lnTo>
                  <a:pt x="3887" y="833"/>
                </a:lnTo>
                <a:lnTo>
                  <a:pt x="3876" y="822"/>
                </a:lnTo>
                <a:lnTo>
                  <a:pt x="3867" y="811"/>
                </a:lnTo>
                <a:lnTo>
                  <a:pt x="3849" y="792"/>
                </a:lnTo>
                <a:lnTo>
                  <a:pt x="3838" y="781"/>
                </a:lnTo>
                <a:lnTo>
                  <a:pt x="3826" y="770"/>
                </a:lnTo>
                <a:lnTo>
                  <a:pt x="3810" y="752"/>
                </a:lnTo>
                <a:lnTo>
                  <a:pt x="3799" y="742"/>
                </a:lnTo>
                <a:lnTo>
                  <a:pt x="3782" y="725"/>
                </a:lnTo>
                <a:lnTo>
                  <a:pt x="3772" y="715"/>
                </a:lnTo>
                <a:lnTo>
                  <a:pt x="3759" y="702"/>
                </a:lnTo>
                <a:lnTo>
                  <a:pt x="3738" y="682"/>
                </a:lnTo>
                <a:lnTo>
                  <a:pt x="3732" y="678"/>
                </a:lnTo>
                <a:lnTo>
                  <a:pt x="3719" y="665"/>
                </a:lnTo>
                <a:lnTo>
                  <a:pt x="3700" y="647"/>
                </a:lnTo>
                <a:lnTo>
                  <a:pt x="3691" y="639"/>
                </a:lnTo>
                <a:lnTo>
                  <a:pt x="3675" y="624"/>
                </a:lnTo>
                <a:lnTo>
                  <a:pt x="3659" y="610"/>
                </a:lnTo>
                <a:lnTo>
                  <a:pt x="3649" y="601"/>
                </a:lnTo>
                <a:lnTo>
                  <a:pt x="3629" y="584"/>
                </a:lnTo>
                <a:lnTo>
                  <a:pt x="3617" y="574"/>
                </a:lnTo>
                <a:lnTo>
                  <a:pt x="3607" y="564"/>
                </a:lnTo>
                <a:lnTo>
                  <a:pt x="3606" y="563"/>
                </a:lnTo>
                <a:lnTo>
                  <a:pt x="3589" y="549"/>
                </a:lnTo>
                <a:lnTo>
                  <a:pt x="3539" y="508"/>
                </a:lnTo>
                <a:lnTo>
                  <a:pt x="3489" y="467"/>
                </a:lnTo>
                <a:lnTo>
                  <a:pt x="3437" y="428"/>
                </a:lnTo>
                <a:lnTo>
                  <a:pt x="3385" y="391"/>
                </a:lnTo>
                <a:lnTo>
                  <a:pt x="3332" y="353"/>
                </a:lnTo>
                <a:lnTo>
                  <a:pt x="3278" y="316"/>
                </a:lnTo>
                <a:lnTo>
                  <a:pt x="3224" y="281"/>
                </a:lnTo>
                <a:lnTo>
                  <a:pt x="3169" y="247"/>
                </a:lnTo>
                <a:lnTo>
                  <a:pt x="3112" y="212"/>
                </a:lnTo>
                <a:lnTo>
                  <a:pt x="3054" y="179"/>
                </a:lnTo>
                <a:lnTo>
                  <a:pt x="2996" y="147"/>
                </a:lnTo>
                <a:lnTo>
                  <a:pt x="2938" y="117"/>
                </a:lnTo>
                <a:lnTo>
                  <a:pt x="2878" y="86"/>
                </a:lnTo>
                <a:lnTo>
                  <a:pt x="2818" y="56"/>
                </a:lnTo>
                <a:lnTo>
                  <a:pt x="2757" y="28"/>
                </a:lnTo>
                <a:lnTo>
                  <a:pt x="2694" y="0"/>
                </a:lnTo>
                <a:lnTo>
                  <a:pt x="1387" y="1384"/>
                </a:lnTo>
                <a:lnTo>
                  <a:pt x="1422" y="1454"/>
                </a:lnTo>
                <a:lnTo>
                  <a:pt x="1459" y="1525"/>
                </a:lnTo>
                <a:lnTo>
                  <a:pt x="1496" y="1594"/>
                </a:lnTo>
                <a:lnTo>
                  <a:pt x="1535" y="1661"/>
                </a:lnTo>
                <a:lnTo>
                  <a:pt x="1576" y="1728"/>
                </a:lnTo>
                <a:lnTo>
                  <a:pt x="1617" y="1793"/>
                </a:lnTo>
                <a:lnTo>
                  <a:pt x="1661" y="1857"/>
                </a:lnTo>
                <a:lnTo>
                  <a:pt x="1704" y="1921"/>
                </a:lnTo>
                <a:lnTo>
                  <a:pt x="0" y="3724"/>
                </a:lnTo>
                <a:lnTo>
                  <a:pt x="68" y="4282"/>
                </a:lnTo>
                <a:lnTo>
                  <a:pt x="281" y="4323"/>
                </a:lnTo>
                <a:lnTo>
                  <a:pt x="1585" y="2945"/>
                </a:lnTo>
                <a:lnTo>
                  <a:pt x="1694" y="3047"/>
                </a:lnTo>
                <a:lnTo>
                  <a:pt x="458" y="4356"/>
                </a:lnTo>
                <a:lnTo>
                  <a:pt x="723" y="4406"/>
                </a:lnTo>
                <a:lnTo>
                  <a:pt x="794" y="4331"/>
                </a:lnTo>
                <a:lnTo>
                  <a:pt x="1026" y="4366"/>
                </a:lnTo>
                <a:lnTo>
                  <a:pt x="1124" y="4262"/>
                </a:lnTo>
                <a:lnTo>
                  <a:pt x="1061" y="4049"/>
                </a:lnTo>
                <a:lnTo>
                  <a:pt x="1109" y="3997"/>
                </a:lnTo>
                <a:lnTo>
                  <a:pt x="1342" y="4033"/>
                </a:lnTo>
                <a:lnTo>
                  <a:pt x="1440" y="3929"/>
                </a:lnTo>
                <a:lnTo>
                  <a:pt x="1376" y="3714"/>
                </a:lnTo>
                <a:lnTo>
                  <a:pt x="1424" y="3664"/>
                </a:lnTo>
                <a:lnTo>
                  <a:pt x="1657" y="3699"/>
                </a:lnTo>
                <a:lnTo>
                  <a:pt x="1755" y="3595"/>
                </a:lnTo>
                <a:lnTo>
                  <a:pt x="1691" y="3381"/>
                </a:lnTo>
                <a:lnTo>
                  <a:pt x="1963" y="3093"/>
                </a:lnTo>
                <a:lnTo>
                  <a:pt x="2114" y="3237"/>
                </a:lnTo>
                <a:lnTo>
                  <a:pt x="2575" y="2750"/>
                </a:lnTo>
                <a:lnTo>
                  <a:pt x="2641" y="2791"/>
                </a:lnTo>
                <a:lnTo>
                  <a:pt x="2708" y="2831"/>
                </a:lnTo>
                <a:lnTo>
                  <a:pt x="2777" y="2869"/>
                </a:lnTo>
                <a:lnTo>
                  <a:pt x="2847" y="2907"/>
                </a:lnTo>
                <a:lnTo>
                  <a:pt x="2918" y="2942"/>
                </a:lnTo>
                <a:lnTo>
                  <a:pt x="2992" y="2976"/>
                </a:lnTo>
                <a:lnTo>
                  <a:pt x="3066" y="3011"/>
                </a:lnTo>
                <a:lnTo>
                  <a:pt x="3143" y="3043"/>
                </a:lnTo>
                <a:lnTo>
                  <a:pt x="3666" y="2489"/>
                </a:lnTo>
                <a:lnTo>
                  <a:pt x="3630" y="2419"/>
                </a:lnTo>
                <a:lnTo>
                  <a:pt x="3601" y="2359"/>
                </a:lnTo>
                <a:lnTo>
                  <a:pt x="3573" y="2296"/>
                </a:lnTo>
                <a:lnTo>
                  <a:pt x="3545" y="2233"/>
                </a:lnTo>
                <a:lnTo>
                  <a:pt x="3519" y="2169"/>
                </a:lnTo>
                <a:lnTo>
                  <a:pt x="3496" y="2104"/>
                </a:lnTo>
                <a:lnTo>
                  <a:pt x="3473" y="2038"/>
                </a:lnTo>
                <a:lnTo>
                  <a:pt x="3453" y="1972"/>
                </a:lnTo>
                <a:lnTo>
                  <a:pt x="3434" y="1904"/>
                </a:lnTo>
                <a:lnTo>
                  <a:pt x="2426" y="951"/>
                </a:lnTo>
                <a:lnTo>
                  <a:pt x="2785" y="572"/>
                </a:lnTo>
                <a:lnTo>
                  <a:pt x="3284" y="1045"/>
                </a:lnTo>
                <a:lnTo>
                  <a:pt x="3890" y="1616"/>
                </a:lnTo>
                <a:lnTo>
                  <a:pt x="3845" y="1667"/>
                </a:lnTo>
                <a:lnTo>
                  <a:pt x="3847" y="1667"/>
                </a:lnTo>
                <a:lnTo>
                  <a:pt x="3850" y="1695"/>
                </a:lnTo>
                <a:lnTo>
                  <a:pt x="3855" y="1723"/>
                </a:lnTo>
                <a:lnTo>
                  <a:pt x="3860" y="1751"/>
                </a:lnTo>
                <a:lnTo>
                  <a:pt x="3872" y="1808"/>
                </a:lnTo>
                <a:lnTo>
                  <a:pt x="3888" y="1864"/>
                </a:lnTo>
                <a:lnTo>
                  <a:pt x="3907" y="1921"/>
                </a:lnTo>
                <a:lnTo>
                  <a:pt x="3927" y="1978"/>
                </a:lnTo>
                <a:lnTo>
                  <a:pt x="3948" y="2033"/>
                </a:lnTo>
                <a:lnTo>
                  <a:pt x="3971" y="2087"/>
                </a:lnTo>
                <a:lnTo>
                  <a:pt x="3995" y="2139"/>
                </a:lnTo>
                <a:lnTo>
                  <a:pt x="4098" y="2031"/>
                </a:lnTo>
                <a:lnTo>
                  <a:pt x="4097" y="2028"/>
                </a:lnTo>
                <a:lnTo>
                  <a:pt x="4425" y="1684"/>
                </a:lnTo>
                <a:lnTo>
                  <a:pt x="4450" y="1659"/>
                </a:lnTo>
                <a:lnTo>
                  <a:pt x="4435" y="1627"/>
                </a:lnTo>
                <a:close/>
                <a:moveTo>
                  <a:pt x="3784" y="1717"/>
                </a:moveTo>
                <a:lnTo>
                  <a:pt x="3784" y="1717"/>
                </a:lnTo>
                <a:lnTo>
                  <a:pt x="3783" y="1740"/>
                </a:lnTo>
                <a:lnTo>
                  <a:pt x="3784" y="1766"/>
                </a:lnTo>
                <a:lnTo>
                  <a:pt x="3786" y="1797"/>
                </a:lnTo>
                <a:lnTo>
                  <a:pt x="3791" y="1829"/>
                </a:lnTo>
                <a:lnTo>
                  <a:pt x="3799" y="1878"/>
                </a:lnTo>
                <a:lnTo>
                  <a:pt x="3811" y="1929"/>
                </a:lnTo>
                <a:lnTo>
                  <a:pt x="3826" y="1983"/>
                </a:lnTo>
                <a:lnTo>
                  <a:pt x="3843" y="2039"/>
                </a:lnTo>
                <a:lnTo>
                  <a:pt x="3864" y="2097"/>
                </a:lnTo>
                <a:lnTo>
                  <a:pt x="3888" y="2156"/>
                </a:lnTo>
                <a:lnTo>
                  <a:pt x="3914" y="2216"/>
                </a:lnTo>
                <a:lnTo>
                  <a:pt x="3942" y="2276"/>
                </a:lnTo>
                <a:lnTo>
                  <a:pt x="3959" y="2311"/>
                </a:lnTo>
                <a:lnTo>
                  <a:pt x="3976" y="2342"/>
                </a:lnTo>
                <a:lnTo>
                  <a:pt x="3994" y="2374"/>
                </a:lnTo>
                <a:lnTo>
                  <a:pt x="4012" y="2405"/>
                </a:lnTo>
                <a:lnTo>
                  <a:pt x="4047" y="2462"/>
                </a:lnTo>
                <a:lnTo>
                  <a:pt x="4065" y="2489"/>
                </a:lnTo>
                <a:lnTo>
                  <a:pt x="4084" y="2515"/>
                </a:lnTo>
                <a:lnTo>
                  <a:pt x="4164" y="2432"/>
                </a:lnTo>
                <a:lnTo>
                  <a:pt x="4234" y="2360"/>
                </a:lnTo>
                <a:lnTo>
                  <a:pt x="4448" y="2139"/>
                </a:lnTo>
                <a:lnTo>
                  <a:pt x="4710" y="2411"/>
                </a:lnTo>
                <a:lnTo>
                  <a:pt x="4988" y="2698"/>
                </a:lnTo>
                <a:lnTo>
                  <a:pt x="4988" y="2497"/>
                </a:lnTo>
                <a:lnTo>
                  <a:pt x="4920" y="2497"/>
                </a:lnTo>
                <a:lnTo>
                  <a:pt x="4920" y="2325"/>
                </a:lnTo>
                <a:lnTo>
                  <a:pt x="5088" y="2325"/>
                </a:lnTo>
                <a:lnTo>
                  <a:pt x="5403" y="2325"/>
                </a:lnTo>
                <a:lnTo>
                  <a:pt x="5403" y="2497"/>
                </a:lnTo>
                <a:lnTo>
                  <a:pt x="5327" y="2497"/>
                </a:lnTo>
                <a:lnTo>
                  <a:pt x="5327" y="2643"/>
                </a:lnTo>
                <a:lnTo>
                  <a:pt x="5327" y="3047"/>
                </a:lnTo>
                <a:lnTo>
                  <a:pt x="5425" y="3149"/>
                </a:lnTo>
                <a:lnTo>
                  <a:pt x="5708" y="3441"/>
                </a:lnTo>
                <a:lnTo>
                  <a:pt x="5614" y="3612"/>
                </a:lnTo>
                <a:lnTo>
                  <a:pt x="5383" y="3612"/>
                </a:lnTo>
                <a:lnTo>
                  <a:pt x="5383" y="4804"/>
                </a:lnTo>
                <a:lnTo>
                  <a:pt x="3508" y="4804"/>
                </a:lnTo>
                <a:lnTo>
                  <a:pt x="3508" y="3612"/>
                </a:lnTo>
                <a:lnTo>
                  <a:pt x="3267" y="3612"/>
                </a:lnTo>
                <a:lnTo>
                  <a:pt x="3165" y="3463"/>
                </a:lnTo>
                <a:lnTo>
                  <a:pt x="3734" y="2875"/>
                </a:lnTo>
                <a:lnTo>
                  <a:pt x="3837" y="2769"/>
                </a:lnTo>
                <a:lnTo>
                  <a:pt x="3861" y="2802"/>
                </a:lnTo>
                <a:lnTo>
                  <a:pt x="3885" y="2835"/>
                </a:lnTo>
                <a:lnTo>
                  <a:pt x="3910" y="2867"/>
                </a:lnTo>
                <a:lnTo>
                  <a:pt x="3936" y="2897"/>
                </a:lnTo>
                <a:lnTo>
                  <a:pt x="3962" y="2928"/>
                </a:lnTo>
                <a:lnTo>
                  <a:pt x="3989" y="2958"/>
                </a:lnTo>
                <a:lnTo>
                  <a:pt x="4017" y="2985"/>
                </a:lnTo>
                <a:lnTo>
                  <a:pt x="4044" y="3013"/>
                </a:lnTo>
                <a:lnTo>
                  <a:pt x="4080" y="3046"/>
                </a:lnTo>
                <a:lnTo>
                  <a:pt x="4120" y="3078"/>
                </a:lnTo>
                <a:lnTo>
                  <a:pt x="4141" y="3093"/>
                </a:lnTo>
                <a:lnTo>
                  <a:pt x="4162" y="3109"/>
                </a:lnTo>
                <a:lnTo>
                  <a:pt x="4184" y="3123"/>
                </a:lnTo>
                <a:lnTo>
                  <a:pt x="4207" y="3137"/>
                </a:lnTo>
                <a:lnTo>
                  <a:pt x="4216" y="3150"/>
                </a:lnTo>
                <a:lnTo>
                  <a:pt x="4226" y="3162"/>
                </a:lnTo>
                <a:lnTo>
                  <a:pt x="4237" y="3174"/>
                </a:lnTo>
                <a:lnTo>
                  <a:pt x="4248" y="3185"/>
                </a:lnTo>
                <a:lnTo>
                  <a:pt x="4261" y="3196"/>
                </a:lnTo>
                <a:lnTo>
                  <a:pt x="4273" y="3206"/>
                </a:lnTo>
                <a:lnTo>
                  <a:pt x="4287" y="3214"/>
                </a:lnTo>
                <a:lnTo>
                  <a:pt x="4301" y="3222"/>
                </a:lnTo>
                <a:lnTo>
                  <a:pt x="4315" y="3229"/>
                </a:lnTo>
                <a:lnTo>
                  <a:pt x="4330" y="3236"/>
                </a:lnTo>
                <a:lnTo>
                  <a:pt x="4345" y="3242"/>
                </a:lnTo>
                <a:lnTo>
                  <a:pt x="4361" y="3246"/>
                </a:lnTo>
                <a:lnTo>
                  <a:pt x="4378" y="3250"/>
                </a:lnTo>
                <a:lnTo>
                  <a:pt x="4394" y="3253"/>
                </a:lnTo>
                <a:lnTo>
                  <a:pt x="4411" y="3254"/>
                </a:lnTo>
                <a:lnTo>
                  <a:pt x="4428" y="3255"/>
                </a:lnTo>
                <a:lnTo>
                  <a:pt x="4444" y="3254"/>
                </a:lnTo>
                <a:lnTo>
                  <a:pt x="4458" y="3253"/>
                </a:lnTo>
                <a:lnTo>
                  <a:pt x="4474" y="3250"/>
                </a:lnTo>
                <a:lnTo>
                  <a:pt x="4489" y="3248"/>
                </a:lnTo>
                <a:lnTo>
                  <a:pt x="4503" y="3245"/>
                </a:lnTo>
                <a:lnTo>
                  <a:pt x="4517" y="3240"/>
                </a:lnTo>
                <a:lnTo>
                  <a:pt x="4530" y="3234"/>
                </a:lnTo>
                <a:lnTo>
                  <a:pt x="4544" y="3228"/>
                </a:lnTo>
                <a:lnTo>
                  <a:pt x="4557" y="3221"/>
                </a:lnTo>
                <a:lnTo>
                  <a:pt x="4569" y="3214"/>
                </a:lnTo>
                <a:lnTo>
                  <a:pt x="4582" y="3206"/>
                </a:lnTo>
                <a:lnTo>
                  <a:pt x="4593" y="3197"/>
                </a:lnTo>
                <a:lnTo>
                  <a:pt x="4605" y="3188"/>
                </a:lnTo>
                <a:lnTo>
                  <a:pt x="4615" y="3178"/>
                </a:lnTo>
                <a:lnTo>
                  <a:pt x="4625" y="3168"/>
                </a:lnTo>
                <a:lnTo>
                  <a:pt x="4634" y="3156"/>
                </a:lnTo>
                <a:lnTo>
                  <a:pt x="4638" y="3151"/>
                </a:lnTo>
                <a:lnTo>
                  <a:pt x="4639" y="3151"/>
                </a:lnTo>
                <a:lnTo>
                  <a:pt x="4641" y="3148"/>
                </a:lnTo>
                <a:lnTo>
                  <a:pt x="4641" y="3146"/>
                </a:lnTo>
                <a:lnTo>
                  <a:pt x="4645" y="3143"/>
                </a:lnTo>
                <a:lnTo>
                  <a:pt x="4645" y="3142"/>
                </a:lnTo>
                <a:lnTo>
                  <a:pt x="4654" y="3129"/>
                </a:lnTo>
                <a:lnTo>
                  <a:pt x="4655" y="3128"/>
                </a:lnTo>
                <a:lnTo>
                  <a:pt x="4664" y="3112"/>
                </a:lnTo>
                <a:lnTo>
                  <a:pt x="4672" y="3096"/>
                </a:lnTo>
                <a:lnTo>
                  <a:pt x="4674" y="3090"/>
                </a:lnTo>
                <a:lnTo>
                  <a:pt x="4680" y="3073"/>
                </a:lnTo>
                <a:lnTo>
                  <a:pt x="4686" y="3056"/>
                </a:lnTo>
                <a:lnTo>
                  <a:pt x="4690" y="3037"/>
                </a:lnTo>
                <a:lnTo>
                  <a:pt x="4692" y="3019"/>
                </a:lnTo>
                <a:lnTo>
                  <a:pt x="4693" y="3004"/>
                </a:lnTo>
                <a:lnTo>
                  <a:pt x="4694" y="2988"/>
                </a:lnTo>
                <a:lnTo>
                  <a:pt x="4693" y="2969"/>
                </a:lnTo>
                <a:lnTo>
                  <a:pt x="4692" y="2950"/>
                </a:lnTo>
                <a:lnTo>
                  <a:pt x="4689" y="2932"/>
                </a:lnTo>
                <a:lnTo>
                  <a:pt x="4684" y="2914"/>
                </a:lnTo>
                <a:lnTo>
                  <a:pt x="4678" y="2896"/>
                </a:lnTo>
                <a:lnTo>
                  <a:pt x="4671" y="2878"/>
                </a:lnTo>
                <a:lnTo>
                  <a:pt x="4663" y="2862"/>
                </a:lnTo>
                <a:lnTo>
                  <a:pt x="4653" y="2847"/>
                </a:lnTo>
                <a:lnTo>
                  <a:pt x="4644" y="2831"/>
                </a:lnTo>
                <a:lnTo>
                  <a:pt x="4632" y="2817"/>
                </a:lnTo>
                <a:lnTo>
                  <a:pt x="4620" y="2804"/>
                </a:lnTo>
                <a:lnTo>
                  <a:pt x="4607" y="2791"/>
                </a:lnTo>
                <a:lnTo>
                  <a:pt x="4594" y="2779"/>
                </a:lnTo>
                <a:lnTo>
                  <a:pt x="4579" y="2769"/>
                </a:lnTo>
                <a:lnTo>
                  <a:pt x="4563" y="2759"/>
                </a:lnTo>
                <a:lnTo>
                  <a:pt x="4548" y="2751"/>
                </a:lnTo>
                <a:lnTo>
                  <a:pt x="4557" y="2776"/>
                </a:lnTo>
                <a:lnTo>
                  <a:pt x="4565" y="2802"/>
                </a:lnTo>
                <a:lnTo>
                  <a:pt x="4569" y="2827"/>
                </a:lnTo>
                <a:lnTo>
                  <a:pt x="4572" y="2852"/>
                </a:lnTo>
                <a:lnTo>
                  <a:pt x="4570" y="2877"/>
                </a:lnTo>
                <a:lnTo>
                  <a:pt x="4567" y="2901"/>
                </a:lnTo>
                <a:lnTo>
                  <a:pt x="4561" y="2923"/>
                </a:lnTo>
                <a:lnTo>
                  <a:pt x="4553" y="2946"/>
                </a:lnTo>
                <a:lnTo>
                  <a:pt x="4547" y="2956"/>
                </a:lnTo>
                <a:lnTo>
                  <a:pt x="4541" y="2966"/>
                </a:lnTo>
                <a:lnTo>
                  <a:pt x="4535" y="2975"/>
                </a:lnTo>
                <a:lnTo>
                  <a:pt x="4528" y="2985"/>
                </a:lnTo>
                <a:lnTo>
                  <a:pt x="4520" y="2994"/>
                </a:lnTo>
                <a:lnTo>
                  <a:pt x="4511" y="3002"/>
                </a:lnTo>
                <a:lnTo>
                  <a:pt x="4502" y="3010"/>
                </a:lnTo>
                <a:lnTo>
                  <a:pt x="4492" y="3018"/>
                </a:lnTo>
                <a:lnTo>
                  <a:pt x="4483" y="3024"/>
                </a:lnTo>
                <a:lnTo>
                  <a:pt x="4472" y="3031"/>
                </a:lnTo>
                <a:lnTo>
                  <a:pt x="4461" y="3036"/>
                </a:lnTo>
                <a:lnTo>
                  <a:pt x="4449" y="3040"/>
                </a:lnTo>
                <a:lnTo>
                  <a:pt x="4436" y="3045"/>
                </a:lnTo>
                <a:lnTo>
                  <a:pt x="4423" y="3048"/>
                </a:lnTo>
                <a:lnTo>
                  <a:pt x="4410" y="3052"/>
                </a:lnTo>
                <a:lnTo>
                  <a:pt x="4396" y="3053"/>
                </a:lnTo>
                <a:lnTo>
                  <a:pt x="4379" y="3054"/>
                </a:lnTo>
                <a:lnTo>
                  <a:pt x="4363" y="3054"/>
                </a:lnTo>
                <a:lnTo>
                  <a:pt x="4346" y="3053"/>
                </a:lnTo>
                <a:lnTo>
                  <a:pt x="4328" y="3050"/>
                </a:lnTo>
                <a:lnTo>
                  <a:pt x="4312" y="3046"/>
                </a:lnTo>
                <a:lnTo>
                  <a:pt x="4293" y="3040"/>
                </a:lnTo>
                <a:lnTo>
                  <a:pt x="4275" y="3033"/>
                </a:lnTo>
                <a:lnTo>
                  <a:pt x="4257" y="3025"/>
                </a:lnTo>
                <a:lnTo>
                  <a:pt x="4239" y="3014"/>
                </a:lnTo>
                <a:lnTo>
                  <a:pt x="4220" y="3004"/>
                </a:lnTo>
                <a:lnTo>
                  <a:pt x="4201" y="2992"/>
                </a:lnTo>
                <a:lnTo>
                  <a:pt x="4181" y="2978"/>
                </a:lnTo>
                <a:lnTo>
                  <a:pt x="4162" y="2963"/>
                </a:lnTo>
                <a:lnTo>
                  <a:pt x="4142" y="2948"/>
                </a:lnTo>
                <a:lnTo>
                  <a:pt x="4123" y="2930"/>
                </a:lnTo>
                <a:lnTo>
                  <a:pt x="4103" y="2913"/>
                </a:lnTo>
                <a:lnTo>
                  <a:pt x="4082" y="2891"/>
                </a:lnTo>
                <a:lnTo>
                  <a:pt x="4059" y="2868"/>
                </a:lnTo>
                <a:lnTo>
                  <a:pt x="4037" y="2843"/>
                </a:lnTo>
                <a:lnTo>
                  <a:pt x="4014" y="2818"/>
                </a:lnTo>
                <a:lnTo>
                  <a:pt x="3992" y="2791"/>
                </a:lnTo>
                <a:lnTo>
                  <a:pt x="3971" y="2763"/>
                </a:lnTo>
                <a:lnTo>
                  <a:pt x="3948" y="2733"/>
                </a:lnTo>
                <a:lnTo>
                  <a:pt x="3926" y="2701"/>
                </a:lnTo>
                <a:lnTo>
                  <a:pt x="3903" y="2669"/>
                </a:lnTo>
                <a:lnTo>
                  <a:pt x="3882" y="2636"/>
                </a:lnTo>
                <a:lnTo>
                  <a:pt x="3861" y="2602"/>
                </a:lnTo>
                <a:lnTo>
                  <a:pt x="3838" y="2567"/>
                </a:lnTo>
                <a:lnTo>
                  <a:pt x="3818" y="2530"/>
                </a:lnTo>
                <a:lnTo>
                  <a:pt x="3797" y="2492"/>
                </a:lnTo>
                <a:lnTo>
                  <a:pt x="3777" y="2455"/>
                </a:lnTo>
                <a:lnTo>
                  <a:pt x="3757" y="2414"/>
                </a:lnTo>
                <a:lnTo>
                  <a:pt x="3737" y="2375"/>
                </a:lnTo>
                <a:lnTo>
                  <a:pt x="3719" y="2335"/>
                </a:lnTo>
                <a:lnTo>
                  <a:pt x="3701" y="2295"/>
                </a:lnTo>
                <a:lnTo>
                  <a:pt x="3685" y="2255"/>
                </a:lnTo>
                <a:lnTo>
                  <a:pt x="3668" y="2216"/>
                </a:lnTo>
                <a:lnTo>
                  <a:pt x="3654" y="2177"/>
                </a:lnTo>
                <a:lnTo>
                  <a:pt x="3640" y="2138"/>
                </a:lnTo>
                <a:lnTo>
                  <a:pt x="3627" y="2099"/>
                </a:lnTo>
                <a:lnTo>
                  <a:pt x="3614" y="2060"/>
                </a:lnTo>
                <a:lnTo>
                  <a:pt x="3603" y="2022"/>
                </a:lnTo>
                <a:lnTo>
                  <a:pt x="3593" y="1986"/>
                </a:lnTo>
                <a:lnTo>
                  <a:pt x="3583" y="1949"/>
                </a:lnTo>
                <a:lnTo>
                  <a:pt x="3575" y="1913"/>
                </a:lnTo>
                <a:lnTo>
                  <a:pt x="3568" y="1878"/>
                </a:lnTo>
                <a:lnTo>
                  <a:pt x="3561" y="1843"/>
                </a:lnTo>
                <a:lnTo>
                  <a:pt x="3556" y="1810"/>
                </a:lnTo>
                <a:lnTo>
                  <a:pt x="3550" y="1765"/>
                </a:lnTo>
                <a:lnTo>
                  <a:pt x="3545" y="1723"/>
                </a:lnTo>
                <a:lnTo>
                  <a:pt x="3543" y="1681"/>
                </a:lnTo>
                <a:lnTo>
                  <a:pt x="3543" y="1641"/>
                </a:lnTo>
                <a:lnTo>
                  <a:pt x="3544" y="1603"/>
                </a:lnTo>
                <a:lnTo>
                  <a:pt x="3548" y="1568"/>
                </a:lnTo>
                <a:lnTo>
                  <a:pt x="3552" y="1534"/>
                </a:lnTo>
                <a:lnTo>
                  <a:pt x="3560" y="1502"/>
                </a:lnTo>
                <a:lnTo>
                  <a:pt x="3784" y="1717"/>
                </a:lnTo>
                <a:close/>
                <a:moveTo>
                  <a:pt x="4168" y="4304"/>
                </a:moveTo>
                <a:lnTo>
                  <a:pt x="4168" y="3644"/>
                </a:lnTo>
                <a:lnTo>
                  <a:pt x="4717" y="3644"/>
                </a:lnTo>
                <a:lnTo>
                  <a:pt x="4717" y="4304"/>
                </a:lnTo>
                <a:lnTo>
                  <a:pt x="4168" y="4304"/>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2" name="KSO_Shape"/>
          <p:cNvSpPr>
            <a:spLocks/>
          </p:cNvSpPr>
          <p:nvPr/>
        </p:nvSpPr>
        <p:spPr bwMode="auto">
          <a:xfrm>
            <a:off x="674284" y="116633"/>
            <a:ext cx="792088" cy="788298"/>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4" name="矩形 13"/>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7" name="KSO_Shape"/>
          <p:cNvSpPr>
            <a:spLocks/>
          </p:cNvSpPr>
          <p:nvPr/>
        </p:nvSpPr>
        <p:spPr bwMode="auto">
          <a:xfrm>
            <a:off x="3835521" y="2992817"/>
            <a:ext cx="1240532" cy="1161727"/>
          </a:xfrm>
          <a:custGeom>
            <a:avLst/>
            <a:gdLst>
              <a:gd name="T0" fmla="*/ 1134092 w 2300288"/>
              <a:gd name="T1" fmla="*/ 968860 h 1936750"/>
              <a:gd name="T2" fmla="*/ 1214775 w 2300288"/>
              <a:gd name="T3" fmla="*/ 1049028 h 1936750"/>
              <a:gd name="T4" fmla="*/ 1216884 w 2300288"/>
              <a:gd name="T5" fmla="*/ 1064537 h 1936750"/>
              <a:gd name="T6" fmla="*/ 1151230 w 2300288"/>
              <a:gd name="T7" fmla="*/ 1136031 h 1936750"/>
              <a:gd name="T8" fmla="*/ 1182871 w 2300288"/>
              <a:gd name="T9" fmla="*/ 1247216 h 1936750"/>
              <a:gd name="T10" fmla="*/ 1204228 w 2300288"/>
              <a:gd name="T11" fmla="*/ 1413599 h 1936750"/>
              <a:gd name="T12" fmla="*/ 1046025 w 2300288"/>
              <a:gd name="T13" fmla="*/ 1361555 h 1936750"/>
              <a:gd name="T14" fmla="*/ 1071074 w 2300288"/>
              <a:gd name="T15" fmla="*/ 1209103 h 1936750"/>
              <a:gd name="T16" fmla="*/ 1033632 w 2300288"/>
              <a:gd name="T17" fmla="*/ 1075313 h 1936750"/>
              <a:gd name="T18" fmla="*/ 1028095 w 2300288"/>
              <a:gd name="T19" fmla="*/ 1060068 h 1936750"/>
              <a:gd name="T20" fmla="*/ 1033632 w 2300288"/>
              <a:gd name="T21" fmla="*/ 1045086 h 1936750"/>
              <a:gd name="T22" fmla="*/ 1116162 w 2300288"/>
              <a:gd name="T23" fmla="*/ 967020 h 1936750"/>
              <a:gd name="T24" fmla="*/ 1415999 w 2300288"/>
              <a:gd name="T25" fmla="*/ 862909 h 1936750"/>
              <a:gd name="T26" fmla="*/ 1591713 w 2300288"/>
              <a:gd name="T27" fmla="*/ 924102 h 1936750"/>
              <a:gd name="T28" fmla="*/ 1763745 w 2300288"/>
              <a:gd name="T29" fmla="*/ 983456 h 1936750"/>
              <a:gd name="T30" fmla="*/ 1808726 w 2300288"/>
              <a:gd name="T31" fmla="*/ 1009194 h 1936750"/>
              <a:gd name="T32" fmla="*/ 1836345 w 2300288"/>
              <a:gd name="T33" fmla="*/ 1041235 h 1936750"/>
              <a:gd name="T34" fmla="*/ 1870541 w 2300288"/>
              <a:gd name="T35" fmla="*/ 1114771 h 1936750"/>
              <a:gd name="T36" fmla="*/ 1893952 w 2300288"/>
              <a:gd name="T37" fmla="*/ 1212469 h 1936750"/>
              <a:gd name="T38" fmla="*/ 1905000 w 2300288"/>
              <a:gd name="T39" fmla="*/ 1335643 h 1936750"/>
              <a:gd name="T40" fmla="*/ 1899740 w 2300288"/>
              <a:gd name="T41" fmla="*/ 1362957 h 1936750"/>
              <a:gd name="T42" fmla="*/ 1874487 w 2300288"/>
              <a:gd name="T43" fmla="*/ 1383704 h 1936750"/>
              <a:gd name="T44" fmla="*/ 1781895 w 2300288"/>
              <a:gd name="T45" fmla="*/ 1418897 h 1936750"/>
              <a:gd name="T46" fmla="*/ 1625909 w 2300288"/>
              <a:gd name="T47" fmla="*/ 1447524 h 1936750"/>
              <a:gd name="T48" fmla="*/ 1404950 w 2300288"/>
              <a:gd name="T49" fmla="*/ 1464857 h 1936750"/>
              <a:gd name="T50" fmla="*/ 948915 w 2300288"/>
              <a:gd name="T51" fmla="*/ 1532887 h 1936750"/>
              <a:gd name="T52" fmla="*/ 96732 w 2300288"/>
              <a:gd name="T53" fmla="*/ 835367 h 1936750"/>
              <a:gd name="T54" fmla="*/ 1152637 w 2300288"/>
              <a:gd name="T55" fmla="*/ 1576 h 1936750"/>
              <a:gd name="T56" fmla="*/ 1203190 w 2300288"/>
              <a:gd name="T57" fmla="*/ 12613 h 1936750"/>
              <a:gd name="T58" fmla="*/ 1249793 w 2300288"/>
              <a:gd name="T59" fmla="*/ 32847 h 1936750"/>
              <a:gd name="T60" fmla="*/ 1292446 w 2300288"/>
              <a:gd name="T61" fmla="*/ 62015 h 1936750"/>
              <a:gd name="T62" fmla="*/ 1357480 w 2300288"/>
              <a:gd name="T63" fmla="*/ 134804 h 1936750"/>
              <a:gd name="T64" fmla="*/ 1402767 w 2300288"/>
              <a:gd name="T65" fmla="*/ 235972 h 1936750"/>
              <a:gd name="T66" fmla="*/ 1414352 w 2300288"/>
              <a:gd name="T67" fmla="*/ 301403 h 1936750"/>
              <a:gd name="T68" fmla="*/ 1414615 w 2300288"/>
              <a:gd name="T69" fmla="*/ 367360 h 1936750"/>
              <a:gd name="T70" fmla="*/ 1402767 w 2300288"/>
              <a:gd name="T71" fmla="*/ 444090 h 1936750"/>
              <a:gd name="T72" fmla="*/ 1379596 w 2300288"/>
              <a:gd name="T73" fmla="*/ 521346 h 1936750"/>
              <a:gd name="T74" fmla="*/ 1346158 w 2300288"/>
              <a:gd name="T75" fmla="*/ 595186 h 1936750"/>
              <a:gd name="T76" fmla="*/ 1304295 w 2300288"/>
              <a:gd name="T77" fmla="*/ 661143 h 1936750"/>
              <a:gd name="T78" fmla="*/ 1223990 w 2300288"/>
              <a:gd name="T79" fmla="*/ 866108 h 1936750"/>
              <a:gd name="T80" fmla="*/ 1146318 w 2300288"/>
              <a:gd name="T81" fmla="*/ 934430 h 1936750"/>
              <a:gd name="T82" fmla="*/ 1120778 w 2300288"/>
              <a:gd name="T83" fmla="*/ 944678 h 1936750"/>
              <a:gd name="T84" fmla="*/ 1086550 w 2300288"/>
              <a:gd name="T85" fmla="*/ 925758 h 1936750"/>
              <a:gd name="T86" fmla="*/ 993607 w 2300288"/>
              <a:gd name="T87" fmla="*/ 837202 h 1936750"/>
              <a:gd name="T88" fmla="*/ 928310 w 2300288"/>
              <a:gd name="T89" fmla="*/ 643274 h 1936750"/>
              <a:gd name="T90" fmla="*/ 888553 w 2300288"/>
              <a:gd name="T91" fmla="*/ 574427 h 1936750"/>
              <a:gd name="T92" fmla="*/ 858011 w 2300288"/>
              <a:gd name="T93" fmla="*/ 499273 h 1936750"/>
              <a:gd name="T94" fmla="*/ 837737 w 2300288"/>
              <a:gd name="T95" fmla="*/ 421754 h 1936750"/>
              <a:gd name="T96" fmla="*/ 829575 w 2300288"/>
              <a:gd name="T97" fmla="*/ 346075 h 1936750"/>
              <a:gd name="T98" fmla="*/ 832734 w 2300288"/>
              <a:gd name="T99" fmla="*/ 284848 h 1936750"/>
              <a:gd name="T100" fmla="*/ 852482 w 2300288"/>
              <a:gd name="T101" fmla="*/ 204965 h 1936750"/>
              <a:gd name="T102" fmla="*/ 905667 w 2300288"/>
              <a:gd name="T103" fmla="*/ 109840 h 1936750"/>
              <a:gd name="T104" fmla="*/ 964645 w 2300288"/>
              <a:gd name="T105" fmla="*/ 52818 h 1936750"/>
              <a:gd name="T106" fmla="*/ 1008615 w 2300288"/>
              <a:gd name="T107" fmla="*/ 26277 h 1936750"/>
              <a:gd name="T108" fmla="*/ 1056535 w 2300288"/>
              <a:gd name="T109" fmla="*/ 8671 h 1936750"/>
              <a:gd name="T110" fmla="*/ 1107614 w 2300288"/>
              <a:gd name="T111" fmla="*/ 262 h 193675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00288" h="1936750">
                <a:moveTo>
                  <a:pt x="1352860" y="1166813"/>
                </a:moveTo>
                <a:lnTo>
                  <a:pt x="1355725" y="1166813"/>
                </a:lnTo>
                <a:lnTo>
                  <a:pt x="1358272" y="1166813"/>
                </a:lnTo>
                <a:lnTo>
                  <a:pt x="1361456" y="1167131"/>
                </a:lnTo>
                <a:lnTo>
                  <a:pt x="1364003" y="1168083"/>
                </a:lnTo>
                <a:lnTo>
                  <a:pt x="1366869" y="1168718"/>
                </a:lnTo>
                <a:lnTo>
                  <a:pt x="1369416" y="1170306"/>
                </a:lnTo>
                <a:lnTo>
                  <a:pt x="1371644" y="1171258"/>
                </a:lnTo>
                <a:lnTo>
                  <a:pt x="1374192" y="1173163"/>
                </a:lnTo>
                <a:lnTo>
                  <a:pt x="1376420" y="1175386"/>
                </a:lnTo>
                <a:lnTo>
                  <a:pt x="1461429" y="1260158"/>
                </a:lnTo>
                <a:lnTo>
                  <a:pt x="1463339" y="1262381"/>
                </a:lnTo>
                <a:lnTo>
                  <a:pt x="1465249" y="1264603"/>
                </a:lnTo>
                <a:lnTo>
                  <a:pt x="1466841" y="1267143"/>
                </a:lnTo>
                <a:lnTo>
                  <a:pt x="1467797" y="1269683"/>
                </a:lnTo>
                <a:lnTo>
                  <a:pt x="1469070" y="1272223"/>
                </a:lnTo>
                <a:lnTo>
                  <a:pt x="1469388" y="1275081"/>
                </a:lnTo>
                <a:lnTo>
                  <a:pt x="1469707" y="1277938"/>
                </a:lnTo>
                <a:lnTo>
                  <a:pt x="1470025" y="1280478"/>
                </a:lnTo>
                <a:lnTo>
                  <a:pt x="1469707" y="1283336"/>
                </a:lnTo>
                <a:lnTo>
                  <a:pt x="1469388" y="1285876"/>
                </a:lnTo>
                <a:lnTo>
                  <a:pt x="1469070" y="1289051"/>
                </a:lnTo>
                <a:lnTo>
                  <a:pt x="1467797" y="1291591"/>
                </a:lnTo>
                <a:lnTo>
                  <a:pt x="1466841" y="1294131"/>
                </a:lnTo>
                <a:lnTo>
                  <a:pt x="1465249" y="1296671"/>
                </a:lnTo>
                <a:lnTo>
                  <a:pt x="1463339" y="1298893"/>
                </a:lnTo>
                <a:lnTo>
                  <a:pt x="1461429" y="1301116"/>
                </a:lnTo>
                <a:lnTo>
                  <a:pt x="1390111" y="1372236"/>
                </a:lnTo>
                <a:lnTo>
                  <a:pt x="1396160" y="1386206"/>
                </a:lnTo>
                <a:lnTo>
                  <a:pt x="1401573" y="1402081"/>
                </a:lnTo>
                <a:lnTo>
                  <a:pt x="1407304" y="1420178"/>
                </a:lnTo>
                <a:lnTo>
                  <a:pt x="1412716" y="1439228"/>
                </a:lnTo>
                <a:lnTo>
                  <a:pt x="1418447" y="1460501"/>
                </a:lnTo>
                <a:lnTo>
                  <a:pt x="1423541" y="1483043"/>
                </a:lnTo>
                <a:lnTo>
                  <a:pt x="1428317" y="1506538"/>
                </a:lnTo>
                <a:lnTo>
                  <a:pt x="1433093" y="1531938"/>
                </a:lnTo>
                <a:lnTo>
                  <a:pt x="1437550" y="1558608"/>
                </a:lnTo>
                <a:lnTo>
                  <a:pt x="1441689" y="1586231"/>
                </a:lnTo>
                <a:lnTo>
                  <a:pt x="1445191" y="1614806"/>
                </a:lnTo>
                <a:lnTo>
                  <a:pt x="1448693" y="1644651"/>
                </a:lnTo>
                <a:lnTo>
                  <a:pt x="1451559" y="1675448"/>
                </a:lnTo>
                <a:lnTo>
                  <a:pt x="1454106" y="1707516"/>
                </a:lnTo>
                <a:lnTo>
                  <a:pt x="1456016" y="1739901"/>
                </a:lnTo>
                <a:lnTo>
                  <a:pt x="1457608" y="1773238"/>
                </a:lnTo>
                <a:lnTo>
                  <a:pt x="1254161" y="1773238"/>
                </a:lnTo>
                <a:lnTo>
                  <a:pt x="1255753" y="1739901"/>
                </a:lnTo>
                <a:lnTo>
                  <a:pt x="1257344" y="1707516"/>
                </a:lnTo>
                <a:lnTo>
                  <a:pt x="1260210" y="1675448"/>
                </a:lnTo>
                <a:lnTo>
                  <a:pt x="1263075" y="1644651"/>
                </a:lnTo>
                <a:lnTo>
                  <a:pt x="1266259" y="1614806"/>
                </a:lnTo>
                <a:lnTo>
                  <a:pt x="1270080" y="1586231"/>
                </a:lnTo>
                <a:lnTo>
                  <a:pt x="1274219" y="1558608"/>
                </a:lnTo>
                <a:lnTo>
                  <a:pt x="1278676" y="1531938"/>
                </a:lnTo>
                <a:lnTo>
                  <a:pt x="1283452" y="1506538"/>
                </a:lnTo>
                <a:lnTo>
                  <a:pt x="1288228" y="1483043"/>
                </a:lnTo>
                <a:lnTo>
                  <a:pt x="1293322" y="1460501"/>
                </a:lnTo>
                <a:lnTo>
                  <a:pt x="1298734" y="1439228"/>
                </a:lnTo>
                <a:lnTo>
                  <a:pt x="1304465" y="1419861"/>
                </a:lnTo>
                <a:lnTo>
                  <a:pt x="1309878" y="1402081"/>
                </a:lnTo>
                <a:lnTo>
                  <a:pt x="1315609" y="1386206"/>
                </a:lnTo>
                <a:lnTo>
                  <a:pt x="1321340" y="1371918"/>
                </a:lnTo>
                <a:lnTo>
                  <a:pt x="1250022" y="1301116"/>
                </a:lnTo>
                <a:lnTo>
                  <a:pt x="1248111" y="1298893"/>
                </a:lnTo>
                <a:lnTo>
                  <a:pt x="1246519" y="1296671"/>
                </a:lnTo>
                <a:lnTo>
                  <a:pt x="1244927" y="1294131"/>
                </a:lnTo>
                <a:lnTo>
                  <a:pt x="1243654" y="1291591"/>
                </a:lnTo>
                <a:lnTo>
                  <a:pt x="1242699" y="1289051"/>
                </a:lnTo>
                <a:lnTo>
                  <a:pt x="1242380" y="1285876"/>
                </a:lnTo>
                <a:lnTo>
                  <a:pt x="1242062" y="1283336"/>
                </a:lnTo>
                <a:lnTo>
                  <a:pt x="1241425" y="1280478"/>
                </a:lnTo>
                <a:lnTo>
                  <a:pt x="1242062" y="1277938"/>
                </a:lnTo>
                <a:lnTo>
                  <a:pt x="1242380" y="1275081"/>
                </a:lnTo>
                <a:lnTo>
                  <a:pt x="1243017" y="1272223"/>
                </a:lnTo>
                <a:lnTo>
                  <a:pt x="1243654" y="1269683"/>
                </a:lnTo>
                <a:lnTo>
                  <a:pt x="1244927" y="1267143"/>
                </a:lnTo>
                <a:lnTo>
                  <a:pt x="1246519" y="1264603"/>
                </a:lnTo>
                <a:lnTo>
                  <a:pt x="1248111" y="1262381"/>
                </a:lnTo>
                <a:lnTo>
                  <a:pt x="1250340" y="1260158"/>
                </a:lnTo>
                <a:lnTo>
                  <a:pt x="1335030" y="1175386"/>
                </a:lnTo>
                <a:lnTo>
                  <a:pt x="1337259" y="1173163"/>
                </a:lnTo>
                <a:lnTo>
                  <a:pt x="1339806" y="1171258"/>
                </a:lnTo>
                <a:lnTo>
                  <a:pt x="1342035" y="1170306"/>
                </a:lnTo>
                <a:lnTo>
                  <a:pt x="1344582" y="1168718"/>
                </a:lnTo>
                <a:lnTo>
                  <a:pt x="1347766" y="1168083"/>
                </a:lnTo>
                <a:lnTo>
                  <a:pt x="1350313" y="1167131"/>
                </a:lnTo>
                <a:lnTo>
                  <a:pt x="1352860" y="1166813"/>
                </a:lnTo>
                <a:close/>
                <a:moveTo>
                  <a:pt x="1634223" y="1009650"/>
                </a:moveTo>
                <a:lnTo>
                  <a:pt x="1652963" y="1018533"/>
                </a:lnTo>
                <a:lnTo>
                  <a:pt x="1672339" y="1027098"/>
                </a:lnTo>
                <a:lnTo>
                  <a:pt x="1691079" y="1034712"/>
                </a:lnTo>
                <a:lnTo>
                  <a:pt x="1709819" y="1042326"/>
                </a:lnTo>
                <a:lnTo>
                  <a:pt x="1728241" y="1049939"/>
                </a:lnTo>
                <a:lnTo>
                  <a:pt x="1746663" y="1057236"/>
                </a:lnTo>
                <a:lnTo>
                  <a:pt x="1783191" y="1070560"/>
                </a:lnTo>
                <a:lnTo>
                  <a:pt x="1819083" y="1082932"/>
                </a:lnTo>
                <a:lnTo>
                  <a:pt x="1854022" y="1094670"/>
                </a:lnTo>
                <a:lnTo>
                  <a:pt x="1888325" y="1105773"/>
                </a:lnTo>
                <a:lnTo>
                  <a:pt x="1921994" y="1116242"/>
                </a:lnTo>
                <a:lnTo>
                  <a:pt x="1986155" y="1136545"/>
                </a:lnTo>
                <a:lnTo>
                  <a:pt x="2017282" y="1146379"/>
                </a:lnTo>
                <a:lnTo>
                  <a:pt x="2046821" y="1156213"/>
                </a:lnTo>
                <a:lnTo>
                  <a:pt x="2075408" y="1166682"/>
                </a:lnTo>
                <a:lnTo>
                  <a:pt x="2103042" y="1176834"/>
                </a:lnTo>
                <a:lnTo>
                  <a:pt x="2116700" y="1182544"/>
                </a:lnTo>
                <a:lnTo>
                  <a:pt x="2129722" y="1187937"/>
                </a:lnTo>
                <a:lnTo>
                  <a:pt x="2142427" y="1193965"/>
                </a:lnTo>
                <a:lnTo>
                  <a:pt x="2155132" y="1199675"/>
                </a:lnTo>
                <a:lnTo>
                  <a:pt x="2161167" y="1203164"/>
                </a:lnTo>
                <a:lnTo>
                  <a:pt x="2166885" y="1206337"/>
                </a:lnTo>
                <a:lnTo>
                  <a:pt x="2172920" y="1210461"/>
                </a:lnTo>
                <a:lnTo>
                  <a:pt x="2178319" y="1214585"/>
                </a:lnTo>
                <a:lnTo>
                  <a:pt x="2184037" y="1219026"/>
                </a:lnTo>
                <a:lnTo>
                  <a:pt x="2189119" y="1223785"/>
                </a:lnTo>
                <a:lnTo>
                  <a:pt x="2194201" y="1228861"/>
                </a:lnTo>
                <a:lnTo>
                  <a:pt x="2198965" y="1233936"/>
                </a:lnTo>
                <a:lnTo>
                  <a:pt x="2203729" y="1239647"/>
                </a:lnTo>
                <a:lnTo>
                  <a:pt x="2208494" y="1245357"/>
                </a:lnTo>
                <a:lnTo>
                  <a:pt x="2212941" y="1251384"/>
                </a:lnTo>
                <a:lnTo>
                  <a:pt x="2217387" y="1257729"/>
                </a:lnTo>
                <a:lnTo>
                  <a:pt x="2221517" y="1264391"/>
                </a:lnTo>
                <a:lnTo>
                  <a:pt x="2225646" y="1271053"/>
                </a:lnTo>
                <a:lnTo>
                  <a:pt x="2233269" y="1285011"/>
                </a:lnTo>
                <a:lnTo>
                  <a:pt x="2240257" y="1299287"/>
                </a:lnTo>
                <a:lnTo>
                  <a:pt x="2246927" y="1314832"/>
                </a:lnTo>
                <a:lnTo>
                  <a:pt x="2253279" y="1330693"/>
                </a:lnTo>
                <a:lnTo>
                  <a:pt x="2258679" y="1346555"/>
                </a:lnTo>
                <a:lnTo>
                  <a:pt x="2264079" y="1363052"/>
                </a:lnTo>
                <a:lnTo>
                  <a:pt x="2268843" y="1379865"/>
                </a:lnTo>
                <a:lnTo>
                  <a:pt x="2273290" y="1396996"/>
                </a:lnTo>
                <a:lnTo>
                  <a:pt x="2277101" y="1413809"/>
                </a:lnTo>
                <a:lnTo>
                  <a:pt x="2280595" y="1430940"/>
                </a:lnTo>
                <a:lnTo>
                  <a:pt x="2283772" y="1447754"/>
                </a:lnTo>
                <a:lnTo>
                  <a:pt x="2286948" y="1464567"/>
                </a:lnTo>
                <a:lnTo>
                  <a:pt x="2288854" y="1481381"/>
                </a:lnTo>
                <a:lnTo>
                  <a:pt x="2291077" y="1497243"/>
                </a:lnTo>
                <a:lnTo>
                  <a:pt x="2293300" y="1513104"/>
                </a:lnTo>
                <a:lnTo>
                  <a:pt x="2296477" y="1542925"/>
                </a:lnTo>
                <a:lnTo>
                  <a:pt x="2298382" y="1570207"/>
                </a:lnTo>
                <a:lnTo>
                  <a:pt x="2299653" y="1593682"/>
                </a:lnTo>
                <a:lnTo>
                  <a:pt x="2300288" y="1613351"/>
                </a:lnTo>
                <a:lnTo>
                  <a:pt x="2300288" y="1627944"/>
                </a:lnTo>
                <a:lnTo>
                  <a:pt x="2300288" y="1630799"/>
                </a:lnTo>
                <a:lnTo>
                  <a:pt x="2299653" y="1633971"/>
                </a:lnTo>
                <a:lnTo>
                  <a:pt x="2299018" y="1636827"/>
                </a:lnTo>
                <a:lnTo>
                  <a:pt x="2297430" y="1639999"/>
                </a:lnTo>
                <a:lnTo>
                  <a:pt x="2296159" y="1643171"/>
                </a:lnTo>
                <a:lnTo>
                  <a:pt x="2293936" y="1646344"/>
                </a:lnTo>
                <a:lnTo>
                  <a:pt x="2291077" y="1649199"/>
                </a:lnTo>
                <a:lnTo>
                  <a:pt x="2288536" y="1652688"/>
                </a:lnTo>
                <a:lnTo>
                  <a:pt x="2285360" y="1655544"/>
                </a:lnTo>
                <a:lnTo>
                  <a:pt x="2281548" y="1659033"/>
                </a:lnTo>
                <a:lnTo>
                  <a:pt x="2278054" y="1661888"/>
                </a:lnTo>
                <a:lnTo>
                  <a:pt x="2273608" y="1665061"/>
                </a:lnTo>
                <a:lnTo>
                  <a:pt x="2263443" y="1671405"/>
                </a:lnTo>
                <a:lnTo>
                  <a:pt x="2252644" y="1677750"/>
                </a:lnTo>
                <a:lnTo>
                  <a:pt x="2239621" y="1684095"/>
                </a:lnTo>
                <a:lnTo>
                  <a:pt x="2225328" y="1690122"/>
                </a:lnTo>
                <a:lnTo>
                  <a:pt x="2208811" y="1696150"/>
                </a:lnTo>
                <a:lnTo>
                  <a:pt x="2191660" y="1701860"/>
                </a:lnTo>
                <a:lnTo>
                  <a:pt x="2172602" y="1707888"/>
                </a:lnTo>
                <a:lnTo>
                  <a:pt x="2151639" y="1713915"/>
                </a:lnTo>
                <a:lnTo>
                  <a:pt x="2129722" y="1719308"/>
                </a:lnTo>
                <a:lnTo>
                  <a:pt x="2105900" y="1724384"/>
                </a:lnTo>
                <a:lnTo>
                  <a:pt x="2080490" y="1730094"/>
                </a:lnTo>
                <a:lnTo>
                  <a:pt x="2053809" y="1734853"/>
                </a:lnTo>
                <a:lnTo>
                  <a:pt x="2025223" y="1739611"/>
                </a:lnTo>
                <a:lnTo>
                  <a:pt x="1995048" y="1744052"/>
                </a:lnTo>
                <a:lnTo>
                  <a:pt x="1963285" y="1748494"/>
                </a:lnTo>
                <a:lnTo>
                  <a:pt x="1930252" y="1752618"/>
                </a:lnTo>
                <a:lnTo>
                  <a:pt x="1895313" y="1756107"/>
                </a:lnTo>
                <a:lnTo>
                  <a:pt x="1858786" y="1759597"/>
                </a:lnTo>
                <a:lnTo>
                  <a:pt x="1820671" y="1762452"/>
                </a:lnTo>
                <a:lnTo>
                  <a:pt x="1780967" y="1765307"/>
                </a:lnTo>
                <a:lnTo>
                  <a:pt x="1739676" y="1767528"/>
                </a:lnTo>
                <a:lnTo>
                  <a:pt x="1696478" y="1769431"/>
                </a:lnTo>
                <a:lnTo>
                  <a:pt x="1652011" y="1771335"/>
                </a:lnTo>
                <a:lnTo>
                  <a:pt x="1605955" y="1772287"/>
                </a:lnTo>
                <a:lnTo>
                  <a:pt x="1557993" y="1773238"/>
                </a:lnTo>
                <a:lnTo>
                  <a:pt x="1508125" y="1773238"/>
                </a:lnTo>
                <a:lnTo>
                  <a:pt x="1634223" y="1009650"/>
                </a:lnTo>
                <a:close/>
                <a:moveTo>
                  <a:pt x="969658" y="942975"/>
                </a:moveTo>
                <a:lnTo>
                  <a:pt x="1145815" y="1851606"/>
                </a:lnTo>
                <a:lnTo>
                  <a:pt x="1263254" y="1851606"/>
                </a:lnTo>
                <a:lnTo>
                  <a:pt x="2020888" y="1851606"/>
                </a:lnTo>
                <a:lnTo>
                  <a:pt x="2020888" y="1936750"/>
                </a:lnTo>
                <a:lnTo>
                  <a:pt x="1163907" y="1936750"/>
                </a:lnTo>
                <a:lnTo>
                  <a:pt x="194249" y="1936750"/>
                </a:lnTo>
                <a:lnTo>
                  <a:pt x="0" y="1009057"/>
                </a:lnTo>
                <a:lnTo>
                  <a:pt x="116804" y="1009057"/>
                </a:lnTo>
                <a:lnTo>
                  <a:pt x="969658" y="942975"/>
                </a:lnTo>
                <a:close/>
                <a:moveTo>
                  <a:pt x="1346346" y="0"/>
                </a:moveTo>
                <a:lnTo>
                  <a:pt x="1355566" y="0"/>
                </a:lnTo>
                <a:lnTo>
                  <a:pt x="1364786" y="0"/>
                </a:lnTo>
                <a:lnTo>
                  <a:pt x="1373688" y="317"/>
                </a:lnTo>
                <a:lnTo>
                  <a:pt x="1382908" y="952"/>
                </a:lnTo>
                <a:lnTo>
                  <a:pt x="1391810" y="1904"/>
                </a:lnTo>
                <a:lnTo>
                  <a:pt x="1400712" y="3174"/>
                </a:lnTo>
                <a:lnTo>
                  <a:pt x="1409613" y="4444"/>
                </a:lnTo>
                <a:lnTo>
                  <a:pt x="1418515" y="6348"/>
                </a:lnTo>
                <a:lnTo>
                  <a:pt x="1426782" y="8252"/>
                </a:lnTo>
                <a:lnTo>
                  <a:pt x="1435684" y="10474"/>
                </a:lnTo>
                <a:lnTo>
                  <a:pt x="1444268" y="12379"/>
                </a:lnTo>
                <a:lnTo>
                  <a:pt x="1452852" y="15236"/>
                </a:lnTo>
                <a:lnTo>
                  <a:pt x="1460800" y="18092"/>
                </a:lnTo>
                <a:lnTo>
                  <a:pt x="1469384" y="21266"/>
                </a:lnTo>
                <a:lnTo>
                  <a:pt x="1477650" y="24758"/>
                </a:lnTo>
                <a:lnTo>
                  <a:pt x="1485598" y="27932"/>
                </a:lnTo>
                <a:lnTo>
                  <a:pt x="1493228" y="31741"/>
                </a:lnTo>
                <a:lnTo>
                  <a:pt x="1501495" y="35867"/>
                </a:lnTo>
                <a:lnTo>
                  <a:pt x="1509125" y="39676"/>
                </a:lnTo>
                <a:lnTo>
                  <a:pt x="1517073" y="44120"/>
                </a:lnTo>
                <a:lnTo>
                  <a:pt x="1524385" y="48881"/>
                </a:lnTo>
                <a:lnTo>
                  <a:pt x="1531698" y="53960"/>
                </a:lnTo>
                <a:lnTo>
                  <a:pt x="1539010" y="58721"/>
                </a:lnTo>
                <a:lnTo>
                  <a:pt x="1546640" y="63800"/>
                </a:lnTo>
                <a:lnTo>
                  <a:pt x="1553635" y="69196"/>
                </a:lnTo>
                <a:lnTo>
                  <a:pt x="1560629" y="74909"/>
                </a:lnTo>
                <a:lnTo>
                  <a:pt x="1567624" y="80305"/>
                </a:lnTo>
                <a:lnTo>
                  <a:pt x="1580976" y="92684"/>
                </a:lnTo>
                <a:lnTo>
                  <a:pt x="1593694" y="105380"/>
                </a:lnTo>
                <a:lnTo>
                  <a:pt x="1606093" y="118712"/>
                </a:lnTo>
                <a:lnTo>
                  <a:pt x="1617856" y="132678"/>
                </a:lnTo>
                <a:lnTo>
                  <a:pt x="1628984" y="147596"/>
                </a:lnTo>
                <a:lnTo>
                  <a:pt x="1639157" y="162832"/>
                </a:lnTo>
                <a:lnTo>
                  <a:pt x="1649331" y="178703"/>
                </a:lnTo>
                <a:lnTo>
                  <a:pt x="1658551" y="195525"/>
                </a:lnTo>
                <a:lnTo>
                  <a:pt x="1666817" y="212348"/>
                </a:lnTo>
                <a:lnTo>
                  <a:pt x="1674765" y="229806"/>
                </a:lnTo>
                <a:lnTo>
                  <a:pt x="1682078" y="247581"/>
                </a:lnTo>
                <a:lnTo>
                  <a:pt x="1688436" y="266308"/>
                </a:lnTo>
                <a:lnTo>
                  <a:pt x="1693841" y="285036"/>
                </a:lnTo>
                <a:lnTo>
                  <a:pt x="1698610" y="304080"/>
                </a:lnTo>
                <a:lnTo>
                  <a:pt x="1700517" y="314237"/>
                </a:lnTo>
                <a:lnTo>
                  <a:pt x="1702743" y="324077"/>
                </a:lnTo>
                <a:lnTo>
                  <a:pt x="1704332" y="333917"/>
                </a:lnTo>
                <a:lnTo>
                  <a:pt x="1705604" y="344074"/>
                </a:lnTo>
                <a:lnTo>
                  <a:pt x="1706876" y="353914"/>
                </a:lnTo>
                <a:lnTo>
                  <a:pt x="1707830" y="364071"/>
                </a:lnTo>
                <a:lnTo>
                  <a:pt x="1708466" y="374546"/>
                </a:lnTo>
                <a:lnTo>
                  <a:pt x="1709419" y="385020"/>
                </a:lnTo>
                <a:lnTo>
                  <a:pt x="1709737" y="395178"/>
                </a:lnTo>
                <a:lnTo>
                  <a:pt x="1709737" y="405652"/>
                </a:lnTo>
                <a:lnTo>
                  <a:pt x="1709737" y="418031"/>
                </a:lnTo>
                <a:lnTo>
                  <a:pt x="1709101" y="431045"/>
                </a:lnTo>
                <a:lnTo>
                  <a:pt x="1708148" y="443742"/>
                </a:lnTo>
                <a:lnTo>
                  <a:pt x="1707194" y="456755"/>
                </a:lnTo>
                <a:lnTo>
                  <a:pt x="1705604" y="470087"/>
                </a:lnTo>
                <a:lnTo>
                  <a:pt x="1703697" y="482783"/>
                </a:lnTo>
                <a:lnTo>
                  <a:pt x="1702107" y="496114"/>
                </a:lnTo>
                <a:lnTo>
                  <a:pt x="1699881" y="509446"/>
                </a:lnTo>
                <a:lnTo>
                  <a:pt x="1696702" y="522777"/>
                </a:lnTo>
                <a:lnTo>
                  <a:pt x="1693841" y="536426"/>
                </a:lnTo>
                <a:lnTo>
                  <a:pt x="1690979" y="549757"/>
                </a:lnTo>
                <a:lnTo>
                  <a:pt x="1687164" y="562771"/>
                </a:lnTo>
                <a:lnTo>
                  <a:pt x="1683667" y="576420"/>
                </a:lnTo>
                <a:lnTo>
                  <a:pt x="1679534" y="589751"/>
                </a:lnTo>
                <a:lnTo>
                  <a:pt x="1675401" y="603082"/>
                </a:lnTo>
                <a:lnTo>
                  <a:pt x="1670632" y="616414"/>
                </a:lnTo>
                <a:lnTo>
                  <a:pt x="1665863" y="629745"/>
                </a:lnTo>
                <a:lnTo>
                  <a:pt x="1661094" y="642441"/>
                </a:lnTo>
                <a:lnTo>
                  <a:pt x="1655372" y="655773"/>
                </a:lnTo>
                <a:lnTo>
                  <a:pt x="1650285" y="668787"/>
                </a:lnTo>
                <a:lnTo>
                  <a:pt x="1644244" y="681166"/>
                </a:lnTo>
                <a:lnTo>
                  <a:pt x="1638521" y="693862"/>
                </a:lnTo>
                <a:lnTo>
                  <a:pt x="1632163" y="706241"/>
                </a:lnTo>
                <a:lnTo>
                  <a:pt x="1625486" y="718938"/>
                </a:lnTo>
                <a:lnTo>
                  <a:pt x="1618810" y="730682"/>
                </a:lnTo>
                <a:lnTo>
                  <a:pt x="1612133" y="742744"/>
                </a:lnTo>
                <a:lnTo>
                  <a:pt x="1605139" y="754170"/>
                </a:lnTo>
                <a:lnTo>
                  <a:pt x="1597827" y="765597"/>
                </a:lnTo>
                <a:lnTo>
                  <a:pt x="1590514" y="777024"/>
                </a:lnTo>
                <a:lnTo>
                  <a:pt x="1582566" y="787816"/>
                </a:lnTo>
                <a:lnTo>
                  <a:pt x="1574936" y="798608"/>
                </a:lnTo>
                <a:lnTo>
                  <a:pt x="1566988" y="808765"/>
                </a:lnTo>
                <a:lnTo>
                  <a:pt x="1566988" y="950966"/>
                </a:lnTo>
                <a:lnTo>
                  <a:pt x="1559357" y="959219"/>
                </a:lnTo>
                <a:lnTo>
                  <a:pt x="1539964" y="980485"/>
                </a:lnTo>
                <a:lnTo>
                  <a:pt x="1511350" y="1011274"/>
                </a:lnTo>
                <a:lnTo>
                  <a:pt x="1495136" y="1028415"/>
                </a:lnTo>
                <a:lnTo>
                  <a:pt x="1477968" y="1046190"/>
                </a:lnTo>
                <a:lnTo>
                  <a:pt x="1459846" y="1063965"/>
                </a:lnTo>
                <a:lnTo>
                  <a:pt x="1441724" y="1081105"/>
                </a:lnTo>
                <a:lnTo>
                  <a:pt x="1423920" y="1096976"/>
                </a:lnTo>
                <a:lnTo>
                  <a:pt x="1407388" y="1111576"/>
                </a:lnTo>
                <a:lnTo>
                  <a:pt x="1399122" y="1118242"/>
                </a:lnTo>
                <a:lnTo>
                  <a:pt x="1391492" y="1123638"/>
                </a:lnTo>
                <a:lnTo>
                  <a:pt x="1384179" y="1128717"/>
                </a:lnTo>
                <a:lnTo>
                  <a:pt x="1377503" y="1133160"/>
                </a:lnTo>
                <a:lnTo>
                  <a:pt x="1371144" y="1136652"/>
                </a:lnTo>
                <a:lnTo>
                  <a:pt x="1365104" y="1139191"/>
                </a:lnTo>
                <a:lnTo>
                  <a:pt x="1360017" y="1140461"/>
                </a:lnTo>
                <a:lnTo>
                  <a:pt x="1357791" y="1141096"/>
                </a:lnTo>
                <a:lnTo>
                  <a:pt x="1355566" y="1141413"/>
                </a:lnTo>
                <a:lnTo>
                  <a:pt x="1353340" y="1141096"/>
                </a:lnTo>
                <a:lnTo>
                  <a:pt x="1351115" y="1140461"/>
                </a:lnTo>
                <a:lnTo>
                  <a:pt x="1346028" y="1139191"/>
                </a:lnTo>
                <a:lnTo>
                  <a:pt x="1340305" y="1136652"/>
                </a:lnTo>
                <a:lnTo>
                  <a:pt x="1333947" y="1133160"/>
                </a:lnTo>
                <a:lnTo>
                  <a:pt x="1327270" y="1128717"/>
                </a:lnTo>
                <a:lnTo>
                  <a:pt x="1319958" y="1123638"/>
                </a:lnTo>
                <a:lnTo>
                  <a:pt x="1312010" y="1118242"/>
                </a:lnTo>
                <a:lnTo>
                  <a:pt x="1304061" y="1111576"/>
                </a:lnTo>
                <a:lnTo>
                  <a:pt x="1287211" y="1096976"/>
                </a:lnTo>
                <a:lnTo>
                  <a:pt x="1269725" y="1081105"/>
                </a:lnTo>
                <a:lnTo>
                  <a:pt x="1251603" y="1063965"/>
                </a:lnTo>
                <a:lnTo>
                  <a:pt x="1233482" y="1046190"/>
                </a:lnTo>
                <a:lnTo>
                  <a:pt x="1215996" y="1028415"/>
                </a:lnTo>
                <a:lnTo>
                  <a:pt x="1199781" y="1011274"/>
                </a:lnTo>
                <a:lnTo>
                  <a:pt x="1171486" y="980485"/>
                </a:lnTo>
                <a:lnTo>
                  <a:pt x="1151774" y="959219"/>
                </a:lnTo>
                <a:lnTo>
                  <a:pt x="1144462" y="950966"/>
                </a:lnTo>
                <a:lnTo>
                  <a:pt x="1144462" y="808765"/>
                </a:lnTo>
                <a:lnTo>
                  <a:pt x="1136196" y="798608"/>
                </a:lnTo>
                <a:lnTo>
                  <a:pt x="1128565" y="787816"/>
                </a:lnTo>
                <a:lnTo>
                  <a:pt x="1120935" y="777024"/>
                </a:lnTo>
                <a:lnTo>
                  <a:pt x="1113305" y="765597"/>
                </a:lnTo>
                <a:lnTo>
                  <a:pt x="1105993" y="754170"/>
                </a:lnTo>
                <a:lnTo>
                  <a:pt x="1098998" y="742744"/>
                </a:lnTo>
                <a:lnTo>
                  <a:pt x="1092322" y="730682"/>
                </a:lnTo>
                <a:lnTo>
                  <a:pt x="1085645" y="718938"/>
                </a:lnTo>
                <a:lnTo>
                  <a:pt x="1078969" y="706241"/>
                </a:lnTo>
                <a:lnTo>
                  <a:pt x="1072928" y="693862"/>
                </a:lnTo>
                <a:lnTo>
                  <a:pt x="1066887" y="681166"/>
                </a:lnTo>
                <a:lnTo>
                  <a:pt x="1061165" y="668787"/>
                </a:lnTo>
                <a:lnTo>
                  <a:pt x="1055442" y="655773"/>
                </a:lnTo>
                <a:lnTo>
                  <a:pt x="1050355" y="642441"/>
                </a:lnTo>
                <a:lnTo>
                  <a:pt x="1045268" y="629745"/>
                </a:lnTo>
                <a:lnTo>
                  <a:pt x="1040499" y="616414"/>
                </a:lnTo>
                <a:lnTo>
                  <a:pt x="1036048" y="603082"/>
                </a:lnTo>
                <a:lnTo>
                  <a:pt x="1031915" y="589751"/>
                </a:lnTo>
                <a:lnTo>
                  <a:pt x="1027782" y="576420"/>
                </a:lnTo>
                <a:lnTo>
                  <a:pt x="1023967" y="562771"/>
                </a:lnTo>
                <a:lnTo>
                  <a:pt x="1020470" y="549757"/>
                </a:lnTo>
                <a:lnTo>
                  <a:pt x="1016973" y="536426"/>
                </a:lnTo>
                <a:lnTo>
                  <a:pt x="1014429" y="522777"/>
                </a:lnTo>
                <a:lnTo>
                  <a:pt x="1011568" y="509446"/>
                </a:lnTo>
                <a:lnTo>
                  <a:pt x="1009343" y="496114"/>
                </a:lnTo>
                <a:lnTo>
                  <a:pt x="1007435" y="482783"/>
                </a:lnTo>
                <a:lnTo>
                  <a:pt x="1005527" y="470087"/>
                </a:lnTo>
                <a:lnTo>
                  <a:pt x="1004256" y="456755"/>
                </a:lnTo>
                <a:lnTo>
                  <a:pt x="1002984" y="443742"/>
                </a:lnTo>
                <a:lnTo>
                  <a:pt x="1002348" y="431045"/>
                </a:lnTo>
                <a:lnTo>
                  <a:pt x="1001712" y="418031"/>
                </a:lnTo>
                <a:lnTo>
                  <a:pt x="1001712" y="405652"/>
                </a:lnTo>
                <a:lnTo>
                  <a:pt x="1001712" y="395178"/>
                </a:lnTo>
                <a:lnTo>
                  <a:pt x="1002030" y="385020"/>
                </a:lnTo>
                <a:lnTo>
                  <a:pt x="1002666" y="374546"/>
                </a:lnTo>
                <a:lnTo>
                  <a:pt x="1003302" y="364071"/>
                </a:lnTo>
                <a:lnTo>
                  <a:pt x="1004574" y="353914"/>
                </a:lnTo>
                <a:lnTo>
                  <a:pt x="1005527" y="344074"/>
                </a:lnTo>
                <a:lnTo>
                  <a:pt x="1007117" y="333917"/>
                </a:lnTo>
                <a:lnTo>
                  <a:pt x="1008707" y="324077"/>
                </a:lnTo>
                <a:lnTo>
                  <a:pt x="1010296" y="314237"/>
                </a:lnTo>
                <a:lnTo>
                  <a:pt x="1012522" y="304080"/>
                </a:lnTo>
                <a:lnTo>
                  <a:pt x="1017609" y="285036"/>
                </a:lnTo>
                <a:lnTo>
                  <a:pt x="1023013" y="266308"/>
                </a:lnTo>
                <a:lnTo>
                  <a:pt x="1029372" y="247581"/>
                </a:lnTo>
                <a:lnTo>
                  <a:pt x="1036366" y="229806"/>
                </a:lnTo>
                <a:lnTo>
                  <a:pt x="1044315" y="212348"/>
                </a:lnTo>
                <a:lnTo>
                  <a:pt x="1052899" y="195525"/>
                </a:lnTo>
                <a:lnTo>
                  <a:pt x="1062119" y="178703"/>
                </a:lnTo>
                <a:lnTo>
                  <a:pt x="1071656" y="162832"/>
                </a:lnTo>
                <a:lnTo>
                  <a:pt x="1082466" y="147596"/>
                </a:lnTo>
                <a:lnTo>
                  <a:pt x="1093593" y="132678"/>
                </a:lnTo>
                <a:lnTo>
                  <a:pt x="1105357" y="118712"/>
                </a:lnTo>
                <a:lnTo>
                  <a:pt x="1117438" y="105380"/>
                </a:lnTo>
                <a:lnTo>
                  <a:pt x="1130473" y="92684"/>
                </a:lnTo>
                <a:lnTo>
                  <a:pt x="1143826" y="80305"/>
                </a:lnTo>
                <a:lnTo>
                  <a:pt x="1150820" y="74909"/>
                </a:lnTo>
                <a:lnTo>
                  <a:pt x="1157815" y="69196"/>
                </a:lnTo>
                <a:lnTo>
                  <a:pt x="1164809" y="63800"/>
                </a:lnTo>
                <a:lnTo>
                  <a:pt x="1172121" y="58721"/>
                </a:lnTo>
                <a:lnTo>
                  <a:pt x="1179434" y="53960"/>
                </a:lnTo>
                <a:lnTo>
                  <a:pt x="1187064" y="48881"/>
                </a:lnTo>
                <a:lnTo>
                  <a:pt x="1194376" y="44120"/>
                </a:lnTo>
                <a:lnTo>
                  <a:pt x="1202007" y="39676"/>
                </a:lnTo>
                <a:lnTo>
                  <a:pt x="1209955" y="35867"/>
                </a:lnTo>
                <a:lnTo>
                  <a:pt x="1217903" y="31741"/>
                </a:lnTo>
                <a:lnTo>
                  <a:pt x="1225851" y="27932"/>
                </a:lnTo>
                <a:lnTo>
                  <a:pt x="1233799" y="24758"/>
                </a:lnTo>
                <a:lnTo>
                  <a:pt x="1242066" y="21266"/>
                </a:lnTo>
                <a:lnTo>
                  <a:pt x="1250332" y="18092"/>
                </a:lnTo>
                <a:lnTo>
                  <a:pt x="1258916" y="15236"/>
                </a:lnTo>
                <a:lnTo>
                  <a:pt x="1267182" y="12379"/>
                </a:lnTo>
                <a:lnTo>
                  <a:pt x="1275766" y="10474"/>
                </a:lnTo>
                <a:lnTo>
                  <a:pt x="1284350" y="8252"/>
                </a:lnTo>
                <a:lnTo>
                  <a:pt x="1292934" y="6348"/>
                </a:lnTo>
                <a:lnTo>
                  <a:pt x="1301836" y="4444"/>
                </a:lnTo>
                <a:lnTo>
                  <a:pt x="1310738" y="3174"/>
                </a:lnTo>
                <a:lnTo>
                  <a:pt x="1319322" y="1904"/>
                </a:lnTo>
                <a:lnTo>
                  <a:pt x="1328224" y="952"/>
                </a:lnTo>
                <a:lnTo>
                  <a:pt x="1337444" y="317"/>
                </a:lnTo>
                <a:lnTo>
                  <a:pt x="1346346" y="0"/>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9" name="标题 1"/>
          <p:cNvSpPr txBox="1">
            <a:spLocks/>
          </p:cNvSpPr>
          <p:nvPr/>
        </p:nvSpPr>
        <p:spPr>
          <a:xfrm>
            <a:off x="1508448" y="112798"/>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投放类别：电商购物类互联网企业在地铁广告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占比近五成</a:t>
            </a:r>
            <a:endParaRPr lang="zh-CN" altLang="en-US" b="1" dirty="0">
              <a:solidFill>
                <a:srgbClr val="FFFFFF"/>
              </a:solidFill>
              <a:latin typeface="Arial Black"/>
              <a:ea typeface="微软雅黑"/>
            </a:endParaRPr>
          </a:p>
        </p:txBody>
      </p:sp>
      <p:sp>
        <p:nvSpPr>
          <p:cNvPr id="21" name="MH_Text_2"/>
          <p:cNvSpPr txBox="1">
            <a:spLocks noChangeArrowheads="1"/>
          </p:cNvSpPr>
          <p:nvPr>
            <p:custDataLst>
              <p:tags r:id="rId2"/>
            </p:custDataLst>
          </p:nvPr>
        </p:nvSpPr>
        <p:spPr bwMode="auto">
          <a:xfrm>
            <a:off x="1200844" y="44776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电商购物</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2" name="MH_Text_2"/>
          <p:cNvSpPr txBox="1">
            <a:spLocks noChangeArrowheads="1"/>
          </p:cNvSpPr>
          <p:nvPr>
            <p:custDataLst>
              <p:tags r:id="rId3"/>
            </p:custDataLst>
          </p:nvPr>
        </p:nvSpPr>
        <p:spPr bwMode="auto">
          <a:xfrm>
            <a:off x="4067919" y="4477608"/>
            <a:ext cx="1080145" cy="236540"/>
          </a:xfrm>
          <a:prstGeom prst="rect">
            <a:avLst/>
          </a:prstGeom>
          <a:solidFill>
            <a:srgbClr val="996600"/>
          </a:solidFill>
          <a:ln>
            <a:noFill/>
          </a:ln>
          <a:extLst/>
        </p:spPr>
        <p:txBody>
          <a:bodyPr wrap="square" lIns="0" tIns="0" rIns="0" bIns="0" anchor="b">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求职招聘</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3" name="MH_Text_2"/>
          <p:cNvSpPr txBox="1">
            <a:spLocks noChangeArrowheads="1"/>
          </p:cNvSpPr>
          <p:nvPr>
            <p:custDataLst>
              <p:tags r:id="rId4"/>
            </p:custDataLst>
          </p:nvPr>
        </p:nvSpPr>
        <p:spPr bwMode="auto">
          <a:xfrm>
            <a:off x="6804223" y="44776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房屋交易</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040072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214848917"/>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年地铁广告花费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24.0%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其他</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46.4%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112.5%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423.1%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教育</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622.4%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161.1%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生活服务</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13.3%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汽车交易</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86.4%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30.3%</a:t>
                      </a: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255989346"/>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491992"/>
                <a:gridCol w="1491992"/>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年地铁广告花费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号店网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全景网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208.4%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197.1%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202.3%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-38.7%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156.9%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无忧英语网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354.7%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469.3%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蜜芽网</a:t>
                      </a:r>
                    </a:p>
                  </a:txBody>
                  <a:tcPr marL="9525" marR="9525" marT="9525"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标题 1"/>
          <p:cNvSpPr txBox="1"/>
          <p:nvPr/>
        </p:nvSpPr>
        <p:spPr>
          <a:xfrm>
            <a:off x="1602511" y="286216"/>
            <a:ext cx="6137841"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Arial Black"/>
                <a:ea typeface="微软雅黑"/>
              </a:rPr>
              <a:t>互联网企业地铁广告</a:t>
            </a:r>
            <a:r>
              <a:rPr lang="zh-CN" altLang="en-US" b="1" dirty="0" smtClean="0">
                <a:solidFill>
                  <a:srgbClr val="FF0000"/>
                </a:solidFill>
                <a:latin typeface="Arial Black"/>
                <a:ea typeface="微软雅黑"/>
              </a:rPr>
              <a:t>花费榜单</a:t>
            </a:r>
            <a:endParaRPr lang="zh-CN" altLang="en-US" b="1" dirty="0">
              <a:solidFill>
                <a:srgbClr val="FF0000"/>
              </a:solidFill>
              <a:latin typeface="Arial Black"/>
              <a:ea typeface="微软雅黑"/>
            </a:endParaRPr>
          </a:p>
        </p:txBody>
      </p:sp>
      <p:sp>
        <p:nvSpPr>
          <p:cNvPr id="10" name="KSO_Shape"/>
          <p:cNvSpPr>
            <a:spLocks/>
          </p:cNvSpPr>
          <p:nvPr/>
        </p:nvSpPr>
        <p:spPr bwMode="auto">
          <a:xfrm>
            <a:off x="674284" y="116633"/>
            <a:ext cx="792088" cy="788298"/>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en-US" sz="12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492798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互联网企业地铁广告花费</a:t>
            </a:r>
            <a:r>
              <a:rPr lang="zh-CN" altLang="en-US" b="1" dirty="0" smtClean="0">
                <a:solidFill>
                  <a:srgbClr val="FF0000"/>
                </a:solidFill>
                <a:latin typeface="微软雅黑" panose="020B0503020204020204" pitchFamily="34" charset="-122"/>
                <a:ea typeface="微软雅黑" panose="020B0503020204020204" pitchFamily="34" charset="-122"/>
              </a:rPr>
              <a:t>增幅榜单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25351838"/>
              </p:ext>
            </p:extLst>
          </p:nvPr>
        </p:nvGraphicFramePr>
        <p:xfrm>
          <a:off x="467545" y="1365984"/>
          <a:ext cx="8208912" cy="4727312"/>
        </p:xfrm>
        <a:graphic>
          <a:graphicData uri="http://schemas.openxmlformats.org/drawingml/2006/table">
            <a:tbl>
              <a:tblPr firstRow="1" bandRow="1">
                <a:tableStyleId>{3B4B98B0-60AC-42C2-AFA5-B58CD77FA1E5}</a:tableStyleId>
              </a:tblPr>
              <a:tblGrid>
                <a:gridCol w="902659"/>
                <a:gridCol w="3084526"/>
                <a:gridCol w="1172701"/>
                <a:gridCol w="3049026"/>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年地铁广告花费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VIPABC</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在线英语网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同程旅游网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腾讯应用宝手机软件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沪江网校网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到喜啦网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蜜淘网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齐家网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全景网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中华英才网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无忧英语网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r>
            </a:tbl>
          </a:graphicData>
        </a:graphic>
      </p:graphicFrame>
      <p:sp>
        <p:nvSpPr>
          <p:cNvPr id="8" name="KSO_Shape"/>
          <p:cNvSpPr>
            <a:spLocks/>
          </p:cNvSpPr>
          <p:nvPr/>
        </p:nvSpPr>
        <p:spPr bwMode="auto">
          <a:xfrm>
            <a:off x="674284" y="116633"/>
            <a:ext cx="792088" cy="788298"/>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392967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互联网企业地铁广告投放特点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4536504"/>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投放集中在一、四季度</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地铁广告吸引的互联网企业类别主要为电商购物类、求职招聘类。这两类互联网企业的营销活动较为频繁，但大规模的投放集中在第一和第四季度。</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类别针对性强</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从大量投放地铁广告的主要互联网产品类别看，多数是面对上班族的电商购物、求职招聘、房屋交易类的互联网企业，这也可能由于地铁媒体本身接触度较高的人群就是匹配这些类别互联网企业需求的人群。</a:t>
            </a:r>
            <a:endParaRPr lang="en-US" altLang="zh-CN" sz="2000" dirty="0">
              <a:solidFill>
                <a:prstClr val="white"/>
              </a:solidFill>
              <a:latin typeface="华文中宋" panose="02010600040101010101" pitchFamily="2" charset="-122"/>
              <a:ea typeface="华文中宋" panose="02010600040101010101" pitchFamily="2" charset="-122"/>
            </a:endParaRPr>
          </a:p>
        </p:txBody>
      </p:sp>
      <p:sp>
        <p:nvSpPr>
          <p:cNvPr id="8" name="KSO_Shape"/>
          <p:cNvSpPr>
            <a:spLocks/>
          </p:cNvSpPr>
          <p:nvPr/>
        </p:nvSpPr>
        <p:spPr bwMode="auto">
          <a:xfrm>
            <a:off x="674284" y="116633"/>
            <a:ext cx="792088" cy="788298"/>
          </a:xfrm>
          <a:custGeom>
            <a:avLst/>
            <a:gdLst/>
            <a:ahLst/>
            <a:cxnLst/>
            <a:rect l="0" t="0" r="r" b="b"/>
            <a:pathLst>
              <a:path w="760413" h="1123951">
                <a:moveTo>
                  <a:pt x="556062" y="689979"/>
                </a:moveTo>
                <a:lnTo>
                  <a:pt x="552429" y="690206"/>
                </a:lnTo>
                <a:lnTo>
                  <a:pt x="549250" y="690432"/>
                </a:lnTo>
                <a:lnTo>
                  <a:pt x="546299" y="690886"/>
                </a:lnTo>
                <a:lnTo>
                  <a:pt x="543120" y="691339"/>
                </a:lnTo>
                <a:lnTo>
                  <a:pt x="539941" y="692020"/>
                </a:lnTo>
                <a:lnTo>
                  <a:pt x="536989" y="692927"/>
                </a:lnTo>
                <a:lnTo>
                  <a:pt x="534038" y="694060"/>
                </a:lnTo>
                <a:lnTo>
                  <a:pt x="531086" y="694967"/>
                </a:lnTo>
                <a:lnTo>
                  <a:pt x="528361" y="696328"/>
                </a:lnTo>
                <a:lnTo>
                  <a:pt x="525637" y="697688"/>
                </a:lnTo>
                <a:lnTo>
                  <a:pt x="520414" y="701089"/>
                </a:lnTo>
                <a:lnTo>
                  <a:pt x="515419" y="704717"/>
                </a:lnTo>
                <a:lnTo>
                  <a:pt x="510878" y="708798"/>
                </a:lnTo>
                <a:lnTo>
                  <a:pt x="506791" y="713106"/>
                </a:lnTo>
                <a:lnTo>
                  <a:pt x="503158" y="718094"/>
                </a:lnTo>
                <a:lnTo>
                  <a:pt x="499752" y="723536"/>
                </a:lnTo>
                <a:lnTo>
                  <a:pt x="498617" y="726257"/>
                </a:lnTo>
                <a:lnTo>
                  <a:pt x="497027" y="728978"/>
                </a:lnTo>
                <a:lnTo>
                  <a:pt x="496119" y="731925"/>
                </a:lnTo>
                <a:lnTo>
                  <a:pt x="495211" y="734873"/>
                </a:lnTo>
                <a:lnTo>
                  <a:pt x="494076" y="737820"/>
                </a:lnTo>
                <a:lnTo>
                  <a:pt x="493622" y="740768"/>
                </a:lnTo>
                <a:lnTo>
                  <a:pt x="492940" y="744169"/>
                </a:lnTo>
                <a:lnTo>
                  <a:pt x="492713" y="747116"/>
                </a:lnTo>
                <a:lnTo>
                  <a:pt x="492259" y="750291"/>
                </a:lnTo>
                <a:lnTo>
                  <a:pt x="492032" y="753918"/>
                </a:lnTo>
                <a:lnTo>
                  <a:pt x="492259" y="757093"/>
                </a:lnTo>
                <a:lnTo>
                  <a:pt x="492713" y="760267"/>
                </a:lnTo>
                <a:lnTo>
                  <a:pt x="492940" y="763215"/>
                </a:lnTo>
                <a:lnTo>
                  <a:pt x="493622" y="766616"/>
                </a:lnTo>
                <a:lnTo>
                  <a:pt x="494076" y="769563"/>
                </a:lnTo>
                <a:lnTo>
                  <a:pt x="495211" y="772511"/>
                </a:lnTo>
                <a:lnTo>
                  <a:pt x="496119" y="775458"/>
                </a:lnTo>
                <a:lnTo>
                  <a:pt x="497027" y="778406"/>
                </a:lnTo>
                <a:lnTo>
                  <a:pt x="498617" y="781353"/>
                </a:lnTo>
                <a:lnTo>
                  <a:pt x="499752" y="784074"/>
                </a:lnTo>
                <a:lnTo>
                  <a:pt x="503158" y="789289"/>
                </a:lnTo>
                <a:lnTo>
                  <a:pt x="506791" y="794277"/>
                </a:lnTo>
                <a:lnTo>
                  <a:pt x="510878" y="798585"/>
                </a:lnTo>
                <a:lnTo>
                  <a:pt x="515419" y="802667"/>
                </a:lnTo>
                <a:lnTo>
                  <a:pt x="520414" y="806521"/>
                </a:lnTo>
                <a:lnTo>
                  <a:pt x="525637" y="809695"/>
                </a:lnTo>
                <a:lnTo>
                  <a:pt x="528361" y="810829"/>
                </a:lnTo>
                <a:lnTo>
                  <a:pt x="531086" y="812416"/>
                </a:lnTo>
                <a:lnTo>
                  <a:pt x="534038" y="813323"/>
                </a:lnTo>
                <a:lnTo>
                  <a:pt x="536989" y="814457"/>
                </a:lnTo>
                <a:lnTo>
                  <a:pt x="539941" y="815364"/>
                </a:lnTo>
                <a:lnTo>
                  <a:pt x="543120" y="816044"/>
                </a:lnTo>
                <a:lnTo>
                  <a:pt x="546299" y="816724"/>
                </a:lnTo>
                <a:lnTo>
                  <a:pt x="549250" y="816951"/>
                </a:lnTo>
                <a:lnTo>
                  <a:pt x="552429" y="817178"/>
                </a:lnTo>
                <a:lnTo>
                  <a:pt x="556062" y="817404"/>
                </a:lnTo>
                <a:lnTo>
                  <a:pt x="559241" y="817178"/>
                </a:lnTo>
                <a:lnTo>
                  <a:pt x="562420" y="816951"/>
                </a:lnTo>
                <a:lnTo>
                  <a:pt x="565371" y="816724"/>
                </a:lnTo>
                <a:lnTo>
                  <a:pt x="568777" y="816044"/>
                </a:lnTo>
                <a:lnTo>
                  <a:pt x="571729" y="815364"/>
                </a:lnTo>
                <a:lnTo>
                  <a:pt x="574681" y="814457"/>
                </a:lnTo>
                <a:lnTo>
                  <a:pt x="577633" y="813323"/>
                </a:lnTo>
                <a:lnTo>
                  <a:pt x="580811" y="812416"/>
                </a:lnTo>
                <a:lnTo>
                  <a:pt x="583536" y="811056"/>
                </a:lnTo>
                <a:lnTo>
                  <a:pt x="586261" y="809695"/>
                </a:lnTo>
                <a:lnTo>
                  <a:pt x="591483" y="806521"/>
                </a:lnTo>
                <a:lnTo>
                  <a:pt x="596478" y="802667"/>
                </a:lnTo>
                <a:lnTo>
                  <a:pt x="601019" y="798585"/>
                </a:lnTo>
                <a:lnTo>
                  <a:pt x="604879" y="794277"/>
                </a:lnTo>
                <a:lnTo>
                  <a:pt x="608739" y="789289"/>
                </a:lnTo>
                <a:lnTo>
                  <a:pt x="611918" y="784074"/>
                </a:lnTo>
                <a:lnTo>
                  <a:pt x="613280" y="781353"/>
                </a:lnTo>
                <a:lnTo>
                  <a:pt x="614643" y="778406"/>
                </a:lnTo>
                <a:lnTo>
                  <a:pt x="615551" y="775458"/>
                </a:lnTo>
                <a:lnTo>
                  <a:pt x="616686" y="772511"/>
                </a:lnTo>
                <a:lnTo>
                  <a:pt x="617595" y="769563"/>
                </a:lnTo>
                <a:lnTo>
                  <a:pt x="618276" y="766616"/>
                </a:lnTo>
                <a:lnTo>
                  <a:pt x="618957" y="763215"/>
                </a:lnTo>
                <a:lnTo>
                  <a:pt x="619184" y="760267"/>
                </a:lnTo>
                <a:lnTo>
                  <a:pt x="619411" y="757093"/>
                </a:lnTo>
                <a:lnTo>
                  <a:pt x="619638" y="753918"/>
                </a:lnTo>
                <a:lnTo>
                  <a:pt x="619411" y="750291"/>
                </a:lnTo>
                <a:lnTo>
                  <a:pt x="619184" y="747116"/>
                </a:lnTo>
                <a:lnTo>
                  <a:pt x="618957" y="744169"/>
                </a:lnTo>
                <a:lnTo>
                  <a:pt x="618276" y="740768"/>
                </a:lnTo>
                <a:lnTo>
                  <a:pt x="617595" y="737820"/>
                </a:lnTo>
                <a:lnTo>
                  <a:pt x="616686" y="734873"/>
                </a:lnTo>
                <a:lnTo>
                  <a:pt x="615551" y="731925"/>
                </a:lnTo>
                <a:lnTo>
                  <a:pt x="614643" y="728978"/>
                </a:lnTo>
                <a:lnTo>
                  <a:pt x="613280" y="726257"/>
                </a:lnTo>
                <a:lnTo>
                  <a:pt x="611918" y="723536"/>
                </a:lnTo>
                <a:lnTo>
                  <a:pt x="608739" y="718094"/>
                </a:lnTo>
                <a:lnTo>
                  <a:pt x="604879" y="713106"/>
                </a:lnTo>
                <a:lnTo>
                  <a:pt x="601019" y="708798"/>
                </a:lnTo>
                <a:lnTo>
                  <a:pt x="596478" y="704717"/>
                </a:lnTo>
                <a:lnTo>
                  <a:pt x="591483" y="701089"/>
                </a:lnTo>
                <a:lnTo>
                  <a:pt x="586261" y="697688"/>
                </a:lnTo>
                <a:lnTo>
                  <a:pt x="583536" y="696328"/>
                </a:lnTo>
                <a:lnTo>
                  <a:pt x="580811" y="694967"/>
                </a:lnTo>
                <a:lnTo>
                  <a:pt x="577633" y="694060"/>
                </a:lnTo>
                <a:lnTo>
                  <a:pt x="574681" y="692927"/>
                </a:lnTo>
                <a:lnTo>
                  <a:pt x="571729" y="692020"/>
                </a:lnTo>
                <a:lnTo>
                  <a:pt x="568777" y="691339"/>
                </a:lnTo>
                <a:lnTo>
                  <a:pt x="565371" y="690886"/>
                </a:lnTo>
                <a:lnTo>
                  <a:pt x="562420" y="690432"/>
                </a:lnTo>
                <a:lnTo>
                  <a:pt x="559241" y="690206"/>
                </a:lnTo>
                <a:lnTo>
                  <a:pt x="556062" y="689979"/>
                </a:lnTo>
                <a:close/>
                <a:moveTo>
                  <a:pt x="199810" y="689979"/>
                </a:moveTo>
                <a:lnTo>
                  <a:pt x="196631" y="690206"/>
                </a:lnTo>
                <a:lnTo>
                  <a:pt x="193453" y="690886"/>
                </a:lnTo>
                <a:lnTo>
                  <a:pt x="190047" y="691339"/>
                </a:lnTo>
                <a:lnTo>
                  <a:pt x="187095" y="692020"/>
                </a:lnTo>
                <a:lnTo>
                  <a:pt x="184143" y="692927"/>
                </a:lnTo>
                <a:lnTo>
                  <a:pt x="181192" y="694060"/>
                </a:lnTo>
                <a:lnTo>
                  <a:pt x="178240" y="694967"/>
                </a:lnTo>
                <a:lnTo>
                  <a:pt x="175515" y="696328"/>
                </a:lnTo>
                <a:lnTo>
                  <a:pt x="172563" y="697688"/>
                </a:lnTo>
                <a:lnTo>
                  <a:pt x="167341" y="701089"/>
                </a:lnTo>
                <a:lnTo>
                  <a:pt x="162573" y="704490"/>
                </a:lnTo>
                <a:lnTo>
                  <a:pt x="158032" y="708798"/>
                </a:lnTo>
                <a:lnTo>
                  <a:pt x="153945" y="713106"/>
                </a:lnTo>
                <a:lnTo>
                  <a:pt x="150085" y="718094"/>
                </a:lnTo>
                <a:lnTo>
                  <a:pt x="146906" y="723536"/>
                </a:lnTo>
                <a:lnTo>
                  <a:pt x="145771" y="726257"/>
                </a:lnTo>
                <a:lnTo>
                  <a:pt x="144408" y="728978"/>
                </a:lnTo>
                <a:lnTo>
                  <a:pt x="143273" y="731925"/>
                </a:lnTo>
                <a:lnTo>
                  <a:pt x="142138" y="734646"/>
                </a:lnTo>
                <a:lnTo>
                  <a:pt x="141457" y="737820"/>
                </a:lnTo>
                <a:lnTo>
                  <a:pt x="140775" y="740768"/>
                </a:lnTo>
                <a:lnTo>
                  <a:pt x="140321" y="743942"/>
                </a:lnTo>
                <a:lnTo>
                  <a:pt x="139640" y="747116"/>
                </a:lnTo>
                <a:lnTo>
                  <a:pt x="139413" y="750291"/>
                </a:lnTo>
                <a:lnTo>
                  <a:pt x="139413" y="753692"/>
                </a:lnTo>
                <a:lnTo>
                  <a:pt x="139413" y="756866"/>
                </a:lnTo>
                <a:lnTo>
                  <a:pt x="139640" y="760040"/>
                </a:lnTo>
                <a:lnTo>
                  <a:pt x="140321" y="763215"/>
                </a:lnTo>
                <a:lnTo>
                  <a:pt x="140775" y="766616"/>
                </a:lnTo>
                <a:lnTo>
                  <a:pt x="141457" y="769563"/>
                </a:lnTo>
                <a:lnTo>
                  <a:pt x="142138" y="772511"/>
                </a:lnTo>
                <a:lnTo>
                  <a:pt x="143273" y="775458"/>
                </a:lnTo>
                <a:lnTo>
                  <a:pt x="144408" y="778406"/>
                </a:lnTo>
                <a:lnTo>
                  <a:pt x="145771" y="781353"/>
                </a:lnTo>
                <a:lnTo>
                  <a:pt x="146906" y="784074"/>
                </a:lnTo>
                <a:lnTo>
                  <a:pt x="150085" y="789289"/>
                </a:lnTo>
                <a:lnTo>
                  <a:pt x="153945" y="794277"/>
                </a:lnTo>
                <a:lnTo>
                  <a:pt x="158032" y="798585"/>
                </a:lnTo>
                <a:lnTo>
                  <a:pt x="162573" y="802667"/>
                </a:lnTo>
                <a:lnTo>
                  <a:pt x="167341" y="806521"/>
                </a:lnTo>
                <a:lnTo>
                  <a:pt x="172563" y="809695"/>
                </a:lnTo>
                <a:lnTo>
                  <a:pt x="175515" y="810829"/>
                </a:lnTo>
                <a:lnTo>
                  <a:pt x="178240" y="812190"/>
                </a:lnTo>
                <a:lnTo>
                  <a:pt x="181192" y="813323"/>
                </a:lnTo>
                <a:lnTo>
                  <a:pt x="184143" y="814457"/>
                </a:lnTo>
                <a:lnTo>
                  <a:pt x="187095" y="815137"/>
                </a:lnTo>
                <a:lnTo>
                  <a:pt x="190047" y="815817"/>
                </a:lnTo>
                <a:lnTo>
                  <a:pt x="193453" y="816724"/>
                </a:lnTo>
                <a:lnTo>
                  <a:pt x="196631" y="816951"/>
                </a:lnTo>
                <a:lnTo>
                  <a:pt x="199810" y="817178"/>
                </a:lnTo>
                <a:lnTo>
                  <a:pt x="203216" y="817178"/>
                </a:lnTo>
                <a:lnTo>
                  <a:pt x="206395" y="817178"/>
                </a:lnTo>
                <a:lnTo>
                  <a:pt x="209574" y="816951"/>
                </a:lnTo>
                <a:lnTo>
                  <a:pt x="212752" y="816724"/>
                </a:lnTo>
                <a:lnTo>
                  <a:pt x="215931" y="815817"/>
                </a:lnTo>
                <a:lnTo>
                  <a:pt x="219110" y="815137"/>
                </a:lnTo>
                <a:lnTo>
                  <a:pt x="222062" y="814457"/>
                </a:lnTo>
                <a:lnTo>
                  <a:pt x="225013" y="813323"/>
                </a:lnTo>
                <a:lnTo>
                  <a:pt x="227738" y="812190"/>
                </a:lnTo>
                <a:lnTo>
                  <a:pt x="230463" y="810829"/>
                </a:lnTo>
                <a:lnTo>
                  <a:pt x="233415" y="809695"/>
                </a:lnTo>
                <a:lnTo>
                  <a:pt x="238637" y="806521"/>
                </a:lnTo>
                <a:lnTo>
                  <a:pt x="243632" y="802667"/>
                </a:lnTo>
                <a:lnTo>
                  <a:pt x="247946" y="798585"/>
                </a:lnTo>
                <a:lnTo>
                  <a:pt x="252260" y="794277"/>
                </a:lnTo>
                <a:lnTo>
                  <a:pt x="255666" y="789289"/>
                </a:lnTo>
                <a:lnTo>
                  <a:pt x="259072" y="784074"/>
                </a:lnTo>
                <a:lnTo>
                  <a:pt x="260434" y="781353"/>
                </a:lnTo>
                <a:lnTo>
                  <a:pt x="261797" y="778406"/>
                </a:lnTo>
                <a:lnTo>
                  <a:pt x="262932" y="775458"/>
                </a:lnTo>
                <a:lnTo>
                  <a:pt x="264067" y="772511"/>
                </a:lnTo>
                <a:lnTo>
                  <a:pt x="264748" y="769563"/>
                </a:lnTo>
                <a:lnTo>
                  <a:pt x="265430" y="766616"/>
                </a:lnTo>
                <a:lnTo>
                  <a:pt x="265884" y="763215"/>
                </a:lnTo>
                <a:lnTo>
                  <a:pt x="266565" y="760040"/>
                </a:lnTo>
                <a:lnTo>
                  <a:pt x="266792" y="756866"/>
                </a:lnTo>
                <a:lnTo>
                  <a:pt x="266792" y="753692"/>
                </a:lnTo>
                <a:lnTo>
                  <a:pt x="266792" y="750291"/>
                </a:lnTo>
                <a:lnTo>
                  <a:pt x="266565" y="747116"/>
                </a:lnTo>
                <a:lnTo>
                  <a:pt x="265884" y="743942"/>
                </a:lnTo>
                <a:lnTo>
                  <a:pt x="265430" y="740768"/>
                </a:lnTo>
                <a:lnTo>
                  <a:pt x="264748" y="737820"/>
                </a:lnTo>
                <a:lnTo>
                  <a:pt x="264067" y="734646"/>
                </a:lnTo>
                <a:lnTo>
                  <a:pt x="262932" y="731925"/>
                </a:lnTo>
                <a:lnTo>
                  <a:pt x="261797" y="728978"/>
                </a:lnTo>
                <a:lnTo>
                  <a:pt x="260434" y="726257"/>
                </a:lnTo>
                <a:lnTo>
                  <a:pt x="259072" y="723536"/>
                </a:lnTo>
                <a:lnTo>
                  <a:pt x="255666" y="718094"/>
                </a:lnTo>
                <a:lnTo>
                  <a:pt x="252260" y="713106"/>
                </a:lnTo>
                <a:lnTo>
                  <a:pt x="247946" y="708798"/>
                </a:lnTo>
                <a:lnTo>
                  <a:pt x="243632" y="704490"/>
                </a:lnTo>
                <a:lnTo>
                  <a:pt x="238637" y="701089"/>
                </a:lnTo>
                <a:lnTo>
                  <a:pt x="233415" y="697688"/>
                </a:lnTo>
                <a:lnTo>
                  <a:pt x="230463" y="696328"/>
                </a:lnTo>
                <a:lnTo>
                  <a:pt x="227738" y="694967"/>
                </a:lnTo>
                <a:lnTo>
                  <a:pt x="225013" y="694060"/>
                </a:lnTo>
                <a:lnTo>
                  <a:pt x="222062" y="692927"/>
                </a:lnTo>
                <a:lnTo>
                  <a:pt x="219110" y="692020"/>
                </a:lnTo>
                <a:lnTo>
                  <a:pt x="215931" y="691339"/>
                </a:lnTo>
                <a:lnTo>
                  <a:pt x="212752" y="690886"/>
                </a:lnTo>
                <a:lnTo>
                  <a:pt x="209574" y="690206"/>
                </a:lnTo>
                <a:lnTo>
                  <a:pt x="206395" y="689979"/>
                </a:lnTo>
                <a:lnTo>
                  <a:pt x="203216" y="689979"/>
                </a:lnTo>
                <a:lnTo>
                  <a:pt x="199810" y="689979"/>
                </a:lnTo>
                <a:close/>
                <a:moveTo>
                  <a:pt x="201627" y="243083"/>
                </a:moveTo>
                <a:lnTo>
                  <a:pt x="197313" y="243310"/>
                </a:lnTo>
                <a:lnTo>
                  <a:pt x="193453" y="243763"/>
                </a:lnTo>
                <a:lnTo>
                  <a:pt x="189366" y="244443"/>
                </a:lnTo>
                <a:lnTo>
                  <a:pt x="185733" y="245123"/>
                </a:lnTo>
                <a:lnTo>
                  <a:pt x="181873" y="246257"/>
                </a:lnTo>
                <a:lnTo>
                  <a:pt x="178467" y="247391"/>
                </a:lnTo>
                <a:lnTo>
                  <a:pt x="174834" y="248978"/>
                </a:lnTo>
                <a:lnTo>
                  <a:pt x="171428" y="250112"/>
                </a:lnTo>
                <a:lnTo>
                  <a:pt x="168476" y="251926"/>
                </a:lnTo>
                <a:lnTo>
                  <a:pt x="165525" y="253739"/>
                </a:lnTo>
                <a:lnTo>
                  <a:pt x="162346" y="255780"/>
                </a:lnTo>
                <a:lnTo>
                  <a:pt x="159621" y="257594"/>
                </a:lnTo>
                <a:lnTo>
                  <a:pt x="156896" y="259861"/>
                </a:lnTo>
                <a:lnTo>
                  <a:pt x="154399" y="262129"/>
                </a:lnTo>
                <a:lnTo>
                  <a:pt x="152128" y="264623"/>
                </a:lnTo>
                <a:lnTo>
                  <a:pt x="149858" y="267117"/>
                </a:lnTo>
                <a:lnTo>
                  <a:pt x="148041" y="269838"/>
                </a:lnTo>
                <a:lnTo>
                  <a:pt x="145998" y="272558"/>
                </a:lnTo>
                <a:lnTo>
                  <a:pt x="144181" y="275506"/>
                </a:lnTo>
                <a:lnTo>
                  <a:pt x="142365" y="278454"/>
                </a:lnTo>
                <a:lnTo>
                  <a:pt x="141002" y="281628"/>
                </a:lnTo>
                <a:lnTo>
                  <a:pt x="139640" y="284575"/>
                </a:lnTo>
                <a:lnTo>
                  <a:pt x="138505" y="287750"/>
                </a:lnTo>
                <a:lnTo>
                  <a:pt x="137143" y="291151"/>
                </a:lnTo>
                <a:lnTo>
                  <a:pt x="136461" y="294325"/>
                </a:lnTo>
                <a:lnTo>
                  <a:pt x="135553" y="297726"/>
                </a:lnTo>
                <a:lnTo>
                  <a:pt x="134872" y="301354"/>
                </a:lnTo>
                <a:lnTo>
                  <a:pt x="134418" y="304755"/>
                </a:lnTo>
                <a:lnTo>
                  <a:pt x="133964" y="308156"/>
                </a:lnTo>
                <a:lnTo>
                  <a:pt x="133737" y="315412"/>
                </a:lnTo>
                <a:lnTo>
                  <a:pt x="133737" y="408600"/>
                </a:lnTo>
                <a:lnTo>
                  <a:pt x="133737" y="412908"/>
                </a:lnTo>
                <a:lnTo>
                  <a:pt x="133964" y="416989"/>
                </a:lnTo>
                <a:lnTo>
                  <a:pt x="134418" y="420844"/>
                </a:lnTo>
                <a:lnTo>
                  <a:pt x="134872" y="424698"/>
                </a:lnTo>
                <a:lnTo>
                  <a:pt x="136007" y="428326"/>
                </a:lnTo>
                <a:lnTo>
                  <a:pt x="136688" y="432180"/>
                </a:lnTo>
                <a:lnTo>
                  <a:pt x="138051" y="435581"/>
                </a:lnTo>
                <a:lnTo>
                  <a:pt x="139186" y="438756"/>
                </a:lnTo>
                <a:lnTo>
                  <a:pt x="140775" y="442157"/>
                </a:lnTo>
                <a:lnTo>
                  <a:pt x="142138" y="445331"/>
                </a:lnTo>
                <a:lnTo>
                  <a:pt x="143954" y="448279"/>
                </a:lnTo>
                <a:lnTo>
                  <a:pt x="145998" y="451226"/>
                </a:lnTo>
                <a:lnTo>
                  <a:pt x="148041" y="453947"/>
                </a:lnTo>
                <a:lnTo>
                  <a:pt x="150085" y="456895"/>
                </a:lnTo>
                <a:lnTo>
                  <a:pt x="152355" y="459389"/>
                </a:lnTo>
                <a:lnTo>
                  <a:pt x="154626" y="461429"/>
                </a:lnTo>
                <a:lnTo>
                  <a:pt x="157124" y="463697"/>
                </a:lnTo>
                <a:lnTo>
                  <a:pt x="159848" y="465964"/>
                </a:lnTo>
                <a:lnTo>
                  <a:pt x="162573" y="468005"/>
                </a:lnTo>
                <a:lnTo>
                  <a:pt x="165525" y="470045"/>
                </a:lnTo>
                <a:lnTo>
                  <a:pt x="168476" y="471406"/>
                </a:lnTo>
                <a:lnTo>
                  <a:pt x="171428" y="473220"/>
                </a:lnTo>
                <a:lnTo>
                  <a:pt x="174607" y="474807"/>
                </a:lnTo>
                <a:lnTo>
                  <a:pt x="178013" y="475940"/>
                </a:lnTo>
                <a:lnTo>
                  <a:pt x="181192" y="477074"/>
                </a:lnTo>
                <a:lnTo>
                  <a:pt x="184597" y="477981"/>
                </a:lnTo>
                <a:lnTo>
                  <a:pt x="187776" y="478888"/>
                </a:lnTo>
                <a:lnTo>
                  <a:pt x="191409" y="479795"/>
                </a:lnTo>
                <a:lnTo>
                  <a:pt x="195042" y="480248"/>
                </a:lnTo>
                <a:lnTo>
                  <a:pt x="198675" y="480702"/>
                </a:lnTo>
                <a:lnTo>
                  <a:pt x="202308" y="480702"/>
                </a:lnTo>
                <a:lnTo>
                  <a:pt x="206168" y="480929"/>
                </a:lnTo>
                <a:lnTo>
                  <a:pt x="554246" y="480929"/>
                </a:lnTo>
                <a:lnTo>
                  <a:pt x="557879" y="480702"/>
                </a:lnTo>
                <a:lnTo>
                  <a:pt x="561739" y="480702"/>
                </a:lnTo>
                <a:lnTo>
                  <a:pt x="565144" y="480248"/>
                </a:lnTo>
                <a:lnTo>
                  <a:pt x="569004" y="479795"/>
                </a:lnTo>
                <a:lnTo>
                  <a:pt x="572410" y="478888"/>
                </a:lnTo>
                <a:lnTo>
                  <a:pt x="576043" y="477981"/>
                </a:lnTo>
                <a:lnTo>
                  <a:pt x="579222" y="477074"/>
                </a:lnTo>
                <a:lnTo>
                  <a:pt x="582401" y="475940"/>
                </a:lnTo>
                <a:lnTo>
                  <a:pt x="585580" y="474807"/>
                </a:lnTo>
                <a:lnTo>
                  <a:pt x="588985" y="473220"/>
                </a:lnTo>
                <a:lnTo>
                  <a:pt x="591937" y="471406"/>
                </a:lnTo>
                <a:lnTo>
                  <a:pt x="594889" y="470045"/>
                </a:lnTo>
                <a:lnTo>
                  <a:pt x="597614" y="468005"/>
                </a:lnTo>
                <a:lnTo>
                  <a:pt x="600338" y="465964"/>
                </a:lnTo>
                <a:lnTo>
                  <a:pt x="603063" y="463697"/>
                </a:lnTo>
                <a:lnTo>
                  <a:pt x="605561" y="461429"/>
                </a:lnTo>
                <a:lnTo>
                  <a:pt x="607831" y="459389"/>
                </a:lnTo>
                <a:lnTo>
                  <a:pt x="610329" y="456895"/>
                </a:lnTo>
                <a:lnTo>
                  <a:pt x="612372" y="453947"/>
                </a:lnTo>
                <a:lnTo>
                  <a:pt x="614416" y="451226"/>
                </a:lnTo>
                <a:lnTo>
                  <a:pt x="616459" y="448279"/>
                </a:lnTo>
                <a:lnTo>
                  <a:pt x="618049" y="445331"/>
                </a:lnTo>
                <a:lnTo>
                  <a:pt x="619638" y="442157"/>
                </a:lnTo>
                <a:lnTo>
                  <a:pt x="621227" y="438756"/>
                </a:lnTo>
                <a:lnTo>
                  <a:pt x="622363" y="435581"/>
                </a:lnTo>
                <a:lnTo>
                  <a:pt x="623725" y="432180"/>
                </a:lnTo>
                <a:lnTo>
                  <a:pt x="624633" y="428326"/>
                </a:lnTo>
                <a:lnTo>
                  <a:pt x="625314" y="424698"/>
                </a:lnTo>
                <a:lnTo>
                  <a:pt x="625769" y="420844"/>
                </a:lnTo>
                <a:lnTo>
                  <a:pt x="626450" y="416989"/>
                </a:lnTo>
                <a:lnTo>
                  <a:pt x="626677" y="412908"/>
                </a:lnTo>
                <a:lnTo>
                  <a:pt x="626677" y="408600"/>
                </a:lnTo>
                <a:lnTo>
                  <a:pt x="626677" y="315412"/>
                </a:lnTo>
                <a:lnTo>
                  <a:pt x="626450" y="308156"/>
                </a:lnTo>
                <a:lnTo>
                  <a:pt x="626223" y="304755"/>
                </a:lnTo>
                <a:lnTo>
                  <a:pt x="625314" y="301354"/>
                </a:lnTo>
                <a:lnTo>
                  <a:pt x="624860" y="297726"/>
                </a:lnTo>
                <a:lnTo>
                  <a:pt x="624179" y="294325"/>
                </a:lnTo>
                <a:lnTo>
                  <a:pt x="623044" y="291151"/>
                </a:lnTo>
                <a:lnTo>
                  <a:pt x="621909" y="287750"/>
                </a:lnTo>
                <a:lnTo>
                  <a:pt x="620773" y="284575"/>
                </a:lnTo>
                <a:lnTo>
                  <a:pt x="619411" y="281628"/>
                </a:lnTo>
                <a:lnTo>
                  <a:pt x="617822" y="278454"/>
                </a:lnTo>
                <a:lnTo>
                  <a:pt x="616232" y="275506"/>
                </a:lnTo>
                <a:lnTo>
                  <a:pt x="614416" y="272558"/>
                </a:lnTo>
                <a:lnTo>
                  <a:pt x="612372" y="269838"/>
                </a:lnTo>
                <a:lnTo>
                  <a:pt x="610329" y="267117"/>
                </a:lnTo>
                <a:lnTo>
                  <a:pt x="608058" y="264623"/>
                </a:lnTo>
                <a:lnTo>
                  <a:pt x="606015" y="262129"/>
                </a:lnTo>
                <a:lnTo>
                  <a:pt x="603517" y="259861"/>
                </a:lnTo>
                <a:lnTo>
                  <a:pt x="600565" y="257594"/>
                </a:lnTo>
                <a:lnTo>
                  <a:pt x="597841" y="255780"/>
                </a:lnTo>
                <a:lnTo>
                  <a:pt x="595116" y="253739"/>
                </a:lnTo>
                <a:lnTo>
                  <a:pt x="591937" y="251926"/>
                </a:lnTo>
                <a:lnTo>
                  <a:pt x="588985" y="250112"/>
                </a:lnTo>
                <a:lnTo>
                  <a:pt x="585352" y="248978"/>
                </a:lnTo>
                <a:lnTo>
                  <a:pt x="582174" y="247391"/>
                </a:lnTo>
                <a:lnTo>
                  <a:pt x="578541" y="246257"/>
                </a:lnTo>
                <a:lnTo>
                  <a:pt x="574681" y="245123"/>
                </a:lnTo>
                <a:lnTo>
                  <a:pt x="571048" y="244443"/>
                </a:lnTo>
                <a:lnTo>
                  <a:pt x="566961" y="243763"/>
                </a:lnTo>
                <a:lnTo>
                  <a:pt x="562874" y="243310"/>
                </a:lnTo>
                <a:lnTo>
                  <a:pt x="558787" y="243083"/>
                </a:lnTo>
                <a:lnTo>
                  <a:pt x="554246" y="243083"/>
                </a:lnTo>
                <a:lnTo>
                  <a:pt x="206168" y="243083"/>
                </a:lnTo>
                <a:lnTo>
                  <a:pt x="201627" y="243083"/>
                </a:lnTo>
                <a:close/>
                <a:moveTo>
                  <a:pt x="297217" y="126767"/>
                </a:moveTo>
                <a:lnTo>
                  <a:pt x="294493" y="126994"/>
                </a:lnTo>
                <a:lnTo>
                  <a:pt x="291768" y="127448"/>
                </a:lnTo>
                <a:lnTo>
                  <a:pt x="289043" y="127901"/>
                </a:lnTo>
                <a:lnTo>
                  <a:pt x="286546" y="128355"/>
                </a:lnTo>
                <a:lnTo>
                  <a:pt x="284048" y="129035"/>
                </a:lnTo>
                <a:lnTo>
                  <a:pt x="281778" y="130168"/>
                </a:lnTo>
                <a:lnTo>
                  <a:pt x="279507" y="131075"/>
                </a:lnTo>
                <a:lnTo>
                  <a:pt x="277464" y="132436"/>
                </a:lnTo>
                <a:lnTo>
                  <a:pt x="275647" y="133796"/>
                </a:lnTo>
                <a:lnTo>
                  <a:pt x="274058" y="135157"/>
                </a:lnTo>
                <a:lnTo>
                  <a:pt x="272468" y="136517"/>
                </a:lnTo>
                <a:lnTo>
                  <a:pt x="271333" y="138331"/>
                </a:lnTo>
                <a:lnTo>
                  <a:pt x="270198" y="140145"/>
                </a:lnTo>
                <a:lnTo>
                  <a:pt x="269744" y="141732"/>
                </a:lnTo>
                <a:lnTo>
                  <a:pt x="269290" y="143546"/>
                </a:lnTo>
                <a:lnTo>
                  <a:pt x="269062" y="145586"/>
                </a:lnTo>
                <a:lnTo>
                  <a:pt x="269062" y="178236"/>
                </a:lnTo>
                <a:lnTo>
                  <a:pt x="269290" y="179824"/>
                </a:lnTo>
                <a:lnTo>
                  <a:pt x="269517" y="181864"/>
                </a:lnTo>
                <a:lnTo>
                  <a:pt x="270198" y="183678"/>
                </a:lnTo>
                <a:lnTo>
                  <a:pt x="271333" y="185492"/>
                </a:lnTo>
                <a:lnTo>
                  <a:pt x="272468" y="186852"/>
                </a:lnTo>
                <a:lnTo>
                  <a:pt x="273831" y="188439"/>
                </a:lnTo>
                <a:lnTo>
                  <a:pt x="275420" y="189800"/>
                </a:lnTo>
                <a:lnTo>
                  <a:pt x="277237" y="191387"/>
                </a:lnTo>
                <a:lnTo>
                  <a:pt x="279280" y="192294"/>
                </a:lnTo>
                <a:lnTo>
                  <a:pt x="281324" y="193654"/>
                </a:lnTo>
                <a:lnTo>
                  <a:pt x="283821" y="194561"/>
                </a:lnTo>
                <a:lnTo>
                  <a:pt x="286319" y="195468"/>
                </a:lnTo>
                <a:lnTo>
                  <a:pt x="288816" y="196149"/>
                </a:lnTo>
                <a:lnTo>
                  <a:pt x="291541" y="196375"/>
                </a:lnTo>
                <a:lnTo>
                  <a:pt x="294266" y="196829"/>
                </a:lnTo>
                <a:lnTo>
                  <a:pt x="297217" y="196829"/>
                </a:lnTo>
                <a:lnTo>
                  <a:pt x="463423" y="196829"/>
                </a:lnTo>
                <a:lnTo>
                  <a:pt x="466148" y="196829"/>
                </a:lnTo>
                <a:lnTo>
                  <a:pt x="468872" y="196375"/>
                </a:lnTo>
                <a:lnTo>
                  <a:pt x="471597" y="196149"/>
                </a:lnTo>
                <a:lnTo>
                  <a:pt x="474322" y="195468"/>
                </a:lnTo>
                <a:lnTo>
                  <a:pt x="476592" y="194561"/>
                </a:lnTo>
                <a:lnTo>
                  <a:pt x="479090" y="193654"/>
                </a:lnTo>
                <a:lnTo>
                  <a:pt x="481133" y="192294"/>
                </a:lnTo>
                <a:lnTo>
                  <a:pt x="483177" y="191387"/>
                </a:lnTo>
                <a:lnTo>
                  <a:pt x="485220" y="189800"/>
                </a:lnTo>
                <a:lnTo>
                  <a:pt x="486583" y="188439"/>
                </a:lnTo>
                <a:lnTo>
                  <a:pt x="488172" y="186852"/>
                </a:lnTo>
                <a:lnTo>
                  <a:pt x="489080" y="185492"/>
                </a:lnTo>
                <a:lnTo>
                  <a:pt x="490216" y="183678"/>
                </a:lnTo>
                <a:lnTo>
                  <a:pt x="490897" y="181864"/>
                </a:lnTo>
                <a:lnTo>
                  <a:pt x="491124" y="179824"/>
                </a:lnTo>
                <a:lnTo>
                  <a:pt x="491351" y="178236"/>
                </a:lnTo>
                <a:lnTo>
                  <a:pt x="491351" y="145586"/>
                </a:lnTo>
                <a:lnTo>
                  <a:pt x="491124" y="143546"/>
                </a:lnTo>
                <a:lnTo>
                  <a:pt x="490897" y="141732"/>
                </a:lnTo>
                <a:lnTo>
                  <a:pt x="490216" y="140145"/>
                </a:lnTo>
                <a:lnTo>
                  <a:pt x="489080" y="138331"/>
                </a:lnTo>
                <a:lnTo>
                  <a:pt x="487945" y="136517"/>
                </a:lnTo>
                <a:lnTo>
                  <a:pt x="486356" y="135157"/>
                </a:lnTo>
                <a:lnTo>
                  <a:pt x="484766" y="133796"/>
                </a:lnTo>
                <a:lnTo>
                  <a:pt x="482950" y="132436"/>
                </a:lnTo>
                <a:lnTo>
                  <a:pt x="480906" y="131075"/>
                </a:lnTo>
                <a:lnTo>
                  <a:pt x="478636" y="130168"/>
                </a:lnTo>
                <a:lnTo>
                  <a:pt x="476365" y="129035"/>
                </a:lnTo>
                <a:lnTo>
                  <a:pt x="473868" y="128355"/>
                </a:lnTo>
                <a:lnTo>
                  <a:pt x="471370" y="127901"/>
                </a:lnTo>
                <a:lnTo>
                  <a:pt x="468872" y="127448"/>
                </a:lnTo>
                <a:lnTo>
                  <a:pt x="466148" y="126994"/>
                </a:lnTo>
                <a:lnTo>
                  <a:pt x="463423" y="126767"/>
                </a:lnTo>
                <a:lnTo>
                  <a:pt x="297217" y="126767"/>
                </a:lnTo>
                <a:close/>
                <a:moveTo>
                  <a:pt x="201400" y="96838"/>
                </a:moveTo>
                <a:lnTo>
                  <a:pt x="380774" y="96838"/>
                </a:lnTo>
                <a:lnTo>
                  <a:pt x="559241" y="96838"/>
                </a:lnTo>
                <a:lnTo>
                  <a:pt x="566961" y="97292"/>
                </a:lnTo>
                <a:lnTo>
                  <a:pt x="574454" y="97745"/>
                </a:lnTo>
                <a:lnTo>
                  <a:pt x="581947" y="98652"/>
                </a:lnTo>
                <a:lnTo>
                  <a:pt x="589439" y="100013"/>
                </a:lnTo>
                <a:lnTo>
                  <a:pt x="596705" y="101600"/>
                </a:lnTo>
                <a:lnTo>
                  <a:pt x="603744" y="103640"/>
                </a:lnTo>
                <a:lnTo>
                  <a:pt x="610329" y="105908"/>
                </a:lnTo>
                <a:lnTo>
                  <a:pt x="617140" y="108629"/>
                </a:lnTo>
                <a:lnTo>
                  <a:pt x="623725" y="111349"/>
                </a:lnTo>
                <a:lnTo>
                  <a:pt x="629856" y="114524"/>
                </a:lnTo>
                <a:lnTo>
                  <a:pt x="636213" y="118378"/>
                </a:lnTo>
                <a:lnTo>
                  <a:pt x="641890" y="122006"/>
                </a:lnTo>
                <a:lnTo>
                  <a:pt x="647566" y="126087"/>
                </a:lnTo>
                <a:lnTo>
                  <a:pt x="653015" y="130395"/>
                </a:lnTo>
                <a:lnTo>
                  <a:pt x="658011" y="134930"/>
                </a:lnTo>
                <a:lnTo>
                  <a:pt x="663006" y="139465"/>
                </a:lnTo>
                <a:lnTo>
                  <a:pt x="667774" y="144453"/>
                </a:lnTo>
                <a:lnTo>
                  <a:pt x="672315" y="149668"/>
                </a:lnTo>
                <a:lnTo>
                  <a:pt x="676629" y="155336"/>
                </a:lnTo>
                <a:lnTo>
                  <a:pt x="680489" y="160778"/>
                </a:lnTo>
                <a:lnTo>
                  <a:pt x="684349" y="166446"/>
                </a:lnTo>
                <a:lnTo>
                  <a:pt x="687528" y="172115"/>
                </a:lnTo>
                <a:lnTo>
                  <a:pt x="690707" y="178236"/>
                </a:lnTo>
                <a:lnTo>
                  <a:pt x="693431" y="184358"/>
                </a:lnTo>
                <a:lnTo>
                  <a:pt x="695929" y="190707"/>
                </a:lnTo>
                <a:lnTo>
                  <a:pt x="698200" y="197055"/>
                </a:lnTo>
                <a:lnTo>
                  <a:pt x="700016" y="203631"/>
                </a:lnTo>
                <a:lnTo>
                  <a:pt x="701378" y="209979"/>
                </a:lnTo>
                <a:lnTo>
                  <a:pt x="702741" y="216781"/>
                </a:lnTo>
                <a:lnTo>
                  <a:pt x="703649" y="223584"/>
                </a:lnTo>
                <a:lnTo>
                  <a:pt x="704330" y="230159"/>
                </a:lnTo>
                <a:lnTo>
                  <a:pt x="704557" y="237188"/>
                </a:lnTo>
                <a:lnTo>
                  <a:pt x="704557" y="754825"/>
                </a:lnTo>
                <a:lnTo>
                  <a:pt x="704330" y="761627"/>
                </a:lnTo>
                <a:lnTo>
                  <a:pt x="703649" y="767976"/>
                </a:lnTo>
                <a:lnTo>
                  <a:pt x="702968" y="774551"/>
                </a:lnTo>
                <a:lnTo>
                  <a:pt x="702060" y="780673"/>
                </a:lnTo>
                <a:lnTo>
                  <a:pt x="700470" y="787022"/>
                </a:lnTo>
                <a:lnTo>
                  <a:pt x="698881" y="793144"/>
                </a:lnTo>
                <a:lnTo>
                  <a:pt x="697064" y="799266"/>
                </a:lnTo>
                <a:lnTo>
                  <a:pt x="694794" y="805161"/>
                </a:lnTo>
                <a:lnTo>
                  <a:pt x="692523" y="810829"/>
                </a:lnTo>
                <a:lnTo>
                  <a:pt x="689799" y="816271"/>
                </a:lnTo>
                <a:lnTo>
                  <a:pt x="687074" y="821939"/>
                </a:lnTo>
                <a:lnTo>
                  <a:pt x="683668" y="827381"/>
                </a:lnTo>
                <a:lnTo>
                  <a:pt x="680489" y="832596"/>
                </a:lnTo>
                <a:lnTo>
                  <a:pt x="677083" y="837584"/>
                </a:lnTo>
                <a:lnTo>
                  <a:pt x="673450" y="842345"/>
                </a:lnTo>
                <a:lnTo>
                  <a:pt x="669591" y="847107"/>
                </a:lnTo>
                <a:lnTo>
                  <a:pt x="665504" y="851415"/>
                </a:lnTo>
                <a:lnTo>
                  <a:pt x="661644" y="855723"/>
                </a:lnTo>
                <a:lnTo>
                  <a:pt x="657329" y="860031"/>
                </a:lnTo>
                <a:lnTo>
                  <a:pt x="652788" y="863885"/>
                </a:lnTo>
                <a:lnTo>
                  <a:pt x="648247" y="867740"/>
                </a:lnTo>
                <a:lnTo>
                  <a:pt x="643479" y="871141"/>
                </a:lnTo>
                <a:lnTo>
                  <a:pt x="638938" y="874542"/>
                </a:lnTo>
                <a:lnTo>
                  <a:pt x="633943" y="877489"/>
                </a:lnTo>
                <a:lnTo>
                  <a:pt x="629174" y="880210"/>
                </a:lnTo>
                <a:lnTo>
                  <a:pt x="624179" y="882931"/>
                </a:lnTo>
                <a:lnTo>
                  <a:pt x="618957" y="885198"/>
                </a:lnTo>
                <a:lnTo>
                  <a:pt x="613962" y="887239"/>
                </a:lnTo>
                <a:lnTo>
                  <a:pt x="608739" y="888826"/>
                </a:lnTo>
                <a:lnTo>
                  <a:pt x="603517" y="890640"/>
                </a:lnTo>
                <a:lnTo>
                  <a:pt x="598068" y="892001"/>
                </a:lnTo>
                <a:lnTo>
                  <a:pt x="592845" y="892907"/>
                </a:lnTo>
                <a:lnTo>
                  <a:pt x="760413" y="1123951"/>
                </a:lnTo>
                <a:lnTo>
                  <a:pt x="663914" y="1123951"/>
                </a:lnTo>
                <a:lnTo>
                  <a:pt x="544028" y="968184"/>
                </a:lnTo>
                <a:lnTo>
                  <a:pt x="216385" y="968184"/>
                </a:lnTo>
                <a:lnTo>
                  <a:pt x="96499" y="1123951"/>
                </a:lnTo>
                <a:lnTo>
                  <a:pt x="0" y="1123951"/>
                </a:lnTo>
                <a:lnTo>
                  <a:pt x="167341" y="892681"/>
                </a:lnTo>
                <a:lnTo>
                  <a:pt x="162119" y="892001"/>
                </a:lnTo>
                <a:lnTo>
                  <a:pt x="156896" y="890413"/>
                </a:lnTo>
                <a:lnTo>
                  <a:pt x="151674" y="888826"/>
                </a:lnTo>
                <a:lnTo>
                  <a:pt x="146452" y="887239"/>
                </a:lnTo>
                <a:lnTo>
                  <a:pt x="141457" y="885198"/>
                </a:lnTo>
                <a:lnTo>
                  <a:pt x="136234" y="882704"/>
                </a:lnTo>
                <a:lnTo>
                  <a:pt x="131239" y="880210"/>
                </a:lnTo>
                <a:lnTo>
                  <a:pt x="126471" y="877489"/>
                </a:lnTo>
                <a:lnTo>
                  <a:pt x="121476" y="874542"/>
                </a:lnTo>
                <a:lnTo>
                  <a:pt x="116707" y="870914"/>
                </a:lnTo>
                <a:lnTo>
                  <a:pt x="111939" y="867513"/>
                </a:lnTo>
                <a:lnTo>
                  <a:pt x="107625" y="863885"/>
                </a:lnTo>
                <a:lnTo>
                  <a:pt x="103311" y="860031"/>
                </a:lnTo>
                <a:lnTo>
                  <a:pt x="98770" y="855723"/>
                </a:lnTo>
                <a:lnTo>
                  <a:pt x="94683" y="851415"/>
                </a:lnTo>
                <a:lnTo>
                  <a:pt x="90823" y="847107"/>
                </a:lnTo>
                <a:lnTo>
                  <a:pt x="86736" y="842345"/>
                </a:lnTo>
                <a:lnTo>
                  <a:pt x="83330" y="837584"/>
                </a:lnTo>
                <a:lnTo>
                  <a:pt x="79924" y="832369"/>
                </a:lnTo>
                <a:lnTo>
                  <a:pt x="76518" y="827381"/>
                </a:lnTo>
                <a:lnTo>
                  <a:pt x="73339" y="821939"/>
                </a:lnTo>
                <a:lnTo>
                  <a:pt x="70615" y="816271"/>
                </a:lnTo>
                <a:lnTo>
                  <a:pt x="67890" y="810829"/>
                </a:lnTo>
                <a:lnTo>
                  <a:pt x="65620" y="804934"/>
                </a:lnTo>
                <a:lnTo>
                  <a:pt x="63349" y="799266"/>
                </a:lnTo>
                <a:lnTo>
                  <a:pt x="61533" y="793144"/>
                </a:lnTo>
                <a:lnTo>
                  <a:pt x="59943" y="787022"/>
                </a:lnTo>
                <a:lnTo>
                  <a:pt x="58581" y="780673"/>
                </a:lnTo>
                <a:lnTo>
                  <a:pt x="57445" y="774551"/>
                </a:lnTo>
                <a:lnTo>
                  <a:pt x="56537" y="767976"/>
                </a:lnTo>
                <a:lnTo>
                  <a:pt x="56083" y="761627"/>
                </a:lnTo>
                <a:lnTo>
                  <a:pt x="56083" y="754825"/>
                </a:lnTo>
                <a:lnTo>
                  <a:pt x="56083" y="237188"/>
                </a:lnTo>
                <a:lnTo>
                  <a:pt x="56083" y="230159"/>
                </a:lnTo>
                <a:lnTo>
                  <a:pt x="56537" y="223584"/>
                </a:lnTo>
                <a:lnTo>
                  <a:pt x="57673" y="216781"/>
                </a:lnTo>
                <a:lnTo>
                  <a:pt x="58808" y="209979"/>
                </a:lnTo>
                <a:lnTo>
                  <a:pt x="60397" y="203631"/>
                </a:lnTo>
                <a:lnTo>
                  <a:pt x="62441" y="197055"/>
                </a:lnTo>
                <a:lnTo>
                  <a:pt x="64257" y="190707"/>
                </a:lnTo>
                <a:lnTo>
                  <a:pt x="66755" y="184358"/>
                </a:lnTo>
                <a:lnTo>
                  <a:pt x="69934" y="178236"/>
                </a:lnTo>
                <a:lnTo>
                  <a:pt x="72885" y="172115"/>
                </a:lnTo>
                <a:lnTo>
                  <a:pt x="76291" y="166446"/>
                </a:lnTo>
                <a:lnTo>
                  <a:pt x="79924" y="160778"/>
                </a:lnTo>
                <a:lnTo>
                  <a:pt x="83784" y="155336"/>
                </a:lnTo>
                <a:lnTo>
                  <a:pt x="88098" y="149668"/>
                </a:lnTo>
                <a:lnTo>
                  <a:pt x="92639" y="144453"/>
                </a:lnTo>
                <a:lnTo>
                  <a:pt x="97181" y="139465"/>
                </a:lnTo>
                <a:lnTo>
                  <a:pt x="102176" y="134930"/>
                </a:lnTo>
                <a:lnTo>
                  <a:pt x="107625" y="130395"/>
                </a:lnTo>
                <a:lnTo>
                  <a:pt x="112847" y="126087"/>
                </a:lnTo>
                <a:lnTo>
                  <a:pt x="118524" y="122006"/>
                </a:lnTo>
                <a:lnTo>
                  <a:pt x="124427" y="118378"/>
                </a:lnTo>
                <a:lnTo>
                  <a:pt x="130558" y="114524"/>
                </a:lnTo>
                <a:lnTo>
                  <a:pt x="136688" y="111349"/>
                </a:lnTo>
                <a:lnTo>
                  <a:pt x="143273" y="108629"/>
                </a:lnTo>
                <a:lnTo>
                  <a:pt x="149858" y="105908"/>
                </a:lnTo>
                <a:lnTo>
                  <a:pt x="156669" y="103640"/>
                </a:lnTo>
                <a:lnTo>
                  <a:pt x="163708" y="101600"/>
                </a:lnTo>
                <a:lnTo>
                  <a:pt x="170974" y="100013"/>
                </a:lnTo>
                <a:lnTo>
                  <a:pt x="178467" y="98652"/>
                </a:lnTo>
                <a:lnTo>
                  <a:pt x="185960" y="97745"/>
                </a:lnTo>
                <a:lnTo>
                  <a:pt x="193453" y="97292"/>
                </a:lnTo>
                <a:lnTo>
                  <a:pt x="201400" y="96838"/>
                </a:lnTo>
                <a:close/>
                <a:moveTo>
                  <a:pt x="435148" y="0"/>
                </a:moveTo>
                <a:lnTo>
                  <a:pt x="439850" y="0"/>
                </a:lnTo>
                <a:lnTo>
                  <a:pt x="444105" y="0"/>
                </a:lnTo>
                <a:lnTo>
                  <a:pt x="448583" y="673"/>
                </a:lnTo>
                <a:lnTo>
                  <a:pt x="452838" y="1796"/>
                </a:lnTo>
                <a:lnTo>
                  <a:pt x="457093" y="3367"/>
                </a:lnTo>
                <a:lnTo>
                  <a:pt x="460900" y="5163"/>
                </a:lnTo>
                <a:lnTo>
                  <a:pt x="464482" y="7408"/>
                </a:lnTo>
                <a:lnTo>
                  <a:pt x="467841" y="10102"/>
                </a:lnTo>
                <a:lnTo>
                  <a:pt x="470976" y="12796"/>
                </a:lnTo>
                <a:lnTo>
                  <a:pt x="473887" y="15939"/>
                </a:lnTo>
                <a:lnTo>
                  <a:pt x="476351" y="19306"/>
                </a:lnTo>
                <a:lnTo>
                  <a:pt x="478590" y="23123"/>
                </a:lnTo>
                <a:lnTo>
                  <a:pt x="480605" y="27164"/>
                </a:lnTo>
                <a:lnTo>
                  <a:pt x="482173" y="30980"/>
                </a:lnTo>
                <a:lnTo>
                  <a:pt x="483069" y="35470"/>
                </a:lnTo>
                <a:lnTo>
                  <a:pt x="483740" y="39960"/>
                </a:lnTo>
                <a:lnTo>
                  <a:pt x="484188" y="44225"/>
                </a:lnTo>
                <a:lnTo>
                  <a:pt x="483740" y="48715"/>
                </a:lnTo>
                <a:lnTo>
                  <a:pt x="483069" y="53205"/>
                </a:lnTo>
                <a:lnTo>
                  <a:pt x="482173" y="57695"/>
                </a:lnTo>
                <a:lnTo>
                  <a:pt x="480605" y="61511"/>
                </a:lnTo>
                <a:lnTo>
                  <a:pt x="478590" y="65552"/>
                </a:lnTo>
                <a:lnTo>
                  <a:pt x="476351" y="69144"/>
                </a:lnTo>
                <a:lnTo>
                  <a:pt x="473887" y="72736"/>
                </a:lnTo>
                <a:lnTo>
                  <a:pt x="470976" y="75879"/>
                </a:lnTo>
                <a:lnTo>
                  <a:pt x="467841" y="78573"/>
                </a:lnTo>
                <a:lnTo>
                  <a:pt x="464482" y="81267"/>
                </a:lnTo>
                <a:lnTo>
                  <a:pt x="460900" y="83512"/>
                </a:lnTo>
                <a:lnTo>
                  <a:pt x="457093" y="85308"/>
                </a:lnTo>
                <a:lnTo>
                  <a:pt x="452838" y="86655"/>
                </a:lnTo>
                <a:lnTo>
                  <a:pt x="448583" y="88002"/>
                </a:lnTo>
                <a:lnTo>
                  <a:pt x="444105" y="88675"/>
                </a:lnTo>
                <a:lnTo>
                  <a:pt x="439850" y="88900"/>
                </a:lnTo>
                <a:lnTo>
                  <a:pt x="435148" y="88675"/>
                </a:lnTo>
                <a:lnTo>
                  <a:pt x="430669" y="88002"/>
                </a:lnTo>
                <a:lnTo>
                  <a:pt x="426414" y="86655"/>
                </a:lnTo>
                <a:lnTo>
                  <a:pt x="422384" y="85308"/>
                </a:lnTo>
                <a:lnTo>
                  <a:pt x="418353" y="83512"/>
                </a:lnTo>
                <a:lnTo>
                  <a:pt x="414994" y="81267"/>
                </a:lnTo>
                <a:lnTo>
                  <a:pt x="411411" y="78573"/>
                </a:lnTo>
                <a:lnTo>
                  <a:pt x="408276" y="75879"/>
                </a:lnTo>
                <a:lnTo>
                  <a:pt x="405365" y="72736"/>
                </a:lnTo>
                <a:lnTo>
                  <a:pt x="402902" y="69144"/>
                </a:lnTo>
                <a:lnTo>
                  <a:pt x="400663" y="65552"/>
                </a:lnTo>
                <a:lnTo>
                  <a:pt x="398647" y="61511"/>
                </a:lnTo>
                <a:lnTo>
                  <a:pt x="397304" y="57695"/>
                </a:lnTo>
                <a:lnTo>
                  <a:pt x="396184" y="53205"/>
                </a:lnTo>
                <a:lnTo>
                  <a:pt x="395512" y="48715"/>
                </a:lnTo>
                <a:lnTo>
                  <a:pt x="395288" y="44225"/>
                </a:lnTo>
                <a:lnTo>
                  <a:pt x="395512" y="39960"/>
                </a:lnTo>
                <a:lnTo>
                  <a:pt x="396184" y="35470"/>
                </a:lnTo>
                <a:lnTo>
                  <a:pt x="397304" y="30980"/>
                </a:lnTo>
                <a:lnTo>
                  <a:pt x="398647" y="27164"/>
                </a:lnTo>
                <a:lnTo>
                  <a:pt x="400663" y="23123"/>
                </a:lnTo>
                <a:lnTo>
                  <a:pt x="402902" y="19306"/>
                </a:lnTo>
                <a:lnTo>
                  <a:pt x="405365" y="15939"/>
                </a:lnTo>
                <a:lnTo>
                  <a:pt x="408276" y="12796"/>
                </a:lnTo>
                <a:lnTo>
                  <a:pt x="411411" y="10102"/>
                </a:lnTo>
                <a:lnTo>
                  <a:pt x="414994" y="7408"/>
                </a:lnTo>
                <a:lnTo>
                  <a:pt x="418353" y="5163"/>
                </a:lnTo>
                <a:lnTo>
                  <a:pt x="422384" y="3367"/>
                </a:lnTo>
                <a:lnTo>
                  <a:pt x="426414" y="1796"/>
                </a:lnTo>
                <a:lnTo>
                  <a:pt x="430669" y="673"/>
                </a:lnTo>
                <a:lnTo>
                  <a:pt x="435148" y="0"/>
                </a:lnTo>
                <a:close/>
                <a:moveTo>
                  <a:pt x="315210" y="0"/>
                </a:moveTo>
                <a:lnTo>
                  <a:pt x="319996" y="0"/>
                </a:lnTo>
                <a:lnTo>
                  <a:pt x="324555" y="0"/>
                </a:lnTo>
                <a:lnTo>
                  <a:pt x="329113" y="673"/>
                </a:lnTo>
                <a:lnTo>
                  <a:pt x="333216" y="1796"/>
                </a:lnTo>
                <a:lnTo>
                  <a:pt x="337547" y="3367"/>
                </a:lnTo>
                <a:lnTo>
                  <a:pt x="341650" y="5163"/>
                </a:lnTo>
                <a:lnTo>
                  <a:pt x="345296" y="7408"/>
                </a:lnTo>
                <a:lnTo>
                  <a:pt x="348943" y="10102"/>
                </a:lnTo>
                <a:lnTo>
                  <a:pt x="351906" y="12796"/>
                </a:lnTo>
                <a:lnTo>
                  <a:pt x="354869" y="15939"/>
                </a:lnTo>
                <a:lnTo>
                  <a:pt x="357377" y="19306"/>
                </a:lnTo>
                <a:lnTo>
                  <a:pt x="359656" y="23123"/>
                </a:lnTo>
                <a:lnTo>
                  <a:pt x="361707" y="27164"/>
                </a:lnTo>
                <a:lnTo>
                  <a:pt x="363075" y="30980"/>
                </a:lnTo>
                <a:lnTo>
                  <a:pt x="364442" y="35470"/>
                </a:lnTo>
                <a:lnTo>
                  <a:pt x="364898" y="39960"/>
                </a:lnTo>
                <a:lnTo>
                  <a:pt x="365126" y="44225"/>
                </a:lnTo>
                <a:lnTo>
                  <a:pt x="364898" y="48715"/>
                </a:lnTo>
                <a:lnTo>
                  <a:pt x="364442" y="53205"/>
                </a:lnTo>
                <a:lnTo>
                  <a:pt x="363075" y="57695"/>
                </a:lnTo>
                <a:lnTo>
                  <a:pt x="361707" y="61511"/>
                </a:lnTo>
                <a:lnTo>
                  <a:pt x="359656" y="65552"/>
                </a:lnTo>
                <a:lnTo>
                  <a:pt x="357377" y="69144"/>
                </a:lnTo>
                <a:lnTo>
                  <a:pt x="354869" y="72736"/>
                </a:lnTo>
                <a:lnTo>
                  <a:pt x="351906" y="75879"/>
                </a:lnTo>
                <a:lnTo>
                  <a:pt x="348943" y="78573"/>
                </a:lnTo>
                <a:lnTo>
                  <a:pt x="345296" y="81267"/>
                </a:lnTo>
                <a:lnTo>
                  <a:pt x="341650" y="83512"/>
                </a:lnTo>
                <a:lnTo>
                  <a:pt x="337547" y="85308"/>
                </a:lnTo>
                <a:lnTo>
                  <a:pt x="333216" y="86655"/>
                </a:lnTo>
                <a:lnTo>
                  <a:pt x="329113" y="88002"/>
                </a:lnTo>
                <a:lnTo>
                  <a:pt x="324555" y="88675"/>
                </a:lnTo>
                <a:lnTo>
                  <a:pt x="319996" y="88900"/>
                </a:lnTo>
                <a:lnTo>
                  <a:pt x="315210" y="88675"/>
                </a:lnTo>
                <a:lnTo>
                  <a:pt x="310651" y="88002"/>
                </a:lnTo>
                <a:lnTo>
                  <a:pt x="306548" y="86655"/>
                </a:lnTo>
                <a:lnTo>
                  <a:pt x="302446" y="85308"/>
                </a:lnTo>
                <a:lnTo>
                  <a:pt x="298571" y="83512"/>
                </a:lnTo>
                <a:lnTo>
                  <a:pt x="294696" y="81267"/>
                </a:lnTo>
                <a:lnTo>
                  <a:pt x="291277" y="78573"/>
                </a:lnTo>
                <a:lnTo>
                  <a:pt x="287858" y="75879"/>
                </a:lnTo>
                <a:lnTo>
                  <a:pt x="284895" y="72736"/>
                </a:lnTo>
                <a:lnTo>
                  <a:pt x="282388" y="69144"/>
                </a:lnTo>
                <a:lnTo>
                  <a:pt x="280109" y="65552"/>
                </a:lnTo>
                <a:lnTo>
                  <a:pt x="278285" y="61511"/>
                </a:lnTo>
                <a:lnTo>
                  <a:pt x="276690" y="57695"/>
                </a:lnTo>
                <a:lnTo>
                  <a:pt x="275778" y="53205"/>
                </a:lnTo>
                <a:lnTo>
                  <a:pt x="274866" y="48715"/>
                </a:lnTo>
                <a:lnTo>
                  <a:pt x="274638" y="44225"/>
                </a:lnTo>
                <a:lnTo>
                  <a:pt x="274866" y="39960"/>
                </a:lnTo>
                <a:lnTo>
                  <a:pt x="275778" y="35470"/>
                </a:lnTo>
                <a:lnTo>
                  <a:pt x="276690" y="30980"/>
                </a:lnTo>
                <a:lnTo>
                  <a:pt x="278285" y="27164"/>
                </a:lnTo>
                <a:lnTo>
                  <a:pt x="280109" y="23123"/>
                </a:lnTo>
                <a:lnTo>
                  <a:pt x="282388" y="19306"/>
                </a:lnTo>
                <a:lnTo>
                  <a:pt x="284895" y="15939"/>
                </a:lnTo>
                <a:lnTo>
                  <a:pt x="287858" y="12796"/>
                </a:lnTo>
                <a:lnTo>
                  <a:pt x="291277" y="10102"/>
                </a:lnTo>
                <a:lnTo>
                  <a:pt x="294696" y="7408"/>
                </a:lnTo>
                <a:lnTo>
                  <a:pt x="298571" y="5163"/>
                </a:lnTo>
                <a:lnTo>
                  <a:pt x="302446" y="3367"/>
                </a:lnTo>
                <a:lnTo>
                  <a:pt x="306548" y="1796"/>
                </a:lnTo>
                <a:lnTo>
                  <a:pt x="310651" y="673"/>
                </a:lnTo>
                <a:lnTo>
                  <a:pt x="315210"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2513081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latin typeface="Century Gothic"/>
              </a:rPr>
              <a:t>5</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smtClean="0">
                <a:latin typeface="Arial Black"/>
                <a:ea typeface="微软雅黑"/>
              </a:rPr>
              <a:t>报纸广告</a:t>
            </a:r>
            <a:endParaRPr lang="zh-CN" altLang="en-US" sz="4800" dirty="0">
              <a:latin typeface="Arial Black"/>
              <a:ea typeface="微软雅黑"/>
            </a:endParaRPr>
          </a:p>
        </p:txBody>
      </p:sp>
    </p:spTree>
    <p:extLst>
      <p:ext uri="{BB962C8B-B14F-4D97-AF65-F5344CB8AC3E}">
        <p14:creationId xmlns:p14="http://schemas.microsoft.com/office/powerpoint/2010/main" val="1076671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8459" y="2267580"/>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企业报纸广告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3143388813"/>
              </p:ext>
            </p:extLst>
          </p:nvPr>
        </p:nvGraphicFramePr>
        <p:xfrm>
          <a:off x="-179536" y="2717302"/>
          <a:ext cx="9218855" cy="4060027"/>
        </p:xfrm>
        <a:graphic>
          <a:graphicData uri="http://schemas.openxmlformats.org/drawingml/2006/chart">
            <c:chart xmlns:c="http://schemas.openxmlformats.org/drawingml/2006/chart" xmlns:r="http://schemas.openxmlformats.org/officeDocument/2006/relationships" r:id="rId4"/>
          </a:graphicData>
        </a:graphic>
      </p:graphicFrame>
      <p:sp>
        <p:nvSpPr>
          <p:cNvPr id="9"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互联网企业报纸广告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4" name="内容占位符 2"/>
          <p:cNvSpPr txBox="1"/>
          <p:nvPr/>
        </p:nvSpPr>
        <p:spPr>
          <a:xfrm>
            <a:off x="179513" y="949370"/>
            <a:ext cx="8858814" cy="1543526"/>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a:solidFill>
                  <a:prstClr val="white"/>
                </a:solidFill>
                <a:latin typeface="华文中宋" panose="02010600040101010101" pitchFamily="2" charset="-122"/>
                <a:ea typeface="华文中宋" panose="02010600040101010101" pitchFamily="2" charset="-122"/>
              </a:rPr>
              <a:t>不同于其他媒体，互联网企业在报纸广告的投放增长从</a:t>
            </a:r>
            <a:r>
              <a:rPr lang="en-US" altLang="zh-CN" sz="2000" dirty="0">
                <a:solidFill>
                  <a:prstClr val="white"/>
                </a:solidFill>
                <a:latin typeface="华文中宋" panose="02010600040101010101" pitchFamily="2" charset="-122"/>
                <a:ea typeface="华文中宋" panose="02010600040101010101" pitchFamily="2" charset="-122"/>
              </a:rPr>
              <a:t>2014</a:t>
            </a:r>
            <a:r>
              <a:rPr lang="zh-CN" altLang="en-US" sz="2000" dirty="0">
                <a:solidFill>
                  <a:prstClr val="white"/>
                </a:solidFill>
                <a:latin typeface="华文中宋" panose="02010600040101010101" pitchFamily="2" charset="-122"/>
                <a:ea typeface="华文中宋" panose="02010600040101010101" pitchFamily="2" charset="-122"/>
              </a:rPr>
              <a:t>年已开始显现，特别是从</a:t>
            </a:r>
            <a:r>
              <a:rPr lang="en-US" altLang="zh-CN" sz="2000" dirty="0">
                <a:solidFill>
                  <a:prstClr val="white"/>
                </a:solidFill>
                <a:latin typeface="华文中宋" panose="02010600040101010101" pitchFamily="2" charset="-122"/>
                <a:ea typeface="华文中宋" panose="02010600040101010101" pitchFamily="2" charset="-122"/>
              </a:rPr>
              <a:t>2014</a:t>
            </a:r>
            <a:r>
              <a:rPr lang="zh-CN" altLang="en-US" sz="2000" dirty="0">
                <a:solidFill>
                  <a:prstClr val="white"/>
                </a:solidFill>
                <a:latin typeface="华文中宋" panose="02010600040101010101" pitchFamily="2" charset="-122"/>
                <a:ea typeface="华文中宋" panose="02010600040101010101" pitchFamily="2" charset="-122"/>
              </a:rPr>
              <a:t>下半年已经进入快速增长轨道。</a:t>
            </a:r>
            <a:endParaRPr lang="en-US" altLang="zh-CN" sz="2000" dirty="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作为区域性媒体，报纸是互联网企业进行地面促销的有效推广渠道。</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15" name="KSO_Shape"/>
          <p:cNvSpPr>
            <a:spLocks/>
          </p:cNvSpPr>
          <p:nvPr/>
        </p:nvSpPr>
        <p:spPr bwMode="auto">
          <a:xfrm>
            <a:off x="620624" y="116633"/>
            <a:ext cx="836278" cy="790799"/>
          </a:xfrm>
          <a:custGeom>
            <a:avLst/>
            <a:gdLst>
              <a:gd name="T0" fmla="*/ 288285 w 3897"/>
              <a:gd name="T1" fmla="*/ 0 h 3741"/>
              <a:gd name="T2" fmla="*/ 288285 w 3897"/>
              <a:gd name="T3" fmla="*/ 324343 h 3741"/>
              <a:gd name="T4" fmla="*/ 0 w 3897"/>
              <a:gd name="T5" fmla="*/ 324343 h 3741"/>
              <a:gd name="T6" fmla="*/ 0 w 3897"/>
              <a:gd name="T7" fmla="*/ 1368062 h 3741"/>
              <a:gd name="T8" fmla="*/ 360357 w 3897"/>
              <a:gd name="T9" fmla="*/ 1728443 h 3741"/>
              <a:gd name="T10" fmla="*/ 1440040 w 3897"/>
              <a:gd name="T11" fmla="*/ 1728443 h 3741"/>
              <a:gd name="T12" fmla="*/ 1800397 w 3897"/>
              <a:gd name="T13" fmla="*/ 1368062 h 3741"/>
              <a:gd name="T14" fmla="*/ 1800397 w 3897"/>
              <a:gd name="T15" fmla="*/ 0 h 3741"/>
              <a:gd name="T16" fmla="*/ 288285 w 3897"/>
              <a:gd name="T17" fmla="*/ 0 h 3741"/>
              <a:gd name="T18" fmla="*/ 288285 w 3897"/>
              <a:gd name="T19" fmla="*/ 1260410 h 3741"/>
              <a:gd name="T20" fmla="*/ 198196 w 3897"/>
              <a:gd name="T21" fmla="*/ 1497430 h 3741"/>
              <a:gd name="T22" fmla="*/ 108107 w 3897"/>
              <a:gd name="T23" fmla="*/ 1260410 h 3741"/>
              <a:gd name="T24" fmla="*/ 108107 w 3897"/>
              <a:gd name="T25" fmla="*/ 431995 h 3741"/>
              <a:gd name="T26" fmla="*/ 288285 w 3897"/>
              <a:gd name="T27" fmla="*/ 431995 h 3741"/>
              <a:gd name="T28" fmla="*/ 288285 w 3897"/>
              <a:gd name="T29" fmla="*/ 1260410 h 3741"/>
              <a:gd name="T30" fmla="*/ 1692290 w 3897"/>
              <a:gd name="T31" fmla="*/ 1260410 h 3741"/>
              <a:gd name="T32" fmla="*/ 1332395 w 3897"/>
              <a:gd name="T33" fmla="*/ 1620329 h 3741"/>
              <a:gd name="T34" fmla="*/ 468002 w 3897"/>
              <a:gd name="T35" fmla="*/ 1620329 h 3741"/>
              <a:gd name="T36" fmla="*/ 320625 w 3897"/>
              <a:gd name="T37" fmla="*/ 1588449 h 3741"/>
              <a:gd name="T38" fmla="*/ 396392 w 3897"/>
              <a:gd name="T39" fmla="*/ 1368062 h 3741"/>
              <a:gd name="T40" fmla="*/ 396392 w 3897"/>
              <a:gd name="T41" fmla="*/ 108114 h 3741"/>
              <a:gd name="T42" fmla="*/ 1692290 w 3897"/>
              <a:gd name="T43" fmla="*/ 108114 h 3741"/>
              <a:gd name="T44" fmla="*/ 1692290 w 3897"/>
              <a:gd name="T45" fmla="*/ 1260410 h 3741"/>
              <a:gd name="T46" fmla="*/ 900429 w 3897"/>
              <a:gd name="T47" fmla="*/ 1152295 h 3741"/>
              <a:gd name="T48" fmla="*/ 540073 w 3897"/>
              <a:gd name="T49" fmla="*/ 1152295 h 3741"/>
              <a:gd name="T50" fmla="*/ 540073 w 3897"/>
              <a:gd name="T51" fmla="*/ 1260410 h 3741"/>
              <a:gd name="T52" fmla="*/ 900429 w 3897"/>
              <a:gd name="T53" fmla="*/ 1260410 h 3741"/>
              <a:gd name="T54" fmla="*/ 900429 w 3897"/>
              <a:gd name="T55" fmla="*/ 1152295 h 3741"/>
              <a:gd name="T56" fmla="*/ 900429 w 3897"/>
              <a:gd name="T57" fmla="*/ 972105 h 3741"/>
              <a:gd name="T58" fmla="*/ 540073 w 3897"/>
              <a:gd name="T59" fmla="*/ 972105 h 3741"/>
              <a:gd name="T60" fmla="*/ 540073 w 3897"/>
              <a:gd name="T61" fmla="*/ 1080219 h 3741"/>
              <a:gd name="T62" fmla="*/ 900429 w 3897"/>
              <a:gd name="T63" fmla="*/ 1080219 h 3741"/>
              <a:gd name="T64" fmla="*/ 900429 w 3897"/>
              <a:gd name="T65" fmla="*/ 972105 h 3741"/>
              <a:gd name="T66" fmla="*/ 900429 w 3897"/>
              <a:gd name="T67" fmla="*/ 792376 h 3741"/>
              <a:gd name="T68" fmla="*/ 540073 w 3897"/>
              <a:gd name="T69" fmla="*/ 792376 h 3741"/>
              <a:gd name="T70" fmla="*/ 540073 w 3897"/>
              <a:gd name="T71" fmla="*/ 900029 h 3741"/>
              <a:gd name="T72" fmla="*/ 900429 w 3897"/>
              <a:gd name="T73" fmla="*/ 900029 h 3741"/>
              <a:gd name="T74" fmla="*/ 900429 w 3897"/>
              <a:gd name="T75" fmla="*/ 792376 h 3741"/>
              <a:gd name="T76" fmla="*/ 1512112 w 3897"/>
              <a:gd name="T77" fmla="*/ 324343 h 3741"/>
              <a:gd name="T78" fmla="*/ 540073 w 3897"/>
              <a:gd name="T79" fmla="*/ 324343 h 3741"/>
              <a:gd name="T80" fmla="*/ 540073 w 3897"/>
              <a:gd name="T81" fmla="*/ 468033 h 3741"/>
              <a:gd name="T82" fmla="*/ 1512112 w 3897"/>
              <a:gd name="T83" fmla="*/ 468033 h 3741"/>
              <a:gd name="T84" fmla="*/ 1512112 w 3897"/>
              <a:gd name="T85" fmla="*/ 324343 h 3741"/>
              <a:gd name="T86" fmla="*/ 900429 w 3897"/>
              <a:gd name="T87" fmla="*/ 612186 h 3741"/>
              <a:gd name="T88" fmla="*/ 540073 w 3897"/>
              <a:gd name="T89" fmla="*/ 612186 h 3741"/>
              <a:gd name="T90" fmla="*/ 540073 w 3897"/>
              <a:gd name="T91" fmla="*/ 720300 h 3741"/>
              <a:gd name="T92" fmla="*/ 900429 w 3897"/>
              <a:gd name="T93" fmla="*/ 720300 h 3741"/>
              <a:gd name="T94" fmla="*/ 900429 w 3897"/>
              <a:gd name="T95" fmla="*/ 612186 h 3741"/>
              <a:gd name="T96" fmla="*/ 1008074 w 3897"/>
              <a:gd name="T97" fmla="*/ 1260410 h 3741"/>
              <a:gd name="T98" fmla="*/ 1512112 w 3897"/>
              <a:gd name="T99" fmla="*/ 1260410 h 3741"/>
              <a:gd name="T100" fmla="*/ 1512112 w 3897"/>
              <a:gd name="T101" fmla="*/ 612186 h 3741"/>
              <a:gd name="T102" fmla="*/ 1008074 w 3897"/>
              <a:gd name="T103" fmla="*/ 612186 h 3741"/>
              <a:gd name="T104" fmla="*/ 1008074 w 3897"/>
              <a:gd name="T105" fmla="*/ 1260410 h 37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97" h="3741">
                <a:moveTo>
                  <a:pt x="624" y="0"/>
                </a:moveTo>
                <a:cubicBezTo>
                  <a:pt x="624" y="702"/>
                  <a:pt x="624" y="702"/>
                  <a:pt x="624" y="702"/>
                </a:cubicBezTo>
                <a:cubicBezTo>
                  <a:pt x="0" y="702"/>
                  <a:pt x="0" y="702"/>
                  <a:pt x="0" y="702"/>
                </a:cubicBezTo>
                <a:cubicBezTo>
                  <a:pt x="0" y="2961"/>
                  <a:pt x="0" y="2961"/>
                  <a:pt x="0" y="2961"/>
                </a:cubicBezTo>
                <a:cubicBezTo>
                  <a:pt x="0" y="3392"/>
                  <a:pt x="349" y="3741"/>
                  <a:pt x="780" y="3741"/>
                </a:cubicBezTo>
                <a:cubicBezTo>
                  <a:pt x="3117" y="3741"/>
                  <a:pt x="3117" y="3741"/>
                  <a:pt x="3117" y="3741"/>
                </a:cubicBezTo>
                <a:cubicBezTo>
                  <a:pt x="3548" y="3741"/>
                  <a:pt x="3897" y="3392"/>
                  <a:pt x="3897" y="2961"/>
                </a:cubicBezTo>
                <a:cubicBezTo>
                  <a:pt x="3897" y="0"/>
                  <a:pt x="3897" y="0"/>
                  <a:pt x="3897" y="0"/>
                </a:cubicBezTo>
                <a:lnTo>
                  <a:pt x="624" y="0"/>
                </a:lnTo>
                <a:close/>
                <a:moveTo>
                  <a:pt x="624" y="2728"/>
                </a:moveTo>
                <a:cubicBezTo>
                  <a:pt x="624" y="2925"/>
                  <a:pt x="550" y="3104"/>
                  <a:pt x="429" y="3241"/>
                </a:cubicBezTo>
                <a:cubicBezTo>
                  <a:pt x="308" y="3104"/>
                  <a:pt x="234" y="2925"/>
                  <a:pt x="234" y="2728"/>
                </a:cubicBezTo>
                <a:cubicBezTo>
                  <a:pt x="234" y="935"/>
                  <a:pt x="234" y="935"/>
                  <a:pt x="234" y="935"/>
                </a:cubicBezTo>
                <a:cubicBezTo>
                  <a:pt x="624" y="935"/>
                  <a:pt x="624" y="935"/>
                  <a:pt x="624" y="935"/>
                </a:cubicBezTo>
                <a:lnTo>
                  <a:pt x="624" y="2728"/>
                </a:lnTo>
                <a:close/>
                <a:moveTo>
                  <a:pt x="3663" y="2728"/>
                </a:moveTo>
                <a:cubicBezTo>
                  <a:pt x="3663" y="3158"/>
                  <a:pt x="3314" y="3507"/>
                  <a:pt x="2884" y="3507"/>
                </a:cubicBezTo>
                <a:cubicBezTo>
                  <a:pt x="1013" y="3507"/>
                  <a:pt x="1013" y="3507"/>
                  <a:pt x="1013" y="3507"/>
                </a:cubicBezTo>
                <a:cubicBezTo>
                  <a:pt x="899" y="3507"/>
                  <a:pt x="791" y="3482"/>
                  <a:pt x="694" y="3438"/>
                </a:cubicBezTo>
                <a:cubicBezTo>
                  <a:pt x="796" y="3306"/>
                  <a:pt x="858" y="3141"/>
                  <a:pt x="858" y="2961"/>
                </a:cubicBezTo>
                <a:cubicBezTo>
                  <a:pt x="858" y="234"/>
                  <a:pt x="858" y="234"/>
                  <a:pt x="858" y="234"/>
                </a:cubicBezTo>
                <a:cubicBezTo>
                  <a:pt x="3663" y="234"/>
                  <a:pt x="3663" y="234"/>
                  <a:pt x="3663" y="234"/>
                </a:cubicBezTo>
                <a:lnTo>
                  <a:pt x="3663" y="2728"/>
                </a:lnTo>
                <a:close/>
                <a:moveTo>
                  <a:pt x="1949" y="2494"/>
                </a:moveTo>
                <a:cubicBezTo>
                  <a:pt x="1169" y="2494"/>
                  <a:pt x="1169" y="2494"/>
                  <a:pt x="1169" y="2494"/>
                </a:cubicBezTo>
                <a:cubicBezTo>
                  <a:pt x="1169" y="2728"/>
                  <a:pt x="1169" y="2728"/>
                  <a:pt x="1169" y="2728"/>
                </a:cubicBezTo>
                <a:cubicBezTo>
                  <a:pt x="1949" y="2728"/>
                  <a:pt x="1949" y="2728"/>
                  <a:pt x="1949" y="2728"/>
                </a:cubicBezTo>
                <a:lnTo>
                  <a:pt x="1949" y="2494"/>
                </a:lnTo>
                <a:close/>
                <a:moveTo>
                  <a:pt x="1949" y="2104"/>
                </a:moveTo>
                <a:cubicBezTo>
                  <a:pt x="1169" y="2104"/>
                  <a:pt x="1169" y="2104"/>
                  <a:pt x="1169" y="2104"/>
                </a:cubicBezTo>
                <a:cubicBezTo>
                  <a:pt x="1169" y="2338"/>
                  <a:pt x="1169" y="2338"/>
                  <a:pt x="1169" y="2338"/>
                </a:cubicBezTo>
                <a:cubicBezTo>
                  <a:pt x="1949" y="2338"/>
                  <a:pt x="1949" y="2338"/>
                  <a:pt x="1949" y="2338"/>
                </a:cubicBezTo>
                <a:lnTo>
                  <a:pt x="1949" y="2104"/>
                </a:lnTo>
                <a:close/>
                <a:moveTo>
                  <a:pt x="1949" y="1715"/>
                </a:moveTo>
                <a:cubicBezTo>
                  <a:pt x="1169" y="1715"/>
                  <a:pt x="1169" y="1715"/>
                  <a:pt x="1169" y="1715"/>
                </a:cubicBezTo>
                <a:cubicBezTo>
                  <a:pt x="1169" y="1948"/>
                  <a:pt x="1169" y="1948"/>
                  <a:pt x="1169" y="1948"/>
                </a:cubicBezTo>
                <a:cubicBezTo>
                  <a:pt x="1949" y="1948"/>
                  <a:pt x="1949" y="1948"/>
                  <a:pt x="1949" y="1948"/>
                </a:cubicBezTo>
                <a:lnTo>
                  <a:pt x="1949" y="1715"/>
                </a:lnTo>
                <a:close/>
                <a:moveTo>
                  <a:pt x="3273" y="702"/>
                </a:moveTo>
                <a:cubicBezTo>
                  <a:pt x="1169" y="702"/>
                  <a:pt x="1169" y="702"/>
                  <a:pt x="1169" y="702"/>
                </a:cubicBezTo>
                <a:cubicBezTo>
                  <a:pt x="1169" y="1013"/>
                  <a:pt x="1169" y="1013"/>
                  <a:pt x="1169" y="1013"/>
                </a:cubicBezTo>
                <a:cubicBezTo>
                  <a:pt x="3273" y="1013"/>
                  <a:pt x="3273" y="1013"/>
                  <a:pt x="3273" y="1013"/>
                </a:cubicBezTo>
                <a:lnTo>
                  <a:pt x="3273" y="702"/>
                </a:lnTo>
                <a:close/>
                <a:moveTo>
                  <a:pt x="1949" y="1325"/>
                </a:moveTo>
                <a:cubicBezTo>
                  <a:pt x="1169" y="1325"/>
                  <a:pt x="1169" y="1325"/>
                  <a:pt x="1169" y="1325"/>
                </a:cubicBezTo>
                <a:cubicBezTo>
                  <a:pt x="1169" y="1559"/>
                  <a:pt x="1169" y="1559"/>
                  <a:pt x="1169" y="1559"/>
                </a:cubicBezTo>
                <a:cubicBezTo>
                  <a:pt x="1949" y="1559"/>
                  <a:pt x="1949" y="1559"/>
                  <a:pt x="1949" y="1559"/>
                </a:cubicBezTo>
                <a:lnTo>
                  <a:pt x="1949" y="1325"/>
                </a:lnTo>
                <a:close/>
                <a:moveTo>
                  <a:pt x="2182" y="2728"/>
                </a:moveTo>
                <a:cubicBezTo>
                  <a:pt x="3273" y="2728"/>
                  <a:pt x="3273" y="2728"/>
                  <a:pt x="3273" y="2728"/>
                </a:cubicBezTo>
                <a:cubicBezTo>
                  <a:pt x="3273" y="1325"/>
                  <a:pt x="3273" y="1325"/>
                  <a:pt x="3273" y="1325"/>
                </a:cubicBezTo>
                <a:cubicBezTo>
                  <a:pt x="2182" y="1325"/>
                  <a:pt x="2182" y="1325"/>
                  <a:pt x="2182" y="1325"/>
                </a:cubicBezTo>
                <a:lnTo>
                  <a:pt x="2182" y="2728"/>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6" name="TextBox 15"/>
          <p:cNvSpPr txBox="1"/>
          <p:nvPr/>
        </p:nvSpPr>
        <p:spPr>
          <a:xfrm>
            <a:off x="3835510" y="3284984"/>
            <a:ext cx="612726"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元旦</a:t>
            </a:r>
          </a:p>
        </p:txBody>
      </p:sp>
      <p:sp>
        <p:nvSpPr>
          <p:cNvPr id="17" name="TextBox 16"/>
          <p:cNvSpPr txBox="1"/>
          <p:nvPr/>
        </p:nvSpPr>
        <p:spPr>
          <a:xfrm>
            <a:off x="4748222" y="2871569"/>
            <a:ext cx="612726" cy="307777"/>
          </a:xfrm>
          <a:prstGeom prst="rect">
            <a:avLst/>
          </a:prstGeom>
          <a:solidFill>
            <a:srgbClr val="F1B015"/>
          </a:solidFill>
        </p:spPr>
        <p:txBody>
          <a:bodyPr wrap="square" rtlCol="0">
            <a:spAutoFit/>
          </a:bodyPr>
          <a:lstStyle/>
          <a:p>
            <a:pPr algn="ctr"/>
            <a:r>
              <a:rPr lang="zh-CN" altLang="en-US" sz="1400" b="1" dirty="0">
                <a:solidFill>
                  <a:schemeClr val="bg1"/>
                </a:solidFill>
                <a:latin typeface="华文中宋" panose="02010600040101010101" pitchFamily="2" charset="-122"/>
                <a:ea typeface="华文中宋" panose="02010600040101010101" pitchFamily="2" charset="-122"/>
              </a:rPr>
              <a:t>春节</a:t>
            </a:r>
          </a:p>
        </p:txBody>
      </p:sp>
      <p:sp>
        <p:nvSpPr>
          <p:cNvPr id="18" name="TextBox 17"/>
          <p:cNvSpPr txBox="1"/>
          <p:nvPr/>
        </p:nvSpPr>
        <p:spPr>
          <a:xfrm>
            <a:off x="5580112" y="4725143"/>
            <a:ext cx="1800200" cy="1169551"/>
          </a:xfrm>
          <a:prstGeom prst="rect">
            <a:avLst/>
          </a:prstGeom>
          <a:solidFill>
            <a:srgbClr val="C00000"/>
          </a:solidFill>
        </p:spPr>
        <p:txBody>
          <a:bodyPr wrap="square" rtlCol="0">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营销事件：</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苏宁易购</a:t>
            </a:r>
            <a:r>
              <a:rPr lang="en-US" altLang="zh-CN" sz="1400" b="1" dirty="0" smtClean="0">
                <a:solidFill>
                  <a:schemeClr val="bg1"/>
                </a:solidFill>
                <a:latin typeface="华文中宋" panose="02010600040101010101" pitchFamily="2" charset="-122"/>
                <a:ea typeface="华文中宋" panose="02010600040101010101" pitchFamily="2" charset="-122"/>
              </a:rPr>
              <a:t>6</a:t>
            </a:r>
            <a:r>
              <a:rPr lang="zh-CN" altLang="en-US" sz="1400" b="1" dirty="0" smtClean="0">
                <a:solidFill>
                  <a:schemeClr val="bg1"/>
                </a:solidFill>
                <a:latin typeface="华文中宋" panose="02010600040101010101" pitchFamily="2" charset="-122"/>
                <a:ea typeface="华文中宋" panose="02010600040101010101" pitchFamily="2" charset="-122"/>
              </a:rPr>
              <a:t>月消费电子展等活动，环比上月报纸广告花费增长</a:t>
            </a:r>
            <a:r>
              <a:rPr lang="en-US" altLang="zh-CN" sz="1400" b="1" dirty="0" smtClean="0">
                <a:solidFill>
                  <a:schemeClr val="bg1"/>
                </a:solidFill>
                <a:latin typeface="华文中宋" panose="02010600040101010101" pitchFamily="2" charset="-122"/>
                <a:ea typeface="华文中宋" panose="02010600040101010101" pitchFamily="2" charset="-122"/>
              </a:rPr>
              <a:t>177%</a:t>
            </a:r>
          </a:p>
        </p:txBody>
      </p:sp>
      <p:cxnSp>
        <p:nvCxnSpPr>
          <p:cNvPr id="3" name="直接箭头连接符 2"/>
          <p:cNvCxnSpPr/>
          <p:nvPr/>
        </p:nvCxnSpPr>
        <p:spPr>
          <a:xfrm flipV="1">
            <a:off x="5868144" y="4353424"/>
            <a:ext cx="0" cy="361328"/>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19" name="TextBox 18"/>
          <p:cNvSpPr txBox="1"/>
          <p:nvPr/>
        </p:nvSpPr>
        <p:spPr>
          <a:xfrm>
            <a:off x="7524328" y="2765504"/>
            <a:ext cx="936104" cy="307777"/>
          </a:xfrm>
          <a:prstGeom prst="rect">
            <a:avLst/>
          </a:prstGeom>
          <a:solidFill>
            <a:srgbClr val="F1B015"/>
          </a:solidFill>
        </p:spPr>
        <p:txBody>
          <a:bodyPr wrap="square" rtlCol="0">
            <a:spAutoFit/>
          </a:bodyPr>
          <a:lstStyle/>
          <a:p>
            <a:pPr algn="ctr"/>
            <a:r>
              <a:rPr lang="zh-CN" altLang="en-US" sz="1400" b="1" dirty="0" smtClean="0">
                <a:solidFill>
                  <a:schemeClr val="bg1"/>
                </a:solidFill>
                <a:latin typeface="华文中宋" panose="02010600040101010101" pitchFamily="2" charset="-122"/>
                <a:ea typeface="华文中宋" panose="02010600040101010101" pitchFamily="2" charset="-122"/>
              </a:rPr>
              <a:t>双十一</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470220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0" name="KSO_Shape"/>
          <p:cNvSpPr>
            <a:spLocks/>
          </p:cNvSpPr>
          <p:nvPr/>
        </p:nvSpPr>
        <p:spPr bwMode="auto">
          <a:xfrm>
            <a:off x="1272852" y="3208389"/>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KSO_Shape"/>
          <p:cNvSpPr>
            <a:spLocks/>
          </p:cNvSpPr>
          <p:nvPr/>
        </p:nvSpPr>
        <p:spPr bwMode="auto">
          <a:xfrm>
            <a:off x="3976884" y="3136823"/>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5" name="MH_Text_2"/>
          <p:cNvSpPr txBox="1">
            <a:spLocks noChangeArrowheads="1"/>
          </p:cNvSpPr>
          <p:nvPr>
            <p:custDataLst>
              <p:tags r:id="rId1"/>
            </p:custDataLst>
          </p:nvPr>
        </p:nvSpPr>
        <p:spPr bwMode="auto">
          <a:xfrm>
            <a:off x="1259632" y="4797152"/>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rm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86.4%                          5.2%                           2.3%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2" name="KSO_Shape"/>
          <p:cNvSpPr>
            <a:spLocks/>
          </p:cNvSpPr>
          <p:nvPr/>
        </p:nvSpPr>
        <p:spPr bwMode="auto">
          <a:xfrm>
            <a:off x="6732240" y="3249770"/>
            <a:ext cx="1184920" cy="899310"/>
          </a:xfrm>
          <a:custGeom>
            <a:avLst/>
            <a:gdLst>
              <a:gd name="T0" fmla="*/ 113939 w 6855"/>
              <a:gd name="T1" fmla="*/ 556 h 4342"/>
              <a:gd name="T2" fmla="*/ 83370 w 6855"/>
              <a:gd name="T3" fmla="*/ 7500 h 4342"/>
              <a:gd name="T4" fmla="*/ 56136 w 6855"/>
              <a:gd name="T5" fmla="*/ 21666 h 4342"/>
              <a:gd name="T6" fmla="*/ 33070 w 6855"/>
              <a:gd name="T7" fmla="*/ 41387 h 4342"/>
              <a:gd name="T8" fmla="*/ 15284 w 6855"/>
              <a:gd name="T9" fmla="*/ 66386 h 4342"/>
              <a:gd name="T10" fmla="*/ 3891 w 6855"/>
              <a:gd name="T11" fmla="*/ 95273 h 4342"/>
              <a:gd name="T12" fmla="*/ 0 w 6855"/>
              <a:gd name="T13" fmla="*/ 126939 h 4342"/>
              <a:gd name="T14" fmla="*/ 1389 w 6855"/>
              <a:gd name="T15" fmla="*/ 971345 h 4342"/>
              <a:gd name="T16" fmla="*/ 10004 w 6855"/>
              <a:gd name="T17" fmla="*/ 1001343 h 4342"/>
              <a:gd name="T18" fmla="*/ 25289 w 6855"/>
              <a:gd name="T19" fmla="*/ 1027731 h 4342"/>
              <a:gd name="T20" fmla="*/ 46409 w 6855"/>
              <a:gd name="T21" fmla="*/ 1049674 h 4342"/>
              <a:gd name="T22" fmla="*/ 71976 w 6855"/>
              <a:gd name="T23" fmla="*/ 1066340 h 4342"/>
              <a:gd name="T24" fmla="*/ 101433 w 6855"/>
              <a:gd name="T25" fmla="*/ 1076340 h 4342"/>
              <a:gd name="T26" fmla="*/ 825361 w 6855"/>
              <a:gd name="T27" fmla="*/ 1078840 h 4342"/>
              <a:gd name="T28" fmla="*/ 687245 w 6855"/>
              <a:gd name="T29" fmla="*/ 1143281 h 4342"/>
              <a:gd name="T30" fmla="*/ 665013 w 6855"/>
              <a:gd name="T31" fmla="*/ 1150225 h 4342"/>
              <a:gd name="T32" fmla="*/ 650284 w 6855"/>
              <a:gd name="T33" fmla="*/ 1162447 h 4342"/>
              <a:gd name="T34" fmla="*/ 638057 w 6855"/>
              <a:gd name="T35" fmla="*/ 1185779 h 4342"/>
              <a:gd name="T36" fmla="*/ 635000 w 6855"/>
              <a:gd name="T37" fmla="*/ 1206056 h 4342"/>
              <a:gd name="T38" fmla="*/ 1268333 w 6855"/>
              <a:gd name="T39" fmla="*/ 1189668 h 4342"/>
              <a:gd name="T40" fmla="*/ 1259996 w 6855"/>
              <a:gd name="T41" fmla="*/ 1169113 h 4342"/>
              <a:gd name="T42" fmla="*/ 1246934 w 6855"/>
              <a:gd name="T43" fmla="*/ 1155781 h 4342"/>
              <a:gd name="T44" fmla="*/ 1220812 w 6855"/>
              <a:gd name="T45" fmla="*/ 1144392 h 4342"/>
              <a:gd name="T46" fmla="*/ 1079361 w 6855"/>
              <a:gd name="T47" fmla="*/ 1142448 h 4342"/>
              <a:gd name="T48" fmla="*/ 1790783 w 6855"/>
              <a:gd name="T49" fmla="*/ 1078284 h 4342"/>
              <a:gd name="T50" fmla="*/ 1821352 w 6855"/>
              <a:gd name="T51" fmla="*/ 1071062 h 4342"/>
              <a:gd name="T52" fmla="*/ 1848864 w 6855"/>
              <a:gd name="T53" fmla="*/ 1057174 h 4342"/>
              <a:gd name="T54" fmla="*/ 1871652 w 6855"/>
              <a:gd name="T55" fmla="*/ 1037175 h 4342"/>
              <a:gd name="T56" fmla="*/ 1889438 w 6855"/>
              <a:gd name="T57" fmla="*/ 1012176 h 4342"/>
              <a:gd name="T58" fmla="*/ 1900832 w 6855"/>
              <a:gd name="T59" fmla="*/ 983566 h 4342"/>
              <a:gd name="T60" fmla="*/ 1905000 w 6855"/>
              <a:gd name="T61" fmla="*/ 952179 h 4342"/>
              <a:gd name="T62" fmla="*/ 1903333 w 6855"/>
              <a:gd name="T63" fmla="*/ 107773 h 4342"/>
              <a:gd name="T64" fmla="*/ 1894718 w 6855"/>
              <a:gd name="T65" fmla="*/ 77774 h 4342"/>
              <a:gd name="T66" fmla="*/ 1879711 w 6855"/>
              <a:gd name="T67" fmla="*/ 51109 h 4342"/>
              <a:gd name="T68" fmla="*/ 1858313 w 6855"/>
              <a:gd name="T69" fmla="*/ 29165 h 4342"/>
              <a:gd name="T70" fmla="*/ 1832746 w 6855"/>
              <a:gd name="T71" fmla="*/ 12499 h 4342"/>
              <a:gd name="T72" fmla="*/ 1803289 w 6855"/>
              <a:gd name="T73" fmla="*/ 2500 h 4342"/>
              <a:gd name="T74" fmla="*/ 1841083 w 6855"/>
              <a:gd name="T75" fmla="*/ 952179 h 4342"/>
              <a:gd name="T76" fmla="*/ 1836359 w 6855"/>
              <a:gd name="T77" fmla="*/ 976900 h 4342"/>
              <a:gd name="T78" fmla="*/ 1818018 w 6855"/>
              <a:gd name="T79" fmla="*/ 1001065 h 4342"/>
              <a:gd name="T80" fmla="*/ 1790505 w 6855"/>
              <a:gd name="T81" fmla="*/ 1014120 h 4342"/>
              <a:gd name="T82" fmla="*/ 120330 w 6855"/>
              <a:gd name="T83" fmla="*/ 1015231 h 4342"/>
              <a:gd name="T84" fmla="*/ 91707 w 6855"/>
              <a:gd name="T85" fmla="*/ 1004676 h 4342"/>
              <a:gd name="T86" fmla="*/ 71142 w 6855"/>
              <a:gd name="T87" fmla="*/ 982177 h 4342"/>
              <a:gd name="T88" fmla="*/ 63361 w 6855"/>
              <a:gd name="T89" fmla="*/ 952179 h 4342"/>
              <a:gd name="T90" fmla="*/ 66418 w 6855"/>
              <a:gd name="T91" fmla="*/ 108051 h 4342"/>
              <a:gd name="T92" fmla="*/ 81980 w 6855"/>
              <a:gd name="T93" fmla="*/ 82218 h 4342"/>
              <a:gd name="T94" fmla="*/ 107825 w 6855"/>
              <a:gd name="T95" fmla="*/ 66108 h 4342"/>
              <a:gd name="T96" fmla="*/ 1777722 w 6855"/>
              <a:gd name="T97" fmla="*/ 63330 h 4342"/>
              <a:gd name="T98" fmla="*/ 1808291 w 6855"/>
              <a:gd name="T99" fmla="*/ 70830 h 4342"/>
              <a:gd name="T100" fmla="*/ 1830523 w 6855"/>
              <a:gd name="T101" fmla="*/ 91385 h 4342"/>
              <a:gd name="T102" fmla="*/ 1840805 w 6855"/>
              <a:gd name="T103" fmla="*/ 120272 h 434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855" h="4342">
                <a:moveTo>
                  <a:pt x="6397" y="0"/>
                </a:moveTo>
                <a:lnTo>
                  <a:pt x="456" y="0"/>
                </a:lnTo>
                <a:lnTo>
                  <a:pt x="433" y="1"/>
                </a:lnTo>
                <a:lnTo>
                  <a:pt x="410" y="2"/>
                </a:lnTo>
                <a:lnTo>
                  <a:pt x="387" y="5"/>
                </a:lnTo>
                <a:lnTo>
                  <a:pt x="365" y="9"/>
                </a:lnTo>
                <a:lnTo>
                  <a:pt x="343" y="15"/>
                </a:lnTo>
                <a:lnTo>
                  <a:pt x="322" y="20"/>
                </a:lnTo>
                <a:lnTo>
                  <a:pt x="300" y="27"/>
                </a:lnTo>
                <a:lnTo>
                  <a:pt x="279" y="35"/>
                </a:lnTo>
                <a:lnTo>
                  <a:pt x="259" y="45"/>
                </a:lnTo>
                <a:lnTo>
                  <a:pt x="240" y="55"/>
                </a:lnTo>
                <a:lnTo>
                  <a:pt x="220" y="67"/>
                </a:lnTo>
                <a:lnTo>
                  <a:pt x="202" y="78"/>
                </a:lnTo>
                <a:lnTo>
                  <a:pt x="184" y="91"/>
                </a:lnTo>
                <a:lnTo>
                  <a:pt x="167" y="105"/>
                </a:lnTo>
                <a:lnTo>
                  <a:pt x="150" y="118"/>
                </a:lnTo>
                <a:lnTo>
                  <a:pt x="134" y="134"/>
                </a:lnTo>
                <a:lnTo>
                  <a:pt x="119" y="149"/>
                </a:lnTo>
                <a:lnTo>
                  <a:pt x="105" y="167"/>
                </a:lnTo>
                <a:lnTo>
                  <a:pt x="91" y="184"/>
                </a:lnTo>
                <a:lnTo>
                  <a:pt x="78" y="201"/>
                </a:lnTo>
                <a:lnTo>
                  <a:pt x="66" y="221"/>
                </a:lnTo>
                <a:lnTo>
                  <a:pt x="55" y="239"/>
                </a:lnTo>
                <a:lnTo>
                  <a:pt x="45" y="259"/>
                </a:lnTo>
                <a:lnTo>
                  <a:pt x="36" y="280"/>
                </a:lnTo>
                <a:lnTo>
                  <a:pt x="28" y="300"/>
                </a:lnTo>
                <a:lnTo>
                  <a:pt x="21" y="321"/>
                </a:lnTo>
                <a:lnTo>
                  <a:pt x="14" y="343"/>
                </a:lnTo>
                <a:lnTo>
                  <a:pt x="9" y="365"/>
                </a:lnTo>
                <a:lnTo>
                  <a:pt x="5" y="388"/>
                </a:lnTo>
                <a:lnTo>
                  <a:pt x="2" y="410"/>
                </a:lnTo>
                <a:lnTo>
                  <a:pt x="0" y="433"/>
                </a:lnTo>
                <a:lnTo>
                  <a:pt x="0" y="457"/>
                </a:lnTo>
                <a:lnTo>
                  <a:pt x="0" y="3428"/>
                </a:lnTo>
                <a:lnTo>
                  <a:pt x="0" y="3451"/>
                </a:lnTo>
                <a:lnTo>
                  <a:pt x="2" y="3474"/>
                </a:lnTo>
                <a:lnTo>
                  <a:pt x="5" y="3497"/>
                </a:lnTo>
                <a:lnTo>
                  <a:pt x="9" y="3519"/>
                </a:lnTo>
                <a:lnTo>
                  <a:pt x="14" y="3541"/>
                </a:lnTo>
                <a:lnTo>
                  <a:pt x="21" y="3563"/>
                </a:lnTo>
                <a:lnTo>
                  <a:pt x="28" y="3584"/>
                </a:lnTo>
                <a:lnTo>
                  <a:pt x="36" y="3605"/>
                </a:lnTo>
                <a:lnTo>
                  <a:pt x="45" y="3625"/>
                </a:lnTo>
                <a:lnTo>
                  <a:pt x="55" y="3644"/>
                </a:lnTo>
                <a:lnTo>
                  <a:pt x="66" y="3664"/>
                </a:lnTo>
                <a:lnTo>
                  <a:pt x="78" y="3682"/>
                </a:lnTo>
                <a:lnTo>
                  <a:pt x="91" y="3700"/>
                </a:lnTo>
                <a:lnTo>
                  <a:pt x="105" y="3717"/>
                </a:lnTo>
                <a:lnTo>
                  <a:pt x="119" y="3734"/>
                </a:lnTo>
                <a:lnTo>
                  <a:pt x="134" y="3750"/>
                </a:lnTo>
                <a:lnTo>
                  <a:pt x="150" y="3765"/>
                </a:lnTo>
                <a:lnTo>
                  <a:pt x="167" y="3779"/>
                </a:lnTo>
                <a:lnTo>
                  <a:pt x="184" y="3793"/>
                </a:lnTo>
                <a:lnTo>
                  <a:pt x="202" y="3806"/>
                </a:lnTo>
                <a:lnTo>
                  <a:pt x="220" y="3818"/>
                </a:lnTo>
                <a:lnTo>
                  <a:pt x="240" y="3829"/>
                </a:lnTo>
                <a:lnTo>
                  <a:pt x="259" y="3839"/>
                </a:lnTo>
                <a:lnTo>
                  <a:pt x="279" y="3848"/>
                </a:lnTo>
                <a:lnTo>
                  <a:pt x="300" y="3856"/>
                </a:lnTo>
                <a:lnTo>
                  <a:pt x="322" y="3863"/>
                </a:lnTo>
                <a:lnTo>
                  <a:pt x="343" y="3870"/>
                </a:lnTo>
                <a:lnTo>
                  <a:pt x="365" y="3875"/>
                </a:lnTo>
                <a:lnTo>
                  <a:pt x="387" y="3879"/>
                </a:lnTo>
                <a:lnTo>
                  <a:pt x="410" y="3882"/>
                </a:lnTo>
                <a:lnTo>
                  <a:pt x="433" y="3884"/>
                </a:lnTo>
                <a:lnTo>
                  <a:pt x="456" y="3884"/>
                </a:lnTo>
                <a:lnTo>
                  <a:pt x="2970" y="3884"/>
                </a:lnTo>
                <a:lnTo>
                  <a:pt x="2970" y="4113"/>
                </a:lnTo>
                <a:lnTo>
                  <a:pt x="2513" y="4113"/>
                </a:lnTo>
                <a:lnTo>
                  <a:pt x="2492" y="4113"/>
                </a:lnTo>
                <a:lnTo>
                  <a:pt x="2473" y="4116"/>
                </a:lnTo>
                <a:lnTo>
                  <a:pt x="2454" y="4118"/>
                </a:lnTo>
                <a:lnTo>
                  <a:pt x="2438" y="4123"/>
                </a:lnTo>
                <a:lnTo>
                  <a:pt x="2422" y="4128"/>
                </a:lnTo>
                <a:lnTo>
                  <a:pt x="2407" y="4134"/>
                </a:lnTo>
                <a:lnTo>
                  <a:pt x="2393" y="4141"/>
                </a:lnTo>
                <a:lnTo>
                  <a:pt x="2381" y="4148"/>
                </a:lnTo>
                <a:lnTo>
                  <a:pt x="2369" y="4157"/>
                </a:lnTo>
                <a:lnTo>
                  <a:pt x="2359" y="4166"/>
                </a:lnTo>
                <a:lnTo>
                  <a:pt x="2349" y="4176"/>
                </a:lnTo>
                <a:lnTo>
                  <a:pt x="2340" y="4185"/>
                </a:lnTo>
                <a:lnTo>
                  <a:pt x="2332" y="4195"/>
                </a:lnTo>
                <a:lnTo>
                  <a:pt x="2325" y="4206"/>
                </a:lnTo>
                <a:lnTo>
                  <a:pt x="2314" y="4227"/>
                </a:lnTo>
                <a:lnTo>
                  <a:pt x="2303" y="4248"/>
                </a:lnTo>
                <a:lnTo>
                  <a:pt x="2296" y="4269"/>
                </a:lnTo>
                <a:lnTo>
                  <a:pt x="2292" y="4289"/>
                </a:lnTo>
                <a:lnTo>
                  <a:pt x="2288" y="4306"/>
                </a:lnTo>
                <a:lnTo>
                  <a:pt x="2286" y="4321"/>
                </a:lnTo>
                <a:lnTo>
                  <a:pt x="2285" y="4331"/>
                </a:lnTo>
                <a:lnTo>
                  <a:pt x="2285" y="4342"/>
                </a:lnTo>
                <a:lnTo>
                  <a:pt x="4570" y="4342"/>
                </a:lnTo>
                <a:lnTo>
                  <a:pt x="4569" y="4321"/>
                </a:lnTo>
                <a:lnTo>
                  <a:pt x="4567" y="4301"/>
                </a:lnTo>
                <a:lnTo>
                  <a:pt x="4564" y="4283"/>
                </a:lnTo>
                <a:lnTo>
                  <a:pt x="4559" y="4266"/>
                </a:lnTo>
                <a:lnTo>
                  <a:pt x="4555" y="4251"/>
                </a:lnTo>
                <a:lnTo>
                  <a:pt x="4548" y="4236"/>
                </a:lnTo>
                <a:lnTo>
                  <a:pt x="4541" y="4222"/>
                </a:lnTo>
                <a:lnTo>
                  <a:pt x="4534" y="4209"/>
                </a:lnTo>
                <a:lnTo>
                  <a:pt x="4526" y="4198"/>
                </a:lnTo>
                <a:lnTo>
                  <a:pt x="4517" y="4187"/>
                </a:lnTo>
                <a:lnTo>
                  <a:pt x="4507" y="4178"/>
                </a:lnTo>
                <a:lnTo>
                  <a:pt x="4497" y="4169"/>
                </a:lnTo>
                <a:lnTo>
                  <a:pt x="4487" y="4161"/>
                </a:lnTo>
                <a:lnTo>
                  <a:pt x="4476" y="4154"/>
                </a:lnTo>
                <a:lnTo>
                  <a:pt x="4456" y="4141"/>
                </a:lnTo>
                <a:lnTo>
                  <a:pt x="4434" y="4132"/>
                </a:lnTo>
                <a:lnTo>
                  <a:pt x="4413" y="4125"/>
                </a:lnTo>
                <a:lnTo>
                  <a:pt x="4393" y="4120"/>
                </a:lnTo>
                <a:lnTo>
                  <a:pt x="4376" y="4117"/>
                </a:lnTo>
                <a:lnTo>
                  <a:pt x="4362" y="4115"/>
                </a:lnTo>
                <a:lnTo>
                  <a:pt x="4351" y="4113"/>
                </a:lnTo>
                <a:lnTo>
                  <a:pt x="4340" y="4113"/>
                </a:lnTo>
                <a:lnTo>
                  <a:pt x="3884" y="4113"/>
                </a:lnTo>
                <a:lnTo>
                  <a:pt x="3884" y="3884"/>
                </a:lnTo>
                <a:lnTo>
                  <a:pt x="6397" y="3884"/>
                </a:lnTo>
                <a:lnTo>
                  <a:pt x="6421" y="3884"/>
                </a:lnTo>
                <a:lnTo>
                  <a:pt x="6444" y="3882"/>
                </a:lnTo>
                <a:lnTo>
                  <a:pt x="6466" y="3879"/>
                </a:lnTo>
                <a:lnTo>
                  <a:pt x="6489" y="3875"/>
                </a:lnTo>
                <a:lnTo>
                  <a:pt x="6511" y="3870"/>
                </a:lnTo>
                <a:lnTo>
                  <a:pt x="6533" y="3863"/>
                </a:lnTo>
                <a:lnTo>
                  <a:pt x="6554" y="3856"/>
                </a:lnTo>
                <a:lnTo>
                  <a:pt x="6575" y="3848"/>
                </a:lnTo>
                <a:lnTo>
                  <a:pt x="6595" y="3839"/>
                </a:lnTo>
                <a:lnTo>
                  <a:pt x="6615" y="3829"/>
                </a:lnTo>
                <a:lnTo>
                  <a:pt x="6633" y="3818"/>
                </a:lnTo>
                <a:lnTo>
                  <a:pt x="6653" y="3806"/>
                </a:lnTo>
                <a:lnTo>
                  <a:pt x="6670" y="3793"/>
                </a:lnTo>
                <a:lnTo>
                  <a:pt x="6687" y="3779"/>
                </a:lnTo>
                <a:lnTo>
                  <a:pt x="6705" y="3765"/>
                </a:lnTo>
                <a:lnTo>
                  <a:pt x="6720" y="3750"/>
                </a:lnTo>
                <a:lnTo>
                  <a:pt x="6735" y="3734"/>
                </a:lnTo>
                <a:lnTo>
                  <a:pt x="6750" y="3717"/>
                </a:lnTo>
                <a:lnTo>
                  <a:pt x="6764" y="3700"/>
                </a:lnTo>
                <a:lnTo>
                  <a:pt x="6776" y="3682"/>
                </a:lnTo>
                <a:lnTo>
                  <a:pt x="6788" y="3664"/>
                </a:lnTo>
                <a:lnTo>
                  <a:pt x="6799" y="3644"/>
                </a:lnTo>
                <a:lnTo>
                  <a:pt x="6810" y="3625"/>
                </a:lnTo>
                <a:lnTo>
                  <a:pt x="6818" y="3605"/>
                </a:lnTo>
                <a:lnTo>
                  <a:pt x="6827" y="3584"/>
                </a:lnTo>
                <a:lnTo>
                  <a:pt x="6834" y="3563"/>
                </a:lnTo>
                <a:lnTo>
                  <a:pt x="6840" y="3541"/>
                </a:lnTo>
                <a:lnTo>
                  <a:pt x="6845" y="3519"/>
                </a:lnTo>
                <a:lnTo>
                  <a:pt x="6849" y="3497"/>
                </a:lnTo>
                <a:lnTo>
                  <a:pt x="6852" y="3474"/>
                </a:lnTo>
                <a:lnTo>
                  <a:pt x="6853" y="3451"/>
                </a:lnTo>
                <a:lnTo>
                  <a:pt x="6855" y="3428"/>
                </a:lnTo>
                <a:lnTo>
                  <a:pt x="6855" y="457"/>
                </a:lnTo>
                <a:lnTo>
                  <a:pt x="6853" y="433"/>
                </a:lnTo>
                <a:lnTo>
                  <a:pt x="6852" y="410"/>
                </a:lnTo>
                <a:lnTo>
                  <a:pt x="6849" y="388"/>
                </a:lnTo>
                <a:lnTo>
                  <a:pt x="6845" y="365"/>
                </a:lnTo>
                <a:lnTo>
                  <a:pt x="6840" y="343"/>
                </a:lnTo>
                <a:lnTo>
                  <a:pt x="6834" y="321"/>
                </a:lnTo>
                <a:lnTo>
                  <a:pt x="6827" y="300"/>
                </a:lnTo>
                <a:lnTo>
                  <a:pt x="6818" y="280"/>
                </a:lnTo>
                <a:lnTo>
                  <a:pt x="6810" y="259"/>
                </a:lnTo>
                <a:lnTo>
                  <a:pt x="6799" y="239"/>
                </a:lnTo>
                <a:lnTo>
                  <a:pt x="6788" y="221"/>
                </a:lnTo>
                <a:lnTo>
                  <a:pt x="6776" y="201"/>
                </a:lnTo>
                <a:lnTo>
                  <a:pt x="6764" y="184"/>
                </a:lnTo>
                <a:lnTo>
                  <a:pt x="6750" y="167"/>
                </a:lnTo>
                <a:lnTo>
                  <a:pt x="6735" y="149"/>
                </a:lnTo>
                <a:lnTo>
                  <a:pt x="6720" y="134"/>
                </a:lnTo>
                <a:lnTo>
                  <a:pt x="6705" y="118"/>
                </a:lnTo>
                <a:lnTo>
                  <a:pt x="6687" y="105"/>
                </a:lnTo>
                <a:lnTo>
                  <a:pt x="6670" y="91"/>
                </a:lnTo>
                <a:lnTo>
                  <a:pt x="6653" y="78"/>
                </a:lnTo>
                <a:lnTo>
                  <a:pt x="6633" y="67"/>
                </a:lnTo>
                <a:lnTo>
                  <a:pt x="6615" y="55"/>
                </a:lnTo>
                <a:lnTo>
                  <a:pt x="6595" y="45"/>
                </a:lnTo>
                <a:lnTo>
                  <a:pt x="6575" y="35"/>
                </a:lnTo>
                <a:lnTo>
                  <a:pt x="6554" y="27"/>
                </a:lnTo>
                <a:lnTo>
                  <a:pt x="6533" y="20"/>
                </a:lnTo>
                <a:lnTo>
                  <a:pt x="6511" y="15"/>
                </a:lnTo>
                <a:lnTo>
                  <a:pt x="6489" y="9"/>
                </a:lnTo>
                <a:lnTo>
                  <a:pt x="6466" y="5"/>
                </a:lnTo>
                <a:lnTo>
                  <a:pt x="6444" y="2"/>
                </a:lnTo>
                <a:lnTo>
                  <a:pt x="6421" y="1"/>
                </a:lnTo>
                <a:lnTo>
                  <a:pt x="6397" y="0"/>
                </a:lnTo>
                <a:close/>
                <a:moveTo>
                  <a:pt x="6625" y="3428"/>
                </a:moveTo>
                <a:lnTo>
                  <a:pt x="6625" y="3428"/>
                </a:lnTo>
                <a:lnTo>
                  <a:pt x="6624" y="3451"/>
                </a:lnTo>
                <a:lnTo>
                  <a:pt x="6621" y="3474"/>
                </a:lnTo>
                <a:lnTo>
                  <a:pt x="6616" y="3496"/>
                </a:lnTo>
                <a:lnTo>
                  <a:pt x="6608" y="3517"/>
                </a:lnTo>
                <a:lnTo>
                  <a:pt x="6599" y="3536"/>
                </a:lnTo>
                <a:lnTo>
                  <a:pt x="6587" y="3555"/>
                </a:lnTo>
                <a:lnTo>
                  <a:pt x="6573" y="3573"/>
                </a:lnTo>
                <a:lnTo>
                  <a:pt x="6558" y="3589"/>
                </a:lnTo>
                <a:lnTo>
                  <a:pt x="6542" y="3604"/>
                </a:lnTo>
                <a:lnTo>
                  <a:pt x="6525" y="3617"/>
                </a:lnTo>
                <a:lnTo>
                  <a:pt x="6507" y="3628"/>
                </a:lnTo>
                <a:lnTo>
                  <a:pt x="6486" y="3638"/>
                </a:lnTo>
                <a:lnTo>
                  <a:pt x="6465" y="3646"/>
                </a:lnTo>
                <a:lnTo>
                  <a:pt x="6443" y="3651"/>
                </a:lnTo>
                <a:lnTo>
                  <a:pt x="6420" y="3655"/>
                </a:lnTo>
                <a:lnTo>
                  <a:pt x="6397" y="3656"/>
                </a:lnTo>
                <a:lnTo>
                  <a:pt x="456" y="3656"/>
                </a:lnTo>
                <a:lnTo>
                  <a:pt x="433" y="3655"/>
                </a:lnTo>
                <a:lnTo>
                  <a:pt x="410" y="3651"/>
                </a:lnTo>
                <a:lnTo>
                  <a:pt x="388" y="3646"/>
                </a:lnTo>
                <a:lnTo>
                  <a:pt x="368" y="3638"/>
                </a:lnTo>
                <a:lnTo>
                  <a:pt x="348" y="3628"/>
                </a:lnTo>
                <a:lnTo>
                  <a:pt x="330" y="3617"/>
                </a:lnTo>
                <a:lnTo>
                  <a:pt x="311" y="3604"/>
                </a:lnTo>
                <a:lnTo>
                  <a:pt x="295" y="3589"/>
                </a:lnTo>
                <a:lnTo>
                  <a:pt x="280" y="3573"/>
                </a:lnTo>
                <a:lnTo>
                  <a:pt x="267" y="3555"/>
                </a:lnTo>
                <a:lnTo>
                  <a:pt x="256" y="3536"/>
                </a:lnTo>
                <a:lnTo>
                  <a:pt x="247" y="3517"/>
                </a:lnTo>
                <a:lnTo>
                  <a:pt x="239" y="3496"/>
                </a:lnTo>
                <a:lnTo>
                  <a:pt x="233" y="3474"/>
                </a:lnTo>
                <a:lnTo>
                  <a:pt x="229" y="3451"/>
                </a:lnTo>
                <a:lnTo>
                  <a:pt x="228" y="3428"/>
                </a:lnTo>
                <a:lnTo>
                  <a:pt x="228" y="457"/>
                </a:lnTo>
                <a:lnTo>
                  <a:pt x="229" y="433"/>
                </a:lnTo>
                <a:lnTo>
                  <a:pt x="233" y="411"/>
                </a:lnTo>
                <a:lnTo>
                  <a:pt x="239" y="389"/>
                </a:lnTo>
                <a:lnTo>
                  <a:pt x="247" y="368"/>
                </a:lnTo>
                <a:lnTo>
                  <a:pt x="256" y="348"/>
                </a:lnTo>
                <a:lnTo>
                  <a:pt x="267" y="329"/>
                </a:lnTo>
                <a:lnTo>
                  <a:pt x="280" y="312"/>
                </a:lnTo>
                <a:lnTo>
                  <a:pt x="295" y="296"/>
                </a:lnTo>
                <a:lnTo>
                  <a:pt x="311" y="281"/>
                </a:lnTo>
                <a:lnTo>
                  <a:pt x="330" y="267"/>
                </a:lnTo>
                <a:lnTo>
                  <a:pt x="348" y="255"/>
                </a:lnTo>
                <a:lnTo>
                  <a:pt x="368" y="246"/>
                </a:lnTo>
                <a:lnTo>
                  <a:pt x="388" y="238"/>
                </a:lnTo>
                <a:lnTo>
                  <a:pt x="410" y="232"/>
                </a:lnTo>
                <a:lnTo>
                  <a:pt x="433" y="229"/>
                </a:lnTo>
                <a:lnTo>
                  <a:pt x="456" y="228"/>
                </a:lnTo>
                <a:lnTo>
                  <a:pt x="6397" y="228"/>
                </a:lnTo>
                <a:lnTo>
                  <a:pt x="6420" y="229"/>
                </a:lnTo>
                <a:lnTo>
                  <a:pt x="6443" y="232"/>
                </a:lnTo>
                <a:lnTo>
                  <a:pt x="6465" y="238"/>
                </a:lnTo>
                <a:lnTo>
                  <a:pt x="6486" y="246"/>
                </a:lnTo>
                <a:lnTo>
                  <a:pt x="6507" y="255"/>
                </a:lnTo>
                <a:lnTo>
                  <a:pt x="6525" y="267"/>
                </a:lnTo>
                <a:lnTo>
                  <a:pt x="6542" y="281"/>
                </a:lnTo>
                <a:lnTo>
                  <a:pt x="6558" y="296"/>
                </a:lnTo>
                <a:lnTo>
                  <a:pt x="6573" y="312"/>
                </a:lnTo>
                <a:lnTo>
                  <a:pt x="6587" y="329"/>
                </a:lnTo>
                <a:lnTo>
                  <a:pt x="6599" y="348"/>
                </a:lnTo>
                <a:lnTo>
                  <a:pt x="6608" y="368"/>
                </a:lnTo>
                <a:lnTo>
                  <a:pt x="6616" y="389"/>
                </a:lnTo>
                <a:lnTo>
                  <a:pt x="6621" y="411"/>
                </a:lnTo>
                <a:lnTo>
                  <a:pt x="6624" y="433"/>
                </a:lnTo>
                <a:lnTo>
                  <a:pt x="6625" y="457"/>
                </a:lnTo>
                <a:lnTo>
                  <a:pt x="6625" y="3428"/>
                </a:lnTo>
                <a:close/>
              </a:path>
            </a:pathLst>
          </a:custGeom>
          <a:solidFill>
            <a:srgbClr val="FFC000"/>
          </a:solidFill>
          <a:ln>
            <a:noFill/>
          </a:ln>
          <a:extLst/>
        </p:spPr>
        <p:txBody>
          <a:bodyPr bIns="144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14" name="KSO_Shape"/>
          <p:cNvSpPr>
            <a:spLocks/>
          </p:cNvSpPr>
          <p:nvPr/>
        </p:nvSpPr>
        <p:spPr bwMode="auto">
          <a:xfrm>
            <a:off x="620624" y="116633"/>
            <a:ext cx="836278" cy="790799"/>
          </a:xfrm>
          <a:custGeom>
            <a:avLst/>
            <a:gdLst>
              <a:gd name="T0" fmla="*/ 288285 w 3897"/>
              <a:gd name="T1" fmla="*/ 0 h 3741"/>
              <a:gd name="T2" fmla="*/ 288285 w 3897"/>
              <a:gd name="T3" fmla="*/ 324343 h 3741"/>
              <a:gd name="T4" fmla="*/ 0 w 3897"/>
              <a:gd name="T5" fmla="*/ 324343 h 3741"/>
              <a:gd name="T6" fmla="*/ 0 w 3897"/>
              <a:gd name="T7" fmla="*/ 1368062 h 3741"/>
              <a:gd name="T8" fmla="*/ 360357 w 3897"/>
              <a:gd name="T9" fmla="*/ 1728443 h 3741"/>
              <a:gd name="T10" fmla="*/ 1440040 w 3897"/>
              <a:gd name="T11" fmla="*/ 1728443 h 3741"/>
              <a:gd name="T12" fmla="*/ 1800397 w 3897"/>
              <a:gd name="T13" fmla="*/ 1368062 h 3741"/>
              <a:gd name="T14" fmla="*/ 1800397 w 3897"/>
              <a:gd name="T15" fmla="*/ 0 h 3741"/>
              <a:gd name="T16" fmla="*/ 288285 w 3897"/>
              <a:gd name="T17" fmla="*/ 0 h 3741"/>
              <a:gd name="T18" fmla="*/ 288285 w 3897"/>
              <a:gd name="T19" fmla="*/ 1260410 h 3741"/>
              <a:gd name="T20" fmla="*/ 198196 w 3897"/>
              <a:gd name="T21" fmla="*/ 1497430 h 3741"/>
              <a:gd name="T22" fmla="*/ 108107 w 3897"/>
              <a:gd name="T23" fmla="*/ 1260410 h 3741"/>
              <a:gd name="T24" fmla="*/ 108107 w 3897"/>
              <a:gd name="T25" fmla="*/ 431995 h 3741"/>
              <a:gd name="T26" fmla="*/ 288285 w 3897"/>
              <a:gd name="T27" fmla="*/ 431995 h 3741"/>
              <a:gd name="T28" fmla="*/ 288285 w 3897"/>
              <a:gd name="T29" fmla="*/ 1260410 h 3741"/>
              <a:gd name="T30" fmla="*/ 1692290 w 3897"/>
              <a:gd name="T31" fmla="*/ 1260410 h 3741"/>
              <a:gd name="T32" fmla="*/ 1332395 w 3897"/>
              <a:gd name="T33" fmla="*/ 1620329 h 3741"/>
              <a:gd name="T34" fmla="*/ 468002 w 3897"/>
              <a:gd name="T35" fmla="*/ 1620329 h 3741"/>
              <a:gd name="T36" fmla="*/ 320625 w 3897"/>
              <a:gd name="T37" fmla="*/ 1588449 h 3741"/>
              <a:gd name="T38" fmla="*/ 396392 w 3897"/>
              <a:gd name="T39" fmla="*/ 1368062 h 3741"/>
              <a:gd name="T40" fmla="*/ 396392 w 3897"/>
              <a:gd name="T41" fmla="*/ 108114 h 3741"/>
              <a:gd name="T42" fmla="*/ 1692290 w 3897"/>
              <a:gd name="T43" fmla="*/ 108114 h 3741"/>
              <a:gd name="T44" fmla="*/ 1692290 w 3897"/>
              <a:gd name="T45" fmla="*/ 1260410 h 3741"/>
              <a:gd name="T46" fmla="*/ 900429 w 3897"/>
              <a:gd name="T47" fmla="*/ 1152295 h 3741"/>
              <a:gd name="T48" fmla="*/ 540073 w 3897"/>
              <a:gd name="T49" fmla="*/ 1152295 h 3741"/>
              <a:gd name="T50" fmla="*/ 540073 w 3897"/>
              <a:gd name="T51" fmla="*/ 1260410 h 3741"/>
              <a:gd name="T52" fmla="*/ 900429 w 3897"/>
              <a:gd name="T53" fmla="*/ 1260410 h 3741"/>
              <a:gd name="T54" fmla="*/ 900429 w 3897"/>
              <a:gd name="T55" fmla="*/ 1152295 h 3741"/>
              <a:gd name="T56" fmla="*/ 900429 w 3897"/>
              <a:gd name="T57" fmla="*/ 972105 h 3741"/>
              <a:gd name="T58" fmla="*/ 540073 w 3897"/>
              <a:gd name="T59" fmla="*/ 972105 h 3741"/>
              <a:gd name="T60" fmla="*/ 540073 w 3897"/>
              <a:gd name="T61" fmla="*/ 1080219 h 3741"/>
              <a:gd name="T62" fmla="*/ 900429 w 3897"/>
              <a:gd name="T63" fmla="*/ 1080219 h 3741"/>
              <a:gd name="T64" fmla="*/ 900429 w 3897"/>
              <a:gd name="T65" fmla="*/ 972105 h 3741"/>
              <a:gd name="T66" fmla="*/ 900429 w 3897"/>
              <a:gd name="T67" fmla="*/ 792376 h 3741"/>
              <a:gd name="T68" fmla="*/ 540073 w 3897"/>
              <a:gd name="T69" fmla="*/ 792376 h 3741"/>
              <a:gd name="T70" fmla="*/ 540073 w 3897"/>
              <a:gd name="T71" fmla="*/ 900029 h 3741"/>
              <a:gd name="T72" fmla="*/ 900429 w 3897"/>
              <a:gd name="T73" fmla="*/ 900029 h 3741"/>
              <a:gd name="T74" fmla="*/ 900429 w 3897"/>
              <a:gd name="T75" fmla="*/ 792376 h 3741"/>
              <a:gd name="T76" fmla="*/ 1512112 w 3897"/>
              <a:gd name="T77" fmla="*/ 324343 h 3741"/>
              <a:gd name="T78" fmla="*/ 540073 w 3897"/>
              <a:gd name="T79" fmla="*/ 324343 h 3741"/>
              <a:gd name="T80" fmla="*/ 540073 w 3897"/>
              <a:gd name="T81" fmla="*/ 468033 h 3741"/>
              <a:gd name="T82" fmla="*/ 1512112 w 3897"/>
              <a:gd name="T83" fmla="*/ 468033 h 3741"/>
              <a:gd name="T84" fmla="*/ 1512112 w 3897"/>
              <a:gd name="T85" fmla="*/ 324343 h 3741"/>
              <a:gd name="T86" fmla="*/ 900429 w 3897"/>
              <a:gd name="T87" fmla="*/ 612186 h 3741"/>
              <a:gd name="T88" fmla="*/ 540073 w 3897"/>
              <a:gd name="T89" fmla="*/ 612186 h 3741"/>
              <a:gd name="T90" fmla="*/ 540073 w 3897"/>
              <a:gd name="T91" fmla="*/ 720300 h 3741"/>
              <a:gd name="T92" fmla="*/ 900429 w 3897"/>
              <a:gd name="T93" fmla="*/ 720300 h 3741"/>
              <a:gd name="T94" fmla="*/ 900429 w 3897"/>
              <a:gd name="T95" fmla="*/ 612186 h 3741"/>
              <a:gd name="T96" fmla="*/ 1008074 w 3897"/>
              <a:gd name="T97" fmla="*/ 1260410 h 3741"/>
              <a:gd name="T98" fmla="*/ 1512112 w 3897"/>
              <a:gd name="T99" fmla="*/ 1260410 h 3741"/>
              <a:gd name="T100" fmla="*/ 1512112 w 3897"/>
              <a:gd name="T101" fmla="*/ 612186 h 3741"/>
              <a:gd name="T102" fmla="*/ 1008074 w 3897"/>
              <a:gd name="T103" fmla="*/ 612186 h 3741"/>
              <a:gd name="T104" fmla="*/ 1008074 w 3897"/>
              <a:gd name="T105" fmla="*/ 1260410 h 37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97" h="3741">
                <a:moveTo>
                  <a:pt x="624" y="0"/>
                </a:moveTo>
                <a:cubicBezTo>
                  <a:pt x="624" y="702"/>
                  <a:pt x="624" y="702"/>
                  <a:pt x="624" y="702"/>
                </a:cubicBezTo>
                <a:cubicBezTo>
                  <a:pt x="0" y="702"/>
                  <a:pt x="0" y="702"/>
                  <a:pt x="0" y="702"/>
                </a:cubicBezTo>
                <a:cubicBezTo>
                  <a:pt x="0" y="2961"/>
                  <a:pt x="0" y="2961"/>
                  <a:pt x="0" y="2961"/>
                </a:cubicBezTo>
                <a:cubicBezTo>
                  <a:pt x="0" y="3392"/>
                  <a:pt x="349" y="3741"/>
                  <a:pt x="780" y="3741"/>
                </a:cubicBezTo>
                <a:cubicBezTo>
                  <a:pt x="3117" y="3741"/>
                  <a:pt x="3117" y="3741"/>
                  <a:pt x="3117" y="3741"/>
                </a:cubicBezTo>
                <a:cubicBezTo>
                  <a:pt x="3548" y="3741"/>
                  <a:pt x="3897" y="3392"/>
                  <a:pt x="3897" y="2961"/>
                </a:cubicBezTo>
                <a:cubicBezTo>
                  <a:pt x="3897" y="0"/>
                  <a:pt x="3897" y="0"/>
                  <a:pt x="3897" y="0"/>
                </a:cubicBezTo>
                <a:lnTo>
                  <a:pt x="624" y="0"/>
                </a:lnTo>
                <a:close/>
                <a:moveTo>
                  <a:pt x="624" y="2728"/>
                </a:moveTo>
                <a:cubicBezTo>
                  <a:pt x="624" y="2925"/>
                  <a:pt x="550" y="3104"/>
                  <a:pt x="429" y="3241"/>
                </a:cubicBezTo>
                <a:cubicBezTo>
                  <a:pt x="308" y="3104"/>
                  <a:pt x="234" y="2925"/>
                  <a:pt x="234" y="2728"/>
                </a:cubicBezTo>
                <a:cubicBezTo>
                  <a:pt x="234" y="935"/>
                  <a:pt x="234" y="935"/>
                  <a:pt x="234" y="935"/>
                </a:cubicBezTo>
                <a:cubicBezTo>
                  <a:pt x="624" y="935"/>
                  <a:pt x="624" y="935"/>
                  <a:pt x="624" y="935"/>
                </a:cubicBezTo>
                <a:lnTo>
                  <a:pt x="624" y="2728"/>
                </a:lnTo>
                <a:close/>
                <a:moveTo>
                  <a:pt x="3663" y="2728"/>
                </a:moveTo>
                <a:cubicBezTo>
                  <a:pt x="3663" y="3158"/>
                  <a:pt x="3314" y="3507"/>
                  <a:pt x="2884" y="3507"/>
                </a:cubicBezTo>
                <a:cubicBezTo>
                  <a:pt x="1013" y="3507"/>
                  <a:pt x="1013" y="3507"/>
                  <a:pt x="1013" y="3507"/>
                </a:cubicBezTo>
                <a:cubicBezTo>
                  <a:pt x="899" y="3507"/>
                  <a:pt x="791" y="3482"/>
                  <a:pt x="694" y="3438"/>
                </a:cubicBezTo>
                <a:cubicBezTo>
                  <a:pt x="796" y="3306"/>
                  <a:pt x="858" y="3141"/>
                  <a:pt x="858" y="2961"/>
                </a:cubicBezTo>
                <a:cubicBezTo>
                  <a:pt x="858" y="234"/>
                  <a:pt x="858" y="234"/>
                  <a:pt x="858" y="234"/>
                </a:cubicBezTo>
                <a:cubicBezTo>
                  <a:pt x="3663" y="234"/>
                  <a:pt x="3663" y="234"/>
                  <a:pt x="3663" y="234"/>
                </a:cubicBezTo>
                <a:lnTo>
                  <a:pt x="3663" y="2728"/>
                </a:lnTo>
                <a:close/>
                <a:moveTo>
                  <a:pt x="1949" y="2494"/>
                </a:moveTo>
                <a:cubicBezTo>
                  <a:pt x="1169" y="2494"/>
                  <a:pt x="1169" y="2494"/>
                  <a:pt x="1169" y="2494"/>
                </a:cubicBezTo>
                <a:cubicBezTo>
                  <a:pt x="1169" y="2728"/>
                  <a:pt x="1169" y="2728"/>
                  <a:pt x="1169" y="2728"/>
                </a:cubicBezTo>
                <a:cubicBezTo>
                  <a:pt x="1949" y="2728"/>
                  <a:pt x="1949" y="2728"/>
                  <a:pt x="1949" y="2728"/>
                </a:cubicBezTo>
                <a:lnTo>
                  <a:pt x="1949" y="2494"/>
                </a:lnTo>
                <a:close/>
                <a:moveTo>
                  <a:pt x="1949" y="2104"/>
                </a:moveTo>
                <a:cubicBezTo>
                  <a:pt x="1169" y="2104"/>
                  <a:pt x="1169" y="2104"/>
                  <a:pt x="1169" y="2104"/>
                </a:cubicBezTo>
                <a:cubicBezTo>
                  <a:pt x="1169" y="2338"/>
                  <a:pt x="1169" y="2338"/>
                  <a:pt x="1169" y="2338"/>
                </a:cubicBezTo>
                <a:cubicBezTo>
                  <a:pt x="1949" y="2338"/>
                  <a:pt x="1949" y="2338"/>
                  <a:pt x="1949" y="2338"/>
                </a:cubicBezTo>
                <a:lnTo>
                  <a:pt x="1949" y="2104"/>
                </a:lnTo>
                <a:close/>
                <a:moveTo>
                  <a:pt x="1949" y="1715"/>
                </a:moveTo>
                <a:cubicBezTo>
                  <a:pt x="1169" y="1715"/>
                  <a:pt x="1169" y="1715"/>
                  <a:pt x="1169" y="1715"/>
                </a:cubicBezTo>
                <a:cubicBezTo>
                  <a:pt x="1169" y="1948"/>
                  <a:pt x="1169" y="1948"/>
                  <a:pt x="1169" y="1948"/>
                </a:cubicBezTo>
                <a:cubicBezTo>
                  <a:pt x="1949" y="1948"/>
                  <a:pt x="1949" y="1948"/>
                  <a:pt x="1949" y="1948"/>
                </a:cubicBezTo>
                <a:lnTo>
                  <a:pt x="1949" y="1715"/>
                </a:lnTo>
                <a:close/>
                <a:moveTo>
                  <a:pt x="3273" y="702"/>
                </a:moveTo>
                <a:cubicBezTo>
                  <a:pt x="1169" y="702"/>
                  <a:pt x="1169" y="702"/>
                  <a:pt x="1169" y="702"/>
                </a:cubicBezTo>
                <a:cubicBezTo>
                  <a:pt x="1169" y="1013"/>
                  <a:pt x="1169" y="1013"/>
                  <a:pt x="1169" y="1013"/>
                </a:cubicBezTo>
                <a:cubicBezTo>
                  <a:pt x="3273" y="1013"/>
                  <a:pt x="3273" y="1013"/>
                  <a:pt x="3273" y="1013"/>
                </a:cubicBezTo>
                <a:lnTo>
                  <a:pt x="3273" y="702"/>
                </a:lnTo>
                <a:close/>
                <a:moveTo>
                  <a:pt x="1949" y="1325"/>
                </a:moveTo>
                <a:cubicBezTo>
                  <a:pt x="1169" y="1325"/>
                  <a:pt x="1169" y="1325"/>
                  <a:pt x="1169" y="1325"/>
                </a:cubicBezTo>
                <a:cubicBezTo>
                  <a:pt x="1169" y="1559"/>
                  <a:pt x="1169" y="1559"/>
                  <a:pt x="1169" y="1559"/>
                </a:cubicBezTo>
                <a:cubicBezTo>
                  <a:pt x="1949" y="1559"/>
                  <a:pt x="1949" y="1559"/>
                  <a:pt x="1949" y="1559"/>
                </a:cubicBezTo>
                <a:lnTo>
                  <a:pt x="1949" y="1325"/>
                </a:lnTo>
                <a:close/>
                <a:moveTo>
                  <a:pt x="2182" y="2728"/>
                </a:moveTo>
                <a:cubicBezTo>
                  <a:pt x="3273" y="2728"/>
                  <a:pt x="3273" y="2728"/>
                  <a:pt x="3273" y="2728"/>
                </a:cubicBezTo>
                <a:cubicBezTo>
                  <a:pt x="3273" y="1325"/>
                  <a:pt x="3273" y="1325"/>
                  <a:pt x="3273" y="1325"/>
                </a:cubicBezTo>
                <a:cubicBezTo>
                  <a:pt x="2182" y="1325"/>
                  <a:pt x="2182" y="1325"/>
                  <a:pt x="2182" y="1325"/>
                </a:cubicBezTo>
                <a:lnTo>
                  <a:pt x="2182" y="2728"/>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6" name="矩形 15"/>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7" name="TextBox 16"/>
          <p:cNvSpPr txBox="1"/>
          <p:nvPr/>
        </p:nvSpPr>
        <p:spPr>
          <a:xfrm>
            <a:off x="1070328" y="1772816"/>
            <a:ext cx="6617696"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年报纸广告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8" name="标题 1"/>
          <p:cNvSpPr txBox="1">
            <a:spLocks/>
          </p:cNvSpPr>
          <p:nvPr/>
        </p:nvSpPr>
        <p:spPr>
          <a:xfrm>
            <a:off x="1508448" y="112798"/>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投放类别：电商购物类互联网企业在报纸广告的投放具有垄断性</a:t>
            </a:r>
            <a:endParaRPr lang="zh-CN" altLang="en-US" b="1" dirty="0">
              <a:solidFill>
                <a:srgbClr val="FFFFFF"/>
              </a:solidFill>
              <a:latin typeface="Arial Black"/>
              <a:ea typeface="微软雅黑"/>
            </a:endParaRPr>
          </a:p>
        </p:txBody>
      </p:sp>
      <p:sp>
        <p:nvSpPr>
          <p:cNvPr id="19" name="MH_Text_2"/>
          <p:cNvSpPr txBox="1">
            <a:spLocks noChangeArrowheads="1"/>
          </p:cNvSpPr>
          <p:nvPr>
            <p:custDataLst>
              <p:tags r:id="rId2"/>
            </p:custDataLst>
          </p:nvPr>
        </p:nvSpPr>
        <p:spPr bwMode="auto">
          <a:xfrm>
            <a:off x="1200844" y="44776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电商购物</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3"/>
            </p:custDataLst>
          </p:nvPr>
        </p:nvSpPr>
        <p:spPr bwMode="auto">
          <a:xfrm>
            <a:off x="4067919" y="4466612"/>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旅游</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1" name="MH_Text_2"/>
          <p:cNvSpPr txBox="1">
            <a:spLocks noChangeArrowheads="1"/>
          </p:cNvSpPr>
          <p:nvPr>
            <p:custDataLst>
              <p:tags r:id="rId4"/>
            </p:custDataLst>
          </p:nvPr>
        </p:nvSpPr>
        <p:spPr bwMode="auto">
          <a:xfrm>
            <a:off x="6804223" y="44776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在线视频</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462441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1888194542"/>
              </p:ext>
            </p:extLst>
          </p:nvPr>
        </p:nvGraphicFramePr>
        <p:xfrm>
          <a:off x="708828" y="1196752"/>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年报纸广告花费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63.6%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-31.0%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在线视频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118.7%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-34.7%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社交交友</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145.5%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61.8%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114.2%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搜索平台</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出行软件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4200861035"/>
              </p:ext>
            </p:extLst>
          </p:nvPr>
        </p:nvGraphicFramePr>
        <p:xfrm>
          <a:off x="4635427" y="1196752"/>
          <a:ext cx="3536974" cy="4935592"/>
        </p:xfrm>
        <a:graphic>
          <a:graphicData uri="http://schemas.openxmlformats.org/drawingml/2006/table">
            <a:tbl>
              <a:tblPr firstRow="1" bandRow="1">
                <a:tableStyleId>{3B4B98B0-60AC-42C2-AFA5-B58CD77FA1E5}</a:tableStyleId>
              </a:tblPr>
              <a:tblGrid>
                <a:gridCol w="552990"/>
                <a:gridCol w="1615831"/>
                <a:gridCol w="1368153"/>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年报纸广告花费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阿里巴巴淘宝网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456.3%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家家乐购</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凯撒旅游网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黔酒在线网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37.9%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41.0%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本来生活网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64.5%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友宝垣邮报商城网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347.6%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865.9%</a:t>
                      </a: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标题 1"/>
          <p:cNvSpPr txBox="1"/>
          <p:nvPr/>
        </p:nvSpPr>
        <p:spPr>
          <a:xfrm>
            <a:off x="1602511" y="286216"/>
            <a:ext cx="6137841"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Arial Black"/>
                <a:ea typeface="微软雅黑"/>
              </a:rPr>
              <a:t>互联网企业报纸广告</a:t>
            </a:r>
            <a:r>
              <a:rPr lang="zh-CN" altLang="en-US" b="1" dirty="0">
                <a:solidFill>
                  <a:srgbClr val="FF0000"/>
                </a:solidFill>
                <a:latin typeface="Arial Black"/>
                <a:ea typeface="微软雅黑"/>
              </a:rPr>
              <a:t>花费</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sp>
        <p:nvSpPr>
          <p:cNvPr id="10" name="KSO_Shape"/>
          <p:cNvSpPr>
            <a:spLocks/>
          </p:cNvSpPr>
          <p:nvPr/>
        </p:nvSpPr>
        <p:spPr bwMode="auto">
          <a:xfrm>
            <a:off x="620624" y="116633"/>
            <a:ext cx="836278" cy="790799"/>
          </a:xfrm>
          <a:custGeom>
            <a:avLst/>
            <a:gdLst>
              <a:gd name="T0" fmla="*/ 288285 w 3897"/>
              <a:gd name="T1" fmla="*/ 0 h 3741"/>
              <a:gd name="T2" fmla="*/ 288285 w 3897"/>
              <a:gd name="T3" fmla="*/ 324343 h 3741"/>
              <a:gd name="T4" fmla="*/ 0 w 3897"/>
              <a:gd name="T5" fmla="*/ 324343 h 3741"/>
              <a:gd name="T6" fmla="*/ 0 w 3897"/>
              <a:gd name="T7" fmla="*/ 1368062 h 3741"/>
              <a:gd name="T8" fmla="*/ 360357 w 3897"/>
              <a:gd name="T9" fmla="*/ 1728443 h 3741"/>
              <a:gd name="T10" fmla="*/ 1440040 w 3897"/>
              <a:gd name="T11" fmla="*/ 1728443 h 3741"/>
              <a:gd name="T12" fmla="*/ 1800397 w 3897"/>
              <a:gd name="T13" fmla="*/ 1368062 h 3741"/>
              <a:gd name="T14" fmla="*/ 1800397 w 3897"/>
              <a:gd name="T15" fmla="*/ 0 h 3741"/>
              <a:gd name="T16" fmla="*/ 288285 w 3897"/>
              <a:gd name="T17" fmla="*/ 0 h 3741"/>
              <a:gd name="T18" fmla="*/ 288285 w 3897"/>
              <a:gd name="T19" fmla="*/ 1260410 h 3741"/>
              <a:gd name="T20" fmla="*/ 198196 w 3897"/>
              <a:gd name="T21" fmla="*/ 1497430 h 3741"/>
              <a:gd name="T22" fmla="*/ 108107 w 3897"/>
              <a:gd name="T23" fmla="*/ 1260410 h 3741"/>
              <a:gd name="T24" fmla="*/ 108107 w 3897"/>
              <a:gd name="T25" fmla="*/ 431995 h 3741"/>
              <a:gd name="T26" fmla="*/ 288285 w 3897"/>
              <a:gd name="T27" fmla="*/ 431995 h 3741"/>
              <a:gd name="T28" fmla="*/ 288285 w 3897"/>
              <a:gd name="T29" fmla="*/ 1260410 h 3741"/>
              <a:gd name="T30" fmla="*/ 1692290 w 3897"/>
              <a:gd name="T31" fmla="*/ 1260410 h 3741"/>
              <a:gd name="T32" fmla="*/ 1332395 w 3897"/>
              <a:gd name="T33" fmla="*/ 1620329 h 3741"/>
              <a:gd name="T34" fmla="*/ 468002 w 3897"/>
              <a:gd name="T35" fmla="*/ 1620329 h 3741"/>
              <a:gd name="T36" fmla="*/ 320625 w 3897"/>
              <a:gd name="T37" fmla="*/ 1588449 h 3741"/>
              <a:gd name="T38" fmla="*/ 396392 w 3897"/>
              <a:gd name="T39" fmla="*/ 1368062 h 3741"/>
              <a:gd name="T40" fmla="*/ 396392 w 3897"/>
              <a:gd name="T41" fmla="*/ 108114 h 3741"/>
              <a:gd name="T42" fmla="*/ 1692290 w 3897"/>
              <a:gd name="T43" fmla="*/ 108114 h 3741"/>
              <a:gd name="T44" fmla="*/ 1692290 w 3897"/>
              <a:gd name="T45" fmla="*/ 1260410 h 3741"/>
              <a:gd name="T46" fmla="*/ 900429 w 3897"/>
              <a:gd name="T47" fmla="*/ 1152295 h 3741"/>
              <a:gd name="T48" fmla="*/ 540073 w 3897"/>
              <a:gd name="T49" fmla="*/ 1152295 h 3741"/>
              <a:gd name="T50" fmla="*/ 540073 w 3897"/>
              <a:gd name="T51" fmla="*/ 1260410 h 3741"/>
              <a:gd name="T52" fmla="*/ 900429 w 3897"/>
              <a:gd name="T53" fmla="*/ 1260410 h 3741"/>
              <a:gd name="T54" fmla="*/ 900429 w 3897"/>
              <a:gd name="T55" fmla="*/ 1152295 h 3741"/>
              <a:gd name="T56" fmla="*/ 900429 w 3897"/>
              <a:gd name="T57" fmla="*/ 972105 h 3741"/>
              <a:gd name="T58" fmla="*/ 540073 w 3897"/>
              <a:gd name="T59" fmla="*/ 972105 h 3741"/>
              <a:gd name="T60" fmla="*/ 540073 w 3897"/>
              <a:gd name="T61" fmla="*/ 1080219 h 3741"/>
              <a:gd name="T62" fmla="*/ 900429 w 3897"/>
              <a:gd name="T63" fmla="*/ 1080219 h 3741"/>
              <a:gd name="T64" fmla="*/ 900429 w 3897"/>
              <a:gd name="T65" fmla="*/ 972105 h 3741"/>
              <a:gd name="T66" fmla="*/ 900429 w 3897"/>
              <a:gd name="T67" fmla="*/ 792376 h 3741"/>
              <a:gd name="T68" fmla="*/ 540073 w 3897"/>
              <a:gd name="T69" fmla="*/ 792376 h 3741"/>
              <a:gd name="T70" fmla="*/ 540073 w 3897"/>
              <a:gd name="T71" fmla="*/ 900029 h 3741"/>
              <a:gd name="T72" fmla="*/ 900429 w 3897"/>
              <a:gd name="T73" fmla="*/ 900029 h 3741"/>
              <a:gd name="T74" fmla="*/ 900429 w 3897"/>
              <a:gd name="T75" fmla="*/ 792376 h 3741"/>
              <a:gd name="T76" fmla="*/ 1512112 w 3897"/>
              <a:gd name="T77" fmla="*/ 324343 h 3741"/>
              <a:gd name="T78" fmla="*/ 540073 w 3897"/>
              <a:gd name="T79" fmla="*/ 324343 h 3741"/>
              <a:gd name="T80" fmla="*/ 540073 w 3897"/>
              <a:gd name="T81" fmla="*/ 468033 h 3741"/>
              <a:gd name="T82" fmla="*/ 1512112 w 3897"/>
              <a:gd name="T83" fmla="*/ 468033 h 3741"/>
              <a:gd name="T84" fmla="*/ 1512112 w 3897"/>
              <a:gd name="T85" fmla="*/ 324343 h 3741"/>
              <a:gd name="T86" fmla="*/ 900429 w 3897"/>
              <a:gd name="T87" fmla="*/ 612186 h 3741"/>
              <a:gd name="T88" fmla="*/ 540073 w 3897"/>
              <a:gd name="T89" fmla="*/ 612186 h 3741"/>
              <a:gd name="T90" fmla="*/ 540073 w 3897"/>
              <a:gd name="T91" fmla="*/ 720300 h 3741"/>
              <a:gd name="T92" fmla="*/ 900429 w 3897"/>
              <a:gd name="T93" fmla="*/ 720300 h 3741"/>
              <a:gd name="T94" fmla="*/ 900429 w 3897"/>
              <a:gd name="T95" fmla="*/ 612186 h 3741"/>
              <a:gd name="T96" fmla="*/ 1008074 w 3897"/>
              <a:gd name="T97" fmla="*/ 1260410 h 3741"/>
              <a:gd name="T98" fmla="*/ 1512112 w 3897"/>
              <a:gd name="T99" fmla="*/ 1260410 h 3741"/>
              <a:gd name="T100" fmla="*/ 1512112 w 3897"/>
              <a:gd name="T101" fmla="*/ 612186 h 3741"/>
              <a:gd name="T102" fmla="*/ 1008074 w 3897"/>
              <a:gd name="T103" fmla="*/ 612186 h 3741"/>
              <a:gd name="T104" fmla="*/ 1008074 w 3897"/>
              <a:gd name="T105" fmla="*/ 1260410 h 37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97" h="3741">
                <a:moveTo>
                  <a:pt x="624" y="0"/>
                </a:moveTo>
                <a:cubicBezTo>
                  <a:pt x="624" y="702"/>
                  <a:pt x="624" y="702"/>
                  <a:pt x="624" y="702"/>
                </a:cubicBezTo>
                <a:cubicBezTo>
                  <a:pt x="0" y="702"/>
                  <a:pt x="0" y="702"/>
                  <a:pt x="0" y="702"/>
                </a:cubicBezTo>
                <a:cubicBezTo>
                  <a:pt x="0" y="2961"/>
                  <a:pt x="0" y="2961"/>
                  <a:pt x="0" y="2961"/>
                </a:cubicBezTo>
                <a:cubicBezTo>
                  <a:pt x="0" y="3392"/>
                  <a:pt x="349" y="3741"/>
                  <a:pt x="780" y="3741"/>
                </a:cubicBezTo>
                <a:cubicBezTo>
                  <a:pt x="3117" y="3741"/>
                  <a:pt x="3117" y="3741"/>
                  <a:pt x="3117" y="3741"/>
                </a:cubicBezTo>
                <a:cubicBezTo>
                  <a:pt x="3548" y="3741"/>
                  <a:pt x="3897" y="3392"/>
                  <a:pt x="3897" y="2961"/>
                </a:cubicBezTo>
                <a:cubicBezTo>
                  <a:pt x="3897" y="0"/>
                  <a:pt x="3897" y="0"/>
                  <a:pt x="3897" y="0"/>
                </a:cubicBezTo>
                <a:lnTo>
                  <a:pt x="624" y="0"/>
                </a:lnTo>
                <a:close/>
                <a:moveTo>
                  <a:pt x="624" y="2728"/>
                </a:moveTo>
                <a:cubicBezTo>
                  <a:pt x="624" y="2925"/>
                  <a:pt x="550" y="3104"/>
                  <a:pt x="429" y="3241"/>
                </a:cubicBezTo>
                <a:cubicBezTo>
                  <a:pt x="308" y="3104"/>
                  <a:pt x="234" y="2925"/>
                  <a:pt x="234" y="2728"/>
                </a:cubicBezTo>
                <a:cubicBezTo>
                  <a:pt x="234" y="935"/>
                  <a:pt x="234" y="935"/>
                  <a:pt x="234" y="935"/>
                </a:cubicBezTo>
                <a:cubicBezTo>
                  <a:pt x="624" y="935"/>
                  <a:pt x="624" y="935"/>
                  <a:pt x="624" y="935"/>
                </a:cubicBezTo>
                <a:lnTo>
                  <a:pt x="624" y="2728"/>
                </a:lnTo>
                <a:close/>
                <a:moveTo>
                  <a:pt x="3663" y="2728"/>
                </a:moveTo>
                <a:cubicBezTo>
                  <a:pt x="3663" y="3158"/>
                  <a:pt x="3314" y="3507"/>
                  <a:pt x="2884" y="3507"/>
                </a:cubicBezTo>
                <a:cubicBezTo>
                  <a:pt x="1013" y="3507"/>
                  <a:pt x="1013" y="3507"/>
                  <a:pt x="1013" y="3507"/>
                </a:cubicBezTo>
                <a:cubicBezTo>
                  <a:pt x="899" y="3507"/>
                  <a:pt x="791" y="3482"/>
                  <a:pt x="694" y="3438"/>
                </a:cubicBezTo>
                <a:cubicBezTo>
                  <a:pt x="796" y="3306"/>
                  <a:pt x="858" y="3141"/>
                  <a:pt x="858" y="2961"/>
                </a:cubicBezTo>
                <a:cubicBezTo>
                  <a:pt x="858" y="234"/>
                  <a:pt x="858" y="234"/>
                  <a:pt x="858" y="234"/>
                </a:cubicBezTo>
                <a:cubicBezTo>
                  <a:pt x="3663" y="234"/>
                  <a:pt x="3663" y="234"/>
                  <a:pt x="3663" y="234"/>
                </a:cubicBezTo>
                <a:lnTo>
                  <a:pt x="3663" y="2728"/>
                </a:lnTo>
                <a:close/>
                <a:moveTo>
                  <a:pt x="1949" y="2494"/>
                </a:moveTo>
                <a:cubicBezTo>
                  <a:pt x="1169" y="2494"/>
                  <a:pt x="1169" y="2494"/>
                  <a:pt x="1169" y="2494"/>
                </a:cubicBezTo>
                <a:cubicBezTo>
                  <a:pt x="1169" y="2728"/>
                  <a:pt x="1169" y="2728"/>
                  <a:pt x="1169" y="2728"/>
                </a:cubicBezTo>
                <a:cubicBezTo>
                  <a:pt x="1949" y="2728"/>
                  <a:pt x="1949" y="2728"/>
                  <a:pt x="1949" y="2728"/>
                </a:cubicBezTo>
                <a:lnTo>
                  <a:pt x="1949" y="2494"/>
                </a:lnTo>
                <a:close/>
                <a:moveTo>
                  <a:pt x="1949" y="2104"/>
                </a:moveTo>
                <a:cubicBezTo>
                  <a:pt x="1169" y="2104"/>
                  <a:pt x="1169" y="2104"/>
                  <a:pt x="1169" y="2104"/>
                </a:cubicBezTo>
                <a:cubicBezTo>
                  <a:pt x="1169" y="2338"/>
                  <a:pt x="1169" y="2338"/>
                  <a:pt x="1169" y="2338"/>
                </a:cubicBezTo>
                <a:cubicBezTo>
                  <a:pt x="1949" y="2338"/>
                  <a:pt x="1949" y="2338"/>
                  <a:pt x="1949" y="2338"/>
                </a:cubicBezTo>
                <a:lnTo>
                  <a:pt x="1949" y="2104"/>
                </a:lnTo>
                <a:close/>
                <a:moveTo>
                  <a:pt x="1949" y="1715"/>
                </a:moveTo>
                <a:cubicBezTo>
                  <a:pt x="1169" y="1715"/>
                  <a:pt x="1169" y="1715"/>
                  <a:pt x="1169" y="1715"/>
                </a:cubicBezTo>
                <a:cubicBezTo>
                  <a:pt x="1169" y="1948"/>
                  <a:pt x="1169" y="1948"/>
                  <a:pt x="1169" y="1948"/>
                </a:cubicBezTo>
                <a:cubicBezTo>
                  <a:pt x="1949" y="1948"/>
                  <a:pt x="1949" y="1948"/>
                  <a:pt x="1949" y="1948"/>
                </a:cubicBezTo>
                <a:lnTo>
                  <a:pt x="1949" y="1715"/>
                </a:lnTo>
                <a:close/>
                <a:moveTo>
                  <a:pt x="3273" y="702"/>
                </a:moveTo>
                <a:cubicBezTo>
                  <a:pt x="1169" y="702"/>
                  <a:pt x="1169" y="702"/>
                  <a:pt x="1169" y="702"/>
                </a:cubicBezTo>
                <a:cubicBezTo>
                  <a:pt x="1169" y="1013"/>
                  <a:pt x="1169" y="1013"/>
                  <a:pt x="1169" y="1013"/>
                </a:cubicBezTo>
                <a:cubicBezTo>
                  <a:pt x="3273" y="1013"/>
                  <a:pt x="3273" y="1013"/>
                  <a:pt x="3273" y="1013"/>
                </a:cubicBezTo>
                <a:lnTo>
                  <a:pt x="3273" y="702"/>
                </a:lnTo>
                <a:close/>
                <a:moveTo>
                  <a:pt x="1949" y="1325"/>
                </a:moveTo>
                <a:cubicBezTo>
                  <a:pt x="1169" y="1325"/>
                  <a:pt x="1169" y="1325"/>
                  <a:pt x="1169" y="1325"/>
                </a:cubicBezTo>
                <a:cubicBezTo>
                  <a:pt x="1169" y="1559"/>
                  <a:pt x="1169" y="1559"/>
                  <a:pt x="1169" y="1559"/>
                </a:cubicBezTo>
                <a:cubicBezTo>
                  <a:pt x="1949" y="1559"/>
                  <a:pt x="1949" y="1559"/>
                  <a:pt x="1949" y="1559"/>
                </a:cubicBezTo>
                <a:lnTo>
                  <a:pt x="1949" y="1325"/>
                </a:lnTo>
                <a:close/>
                <a:moveTo>
                  <a:pt x="2182" y="2728"/>
                </a:moveTo>
                <a:cubicBezTo>
                  <a:pt x="3273" y="2728"/>
                  <a:pt x="3273" y="2728"/>
                  <a:pt x="3273" y="2728"/>
                </a:cubicBezTo>
                <a:cubicBezTo>
                  <a:pt x="3273" y="1325"/>
                  <a:pt x="3273" y="1325"/>
                  <a:pt x="3273" y="1325"/>
                </a:cubicBezTo>
                <a:cubicBezTo>
                  <a:pt x="2182" y="1325"/>
                  <a:pt x="2182" y="1325"/>
                  <a:pt x="2182" y="1325"/>
                </a:cubicBezTo>
                <a:lnTo>
                  <a:pt x="2182" y="2728"/>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4169115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互联网企业报纸广告花费</a:t>
            </a:r>
            <a:r>
              <a:rPr lang="zh-CN" altLang="en-US" b="1" dirty="0" smtClean="0">
                <a:solidFill>
                  <a:srgbClr val="FF0000"/>
                </a:solidFill>
                <a:latin typeface="微软雅黑" panose="020B0503020204020204" pitchFamily="34" charset="-122"/>
                <a:ea typeface="微软雅黑" panose="020B0503020204020204" pitchFamily="34" charset="-122"/>
              </a:rPr>
              <a:t>增幅榜单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722850739"/>
              </p:ext>
            </p:extLst>
          </p:nvPr>
        </p:nvGraphicFramePr>
        <p:xfrm>
          <a:off x="467545" y="1365984"/>
          <a:ext cx="8208912" cy="4727312"/>
        </p:xfrm>
        <a:graphic>
          <a:graphicData uri="http://schemas.openxmlformats.org/drawingml/2006/table">
            <a:tbl>
              <a:tblPr firstRow="1" bandRow="1">
                <a:tableStyleId>{3B4B98B0-60AC-42C2-AFA5-B58CD77FA1E5}</a:tableStyleId>
              </a:tblPr>
              <a:tblGrid>
                <a:gridCol w="902659"/>
                <a:gridCol w="3084526"/>
                <a:gridCol w="1172701"/>
                <a:gridCol w="3049026"/>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年报纸广告花费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无忧英语网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易到用车网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微信软件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一号家居网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广电网络</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友宝垣邮报商城网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以岭健康城网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阿里支付宝网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号店网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秒赚广告</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APP</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乐途旅游网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优酷</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&amp;</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土豆网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飞牛网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优酷网</a:t>
                      </a:r>
                    </a:p>
                  </a:txBody>
                  <a:tcPr marL="9525" marR="9525" marT="9525" marB="0" anchor="ctr"/>
                </a:tc>
              </a:tr>
            </a:tbl>
          </a:graphicData>
        </a:graphic>
      </p:graphicFrame>
      <p:sp>
        <p:nvSpPr>
          <p:cNvPr id="8" name="KSO_Shape"/>
          <p:cNvSpPr>
            <a:spLocks/>
          </p:cNvSpPr>
          <p:nvPr/>
        </p:nvSpPr>
        <p:spPr bwMode="auto">
          <a:xfrm>
            <a:off x="620624" y="116633"/>
            <a:ext cx="836278" cy="790799"/>
          </a:xfrm>
          <a:custGeom>
            <a:avLst/>
            <a:gdLst>
              <a:gd name="T0" fmla="*/ 288285 w 3897"/>
              <a:gd name="T1" fmla="*/ 0 h 3741"/>
              <a:gd name="T2" fmla="*/ 288285 w 3897"/>
              <a:gd name="T3" fmla="*/ 324343 h 3741"/>
              <a:gd name="T4" fmla="*/ 0 w 3897"/>
              <a:gd name="T5" fmla="*/ 324343 h 3741"/>
              <a:gd name="T6" fmla="*/ 0 w 3897"/>
              <a:gd name="T7" fmla="*/ 1368062 h 3741"/>
              <a:gd name="T8" fmla="*/ 360357 w 3897"/>
              <a:gd name="T9" fmla="*/ 1728443 h 3741"/>
              <a:gd name="T10" fmla="*/ 1440040 w 3897"/>
              <a:gd name="T11" fmla="*/ 1728443 h 3741"/>
              <a:gd name="T12" fmla="*/ 1800397 w 3897"/>
              <a:gd name="T13" fmla="*/ 1368062 h 3741"/>
              <a:gd name="T14" fmla="*/ 1800397 w 3897"/>
              <a:gd name="T15" fmla="*/ 0 h 3741"/>
              <a:gd name="T16" fmla="*/ 288285 w 3897"/>
              <a:gd name="T17" fmla="*/ 0 h 3741"/>
              <a:gd name="T18" fmla="*/ 288285 w 3897"/>
              <a:gd name="T19" fmla="*/ 1260410 h 3741"/>
              <a:gd name="T20" fmla="*/ 198196 w 3897"/>
              <a:gd name="T21" fmla="*/ 1497430 h 3741"/>
              <a:gd name="T22" fmla="*/ 108107 w 3897"/>
              <a:gd name="T23" fmla="*/ 1260410 h 3741"/>
              <a:gd name="T24" fmla="*/ 108107 w 3897"/>
              <a:gd name="T25" fmla="*/ 431995 h 3741"/>
              <a:gd name="T26" fmla="*/ 288285 w 3897"/>
              <a:gd name="T27" fmla="*/ 431995 h 3741"/>
              <a:gd name="T28" fmla="*/ 288285 w 3897"/>
              <a:gd name="T29" fmla="*/ 1260410 h 3741"/>
              <a:gd name="T30" fmla="*/ 1692290 w 3897"/>
              <a:gd name="T31" fmla="*/ 1260410 h 3741"/>
              <a:gd name="T32" fmla="*/ 1332395 w 3897"/>
              <a:gd name="T33" fmla="*/ 1620329 h 3741"/>
              <a:gd name="T34" fmla="*/ 468002 w 3897"/>
              <a:gd name="T35" fmla="*/ 1620329 h 3741"/>
              <a:gd name="T36" fmla="*/ 320625 w 3897"/>
              <a:gd name="T37" fmla="*/ 1588449 h 3741"/>
              <a:gd name="T38" fmla="*/ 396392 w 3897"/>
              <a:gd name="T39" fmla="*/ 1368062 h 3741"/>
              <a:gd name="T40" fmla="*/ 396392 w 3897"/>
              <a:gd name="T41" fmla="*/ 108114 h 3741"/>
              <a:gd name="T42" fmla="*/ 1692290 w 3897"/>
              <a:gd name="T43" fmla="*/ 108114 h 3741"/>
              <a:gd name="T44" fmla="*/ 1692290 w 3897"/>
              <a:gd name="T45" fmla="*/ 1260410 h 3741"/>
              <a:gd name="T46" fmla="*/ 900429 w 3897"/>
              <a:gd name="T47" fmla="*/ 1152295 h 3741"/>
              <a:gd name="T48" fmla="*/ 540073 w 3897"/>
              <a:gd name="T49" fmla="*/ 1152295 h 3741"/>
              <a:gd name="T50" fmla="*/ 540073 w 3897"/>
              <a:gd name="T51" fmla="*/ 1260410 h 3741"/>
              <a:gd name="T52" fmla="*/ 900429 w 3897"/>
              <a:gd name="T53" fmla="*/ 1260410 h 3741"/>
              <a:gd name="T54" fmla="*/ 900429 w 3897"/>
              <a:gd name="T55" fmla="*/ 1152295 h 3741"/>
              <a:gd name="T56" fmla="*/ 900429 w 3897"/>
              <a:gd name="T57" fmla="*/ 972105 h 3741"/>
              <a:gd name="T58" fmla="*/ 540073 w 3897"/>
              <a:gd name="T59" fmla="*/ 972105 h 3741"/>
              <a:gd name="T60" fmla="*/ 540073 w 3897"/>
              <a:gd name="T61" fmla="*/ 1080219 h 3741"/>
              <a:gd name="T62" fmla="*/ 900429 w 3897"/>
              <a:gd name="T63" fmla="*/ 1080219 h 3741"/>
              <a:gd name="T64" fmla="*/ 900429 w 3897"/>
              <a:gd name="T65" fmla="*/ 972105 h 3741"/>
              <a:gd name="T66" fmla="*/ 900429 w 3897"/>
              <a:gd name="T67" fmla="*/ 792376 h 3741"/>
              <a:gd name="T68" fmla="*/ 540073 w 3897"/>
              <a:gd name="T69" fmla="*/ 792376 h 3741"/>
              <a:gd name="T70" fmla="*/ 540073 w 3897"/>
              <a:gd name="T71" fmla="*/ 900029 h 3741"/>
              <a:gd name="T72" fmla="*/ 900429 w 3897"/>
              <a:gd name="T73" fmla="*/ 900029 h 3741"/>
              <a:gd name="T74" fmla="*/ 900429 w 3897"/>
              <a:gd name="T75" fmla="*/ 792376 h 3741"/>
              <a:gd name="T76" fmla="*/ 1512112 w 3897"/>
              <a:gd name="T77" fmla="*/ 324343 h 3741"/>
              <a:gd name="T78" fmla="*/ 540073 w 3897"/>
              <a:gd name="T79" fmla="*/ 324343 h 3741"/>
              <a:gd name="T80" fmla="*/ 540073 w 3897"/>
              <a:gd name="T81" fmla="*/ 468033 h 3741"/>
              <a:gd name="T82" fmla="*/ 1512112 w 3897"/>
              <a:gd name="T83" fmla="*/ 468033 h 3741"/>
              <a:gd name="T84" fmla="*/ 1512112 w 3897"/>
              <a:gd name="T85" fmla="*/ 324343 h 3741"/>
              <a:gd name="T86" fmla="*/ 900429 w 3897"/>
              <a:gd name="T87" fmla="*/ 612186 h 3741"/>
              <a:gd name="T88" fmla="*/ 540073 w 3897"/>
              <a:gd name="T89" fmla="*/ 612186 h 3741"/>
              <a:gd name="T90" fmla="*/ 540073 w 3897"/>
              <a:gd name="T91" fmla="*/ 720300 h 3741"/>
              <a:gd name="T92" fmla="*/ 900429 w 3897"/>
              <a:gd name="T93" fmla="*/ 720300 h 3741"/>
              <a:gd name="T94" fmla="*/ 900429 w 3897"/>
              <a:gd name="T95" fmla="*/ 612186 h 3741"/>
              <a:gd name="T96" fmla="*/ 1008074 w 3897"/>
              <a:gd name="T97" fmla="*/ 1260410 h 3741"/>
              <a:gd name="T98" fmla="*/ 1512112 w 3897"/>
              <a:gd name="T99" fmla="*/ 1260410 h 3741"/>
              <a:gd name="T100" fmla="*/ 1512112 w 3897"/>
              <a:gd name="T101" fmla="*/ 612186 h 3741"/>
              <a:gd name="T102" fmla="*/ 1008074 w 3897"/>
              <a:gd name="T103" fmla="*/ 612186 h 3741"/>
              <a:gd name="T104" fmla="*/ 1008074 w 3897"/>
              <a:gd name="T105" fmla="*/ 1260410 h 37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97" h="3741">
                <a:moveTo>
                  <a:pt x="624" y="0"/>
                </a:moveTo>
                <a:cubicBezTo>
                  <a:pt x="624" y="702"/>
                  <a:pt x="624" y="702"/>
                  <a:pt x="624" y="702"/>
                </a:cubicBezTo>
                <a:cubicBezTo>
                  <a:pt x="0" y="702"/>
                  <a:pt x="0" y="702"/>
                  <a:pt x="0" y="702"/>
                </a:cubicBezTo>
                <a:cubicBezTo>
                  <a:pt x="0" y="2961"/>
                  <a:pt x="0" y="2961"/>
                  <a:pt x="0" y="2961"/>
                </a:cubicBezTo>
                <a:cubicBezTo>
                  <a:pt x="0" y="3392"/>
                  <a:pt x="349" y="3741"/>
                  <a:pt x="780" y="3741"/>
                </a:cubicBezTo>
                <a:cubicBezTo>
                  <a:pt x="3117" y="3741"/>
                  <a:pt x="3117" y="3741"/>
                  <a:pt x="3117" y="3741"/>
                </a:cubicBezTo>
                <a:cubicBezTo>
                  <a:pt x="3548" y="3741"/>
                  <a:pt x="3897" y="3392"/>
                  <a:pt x="3897" y="2961"/>
                </a:cubicBezTo>
                <a:cubicBezTo>
                  <a:pt x="3897" y="0"/>
                  <a:pt x="3897" y="0"/>
                  <a:pt x="3897" y="0"/>
                </a:cubicBezTo>
                <a:lnTo>
                  <a:pt x="624" y="0"/>
                </a:lnTo>
                <a:close/>
                <a:moveTo>
                  <a:pt x="624" y="2728"/>
                </a:moveTo>
                <a:cubicBezTo>
                  <a:pt x="624" y="2925"/>
                  <a:pt x="550" y="3104"/>
                  <a:pt x="429" y="3241"/>
                </a:cubicBezTo>
                <a:cubicBezTo>
                  <a:pt x="308" y="3104"/>
                  <a:pt x="234" y="2925"/>
                  <a:pt x="234" y="2728"/>
                </a:cubicBezTo>
                <a:cubicBezTo>
                  <a:pt x="234" y="935"/>
                  <a:pt x="234" y="935"/>
                  <a:pt x="234" y="935"/>
                </a:cubicBezTo>
                <a:cubicBezTo>
                  <a:pt x="624" y="935"/>
                  <a:pt x="624" y="935"/>
                  <a:pt x="624" y="935"/>
                </a:cubicBezTo>
                <a:lnTo>
                  <a:pt x="624" y="2728"/>
                </a:lnTo>
                <a:close/>
                <a:moveTo>
                  <a:pt x="3663" y="2728"/>
                </a:moveTo>
                <a:cubicBezTo>
                  <a:pt x="3663" y="3158"/>
                  <a:pt x="3314" y="3507"/>
                  <a:pt x="2884" y="3507"/>
                </a:cubicBezTo>
                <a:cubicBezTo>
                  <a:pt x="1013" y="3507"/>
                  <a:pt x="1013" y="3507"/>
                  <a:pt x="1013" y="3507"/>
                </a:cubicBezTo>
                <a:cubicBezTo>
                  <a:pt x="899" y="3507"/>
                  <a:pt x="791" y="3482"/>
                  <a:pt x="694" y="3438"/>
                </a:cubicBezTo>
                <a:cubicBezTo>
                  <a:pt x="796" y="3306"/>
                  <a:pt x="858" y="3141"/>
                  <a:pt x="858" y="2961"/>
                </a:cubicBezTo>
                <a:cubicBezTo>
                  <a:pt x="858" y="234"/>
                  <a:pt x="858" y="234"/>
                  <a:pt x="858" y="234"/>
                </a:cubicBezTo>
                <a:cubicBezTo>
                  <a:pt x="3663" y="234"/>
                  <a:pt x="3663" y="234"/>
                  <a:pt x="3663" y="234"/>
                </a:cubicBezTo>
                <a:lnTo>
                  <a:pt x="3663" y="2728"/>
                </a:lnTo>
                <a:close/>
                <a:moveTo>
                  <a:pt x="1949" y="2494"/>
                </a:moveTo>
                <a:cubicBezTo>
                  <a:pt x="1169" y="2494"/>
                  <a:pt x="1169" y="2494"/>
                  <a:pt x="1169" y="2494"/>
                </a:cubicBezTo>
                <a:cubicBezTo>
                  <a:pt x="1169" y="2728"/>
                  <a:pt x="1169" y="2728"/>
                  <a:pt x="1169" y="2728"/>
                </a:cubicBezTo>
                <a:cubicBezTo>
                  <a:pt x="1949" y="2728"/>
                  <a:pt x="1949" y="2728"/>
                  <a:pt x="1949" y="2728"/>
                </a:cubicBezTo>
                <a:lnTo>
                  <a:pt x="1949" y="2494"/>
                </a:lnTo>
                <a:close/>
                <a:moveTo>
                  <a:pt x="1949" y="2104"/>
                </a:moveTo>
                <a:cubicBezTo>
                  <a:pt x="1169" y="2104"/>
                  <a:pt x="1169" y="2104"/>
                  <a:pt x="1169" y="2104"/>
                </a:cubicBezTo>
                <a:cubicBezTo>
                  <a:pt x="1169" y="2338"/>
                  <a:pt x="1169" y="2338"/>
                  <a:pt x="1169" y="2338"/>
                </a:cubicBezTo>
                <a:cubicBezTo>
                  <a:pt x="1949" y="2338"/>
                  <a:pt x="1949" y="2338"/>
                  <a:pt x="1949" y="2338"/>
                </a:cubicBezTo>
                <a:lnTo>
                  <a:pt x="1949" y="2104"/>
                </a:lnTo>
                <a:close/>
                <a:moveTo>
                  <a:pt x="1949" y="1715"/>
                </a:moveTo>
                <a:cubicBezTo>
                  <a:pt x="1169" y="1715"/>
                  <a:pt x="1169" y="1715"/>
                  <a:pt x="1169" y="1715"/>
                </a:cubicBezTo>
                <a:cubicBezTo>
                  <a:pt x="1169" y="1948"/>
                  <a:pt x="1169" y="1948"/>
                  <a:pt x="1169" y="1948"/>
                </a:cubicBezTo>
                <a:cubicBezTo>
                  <a:pt x="1949" y="1948"/>
                  <a:pt x="1949" y="1948"/>
                  <a:pt x="1949" y="1948"/>
                </a:cubicBezTo>
                <a:lnTo>
                  <a:pt x="1949" y="1715"/>
                </a:lnTo>
                <a:close/>
                <a:moveTo>
                  <a:pt x="3273" y="702"/>
                </a:moveTo>
                <a:cubicBezTo>
                  <a:pt x="1169" y="702"/>
                  <a:pt x="1169" y="702"/>
                  <a:pt x="1169" y="702"/>
                </a:cubicBezTo>
                <a:cubicBezTo>
                  <a:pt x="1169" y="1013"/>
                  <a:pt x="1169" y="1013"/>
                  <a:pt x="1169" y="1013"/>
                </a:cubicBezTo>
                <a:cubicBezTo>
                  <a:pt x="3273" y="1013"/>
                  <a:pt x="3273" y="1013"/>
                  <a:pt x="3273" y="1013"/>
                </a:cubicBezTo>
                <a:lnTo>
                  <a:pt x="3273" y="702"/>
                </a:lnTo>
                <a:close/>
                <a:moveTo>
                  <a:pt x="1949" y="1325"/>
                </a:moveTo>
                <a:cubicBezTo>
                  <a:pt x="1169" y="1325"/>
                  <a:pt x="1169" y="1325"/>
                  <a:pt x="1169" y="1325"/>
                </a:cubicBezTo>
                <a:cubicBezTo>
                  <a:pt x="1169" y="1559"/>
                  <a:pt x="1169" y="1559"/>
                  <a:pt x="1169" y="1559"/>
                </a:cubicBezTo>
                <a:cubicBezTo>
                  <a:pt x="1949" y="1559"/>
                  <a:pt x="1949" y="1559"/>
                  <a:pt x="1949" y="1559"/>
                </a:cubicBezTo>
                <a:lnTo>
                  <a:pt x="1949" y="1325"/>
                </a:lnTo>
                <a:close/>
                <a:moveTo>
                  <a:pt x="2182" y="2728"/>
                </a:moveTo>
                <a:cubicBezTo>
                  <a:pt x="3273" y="2728"/>
                  <a:pt x="3273" y="2728"/>
                  <a:pt x="3273" y="2728"/>
                </a:cubicBezTo>
                <a:cubicBezTo>
                  <a:pt x="3273" y="1325"/>
                  <a:pt x="3273" y="1325"/>
                  <a:pt x="3273" y="1325"/>
                </a:cubicBezTo>
                <a:cubicBezTo>
                  <a:pt x="2182" y="1325"/>
                  <a:pt x="2182" y="1325"/>
                  <a:pt x="2182" y="1325"/>
                </a:cubicBezTo>
                <a:lnTo>
                  <a:pt x="2182" y="2728"/>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6902644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互联网企业报纸广告投放特点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41632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早发展</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互联网企业在报纸广告的投放起步较早，从</a:t>
            </a:r>
            <a:r>
              <a:rPr lang="en-US" altLang="zh-CN" sz="2000" dirty="0" smtClean="0">
                <a:solidFill>
                  <a:prstClr val="white"/>
                </a:solidFill>
                <a:latin typeface="华文中宋" panose="02010600040101010101" pitchFamily="2" charset="-122"/>
                <a:ea typeface="华文中宋" panose="02010600040101010101" pitchFamily="2" charset="-122"/>
              </a:rPr>
              <a:t>2014</a:t>
            </a:r>
            <a:r>
              <a:rPr lang="zh-CN" altLang="en-US" sz="2000" dirty="0" smtClean="0">
                <a:solidFill>
                  <a:prstClr val="white"/>
                </a:solidFill>
                <a:latin typeface="华文中宋" panose="02010600040101010101" pitchFamily="2" charset="-122"/>
                <a:ea typeface="华文中宋" panose="02010600040101010101" pitchFamily="2" charset="-122"/>
              </a:rPr>
              <a:t>年就能看到互联网企业的投放增长趋势。</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多起伏</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互联网企业在报纸广告的投放中，电商购物类投放占比达到</a:t>
            </a:r>
            <a:r>
              <a:rPr lang="en-US" altLang="zh-CN" sz="2000" dirty="0" smtClean="0">
                <a:solidFill>
                  <a:prstClr val="white"/>
                </a:solidFill>
                <a:latin typeface="华文中宋" panose="02010600040101010101" pitchFamily="2" charset="-122"/>
                <a:ea typeface="华文中宋" panose="02010600040101010101" pitchFamily="2" charset="-122"/>
              </a:rPr>
              <a:t>86.4%</a:t>
            </a:r>
            <a:r>
              <a:rPr lang="zh-CN" altLang="en-US" sz="2000" dirty="0" smtClean="0">
                <a:solidFill>
                  <a:prstClr val="white"/>
                </a:solidFill>
                <a:latin typeface="华文中宋" panose="02010600040101010101" pitchFamily="2" charset="-122"/>
                <a:ea typeface="华文中宋" panose="02010600040101010101" pitchFamily="2" charset="-122"/>
              </a:rPr>
              <a:t>。互联网企业在报纸广告投放的趋势，也随着电商购物类产品的各种营销活动起起伏伏。</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9" name="KSO_Shape"/>
          <p:cNvSpPr>
            <a:spLocks/>
          </p:cNvSpPr>
          <p:nvPr/>
        </p:nvSpPr>
        <p:spPr bwMode="auto">
          <a:xfrm>
            <a:off x="620624" y="116633"/>
            <a:ext cx="836278" cy="790799"/>
          </a:xfrm>
          <a:custGeom>
            <a:avLst/>
            <a:gdLst>
              <a:gd name="T0" fmla="*/ 288285 w 3897"/>
              <a:gd name="T1" fmla="*/ 0 h 3741"/>
              <a:gd name="T2" fmla="*/ 288285 w 3897"/>
              <a:gd name="T3" fmla="*/ 324343 h 3741"/>
              <a:gd name="T4" fmla="*/ 0 w 3897"/>
              <a:gd name="T5" fmla="*/ 324343 h 3741"/>
              <a:gd name="T6" fmla="*/ 0 w 3897"/>
              <a:gd name="T7" fmla="*/ 1368062 h 3741"/>
              <a:gd name="T8" fmla="*/ 360357 w 3897"/>
              <a:gd name="T9" fmla="*/ 1728443 h 3741"/>
              <a:gd name="T10" fmla="*/ 1440040 w 3897"/>
              <a:gd name="T11" fmla="*/ 1728443 h 3741"/>
              <a:gd name="T12" fmla="*/ 1800397 w 3897"/>
              <a:gd name="T13" fmla="*/ 1368062 h 3741"/>
              <a:gd name="T14" fmla="*/ 1800397 w 3897"/>
              <a:gd name="T15" fmla="*/ 0 h 3741"/>
              <a:gd name="T16" fmla="*/ 288285 w 3897"/>
              <a:gd name="T17" fmla="*/ 0 h 3741"/>
              <a:gd name="T18" fmla="*/ 288285 w 3897"/>
              <a:gd name="T19" fmla="*/ 1260410 h 3741"/>
              <a:gd name="T20" fmla="*/ 198196 w 3897"/>
              <a:gd name="T21" fmla="*/ 1497430 h 3741"/>
              <a:gd name="T22" fmla="*/ 108107 w 3897"/>
              <a:gd name="T23" fmla="*/ 1260410 h 3741"/>
              <a:gd name="T24" fmla="*/ 108107 w 3897"/>
              <a:gd name="T25" fmla="*/ 431995 h 3741"/>
              <a:gd name="T26" fmla="*/ 288285 w 3897"/>
              <a:gd name="T27" fmla="*/ 431995 h 3741"/>
              <a:gd name="T28" fmla="*/ 288285 w 3897"/>
              <a:gd name="T29" fmla="*/ 1260410 h 3741"/>
              <a:gd name="T30" fmla="*/ 1692290 w 3897"/>
              <a:gd name="T31" fmla="*/ 1260410 h 3741"/>
              <a:gd name="T32" fmla="*/ 1332395 w 3897"/>
              <a:gd name="T33" fmla="*/ 1620329 h 3741"/>
              <a:gd name="T34" fmla="*/ 468002 w 3897"/>
              <a:gd name="T35" fmla="*/ 1620329 h 3741"/>
              <a:gd name="T36" fmla="*/ 320625 w 3897"/>
              <a:gd name="T37" fmla="*/ 1588449 h 3741"/>
              <a:gd name="T38" fmla="*/ 396392 w 3897"/>
              <a:gd name="T39" fmla="*/ 1368062 h 3741"/>
              <a:gd name="T40" fmla="*/ 396392 w 3897"/>
              <a:gd name="T41" fmla="*/ 108114 h 3741"/>
              <a:gd name="T42" fmla="*/ 1692290 w 3897"/>
              <a:gd name="T43" fmla="*/ 108114 h 3741"/>
              <a:gd name="T44" fmla="*/ 1692290 w 3897"/>
              <a:gd name="T45" fmla="*/ 1260410 h 3741"/>
              <a:gd name="T46" fmla="*/ 900429 w 3897"/>
              <a:gd name="T47" fmla="*/ 1152295 h 3741"/>
              <a:gd name="T48" fmla="*/ 540073 w 3897"/>
              <a:gd name="T49" fmla="*/ 1152295 h 3741"/>
              <a:gd name="T50" fmla="*/ 540073 w 3897"/>
              <a:gd name="T51" fmla="*/ 1260410 h 3741"/>
              <a:gd name="T52" fmla="*/ 900429 w 3897"/>
              <a:gd name="T53" fmla="*/ 1260410 h 3741"/>
              <a:gd name="T54" fmla="*/ 900429 w 3897"/>
              <a:gd name="T55" fmla="*/ 1152295 h 3741"/>
              <a:gd name="T56" fmla="*/ 900429 w 3897"/>
              <a:gd name="T57" fmla="*/ 972105 h 3741"/>
              <a:gd name="T58" fmla="*/ 540073 w 3897"/>
              <a:gd name="T59" fmla="*/ 972105 h 3741"/>
              <a:gd name="T60" fmla="*/ 540073 w 3897"/>
              <a:gd name="T61" fmla="*/ 1080219 h 3741"/>
              <a:gd name="T62" fmla="*/ 900429 w 3897"/>
              <a:gd name="T63" fmla="*/ 1080219 h 3741"/>
              <a:gd name="T64" fmla="*/ 900429 w 3897"/>
              <a:gd name="T65" fmla="*/ 972105 h 3741"/>
              <a:gd name="T66" fmla="*/ 900429 w 3897"/>
              <a:gd name="T67" fmla="*/ 792376 h 3741"/>
              <a:gd name="T68" fmla="*/ 540073 w 3897"/>
              <a:gd name="T69" fmla="*/ 792376 h 3741"/>
              <a:gd name="T70" fmla="*/ 540073 w 3897"/>
              <a:gd name="T71" fmla="*/ 900029 h 3741"/>
              <a:gd name="T72" fmla="*/ 900429 w 3897"/>
              <a:gd name="T73" fmla="*/ 900029 h 3741"/>
              <a:gd name="T74" fmla="*/ 900429 w 3897"/>
              <a:gd name="T75" fmla="*/ 792376 h 3741"/>
              <a:gd name="T76" fmla="*/ 1512112 w 3897"/>
              <a:gd name="T77" fmla="*/ 324343 h 3741"/>
              <a:gd name="T78" fmla="*/ 540073 w 3897"/>
              <a:gd name="T79" fmla="*/ 324343 h 3741"/>
              <a:gd name="T80" fmla="*/ 540073 w 3897"/>
              <a:gd name="T81" fmla="*/ 468033 h 3741"/>
              <a:gd name="T82" fmla="*/ 1512112 w 3897"/>
              <a:gd name="T83" fmla="*/ 468033 h 3741"/>
              <a:gd name="T84" fmla="*/ 1512112 w 3897"/>
              <a:gd name="T85" fmla="*/ 324343 h 3741"/>
              <a:gd name="T86" fmla="*/ 900429 w 3897"/>
              <a:gd name="T87" fmla="*/ 612186 h 3741"/>
              <a:gd name="T88" fmla="*/ 540073 w 3897"/>
              <a:gd name="T89" fmla="*/ 612186 h 3741"/>
              <a:gd name="T90" fmla="*/ 540073 w 3897"/>
              <a:gd name="T91" fmla="*/ 720300 h 3741"/>
              <a:gd name="T92" fmla="*/ 900429 w 3897"/>
              <a:gd name="T93" fmla="*/ 720300 h 3741"/>
              <a:gd name="T94" fmla="*/ 900429 w 3897"/>
              <a:gd name="T95" fmla="*/ 612186 h 3741"/>
              <a:gd name="T96" fmla="*/ 1008074 w 3897"/>
              <a:gd name="T97" fmla="*/ 1260410 h 3741"/>
              <a:gd name="T98" fmla="*/ 1512112 w 3897"/>
              <a:gd name="T99" fmla="*/ 1260410 h 3741"/>
              <a:gd name="T100" fmla="*/ 1512112 w 3897"/>
              <a:gd name="T101" fmla="*/ 612186 h 3741"/>
              <a:gd name="T102" fmla="*/ 1008074 w 3897"/>
              <a:gd name="T103" fmla="*/ 612186 h 3741"/>
              <a:gd name="T104" fmla="*/ 1008074 w 3897"/>
              <a:gd name="T105" fmla="*/ 1260410 h 37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3897" h="3741">
                <a:moveTo>
                  <a:pt x="624" y="0"/>
                </a:moveTo>
                <a:cubicBezTo>
                  <a:pt x="624" y="702"/>
                  <a:pt x="624" y="702"/>
                  <a:pt x="624" y="702"/>
                </a:cubicBezTo>
                <a:cubicBezTo>
                  <a:pt x="0" y="702"/>
                  <a:pt x="0" y="702"/>
                  <a:pt x="0" y="702"/>
                </a:cubicBezTo>
                <a:cubicBezTo>
                  <a:pt x="0" y="2961"/>
                  <a:pt x="0" y="2961"/>
                  <a:pt x="0" y="2961"/>
                </a:cubicBezTo>
                <a:cubicBezTo>
                  <a:pt x="0" y="3392"/>
                  <a:pt x="349" y="3741"/>
                  <a:pt x="780" y="3741"/>
                </a:cubicBezTo>
                <a:cubicBezTo>
                  <a:pt x="3117" y="3741"/>
                  <a:pt x="3117" y="3741"/>
                  <a:pt x="3117" y="3741"/>
                </a:cubicBezTo>
                <a:cubicBezTo>
                  <a:pt x="3548" y="3741"/>
                  <a:pt x="3897" y="3392"/>
                  <a:pt x="3897" y="2961"/>
                </a:cubicBezTo>
                <a:cubicBezTo>
                  <a:pt x="3897" y="0"/>
                  <a:pt x="3897" y="0"/>
                  <a:pt x="3897" y="0"/>
                </a:cubicBezTo>
                <a:lnTo>
                  <a:pt x="624" y="0"/>
                </a:lnTo>
                <a:close/>
                <a:moveTo>
                  <a:pt x="624" y="2728"/>
                </a:moveTo>
                <a:cubicBezTo>
                  <a:pt x="624" y="2925"/>
                  <a:pt x="550" y="3104"/>
                  <a:pt x="429" y="3241"/>
                </a:cubicBezTo>
                <a:cubicBezTo>
                  <a:pt x="308" y="3104"/>
                  <a:pt x="234" y="2925"/>
                  <a:pt x="234" y="2728"/>
                </a:cubicBezTo>
                <a:cubicBezTo>
                  <a:pt x="234" y="935"/>
                  <a:pt x="234" y="935"/>
                  <a:pt x="234" y="935"/>
                </a:cubicBezTo>
                <a:cubicBezTo>
                  <a:pt x="624" y="935"/>
                  <a:pt x="624" y="935"/>
                  <a:pt x="624" y="935"/>
                </a:cubicBezTo>
                <a:lnTo>
                  <a:pt x="624" y="2728"/>
                </a:lnTo>
                <a:close/>
                <a:moveTo>
                  <a:pt x="3663" y="2728"/>
                </a:moveTo>
                <a:cubicBezTo>
                  <a:pt x="3663" y="3158"/>
                  <a:pt x="3314" y="3507"/>
                  <a:pt x="2884" y="3507"/>
                </a:cubicBezTo>
                <a:cubicBezTo>
                  <a:pt x="1013" y="3507"/>
                  <a:pt x="1013" y="3507"/>
                  <a:pt x="1013" y="3507"/>
                </a:cubicBezTo>
                <a:cubicBezTo>
                  <a:pt x="899" y="3507"/>
                  <a:pt x="791" y="3482"/>
                  <a:pt x="694" y="3438"/>
                </a:cubicBezTo>
                <a:cubicBezTo>
                  <a:pt x="796" y="3306"/>
                  <a:pt x="858" y="3141"/>
                  <a:pt x="858" y="2961"/>
                </a:cubicBezTo>
                <a:cubicBezTo>
                  <a:pt x="858" y="234"/>
                  <a:pt x="858" y="234"/>
                  <a:pt x="858" y="234"/>
                </a:cubicBezTo>
                <a:cubicBezTo>
                  <a:pt x="3663" y="234"/>
                  <a:pt x="3663" y="234"/>
                  <a:pt x="3663" y="234"/>
                </a:cubicBezTo>
                <a:lnTo>
                  <a:pt x="3663" y="2728"/>
                </a:lnTo>
                <a:close/>
                <a:moveTo>
                  <a:pt x="1949" y="2494"/>
                </a:moveTo>
                <a:cubicBezTo>
                  <a:pt x="1169" y="2494"/>
                  <a:pt x="1169" y="2494"/>
                  <a:pt x="1169" y="2494"/>
                </a:cubicBezTo>
                <a:cubicBezTo>
                  <a:pt x="1169" y="2728"/>
                  <a:pt x="1169" y="2728"/>
                  <a:pt x="1169" y="2728"/>
                </a:cubicBezTo>
                <a:cubicBezTo>
                  <a:pt x="1949" y="2728"/>
                  <a:pt x="1949" y="2728"/>
                  <a:pt x="1949" y="2728"/>
                </a:cubicBezTo>
                <a:lnTo>
                  <a:pt x="1949" y="2494"/>
                </a:lnTo>
                <a:close/>
                <a:moveTo>
                  <a:pt x="1949" y="2104"/>
                </a:moveTo>
                <a:cubicBezTo>
                  <a:pt x="1169" y="2104"/>
                  <a:pt x="1169" y="2104"/>
                  <a:pt x="1169" y="2104"/>
                </a:cubicBezTo>
                <a:cubicBezTo>
                  <a:pt x="1169" y="2338"/>
                  <a:pt x="1169" y="2338"/>
                  <a:pt x="1169" y="2338"/>
                </a:cubicBezTo>
                <a:cubicBezTo>
                  <a:pt x="1949" y="2338"/>
                  <a:pt x="1949" y="2338"/>
                  <a:pt x="1949" y="2338"/>
                </a:cubicBezTo>
                <a:lnTo>
                  <a:pt x="1949" y="2104"/>
                </a:lnTo>
                <a:close/>
                <a:moveTo>
                  <a:pt x="1949" y="1715"/>
                </a:moveTo>
                <a:cubicBezTo>
                  <a:pt x="1169" y="1715"/>
                  <a:pt x="1169" y="1715"/>
                  <a:pt x="1169" y="1715"/>
                </a:cubicBezTo>
                <a:cubicBezTo>
                  <a:pt x="1169" y="1948"/>
                  <a:pt x="1169" y="1948"/>
                  <a:pt x="1169" y="1948"/>
                </a:cubicBezTo>
                <a:cubicBezTo>
                  <a:pt x="1949" y="1948"/>
                  <a:pt x="1949" y="1948"/>
                  <a:pt x="1949" y="1948"/>
                </a:cubicBezTo>
                <a:lnTo>
                  <a:pt x="1949" y="1715"/>
                </a:lnTo>
                <a:close/>
                <a:moveTo>
                  <a:pt x="3273" y="702"/>
                </a:moveTo>
                <a:cubicBezTo>
                  <a:pt x="1169" y="702"/>
                  <a:pt x="1169" y="702"/>
                  <a:pt x="1169" y="702"/>
                </a:cubicBezTo>
                <a:cubicBezTo>
                  <a:pt x="1169" y="1013"/>
                  <a:pt x="1169" y="1013"/>
                  <a:pt x="1169" y="1013"/>
                </a:cubicBezTo>
                <a:cubicBezTo>
                  <a:pt x="3273" y="1013"/>
                  <a:pt x="3273" y="1013"/>
                  <a:pt x="3273" y="1013"/>
                </a:cubicBezTo>
                <a:lnTo>
                  <a:pt x="3273" y="702"/>
                </a:lnTo>
                <a:close/>
                <a:moveTo>
                  <a:pt x="1949" y="1325"/>
                </a:moveTo>
                <a:cubicBezTo>
                  <a:pt x="1169" y="1325"/>
                  <a:pt x="1169" y="1325"/>
                  <a:pt x="1169" y="1325"/>
                </a:cubicBezTo>
                <a:cubicBezTo>
                  <a:pt x="1169" y="1559"/>
                  <a:pt x="1169" y="1559"/>
                  <a:pt x="1169" y="1559"/>
                </a:cubicBezTo>
                <a:cubicBezTo>
                  <a:pt x="1949" y="1559"/>
                  <a:pt x="1949" y="1559"/>
                  <a:pt x="1949" y="1559"/>
                </a:cubicBezTo>
                <a:lnTo>
                  <a:pt x="1949" y="1325"/>
                </a:lnTo>
                <a:close/>
                <a:moveTo>
                  <a:pt x="2182" y="2728"/>
                </a:moveTo>
                <a:cubicBezTo>
                  <a:pt x="3273" y="2728"/>
                  <a:pt x="3273" y="2728"/>
                  <a:pt x="3273" y="2728"/>
                </a:cubicBezTo>
                <a:cubicBezTo>
                  <a:pt x="3273" y="1325"/>
                  <a:pt x="3273" y="1325"/>
                  <a:pt x="3273" y="1325"/>
                </a:cubicBezTo>
                <a:cubicBezTo>
                  <a:pt x="2182" y="1325"/>
                  <a:pt x="2182" y="1325"/>
                  <a:pt x="2182" y="1325"/>
                </a:cubicBezTo>
                <a:lnTo>
                  <a:pt x="2182" y="2728"/>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25214778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latin typeface="Century Gothic"/>
              </a:rPr>
              <a:t>6</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smtClean="0">
                <a:latin typeface="Arial Black"/>
                <a:ea typeface="微软雅黑"/>
              </a:rPr>
              <a:t>影院视频广告</a:t>
            </a:r>
            <a:endParaRPr lang="zh-CN" altLang="en-US" sz="4800" dirty="0">
              <a:latin typeface="Arial Black"/>
              <a:ea typeface="微软雅黑"/>
            </a:endParaRPr>
          </a:p>
        </p:txBody>
      </p:sp>
    </p:spTree>
    <p:extLst>
      <p:ext uri="{BB962C8B-B14F-4D97-AF65-F5344CB8AC3E}">
        <p14:creationId xmlns:p14="http://schemas.microsoft.com/office/powerpoint/2010/main" val="3219698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47985" y="213285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企业影院视频广告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696644378"/>
              </p:ext>
            </p:extLst>
          </p:nvPr>
        </p:nvGraphicFramePr>
        <p:xfrm>
          <a:off x="-238573" y="2317522"/>
          <a:ext cx="9218855" cy="5344368"/>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4139952" y="4005064"/>
            <a:ext cx="1462190"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2015</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306.1%</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2" name="TextBox 11"/>
          <p:cNvSpPr txBox="1"/>
          <p:nvPr/>
        </p:nvSpPr>
        <p:spPr>
          <a:xfrm>
            <a:off x="7236296" y="5013176"/>
            <a:ext cx="1462190"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2016</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204.5%</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4" name="KSO_Shape"/>
          <p:cNvSpPr>
            <a:spLocks/>
          </p:cNvSpPr>
          <p:nvPr/>
        </p:nvSpPr>
        <p:spPr bwMode="auto">
          <a:xfrm>
            <a:off x="497661" y="116633"/>
            <a:ext cx="1079070" cy="648071"/>
          </a:xfrm>
          <a:custGeom>
            <a:avLst/>
            <a:gdLst>
              <a:gd name="T0" fmla="*/ 622123 w 1646237"/>
              <a:gd name="T1" fmla="*/ 656390 h 1420813"/>
              <a:gd name="T2" fmla="*/ 536604 w 1646237"/>
              <a:gd name="T3" fmla="*/ 767381 h 1420813"/>
              <a:gd name="T4" fmla="*/ 727462 w 1646237"/>
              <a:gd name="T5" fmla="*/ 717766 h 1420813"/>
              <a:gd name="T6" fmla="*/ 1010077 w 1646237"/>
              <a:gd name="T7" fmla="*/ 188538 h 1420813"/>
              <a:gd name="T8" fmla="*/ 1123859 w 1646237"/>
              <a:gd name="T9" fmla="*/ 211324 h 1420813"/>
              <a:gd name="T10" fmla="*/ 1210112 w 1646237"/>
              <a:gd name="T11" fmla="*/ 280418 h 1420813"/>
              <a:gd name="T12" fmla="*/ 1253789 w 1646237"/>
              <a:gd name="T13" fmla="*/ 382588 h 1420813"/>
              <a:gd name="T14" fmla="*/ 1242410 w 1646237"/>
              <a:gd name="T15" fmla="*/ 496519 h 1420813"/>
              <a:gd name="T16" fmla="*/ 1179648 w 1646237"/>
              <a:gd name="T17" fmla="*/ 586929 h 1420813"/>
              <a:gd name="T18" fmla="*/ 1080916 w 1646237"/>
              <a:gd name="T19" fmla="*/ 639117 h 1420813"/>
              <a:gd name="T20" fmla="*/ 963832 w 1646237"/>
              <a:gd name="T21" fmla="*/ 639117 h 1420813"/>
              <a:gd name="T22" fmla="*/ 865100 w 1646237"/>
              <a:gd name="T23" fmla="*/ 586929 h 1420813"/>
              <a:gd name="T24" fmla="*/ 802703 w 1646237"/>
              <a:gd name="T25" fmla="*/ 496519 h 1420813"/>
              <a:gd name="T26" fmla="*/ 791326 w 1646237"/>
              <a:gd name="T27" fmla="*/ 382588 h 1420813"/>
              <a:gd name="T28" fmla="*/ 835002 w 1646237"/>
              <a:gd name="T29" fmla="*/ 280418 h 1420813"/>
              <a:gd name="T30" fmla="*/ 921255 w 1646237"/>
              <a:gd name="T31" fmla="*/ 211324 h 1420813"/>
              <a:gd name="T32" fmla="*/ 1007142 w 1646237"/>
              <a:gd name="T33" fmla="*/ 126427 h 1420813"/>
              <a:gd name="T34" fmla="*/ 868402 w 1646237"/>
              <a:gd name="T35" fmla="*/ 168692 h 1420813"/>
              <a:gd name="T36" fmla="*/ 767836 w 1646237"/>
              <a:gd name="T37" fmla="*/ 266452 h 1420813"/>
              <a:gd name="T38" fmla="*/ 725260 w 1646237"/>
              <a:gd name="T39" fmla="*/ 402801 h 1420813"/>
              <a:gd name="T40" fmla="*/ 754255 w 1646237"/>
              <a:gd name="T41" fmla="*/ 543562 h 1420813"/>
              <a:gd name="T42" fmla="*/ 844179 w 1646237"/>
              <a:gd name="T43" fmla="*/ 650877 h 1420813"/>
              <a:gd name="T44" fmla="*/ 977044 w 1646237"/>
              <a:gd name="T45" fmla="*/ 705637 h 1420813"/>
              <a:gd name="T46" fmla="*/ 1124592 w 1646237"/>
              <a:gd name="T47" fmla="*/ 690937 h 1420813"/>
              <a:gd name="T48" fmla="*/ 1242777 w 1646237"/>
              <a:gd name="T49" fmla="*/ 613390 h 1420813"/>
              <a:gd name="T50" fmla="*/ 1311046 w 1646237"/>
              <a:gd name="T51" fmla="*/ 490271 h 1420813"/>
              <a:gd name="T52" fmla="*/ 1311046 w 1646237"/>
              <a:gd name="T53" fmla="*/ 345101 h 1420813"/>
              <a:gd name="T54" fmla="*/ 1242777 w 1646237"/>
              <a:gd name="T55" fmla="*/ 221615 h 1420813"/>
              <a:gd name="T56" fmla="*/ 1124592 w 1646237"/>
              <a:gd name="T57" fmla="*/ 144068 h 1420813"/>
              <a:gd name="T58" fmla="*/ 1044212 w 1646237"/>
              <a:gd name="T59" fmla="*/ 368 h 1420813"/>
              <a:gd name="T60" fmla="*/ 1188456 w 1646237"/>
              <a:gd name="T61" fmla="*/ 32710 h 1420813"/>
              <a:gd name="T62" fmla="*/ 1352154 w 1646237"/>
              <a:gd name="T63" fmla="*/ 151786 h 1420813"/>
              <a:gd name="T64" fmla="*/ 1438407 w 1646237"/>
              <a:gd name="T65" fmla="*/ 323050 h 1420813"/>
              <a:gd name="T66" fmla="*/ 1449051 w 1646237"/>
              <a:gd name="T67" fmla="*/ 432571 h 1420813"/>
              <a:gd name="T68" fmla="*/ 1419320 w 1646237"/>
              <a:gd name="T69" fmla="*/ 571125 h 1420813"/>
              <a:gd name="T70" fmla="*/ 1346648 w 1646237"/>
              <a:gd name="T71" fmla="*/ 689099 h 1420813"/>
              <a:gd name="T72" fmla="*/ 1239841 w 1646237"/>
              <a:gd name="T73" fmla="*/ 776936 h 1420813"/>
              <a:gd name="T74" fmla="*/ 1299668 w 1646237"/>
              <a:gd name="T75" fmla="*/ 796415 h 1420813"/>
              <a:gd name="T76" fmla="*/ 1364266 w 1646237"/>
              <a:gd name="T77" fmla="*/ 843825 h 1420813"/>
              <a:gd name="T78" fmla="*/ 1399133 w 1646237"/>
              <a:gd name="T79" fmla="*/ 915123 h 1420813"/>
              <a:gd name="T80" fmla="*/ 1396932 w 1646237"/>
              <a:gd name="T81" fmla="*/ 1521532 h 1420813"/>
              <a:gd name="T82" fmla="*/ 1358393 w 1646237"/>
              <a:gd name="T83" fmla="*/ 1590992 h 1420813"/>
              <a:gd name="T84" fmla="*/ 1291960 w 1646237"/>
              <a:gd name="T85" fmla="*/ 1635094 h 1420813"/>
              <a:gd name="T86" fmla="*/ 151219 w 1646237"/>
              <a:gd name="T87" fmla="*/ 1644283 h 1420813"/>
              <a:gd name="T88" fmla="*/ 74141 w 1646237"/>
              <a:gd name="T89" fmla="*/ 1616719 h 1420813"/>
              <a:gd name="T90" fmla="*/ 20554 w 1646237"/>
              <a:gd name="T91" fmla="*/ 1558650 h 1420813"/>
              <a:gd name="T92" fmla="*/ 0 w 1646237"/>
              <a:gd name="T93" fmla="*/ 1480369 h 1420813"/>
              <a:gd name="T94" fmla="*/ 16516 w 1646237"/>
              <a:gd name="T95" fmla="*/ 877269 h 1420813"/>
              <a:gd name="T96" fmla="*/ 67534 w 1646237"/>
              <a:gd name="T97" fmla="*/ 816628 h 1420813"/>
              <a:gd name="T98" fmla="*/ 142777 w 1646237"/>
              <a:gd name="T99" fmla="*/ 785757 h 1420813"/>
              <a:gd name="T100" fmla="*/ 133967 w 1646237"/>
              <a:gd name="T101" fmla="*/ 750108 h 1420813"/>
              <a:gd name="T102" fmla="*/ 80014 w 1646237"/>
              <a:gd name="T103" fmla="*/ 679911 h 1420813"/>
              <a:gd name="T104" fmla="*/ 49183 w 1646237"/>
              <a:gd name="T105" fmla="*/ 595381 h 1420813"/>
              <a:gd name="T106" fmla="*/ 49917 w 1646237"/>
              <a:gd name="T107" fmla="*/ 479980 h 1420813"/>
              <a:gd name="T108" fmla="*/ 112680 w 1646237"/>
              <a:gd name="T109" fmla="*/ 351349 h 1420813"/>
              <a:gd name="T110" fmla="*/ 227928 w 1646237"/>
              <a:gd name="T111" fmla="*/ 267554 h 1420813"/>
              <a:gd name="T112" fmla="*/ 365199 w 1646237"/>
              <a:gd name="T113" fmla="*/ 244768 h 1420813"/>
              <a:gd name="T114" fmla="*/ 458059 w 1646237"/>
              <a:gd name="T115" fmla="*/ 265349 h 1420813"/>
              <a:gd name="T116" fmla="*/ 536971 w 1646237"/>
              <a:gd name="T117" fmla="*/ 311290 h 1420813"/>
              <a:gd name="T118" fmla="*/ 597899 w 1646237"/>
              <a:gd name="T119" fmla="*/ 377810 h 1420813"/>
              <a:gd name="T120" fmla="*/ 660661 w 1646237"/>
              <a:gd name="T121" fmla="*/ 196255 h 1420813"/>
              <a:gd name="T122" fmla="*/ 796097 w 1646237"/>
              <a:gd name="T123" fmla="*/ 63581 h 1420813"/>
              <a:gd name="T124" fmla="*/ 981449 w 1646237"/>
              <a:gd name="T125" fmla="*/ 1838 h 142081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46237" h="1420813">
                <a:moveTo>
                  <a:pt x="1646237" y="762000"/>
                </a:moveTo>
                <a:lnTo>
                  <a:pt x="1646237" y="1350963"/>
                </a:lnTo>
                <a:lnTo>
                  <a:pt x="1277937" y="1162699"/>
                </a:lnTo>
                <a:lnTo>
                  <a:pt x="1277937" y="967120"/>
                </a:lnTo>
                <a:lnTo>
                  <a:pt x="1646237" y="762000"/>
                </a:lnTo>
                <a:close/>
                <a:moveTo>
                  <a:pt x="553476" y="520383"/>
                </a:moveTo>
                <a:lnTo>
                  <a:pt x="550622" y="532448"/>
                </a:lnTo>
                <a:lnTo>
                  <a:pt x="546816" y="544513"/>
                </a:lnTo>
                <a:lnTo>
                  <a:pt x="542692" y="555943"/>
                </a:lnTo>
                <a:lnTo>
                  <a:pt x="537618" y="567055"/>
                </a:lnTo>
                <a:lnTo>
                  <a:pt x="532860" y="578485"/>
                </a:lnTo>
                <a:lnTo>
                  <a:pt x="526834" y="588963"/>
                </a:lnTo>
                <a:lnTo>
                  <a:pt x="520173" y="599758"/>
                </a:lnTo>
                <a:lnTo>
                  <a:pt x="513829" y="609600"/>
                </a:lnTo>
                <a:lnTo>
                  <a:pt x="506217" y="619443"/>
                </a:lnTo>
                <a:lnTo>
                  <a:pt x="498922" y="628968"/>
                </a:lnTo>
                <a:lnTo>
                  <a:pt x="490358" y="637858"/>
                </a:lnTo>
                <a:lnTo>
                  <a:pt x="482111" y="646430"/>
                </a:lnTo>
                <a:lnTo>
                  <a:pt x="473230" y="655003"/>
                </a:lnTo>
                <a:lnTo>
                  <a:pt x="463715" y="662940"/>
                </a:lnTo>
                <a:lnTo>
                  <a:pt x="453882" y="669925"/>
                </a:lnTo>
                <a:lnTo>
                  <a:pt x="444050" y="677228"/>
                </a:lnTo>
                <a:lnTo>
                  <a:pt x="708894" y="677228"/>
                </a:lnTo>
                <a:lnTo>
                  <a:pt x="696207" y="670560"/>
                </a:lnTo>
                <a:lnTo>
                  <a:pt x="684154" y="662940"/>
                </a:lnTo>
                <a:lnTo>
                  <a:pt x="672418" y="655320"/>
                </a:lnTo>
                <a:lnTo>
                  <a:pt x="661317" y="647065"/>
                </a:lnTo>
                <a:lnTo>
                  <a:pt x="649899" y="638493"/>
                </a:lnTo>
                <a:lnTo>
                  <a:pt x="639432" y="629603"/>
                </a:lnTo>
                <a:lnTo>
                  <a:pt x="628648" y="620078"/>
                </a:lnTo>
                <a:lnTo>
                  <a:pt x="618815" y="610553"/>
                </a:lnTo>
                <a:lnTo>
                  <a:pt x="608983" y="600393"/>
                </a:lnTo>
                <a:lnTo>
                  <a:pt x="600102" y="589915"/>
                </a:lnTo>
                <a:lnTo>
                  <a:pt x="590904" y="579438"/>
                </a:lnTo>
                <a:lnTo>
                  <a:pt x="582657" y="568008"/>
                </a:lnTo>
                <a:lnTo>
                  <a:pt x="574728" y="556578"/>
                </a:lnTo>
                <a:lnTo>
                  <a:pt x="567115" y="544830"/>
                </a:lnTo>
                <a:lnTo>
                  <a:pt x="559820" y="532765"/>
                </a:lnTo>
                <a:lnTo>
                  <a:pt x="553476" y="520383"/>
                </a:lnTo>
                <a:close/>
                <a:moveTo>
                  <a:pt x="872875" y="162878"/>
                </a:moveTo>
                <a:lnTo>
                  <a:pt x="883659" y="162878"/>
                </a:lnTo>
                <a:lnTo>
                  <a:pt x="893809" y="162878"/>
                </a:lnTo>
                <a:lnTo>
                  <a:pt x="904276" y="164148"/>
                </a:lnTo>
                <a:lnTo>
                  <a:pt x="914108" y="165418"/>
                </a:lnTo>
                <a:lnTo>
                  <a:pt x="924258" y="166688"/>
                </a:lnTo>
                <a:lnTo>
                  <a:pt x="934091" y="168910"/>
                </a:lnTo>
                <a:lnTo>
                  <a:pt x="943606" y="171768"/>
                </a:lnTo>
                <a:lnTo>
                  <a:pt x="953122" y="174943"/>
                </a:lnTo>
                <a:lnTo>
                  <a:pt x="962002" y="178435"/>
                </a:lnTo>
                <a:lnTo>
                  <a:pt x="971201" y="182563"/>
                </a:lnTo>
                <a:lnTo>
                  <a:pt x="979764" y="186690"/>
                </a:lnTo>
                <a:lnTo>
                  <a:pt x="988328" y="191770"/>
                </a:lnTo>
                <a:lnTo>
                  <a:pt x="996575" y="196533"/>
                </a:lnTo>
                <a:lnTo>
                  <a:pt x="1004504" y="202248"/>
                </a:lnTo>
                <a:lnTo>
                  <a:pt x="1012117" y="207963"/>
                </a:lnTo>
                <a:lnTo>
                  <a:pt x="1019412" y="214313"/>
                </a:lnTo>
                <a:lnTo>
                  <a:pt x="1026390" y="220980"/>
                </a:lnTo>
                <a:lnTo>
                  <a:pt x="1033050" y="227648"/>
                </a:lnTo>
                <a:lnTo>
                  <a:pt x="1039711" y="234950"/>
                </a:lnTo>
                <a:lnTo>
                  <a:pt x="1045738" y="242253"/>
                </a:lnTo>
                <a:lnTo>
                  <a:pt x="1051130" y="250190"/>
                </a:lnTo>
                <a:lnTo>
                  <a:pt x="1056522" y="258128"/>
                </a:lnTo>
                <a:lnTo>
                  <a:pt x="1060962" y="266700"/>
                </a:lnTo>
                <a:lnTo>
                  <a:pt x="1065720" y="274955"/>
                </a:lnTo>
                <a:lnTo>
                  <a:pt x="1069843" y="283528"/>
                </a:lnTo>
                <a:lnTo>
                  <a:pt x="1073649" y="292735"/>
                </a:lnTo>
                <a:lnTo>
                  <a:pt x="1076504" y="301625"/>
                </a:lnTo>
                <a:lnTo>
                  <a:pt x="1079358" y="311150"/>
                </a:lnTo>
                <a:lnTo>
                  <a:pt x="1081579" y="320993"/>
                </a:lnTo>
                <a:lnTo>
                  <a:pt x="1083482" y="330518"/>
                </a:lnTo>
                <a:lnTo>
                  <a:pt x="1084433" y="340360"/>
                </a:lnTo>
                <a:lnTo>
                  <a:pt x="1085385" y="350520"/>
                </a:lnTo>
                <a:lnTo>
                  <a:pt x="1085702" y="360680"/>
                </a:lnTo>
                <a:lnTo>
                  <a:pt x="1085385" y="370840"/>
                </a:lnTo>
                <a:lnTo>
                  <a:pt x="1084433" y="380683"/>
                </a:lnTo>
                <a:lnTo>
                  <a:pt x="1083482" y="390843"/>
                </a:lnTo>
                <a:lnTo>
                  <a:pt x="1081579" y="400368"/>
                </a:lnTo>
                <a:lnTo>
                  <a:pt x="1079358" y="410210"/>
                </a:lnTo>
                <a:lnTo>
                  <a:pt x="1076504" y="419418"/>
                </a:lnTo>
                <a:lnTo>
                  <a:pt x="1073649" y="428943"/>
                </a:lnTo>
                <a:lnTo>
                  <a:pt x="1069843" y="437515"/>
                </a:lnTo>
                <a:lnTo>
                  <a:pt x="1065720" y="446723"/>
                </a:lnTo>
                <a:lnTo>
                  <a:pt x="1060962" y="454978"/>
                </a:lnTo>
                <a:lnTo>
                  <a:pt x="1056522" y="463233"/>
                </a:lnTo>
                <a:lnTo>
                  <a:pt x="1051130" y="471170"/>
                </a:lnTo>
                <a:lnTo>
                  <a:pt x="1045738" y="479108"/>
                </a:lnTo>
                <a:lnTo>
                  <a:pt x="1039711" y="486410"/>
                </a:lnTo>
                <a:lnTo>
                  <a:pt x="1033050" y="493395"/>
                </a:lnTo>
                <a:lnTo>
                  <a:pt x="1026390" y="500698"/>
                </a:lnTo>
                <a:lnTo>
                  <a:pt x="1019412" y="507048"/>
                </a:lnTo>
                <a:lnTo>
                  <a:pt x="1012117" y="513080"/>
                </a:lnTo>
                <a:lnTo>
                  <a:pt x="1004504" y="519113"/>
                </a:lnTo>
                <a:lnTo>
                  <a:pt x="996575" y="524510"/>
                </a:lnTo>
                <a:lnTo>
                  <a:pt x="988328" y="529908"/>
                </a:lnTo>
                <a:lnTo>
                  <a:pt x="979764" y="534670"/>
                </a:lnTo>
                <a:lnTo>
                  <a:pt x="971201" y="538798"/>
                </a:lnTo>
                <a:lnTo>
                  <a:pt x="962002" y="542925"/>
                </a:lnTo>
                <a:lnTo>
                  <a:pt x="953122" y="546418"/>
                </a:lnTo>
                <a:lnTo>
                  <a:pt x="943606" y="549275"/>
                </a:lnTo>
                <a:lnTo>
                  <a:pt x="934091" y="552133"/>
                </a:lnTo>
                <a:lnTo>
                  <a:pt x="924258" y="554355"/>
                </a:lnTo>
                <a:lnTo>
                  <a:pt x="914108" y="556260"/>
                </a:lnTo>
                <a:lnTo>
                  <a:pt x="904276" y="557213"/>
                </a:lnTo>
                <a:lnTo>
                  <a:pt x="893809" y="558165"/>
                </a:lnTo>
                <a:lnTo>
                  <a:pt x="883659" y="558483"/>
                </a:lnTo>
                <a:lnTo>
                  <a:pt x="872875" y="558165"/>
                </a:lnTo>
                <a:lnTo>
                  <a:pt x="862726" y="557213"/>
                </a:lnTo>
                <a:lnTo>
                  <a:pt x="852576" y="556260"/>
                </a:lnTo>
                <a:lnTo>
                  <a:pt x="842743" y="554355"/>
                </a:lnTo>
                <a:lnTo>
                  <a:pt x="832911" y="552133"/>
                </a:lnTo>
                <a:lnTo>
                  <a:pt x="823713" y="549275"/>
                </a:lnTo>
                <a:lnTo>
                  <a:pt x="814197" y="546418"/>
                </a:lnTo>
                <a:lnTo>
                  <a:pt x="804999" y="542925"/>
                </a:lnTo>
                <a:lnTo>
                  <a:pt x="796118" y="538798"/>
                </a:lnTo>
                <a:lnTo>
                  <a:pt x="787237" y="534670"/>
                </a:lnTo>
                <a:lnTo>
                  <a:pt x="778673" y="529908"/>
                </a:lnTo>
                <a:lnTo>
                  <a:pt x="770744" y="524510"/>
                </a:lnTo>
                <a:lnTo>
                  <a:pt x="762814" y="519113"/>
                </a:lnTo>
                <a:lnTo>
                  <a:pt x="754885" y="513080"/>
                </a:lnTo>
                <a:lnTo>
                  <a:pt x="747590" y="507048"/>
                </a:lnTo>
                <a:lnTo>
                  <a:pt x="740612" y="500698"/>
                </a:lnTo>
                <a:lnTo>
                  <a:pt x="733951" y="493395"/>
                </a:lnTo>
                <a:lnTo>
                  <a:pt x="727608" y="486410"/>
                </a:lnTo>
                <a:lnTo>
                  <a:pt x="721581" y="479108"/>
                </a:lnTo>
                <a:lnTo>
                  <a:pt x="715872" y="471170"/>
                </a:lnTo>
                <a:lnTo>
                  <a:pt x="710797" y="463233"/>
                </a:lnTo>
                <a:lnTo>
                  <a:pt x="705722" y="454978"/>
                </a:lnTo>
                <a:lnTo>
                  <a:pt x="701599" y="446723"/>
                </a:lnTo>
                <a:lnTo>
                  <a:pt x="697476" y="437515"/>
                </a:lnTo>
                <a:lnTo>
                  <a:pt x="693669" y="428943"/>
                </a:lnTo>
                <a:lnTo>
                  <a:pt x="690498" y="419418"/>
                </a:lnTo>
                <a:lnTo>
                  <a:pt x="687643" y="410210"/>
                </a:lnTo>
                <a:lnTo>
                  <a:pt x="685423" y="400368"/>
                </a:lnTo>
                <a:lnTo>
                  <a:pt x="683837" y="390843"/>
                </a:lnTo>
                <a:lnTo>
                  <a:pt x="682251" y="380683"/>
                </a:lnTo>
                <a:lnTo>
                  <a:pt x="681617" y="370840"/>
                </a:lnTo>
                <a:lnTo>
                  <a:pt x="681300" y="360680"/>
                </a:lnTo>
                <a:lnTo>
                  <a:pt x="681617" y="350520"/>
                </a:lnTo>
                <a:lnTo>
                  <a:pt x="682251" y="340360"/>
                </a:lnTo>
                <a:lnTo>
                  <a:pt x="683837" y="330518"/>
                </a:lnTo>
                <a:lnTo>
                  <a:pt x="685423" y="320993"/>
                </a:lnTo>
                <a:lnTo>
                  <a:pt x="687643" y="311150"/>
                </a:lnTo>
                <a:lnTo>
                  <a:pt x="690498" y="301625"/>
                </a:lnTo>
                <a:lnTo>
                  <a:pt x="693669" y="292735"/>
                </a:lnTo>
                <a:lnTo>
                  <a:pt x="697476" y="283528"/>
                </a:lnTo>
                <a:lnTo>
                  <a:pt x="701599" y="274955"/>
                </a:lnTo>
                <a:lnTo>
                  <a:pt x="705722" y="266700"/>
                </a:lnTo>
                <a:lnTo>
                  <a:pt x="710797" y="258128"/>
                </a:lnTo>
                <a:lnTo>
                  <a:pt x="715872" y="250190"/>
                </a:lnTo>
                <a:lnTo>
                  <a:pt x="721581" y="242253"/>
                </a:lnTo>
                <a:lnTo>
                  <a:pt x="727608" y="234950"/>
                </a:lnTo>
                <a:lnTo>
                  <a:pt x="733951" y="227648"/>
                </a:lnTo>
                <a:lnTo>
                  <a:pt x="740612" y="220980"/>
                </a:lnTo>
                <a:lnTo>
                  <a:pt x="747590" y="214313"/>
                </a:lnTo>
                <a:lnTo>
                  <a:pt x="754885" y="207963"/>
                </a:lnTo>
                <a:lnTo>
                  <a:pt x="762814" y="202248"/>
                </a:lnTo>
                <a:lnTo>
                  <a:pt x="770744" y="196533"/>
                </a:lnTo>
                <a:lnTo>
                  <a:pt x="778673" y="191770"/>
                </a:lnTo>
                <a:lnTo>
                  <a:pt x="787237" y="186690"/>
                </a:lnTo>
                <a:lnTo>
                  <a:pt x="796118" y="182563"/>
                </a:lnTo>
                <a:lnTo>
                  <a:pt x="804999" y="178435"/>
                </a:lnTo>
                <a:lnTo>
                  <a:pt x="814197" y="174943"/>
                </a:lnTo>
                <a:lnTo>
                  <a:pt x="823713" y="171768"/>
                </a:lnTo>
                <a:lnTo>
                  <a:pt x="832911" y="168910"/>
                </a:lnTo>
                <a:lnTo>
                  <a:pt x="842743" y="166688"/>
                </a:lnTo>
                <a:lnTo>
                  <a:pt x="852576" y="165418"/>
                </a:lnTo>
                <a:lnTo>
                  <a:pt x="862726" y="164148"/>
                </a:lnTo>
                <a:lnTo>
                  <a:pt x="872875" y="162878"/>
                </a:lnTo>
                <a:close/>
                <a:moveTo>
                  <a:pt x="883659" y="108903"/>
                </a:moveTo>
                <a:lnTo>
                  <a:pt x="870338" y="109220"/>
                </a:lnTo>
                <a:lnTo>
                  <a:pt x="857016" y="110490"/>
                </a:lnTo>
                <a:lnTo>
                  <a:pt x="844329" y="112078"/>
                </a:lnTo>
                <a:lnTo>
                  <a:pt x="831959" y="114300"/>
                </a:lnTo>
                <a:lnTo>
                  <a:pt x="819272" y="116840"/>
                </a:lnTo>
                <a:lnTo>
                  <a:pt x="806902" y="120333"/>
                </a:lnTo>
                <a:lnTo>
                  <a:pt x="795167" y="124460"/>
                </a:lnTo>
                <a:lnTo>
                  <a:pt x="783431" y="128905"/>
                </a:lnTo>
                <a:lnTo>
                  <a:pt x="772330" y="133985"/>
                </a:lnTo>
                <a:lnTo>
                  <a:pt x="760911" y="139700"/>
                </a:lnTo>
                <a:lnTo>
                  <a:pt x="750444" y="145733"/>
                </a:lnTo>
                <a:lnTo>
                  <a:pt x="739660" y="152083"/>
                </a:lnTo>
                <a:lnTo>
                  <a:pt x="729511" y="159068"/>
                </a:lnTo>
                <a:lnTo>
                  <a:pt x="719995" y="166370"/>
                </a:lnTo>
                <a:lnTo>
                  <a:pt x="710797" y="174308"/>
                </a:lnTo>
                <a:lnTo>
                  <a:pt x="701599" y="182563"/>
                </a:lnTo>
                <a:lnTo>
                  <a:pt x="693352" y="191453"/>
                </a:lnTo>
                <a:lnTo>
                  <a:pt x="685106" y="200660"/>
                </a:lnTo>
                <a:lnTo>
                  <a:pt x="677493" y="210185"/>
                </a:lnTo>
                <a:lnTo>
                  <a:pt x="670198" y="220028"/>
                </a:lnTo>
                <a:lnTo>
                  <a:pt x="663538" y="230188"/>
                </a:lnTo>
                <a:lnTo>
                  <a:pt x="657511" y="240983"/>
                </a:lnTo>
                <a:lnTo>
                  <a:pt x="651802" y="251460"/>
                </a:lnTo>
                <a:lnTo>
                  <a:pt x="646410" y="262890"/>
                </a:lnTo>
                <a:lnTo>
                  <a:pt x="641969" y="274003"/>
                </a:lnTo>
                <a:lnTo>
                  <a:pt x="638163" y="285750"/>
                </a:lnTo>
                <a:lnTo>
                  <a:pt x="634357" y="298133"/>
                </a:lnTo>
                <a:lnTo>
                  <a:pt x="631820" y="310198"/>
                </a:lnTo>
                <a:lnTo>
                  <a:pt x="629599" y="322580"/>
                </a:lnTo>
                <a:lnTo>
                  <a:pt x="627696" y="334963"/>
                </a:lnTo>
                <a:lnTo>
                  <a:pt x="626745" y="347980"/>
                </a:lnTo>
                <a:lnTo>
                  <a:pt x="626428" y="360680"/>
                </a:lnTo>
                <a:lnTo>
                  <a:pt x="626745" y="373698"/>
                </a:lnTo>
                <a:lnTo>
                  <a:pt x="627696" y="386398"/>
                </a:lnTo>
                <a:lnTo>
                  <a:pt x="629599" y="398780"/>
                </a:lnTo>
                <a:lnTo>
                  <a:pt x="631820" y="411480"/>
                </a:lnTo>
                <a:lnTo>
                  <a:pt x="634357" y="423545"/>
                </a:lnTo>
                <a:lnTo>
                  <a:pt x="638163" y="435610"/>
                </a:lnTo>
                <a:lnTo>
                  <a:pt x="641969" y="447358"/>
                </a:lnTo>
                <a:lnTo>
                  <a:pt x="646410" y="458788"/>
                </a:lnTo>
                <a:lnTo>
                  <a:pt x="651802" y="469583"/>
                </a:lnTo>
                <a:lnTo>
                  <a:pt x="657511" y="480695"/>
                </a:lnTo>
                <a:lnTo>
                  <a:pt x="663538" y="491173"/>
                </a:lnTo>
                <a:lnTo>
                  <a:pt x="670198" y="501333"/>
                </a:lnTo>
                <a:lnTo>
                  <a:pt x="677493" y="511175"/>
                </a:lnTo>
                <a:lnTo>
                  <a:pt x="685106" y="520700"/>
                </a:lnTo>
                <a:lnTo>
                  <a:pt x="693352" y="529908"/>
                </a:lnTo>
                <a:lnTo>
                  <a:pt x="701599" y="538798"/>
                </a:lnTo>
                <a:lnTo>
                  <a:pt x="710797" y="547053"/>
                </a:lnTo>
                <a:lnTo>
                  <a:pt x="719995" y="554990"/>
                </a:lnTo>
                <a:lnTo>
                  <a:pt x="729511" y="562293"/>
                </a:lnTo>
                <a:lnTo>
                  <a:pt x="739660" y="569595"/>
                </a:lnTo>
                <a:lnTo>
                  <a:pt x="750444" y="575945"/>
                </a:lnTo>
                <a:lnTo>
                  <a:pt x="760911" y="581978"/>
                </a:lnTo>
                <a:lnTo>
                  <a:pt x="772330" y="587693"/>
                </a:lnTo>
                <a:lnTo>
                  <a:pt x="783431" y="592455"/>
                </a:lnTo>
                <a:lnTo>
                  <a:pt x="795167" y="596900"/>
                </a:lnTo>
                <a:lnTo>
                  <a:pt x="806902" y="601345"/>
                </a:lnTo>
                <a:lnTo>
                  <a:pt x="819272" y="604520"/>
                </a:lnTo>
                <a:lnTo>
                  <a:pt x="831959" y="607378"/>
                </a:lnTo>
                <a:lnTo>
                  <a:pt x="844329" y="609600"/>
                </a:lnTo>
                <a:lnTo>
                  <a:pt x="857016" y="611188"/>
                </a:lnTo>
                <a:lnTo>
                  <a:pt x="870338" y="612140"/>
                </a:lnTo>
                <a:lnTo>
                  <a:pt x="883659" y="612458"/>
                </a:lnTo>
                <a:lnTo>
                  <a:pt x="896664" y="612140"/>
                </a:lnTo>
                <a:lnTo>
                  <a:pt x="909985" y="611188"/>
                </a:lnTo>
                <a:lnTo>
                  <a:pt x="922990" y="609600"/>
                </a:lnTo>
                <a:lnTo>
                  <a:pt x="935360" y="607378"/>
                </a:lnTo>
                <a:lnTo>
                  <a:pt x="947729" y="604520"/>
                </a:lnTo>
                <a:lnTo>
                  <a:pt x="960417" y="601345"/>
                </a:lnTo>
                <a:lnTo>
                  <a:pt x="971835" y="596900"/>
                </a:lnTo>
                <a:lnTo>
                  <a:pt x="983571" y="592455"/>
                </a:lnTo>
                <a:lnTo>
                  <a:pt x="994989" y="587693"/>
                </a:lnTo>
                <a:lnTo>
                  <a:pt x="1006407" y="581978"/>
                </a:lnTo>
                <a:lnTo>
                  <a:pt x="1016874" y="575945"/>
                </a:lnTo>
                <a:lnTo>
                  <a:pt x="1027341" y="569595"/>
                </a:lnTo>
                <a:lnTo>
                  <a:pt x="1037808" y="562293"/>
                </a:lnTo>
                <a:lnTo>
                  <a:pt x="1047006" y="554990"/>
                </a:lnTo>
                <a:lnTo>
                  <a:pt x="1056522" y="547053"/>
                </a:lnTo>
                <a:lnTo>
                  <a:pt x="1065720" y="538798"/>
                </a:lnTo>
                <a:lnTo>
                  <a:pt x="1073966" y="529908"/>
                </a:lnTo>
                <a:lnTo>
                  <a:pt x="1082213" y="520700"/>
                </a:lnTo>
                <a:lnTo>
                  <a:pt x="1089825" y="511175"/>
                </a:lnTo>
                <a:lnTo>
                  <a:pt x="1097120" y="501333"/>
                </a:lnTo>
                <a:lnTo>
                  <a:pt x="1103781" y="491173"/>
                </a:lnTo>
                <a:lnTo>
                  <a:pt x="1109808" y="480695"/>
                </a:lnTo>
                <a:lnTo>
                  <a:pt x="1115517" y="469583"/>
                </a:lnTo>
                <a:lnTo>
                  <a:pt x="1120909" y="458788"/>
                </a:lnTo>
                <a:lnTo>
                  <a:pt x="1125349" y="447358"/>
                </a:lnTo>
                <a:lnTo>
                  <a:pt x="1129473" y="435610"/>
                </a:lnTo>
                <a:lnTo>
                  <a:pt x="1132962" y="423545"/>
                </a:lnTo>
                <a:lnTo>
                  <a:pt x="1135816" y="411480"/>
                </a:lnTo>
                <a:lnTo>
                  <a:pt x="1138036" y="398780"/>
                </a:lnTo>
                <a:lnTo>
                  <a:pt x="1139622" y="386398"/>
                </a:lnTo>
                <a:lnTo>
                  <a:pt x="1140891" y="373698"/>
                </a:lnTo>
                <a:lnTo>
                  <a:pt x="1140891" y="360680"/>
                </a:lnTo>
                <a:lnTo>
                  <a:pt x="1140891" y="347980"/>
                </a:lnTo>
                <a:lnTo>
                  <a:pt x="1139622" y="334963"/>
                </a:lnTo>
                <a:lnTo>
                  <a:pt x="1138036" y="322580"/>
                </a:lnTo>
                <a:lnTo>
                  <a:pt x="1135816" y="310198"/>
                </a:lnTo>
                <a:lnTo>
                  <a:pt x="1132962" y="298133"/>
                </a:lnTo>
                <a:lnTo>
                  <a:pt x="1129473" y="285750"/>
                </a:lnTo>
                <a:lnTo>
                  <a:pt x="1125349" y="274003"/>
                </a:lnTo>
                <a:lnTo>
                  <a:pt x="1120909" y="262890"/>
                </a:lnTo>
                <a:lnTo>
                  <a:pt x="1115517" y="251460"/>
                </a:lnTo>
                <a:lnTo>
                  <a:pt x="1109808" y="240983"/>
                </a:lnTo>
                <a:lnTo>
                  <a:pt x="1103781" y="230188"/>
                </a:lnTo>
                <a:lnTo>
                  <a:pt x="1097120" y="220028"/>
                </a:lnTo>
                <a:lnTo>
                  <a:pt x="1089825" y="210185"/>
                </a:lnTo>
                <a:lnTo>
                  <a:pt x="1082213" y="200660"/>
                </a:lnTo>
                <a:lnTo>
                  <a:pt x="1073966" y="191453"/>
                </a:lnTo>
                <a:lnTo>
                  <a:pt x="1065720" y="182563"/>
                </a:lnTo>
                <a:lnTo>
                  <a:pt x="1056522" y="174308"/>
                </a:lnTo>
                <a:lnTo>
                  <a:pt x="1047006" y="166370"/>
                </a:lnTo>
                <a:lnTo>
                  <a:pt x="1037808" y="159068"/>
                </a:lnTo>
                <a:lnTo>
                  <a:pt x="1027341" y="152083"/>
                </a:lnTo>
                <a:lnTo>
                  <a:pt x="1016874" y="145733"/>
                </a:lnTo>
                <a:lnTo>
                  <a:pt x="1006407" y="139700"/>
                </a:lnTo>
                <a:lnTo>
                  <a:pt x="994989" y="133985"/>
                </a:lnTo>
                <a:lnTo>
                  <a:pt x="983571" y="128905"/>
                </a:lnTo>
                <a:lnTo>
                  <a:pt x="971835" y="124460"/>
                </a:lnTo>
                <a:lnTo>
                  <a:pt x="960417" y="120333"/>
                </a:lnTo>
                <a:lnTo>
                  <a:pt x="947729" y="116840"/>
                </a:lnTo>
                <a:lnTo>
                  <a:pt x="935360" y="114300"/>
                </a:lnTo>
                <a:lnTo>
                  <a:pt x="922990" y="112078"/>
                </a:lnTo>
                <a:lnTo>
                  <a:pt x="909985" y="110490"/>
                </a:lnTo>
                <a:lnTo>
                  <a:pt x="896664" y="109220"/>
                </a:lnTo>
                <a:lnTo>
                  <a:pt x="883659" y="108903"/>
                </a:lnTo>
                <a:close/>
                <a:moveTo>
                  <a:pt x="883659" y="0"/>
                </a:moveTo>
                <a:lnTo>
                  <a:pt x="893175" y="0"/>
                </a:lnTo>
                <a:lnTo>
                  <a:pt x="902373" y="318"/>
                </a:lnTo>
                <a:lnTo>
                  <a:pt x="911888" y="1270"/>
                </a:lnTo>
                <a:lnTo>
                  <a:pt x="921404" y="1905"/>
                </a:lnTo>
                <a:lnTo>
                  <a:pt x="930919" y="3175"/>
                </a:lnTo>
                <a:lnTo>
                  <a:pt x="939800" y="4128"/>
                </a:lnTo>
                <a:lnTo>
                  <a:pt x="948998" y="5715"/>
                </a:lnTo>
                <a:lnTo>
                  <a:pt x="957879" y="7303"/>
                </a:lnTo>
                <a:lnTo>
                  <a:pt x="975641" y="11430"/>
                </a:lnTo>
                <a:lnTo>
                  <a:pt x="993086" y="16193"/>
                </a:lnTo>
                <a:lnTo>
                  <a:pt x="1010531" y="21908"/>
                </a:lnTo>
                <a:lnTo>
                  <a:pt x="1027024" y="28258"/>
                </a:lnTo>
                <a:lnTo>
                  <a:pt x="1043200" y="35560"/>
                </a:lnTo>
                <a:lnTo>
                  <a:pt x="1059694" y="43498"/>
                </a:lnTo>
                <a:lnTo>
                  <a:pt x="1074601" y="52070"/>
                </a:lnTo>
                <a:lnTo>
                  <a:pt x="1089825" y="61595"/>
                </a:lnTo>
                <a:lnTo>
                  <a:pt x="1104098" y="71438"/>
                </a:lnTo>
                <a:lnTo>
                  <a:pt x="1118054" y="82550"/>
                </a:lnTo>
                <a:lnTo>
                  <a:pt x="1131693" y="93663"/>
                </a:lnTo>
                <a:lnTo>
                  <a:pt x="1144697" y="105410"/>
                </a:lnTo>
                <a:lnTo>
                  <a:pt x="1156750" y="118110"/>
                </a:lnTo>
                <a:lnTo>
                  <a:pt x="1168486" y="131128"/>
                </a:lnTo>
                <a:lnTo>
                  <a:pt x="1179270" y="144780"/>
                </a:lnTo>
                <a:lnTo>
                  <a:pt x="1189420" y="158750"/>
                </a:lnTo>
                <a:lnTo>
                  <a:pt x="1198935" y="173673"/>
                </a:lnTo>
                <a:lnTo>
                  <a:pt x="1208133" y="188595"/>
                </a:lnTo>
                <a:lnTo>
                  <a:pt x="1216062" y="204153"/>
                </a:lnTo>
                <a:lnTo>
                  <a:pt x="1223358" y="220345"/>
                </a:lnTo>
                <a:lnTo>
                  <a:pt x="1230018" y="236855"/>
                </a:lnTo>
                <a:lnTo>
                  <a:pt x="1236045" y="253365"/>
                </a:lnTo>
                <a:lnTo>
                  <a:pt x="1240802" y="270510"/>
                </a:lnTo>
                <a:lnTo>
                  <a:pt x="1243023" y="279083"/>
                </a:lnTo>
                <a:lnTo>
                  <a:pt x="1244926" y="288290"/>
                </a:lnTo>
                <a:lnTo>
                  <a:pt x="1246512" y="296863"/>
                </a:lnTo>
                <a:lnTo>
                  <a:pt x="1248098" y="306070"/>
                </a:lnTo>
                <a:lnTo>
                  <a:pt x="1249683" y="314643"/>
                </a:lnTo>
                <a:lnTo>
                  <a:pt x="1250635" y="323533"/>
                </a:lnTo>
                <a:lnTo>
                  <a:pt x="1251269" y="333058"/>
                </a:lnTo>
                <a:lnTo>
                  <a:pt x="1251904" y="342265"/>
                </a:lnTo>
                <a:lnTo>
                  <a:pt x="1252221" y="351155"/>
                </a:lnTo>
                <a:lnTo>
                  <a:pt x="1252538" y="360680"/>
                </a:lnTo>
                <a:lnTo>
                  <a:pt x="1252221" y="373698"/>
                </a:lnTo>
                <a:lnTo>
                  <a:pt x="1251269" y="386080"/>
                </a:lnTo>
                <a:lnTo>
                  <a:pt x="1250318" y="398463"/>
                </a:lnTo>
                <a:lnTo>
                  <a:pt x="1248732" y="411163"/>
                </a:lnTo>
                <a:lnTo>
                  <a:pt x="1246829" y="423228"/>
                </a:lnTo>
                <a:lnTo>
                  <a:pt x="1244608" y="435293"/>
                </a:lnTo>
                <a:lnTo>
                  <a:pt x="1241754" y="447358"/>
                </a:lnTo>
                <a:lnTo>
                  <a:pt x="1238582" y="459105"/>
                </a:lnTo>
                <a:lnTo>
                  <a:pt x="1234776" y="470853"/>
                </a:lnTo>
                <a:lnTo>
                  <a:pt x="1230970" y="481965"/>
                </a:lnTo>
                <a:lnTo>
                  <a:pt x="1226529" y="493395"/>
                </a:lnTo>
                <a:lnTo>
                  <a:pt x="1222089" y="504825"/>
                </a:lnTo>
                <a:lnTo>
                  <a:pt x="1216697" y="515303"/>
                </a:lnTo>
                <a:lnTo>
                  <a:pt x="1211305" y="526415"/>
                </a:lnTo>
                <a:lnTo>
                  <a:pt x="1205278" y="536893"/>
                </a:lnTo>
                <a:lnTo>
                  <a:pt x="1199252" y="547053"/>
                </a:lnTo>
                <a:lnTo>
                  <a:pt x="1192908" y="557213"/>
                </a:lnTo>
                <a:lnTo>
                  <a:pt x="1185930" y="567055"/>
                </a:lnTo>
                <a:lnTo>
                  <a:pt x="1178953" y="576580"/>
                </a:lnTo>
                <a:lnTo>
                  <a:pt x="1171340" y="586105"/>
                </a:lnTo>
                <a:lnTo>
                  <a:pt x="1163728" y="595313"/>
                </a:lnTo>
                <a:lnTo>
                  <a:pt x="1155798" y="604203"/>
                </a:lnTo>
                <a:lnTo>
                  <a:pt x="1147552" y="612458"/>
                </a:lnTo>
                <a:lnTo>
                  <a:pt x="1138988" y="621030"/>
                </a:lnTo>
                <a:lnTo>
                  <a:pt x="1129790" y="629285"/>
                </a:lnTo>
                <a:lnTo>
                  <a:pt x="1120909" y="636905"/>
                </a:lnTo>
                <a:lnTo>
                  <a:pt x="1111394" y="644208"/>
                </a:lnTo>
                <a:lnTo>
                  <a:pt x="1101878" y="651510"/>
                </a:lnTo>
                <a:lnTo>
                  <a:pt x="1091728" y="658178"/>
                </a:lnTo>
                <a:lnTo>
                  <a:pt x="1081896" y="665163"/>
                </a:lnTo>
                <a:lnTo>
                  <a:pt x="1071429" y="671195"/>
                </a:lnTo>
                <a:lnTo>
                  <a:pt x="1060645" y="677228"/>
                </a:lnTo>
                <a:lnTo>
                  <a:pt x="1066354" y="677228"/>
                </a:lnTo>
                <a:lnTo>
                  <a:pt x="1073966" y="677228"/>
                </a:lnTo>
                <a:lnTo>
                  <a:pt x="1081579" y="677863"/>
                </a:lnTo>
                <a:lnTo>
                  <a:pt x="1088557" y="678815"/>
                </a:lnTo>
                <a:lnTo>
                  <a:pt x="1095852" y="679768"/>
                </a:lnTo>
                <a:lnTo>
                  <a:pt x="1103147" y="681673"/>
                </a:lnTo>
                <a:lnTo>
                  <a:pt x="1109808" y="683578"/>
                </a:lnTo>
                <a:lnTo>
                  <a:pt x="1116468" y="685800"/>
                </a:lnTo>
                <a:lnTo>
                  <a:pt x="1123129" y="688023"/>
                </a:lnTo>
                <a:lnTo>
                  <a:pt x="1129473" y="691198"/>
                </a:lnTo>
                <a:lnTo>
                  <a:pt x="1135816" y="694373"/>
                </a:lnTo>
                <a:lnTo>
                  <a:pt x="1141843" y="697548"/>
                </a:lnTo>
                <a:lnTo>
                  <a:pt x="1147869" y="701358"/>
                </a:lnTo>
                <a:lnTo>
                  <a:pt x="1153578" y="705485"/>
                </a:lnTo>
                <a:lnTo>
                  <a:pt x="1158970" y="709613"/>
                </a:lnTo>
                <a:lnTo>
                  <a:pt x="1164045" y="714375"/>
                </a:lnTo>
                <a:lnTo>
                  <a:pt x="1169437" y="718820"/>
                </a:lnTo>
                <a:lnTo>
                  <a:pt x="1173878" y="723583"/>
                </a:lnTo>
                <a:lnTo>
                  <a:pt x="1178953" y="728980"/>
                </a:lnTo>
                <a:lnTo>
                  <a:pt x="1183076" y="734378"/>
                </a:lnTo>
                <a:lnTo>
                  <a:pt x="1187199" y="740093"/>
                </a:lnTo>
                <a:lnTo>
                  <a:pt x="1191005" y="745808"/>
                </a:lnTo>
                <a:lnTo>
                  <a:pt x="1194494" y="751840"/>
                </a:lnTo>
                <a:lnTo>
                  <a:pt x="1197666" y="757873"/>
                </a:lnTo>
                <a:lnTo>
                  <a:pt x="1200521" y="764223"/>
                </a:lnTo>
                <a:lnTo>
                  <a:pt x="1203058" y="770573"/>
                </a:lnTo>
                <a:lnTo>
                  <a:pt x="1205278" y="776923"/>
                </a:lnTo>
                <a:lnTo>
                  <a:pt x="1207182" y="783908"/>
                </a:lnTo>
                <a:lnTo>
                  <a:pt x="1209084" y="790575"/>
                </a:lnTo>
                <a:lnTo>
                  <a:pt x="1210353" y="797878"/>
                </a:lnTo>
                <a:lnTo>
                  <a:pt x="1211305" y="804863"/>
                </a:lnTo>
                <a:lnTo>
                  <a:pt x="1211622" y="812165"/>
                </a:lnTo>
                <a:lnTo>
                  <a:pt x="1212256" y="819468"/>
                </a:lnTo>
                <a:lnTo>
                  <a:pt x="1212256" y="1278891"/>
                </a:lnTo>
                <a:lnTo>
                  <a:pt x="1211622" y="1285876"/>
                </a:lnTo>
                <a:lnTo>
                  <a:pt x="1211305" y="1293178"/>
                </a:lnTo>
                <a:lnTo>
                  <a:pt x="1210353" y="1300481"/>
                </a:lnTo>
                <a:lnTo>
                  <a:pt x="1209084" y="1307466"/>
                </a:lnTo>
                <a:lnTo>
                  <a:pt x="1207182" y="1314451"/>
                </a:lnTo>
                <a:lnTo>
                  <a:pt x="1205278" y="1321118"/>
                </a:lnTo>
                <a:lnTo>
                  <a:pt x="1203058" y="1327468"/>
                </a:lnTo>
                <a:lnTo>
                  <a:pt x="1200521" y="1334136"/>
                </a:lnTo>
                <a:lnTo>
                  <a:pt x="1197666" y="1340486"/>
                </a:lnTo>
                <a:lnTo>
                  <a:pt x="1194494" y="1346518"/>
                </a:lnTo>
                <a:lnTo>
                  <a:pt x="1191005" y="1352551"/>
                </a:lnTo>
                <a:lnTo>
                  <a:pt x="1187199" y="1358266"/>
                </a:lnTo>
                <a:lnTo>
                  <a:pt x="1183076" y="1363981"/>
                </a:lnTo>
                <a:lnTo>
                  <a:pt x="1178953" y="1369061"/>
                </a:lnTo>
                <a:lnTo>
                  <a:pt x="1173878" y="1374458"/>
                </a:lnTo>
                <a:lnTo>
                  <a:pt x="1169437" y="1379221"/>
                </a:lnTo>
                <a:lnTo>
                  <a:pt x="1164045" y="1384301"/>
                </a:lnTo>
                <a:lnTo>
                  <a:pt x="1158970" y="1388428"/>
                </a:lnTo>
                <a:lnTo>
                  <a:pt x="1153578" y="1392873"/>
                </a:lnTo>
                <a:lnTo>
                  <a:pt x="1147869" y="1396683"/>
                </a:lnTo>
                <a:lnTo>
                  <a:pt x="1141843" y="1400493"/>
                </a:lnTo>
                <a:lnTo>
                  <a:pt x="1135816" y="1403986"/>
                </a:lnTo>
                <a:lnTo>
                  <a:pt x="1129473" y="1406843"/>
                </a:lnTo>
                <a:lnTo>
                  <a:pt x="1123129" y="1410018"/>
                </a:lnTo>
                <a:lnTo>
                  <a:pt x="1116468" y="1412558"/>
                </a:lnTo>
                <a:lnTo>
                  <a:pt x="1109808" y="1414781"/>
                </a:lnTo>
                <a:lnTo>
                  <a:pt x="1103147" y="1416686"/>
                </a:lnTo>
                <a:lnTo>
                  <a:pt x="1095852" y="1418273"/>
                </a:lnTo>
                <a:lnTo>
                  <a:pt x="1088557" y="1419543"/>
                </a:lnTo>
                <a:lnTo>
                  <a:pt x="1081579" y="1420496"/>
                </a:lnTo>
                <a:lnTo>
                  <a:pt x="1073966" y="1420813"/>
                </a:lnTo>
                <a:lnTo>
                  <a:pt x="1066354" y="1420813"/>
                </a:lnTo>
                <a:lnTo>
                  <a:pt x="145585" y="1420813"/>
                </a:lnTo>
                <a:lnTo>
                  <a:pt x="138290" y="1420813"/>
                </a:lnTo>
                <a:lnTo>
                  <a:pt x="130678" y="1420496"/>
                </a:lnTo>
                <a:lnTo>
                  <a:pt x="123383" y="1419543"/>
                </a:lnTo>
                <a:lnTo>
                  <a:pt x="116405" y="1418273"/>
                </a:lnTo>
                <a:lnTo>
                  <a:pt x="109427" y="1416686"/>
                </a:lnTo>
                <a:lnTo>
                  <a:pt x="102449" y="1414781"/>
                </a:lnTo>
                <a:lnTo>
                  <a:pt x="95471" y="1412558"/>
                </a:lnTo>
                <a:lnTo>
                  <a:pt x="89127" y="1410018"/>
                </a:lnTo>
                <a:lnTo>
                  <a:pt x="82784" y="1406843"/>
                </a:lnTo>
                <a:lnTo>
                  <a:pt x="76123" y="1403986"/>
                </a:lnTo>
                <a:lnTo>
                  <a:pt x="70097" y="1400493"/>
                </a:lnTo>
                <a:lnTo>
                  <a:pt x="64070" y="1396683"/>
                </a:lnTo>
                <a:lnTo>
                  <a:pt x="58361" y="1392873"/>
                </a:lnTo>
                <a:lnTo>
                  <a:pt x="53286" y="1388428"/>
                </a:lnTo>
                <a:lnTo>
                  <a:pt x="47894" y="1384301"/>
                </a:lnTo>
                <a:lnTo>
                  <a:pt x="42502" y="1379221"/>
                </a:lnTo>
                <a:lnTo>
                  <a:pt x="38062" y="1374458"/>
                </a:lnTo>
                <a:lnTo>
                  <a:pt x="33304" y="1369061"/>
                </a:lnTo>
                <a:lnTo>
                  <a:pt x="29181" y="1363981"/>
                </a:lnTo>
                <a:lnTo>
                  <a:pt x="24740" y="1358266"/>
                </a:lnTo>
                <a:lnTo>
                  <a:pt x="21251" y="1352551"/>
                </a:lnTo>
                <a:lnTo>
                  <a:pt x="17762" y="1346518"/>
                </a:lnTo>
                <a:lnTo>
                  <a:pt x="14273" y="1340486"/>
                </a:lnTo>
                <a:lnTo>
                  <a:pt x="11736" y="1334136"/>
                </a:lnTo>
                <a:lnTo>
                  <a:pt x="8881" y="1327468"/>
                </a:lnTo>
                <a:lnTo>
                  <a:pt x="6661" y="1321118"/>
                </a:lnTo>
                <a:lnTo>
                  <a:pt x="4758" y="1314451"/>
                </a:lnTo>
                <a:lnTo>
                  <a:pt x="2855" y="1307466"/>
                </a:lnTo>
                <a:lnTo>
                  <a:pt x="1903" y="1300481"/>
                </a:lnTo>
                <a:lnTo>
                  <a:pt x="635" y="1293178"/>
                </a:lnTo>
                <a:lnTo>
                  <a:pt x="317" y="1285876"/>
                </a:lnTo>
                <a:lnTo>
                  <a:pt x="0" y="1278891"/>
                </a:lnTo>
                <a:lnTo>
                  <a:pt x="0" y="819468"/>
                </a:lnTo>
                <a:lnTo>
                  <a:pt x="317" y="812165"/>
                </a:lnTo>
                <a:lnTo>
                  <a:pt x="635" y="804863"/>
                </a:lnTo>
                <a:lnTo>
                  <a:pt x="1903" y="797878"/>
                </a:lnTo>
                <a:lnTo>
                  <a:pt x="2855" y="790575"/>
                </a:lnTo>
                <a:lnTo>
                  <a:pt x="4758" y="783908"/>
                </a:lnTo>
                <a:lnTo>
                  <a:pt x="6661" y="776923"/>
                </a:lnTo>
                <a:lnTo>
                  <a:pt x="8881" y="770573"/>
                </a:lnTo>
                <a:lnTo>
                  <a:pt x="11736" y="764223"/>
                </a:lnTo>
                <a:lnTo>
                  <a:pt x="14273" y="757873"/>
                </a:lnTo>
                <a:lnTo>
                  <a:pt x="17762" y="751840"/>
                </a:lnTo>
                <a:lnTo>
                  <a:pt x="21251" y="745808"/>
                </a:lnTo>
                <a:lnTo>
                  <a:pt x="24740" y="740093"/>
                </a:lnTo>
                <a:lnTo>
                  <a:pt x="29181" y="734378"/>
                </a:lnTo>
                <a:lnTo>
                  <a:pt x="33304" y="728980"/>
                </a:lnTo>
                <a:lnTo>
                  <a:pt x="38062" y="723583"/>
                </a:lnTo>
                <a:lnTo>
                  <a:pt x="42502" y="718820"/>
                </a:lnTo>
                <a:lnTo>
                  <a:pt x="47894" y="714375"/>
                </a:lnTo>
                <a:lnTo>
                  <a:pt x="53286" y="709613"/>
                </a:lnTo>
                <a:lnTo>
                  <a:pt x="58361" y="705485"/>
                </a:lnTo>
                <a:lnTo>
                  <a:pt x="64070" y="701358"/>
                </a:lnTo>
                <a:lnTo>
                  <a:pt x="70097" y="697548"/>
                </a:lnTo>
                <a:lnTo>
                  <a:pt x="76123" y="694373"/>
                </a:lnTo>
                <a:lnTo>
                  <a:pt x="82784" y="691198"/>
                </a:lnTo>
                <a:lnTo>
                  <a:pt x="89127" y="688023"/>
                </a:lnTo>
                <a:lnTo>
                  <a:pt x="95471" y="685800"/>
                </a:lnTo>
                <a:lnTo>
                  <a:pt x="102449" y="683578"/>
                </a:lnTo>
                <a:lnTo>
                  <a:pt x="109427" y="681673"/>
                </a:lnTo>
                <a:lnTo>
                  <a:pt x="116405" y="679768"/>
                </a:lnTo>
                <a:lnTo>
                  <a:pt x="123383" y="678815"/>
                </a:lnTo>
                <a:lnTo>
                  <a:pt x="130678" y="677863"/>
                </a:lnTo>
                <a:lnTo>
                  <a:pt x="138290" y="677228"/>
                </a:lnTo>
                <a:lnTo>
                  <a:pt x="145585" y="677228"/>
                </a:lnTo>
                <a:lnTo>
                  <a:pt x="151612" y="677228"/>
                </a:lnTo>
                <a:lnTo>
                  <a:pt x="145585" y="672783"/>
                </a:lnTo>
                <a:lnTo>
                  <a:pt x="139242" y="668020"/>
                </a:lnTo>
                <a:lnTo>
                  <a:pt x="133215" y="663258"/>
                </a:lnTo>
                <a:lnTo>
                  <a:pt x="127189" y="658178"/>
                </a:lnTo>
                <a:lnTo>
                  <a:pt x="121480" y="653415"/>
                </a:lnTo>
                <a:lnTo>
                  <a:pt x="115770" y="648018"/>
                </a:lnTo>
                <a:lnTo>
                  <a:pt x="110378" y="642938"/>
                </a:lnTo>
                <a:lnTo>
                  <a:pt x="104986" y="637223"/>
                </a:lnTo>
                <a:lnTo>
                  <a:pt x="99911" y="631508"/>
                </a:lnTo>
                <a:lnTo>
                  <a:pt x="95154" y="625475"/>
                </a:lnTo>
                <a:lnTo>
                  <a:pt x="90079" y="619443"/>
                </a:lnTo>
                <a:lnTo>
                  <a:pt x="85638" y="613410"/>
                </a:lnTo>
                <a:lnTo>
                  <a:pt x="81198" y="606743"/>
                </a:lnTo>
                <a:lnTo>
                  <a:pt x="77075" y="600393"/>
                </a:lnTo>
                <a:lnTo>
                  <a:pt x="72951" y="594043"/>
                </a:lnTo>
                <a:lnTo>
                  <a:pt x="69145" y="587375"/>
                </a:lnTo>
                <a:lnTo>
                  <a:pt x="65656" y="580390"/>
                </a:lnTo>
                <a:lnTo>
                  <a:pt x="61850" y="573723"/>
                </a:lnTo>
                <a:lnTo>
                  <a:pt x="58995" y="566420"/>
                </a:lnTo>
                <a:lnTo>
                  <a:pt x="55824" y="559118"/>
                </a:lnTo>
                <a:lnTo>
                  <a:pt x="53286" y="552133"/>
                </a:lnTo>
                <a:lnTo>
                  <a:pt x="50432" y="544830"/>
                </a:lnTo>
                <a:lnTo>
                  <a:pt x="48211" y="537210"/>
                </a:lnTo>
                <a:lnTo>
                  <a:pt x="45991" y="529908"/>
                </a:lnTo>
                <a:lnTo>
                  <a:pt x="44088" y="522288"/>
                </a:lnTo>
                <a:lnTo>
                  <a:pt x="42502" y="514350"/>
                </a:lnTo>
                <a:lnTo>
                  <a:pt x="41233" y="506413"/>
                </a:lnTo>
                <a:lnTo>
                  <a:pt x="39965" y="498793"/>
                </a:lnTo>
                <a:lnTo>
                  <a:pt x="39330" y="490538"/>
                </a:lnTo>
                <a:lnTo>
                  <a:pt x="38379" y="482600"/>
                </a:lnTo>
                <a:lnTo>
                  <a:pt x="38062" y="474663"/>
                </a:lnTo>
                <a:lnTo>
                  <a:pt x="37744" y="466090"/>
                </a:lnTo>
                <a:lnTo>
                  <a:pt x="38062" y="453073"/>
                </a:lnTo>
                <a:lnTo>
                  <a:pt x="39330" y="440055"/>
                </a:lnTo>
                <a:lnTo>
                  <a:pt x="40599" y="427355"/>
                </a:lnTo>
                <a:lnTo>
                  <a:pt x="43137" y="414655"/>
                </a:lnTo>
                <a:lnTo>
                  <a:pt x="45991" y="402273"/>
                </a:lnTo>
                <a:lnTo>
                  <a:pt x="49797" y="390208"/>
                </a:lnTo>
                <a:lnTo>
                  <a:pt x="53603" y="378460"/>
                </a:lnTo>
                <a:lnTo>
                  <a:pt x="58361" y="366713"/>
                </a:lnTo>
                <a:lnTo>
                  <a:pt x="63753" y="355600"/>
                </a:lnTo>
                <a:lnTo>
                  <a:pt x="69462" y="344488"/>
                </a:lnTo>
                <a:lnTo>
                  <a:pt x="75489" y="334010"/>
                </a:lnTo>
                <a:lnTo>
                  <a:pt x="82149" y="323215"/>
                </a:lnTo>
                <a:lnTo>
                  <a:pt x="89762" y="313373"/>
                </a:lnTo>
                <a:lnTo>
                  <a:pt x="97374" y="303530"/>
                </a:lnTo>
                <a:lnTo>
                  <a:pt x="105621" y="294640"/>
                </a:lnTo>
                <a:lnTo>
                  <a:pt x="114502" y="285750"/>
                </a:lnTo>
                <a:lnTo>
                  <a:pt x="123383" y="277178"/>
                </a:lnTo>
                <a:lnTo>
                  <a:pt x="132898" y="269240"/>
                </a:lnTo>
                <a:lnTo>
                  <a:pt x="142731" y="261620"/>
                </a:lnTo>
                <a:lnTo>
                  <a:pt x="152880" y="254635"/>
                </a:lnTo>
                <a:lnTo>
                  <a:pt x="163347" y="247968"/>
                </a:lnTo>
                <a:lnTo>
                  <a:pt x="174448" y="241618"/>
                </a:lnTo>
                <a:lnTo>
                  <a:pt x="185867" y="235903"/>
                </a:lnTo>
                <a:lnTo>
                  <a:pt x="196968" y="231140"/>
                </a:lnTo>
                <a:lnTo>
                  <a:pt x="209021" y="226378"/>
                </a:lnTo>
                <a:lnTo>
                  <a:pt x="221391" y="222250"/>
                </a:lnTo>
                <a:lnTo>
                  <a:pt x="233761" y="219075"/>
                </a:lnTo>
                <a:lnTo>
                  <a:pt x="246131" y="216218"/>
                </a:lnTo>
                <a:lnTo>
                  <a:pt x="259135" y="213995"/>
                </a:lnTo>
                <a:lnTo>
                  <a:pt x="272139" y="212090"/>
                </a:lnTo>
                <a:lnTo>
                  <a:pt x="285461" y="211455"/>
                </a:lnTo>
                <a:lnTo>
                  <a:pt x="298782" y="211138"/>
                </a:lnTo>
                <a:lnTo>
                  <a:pt x="307346" y="211138"/>
                </a:lnTo>
                <a:lnTo>
                  <a:pt x="315593" y="211455"/>
                </a:lnTo>
                <a:lnTo>
                  <a:pt x="323839" y="212090"/>
                </a:lnTo>
                <a:lnTo>
                  <a:pt x="332403" y="213043"/>
                </a:lnTo>
                <a:lnTo>
                  <a:pt x="340650" y="214313"/>
                </a:lnTo>
                <a:lnTo>
                  <a:pt x="348896" y="215583"/>
                </a:lnTo>
                <a:lnTo>
                  <a:pt x="356826" y="217488"/>
                </a:lnTo>
                <a:lnTo>
                  <a:pt x="364755" y="219393"/>
                </a:lnTo>
                <a:lnTo>
                  <a:pt x="372685" y="221298"/>
                </a:lnTo>
                <a:lnTo>
                  <a:pt x="380297" y="223838"/>
                </a:lnTo>
                <a:lnTo>
                  <a:pt x="388227" y="226378"/>
                </a:lnTo>
                <a:lnTo>
                  <a:pt x="395839" y="229235"/>
                </a:lnTo>
                <a:lnTo>
                  <a:pt x="402817" y="232093"/>
                </a:lnTo>
                <a:lnTo>
                  <a:pt x="410429" y="235585"/>
                </a:lnTo>
                <a:lnTo>
                  <a:pt x="417724" y="239078"/>
                </a:lnTo>
                <a:lnTo>
                  <a:pt x="424385" y="242888"/>
                </a:lnTo>
                <a:lnTo>
                  <a:pt x="431680" y="246698"/>
                </a:lnTo>
                <a:lnTo>
                  <a:pt x="438024" y="250825"/>
                </a:lnTo>
                <a:lnTo>
                  <a:pt x="444684" y="254953"/>
                </a:lnTo>
                <a:lnTo>
                  <a:pt x="451345" y="259398"/>
                </a:lnTo>
                <a:lnTo>
                  <a:pt x="457689" y="263843"/>
                </a:lnTo>
                <a:lnTo>
                  <a:pt x="464032" y="268923"/>
                </a:lnTo>
                <a:lnTo>
                  <a:pt x="470059" y="273685"/>
                </a:lnTo>
                <a:lnTo>
                  <a:pt x="475768" y="279083"/>
                </a:lnTo>
                <a:lnTo>
                  <a:pt x="481477" y="284480"/>
                </a:lnTo>
                <a:lnTo>
                  <a:pt x="487186" y="289878"/>
                </a:lnTo>
                <a:lnTo>
                  <a:pt x="492261" y="295593"/>
                </a:lnTo>
                <a:lnTo>
                  <a:pt x="497653" y="301308"/>
                </a:lnTo>
                <a:lnTo>
                  <a:pt x="502728" y="307340"/>
                </a:lnTo>
                <a:lnTo>
                  <a:pt x="507486" y="314008"/>
                </a:lnTo>
                <a:lnTo>
                  <a:pt x="512243" y="320040"/>
                </a:lnTo>
                <a:lnTo>
                  <a:pt x="516684" y="326390"/>
                </a:lnTo>
                <a:lnTo>
                  <a:pt x="518904" y="309245"/>
                </a:lnTo>
                <a:lnTo>
                  <a:pt x="521442" y="292735"/>
                </a:lnTo>
                <a:lnTo>
                  <a:pt x="525248" y="275908"/>
                </a:lnTo>
                <a:lnTo>
                  <a:pt x="529688" y="259715"/>
                </a:lnTo>
                <a:lnTo>
                  <a:pt x="534763" y="243840"/>
                </a:lnTo>
                <a:lnTo>
                  <a:pt x="540789" y="228283"/>
                </a:lnTo>
                <a:lnTo>
                  <a:pt x="547133" y="213043"/>
                </a:lnTo>
                <a:lnTo>
                  <a:pt x="554745" y="198120"/>
                </a:lnTo>
                <a:lnTo>
                  <a:pt x="562358" y="183833"/>
                </a:lnTo>
                <a:lnTo>
                  <a:pt x="570921" y="169545"/>
                </a:lnTo>
                <a:lnTo>
                  <a:pt x="580437" y="155893"/>
                </a:lnTo>
                <a:lnTo>
                  <a:pt x="589952" y="142558"/>
                </a:lnTo>
                <a:lnTo>
                  <a:pt x="600419" y="130175"/>
                </a:lnTo>
                <a:lnTo>
                  <a:pt x="611203" y="117475"/>
                </a:lnTo>
                <a:lnTo>
                  <a:pt x="622621" y="106045"/>
                </a:lnTo>
                <a:lnTo>
                  <a:pt x="634674" y="94615"/>
                </a:lnTo>
                <a:lnTo>
                  <a:pt x="647679" y="83820"/>
                </a:lnTo>
                <a:lnTo>
                  <a:pt x="660366" y="73660"/>
                </a:lnTo>
                <a:lnTo>
                  <a:pt x="674004" y="63818"/>
                </a:lnTo>
                <a:lnTo>
                  <a:pt x="687960" y="54928"/>
                </a:lnTo>
                <a:lnTo>
                  <a:pt x="702233" y="46673"/>
                </a:lnTo>
                <a:lnTo>
                  <a:pt x="717141" y="39053"/>
                </a:lnTo>
                <a:lnTo>
                  <a:pt x="732048" y="31750"/>
                </a:lnTo>
                <a:lnTo>
                  <a:pt x="747907" y="25400"/>
                </a:lnTo>
                <a:lnTo>
                  <a:pt x="763766" y="19368"/>
                </a:lnTo>
                <a:lnTo>
                  <a:pt x="780259" y="14288"/>
                </a:lnTo>
                <a:lnTo>
                  <a:pt x="796752" y="10160"/>
                </a:lnTo>
                <a:lnTo>
                  <a:pt x="813880" y="6350"/>
                </a:lnTo>
                <a:lnTo>
                  <a:pt x="830691" y="3810"/>
                </a:lnTo>
                <a:lnTo>
                  <a:pt x="848135" y="1588"/>
                </a:lnTo>
                <a:lnTo>
                  <a:pt x="865897" y="318"/>
                </a:lnTo>
                <a:lnTo>
                  <a:pt x="883659"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7"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互联网企业影院视频广告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6" name="内容占位符 2"/>
          <p:cNvSpPr txBox="1"/>
          <p:nvPr/>
        </p:nvSpPr>
        <p:spPr>
          <a:xfrm>
            <a:off x="251522" y="993502"/>
            <a:ext cx="8612740" cy="92333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票房高增长带动影院视频广告花费一路上涨。</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互联网企业在影院视频广告的花费增幅远高于全行业。</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18" name="矩形 17"/>
          <p:cNvSpPr/>
          <p:nvPr/>
        </p:nvSpPr>
        <p:spPr>
          <a:xfrm>
            <a:off x="899587" y="6587312"/>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9271999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TextBox 10"/>
          <p:cNvSpPr txBox="1"/>
          <p:nvPr/>
        </p:nvSpPr>
        <p:spPr>
          <a:xfrm>
            <a:off x="1147888" y="2132856"/>
            <a:ext cx="6795268"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a:t>
            </a:r>
            <a:r>
              <a:rPr lang="zh-CN" altLang="en-US" dirty="0">
                <a:solidFill>
                  <a:sysClr val="windowText" lastClr="000000"/>
                </a:solidFill>
              </a:rPr>
              <a:t>影院视频</a:t>
            </a:r>
            <a:r>
              <a:rPr lang="zh-CN" altLang="en-US" dirty="0" smtClean="0">
                <a:solidFill>
                  <a:sysClr val="windowText" lastClr="000000"/>
                </a:solidFill>
              </a:rPr>
              <a:t>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0" name="KSO_Shape"/>
          <p:cNvSpPr>
            <a:spLocks/>
          </p:cNvSpPr>
          <p:nvPr/>
        </p:nvSpPr>
        <p:spPr bwMode="auto">
          <a:xfrm>
            <a:off x="1147888" y="3352405"/>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KSO_Shape"/>
          <p:cNvSpPr>
            <a:spLocks/>
          </p:cNvSpPr>
          <p:nvPr/>
        </p:nvSpPr>
        <p:spPr bwMode="auto">
          <a:xfrm>
            <a:off x="3851920" y="3280839"/>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4" name="KSO_Shape"/>
          <p:cNvSpPr>
            <a:spLocks/>
          </p:cNvSpPr>
          <p:nvPr/>
        </p:nvSpPr>
        <p:spPr bwMode="auto">
          <a:xfrm>
            <a:off x="6732240" y="3339030"/>
            <a:ext cx="1210916" cy="900187"/>
          </a:xfrm>
          <a:custGeom>
            <a:avLst/>
            <a:gdLst>
              <a:gd name="T0" fmla="*/ 2147483646 w 5237"/>
              <a:gd name="T1" fmla="*/ 2147483646 h 5256"/>
              <a:gd name="T2" fmla="*/ 2147483646 w 5237"/>
              <a:gd name="T3" fmla="*/ 2147483646 h 5256"/>
              <a:gd name="T4" fmla="*/ 2147483646 w 5237"/>
              <a:gd name="T5" fmla="*/ 2147483646 h 5256"/>
              <a:gd name="T6" fmla="*/ 2147483646 w 5237"/>
              <a:gd name="T7" fmla="*/ 2147483646 h 5256"/>
              <a:gd name="T8" fmla="*/ 2147483646 w 5237"/>
              <a:gd name="T9" fmla="*/ 2147483646 h 5256"/>
              <a:gd name="T10" fmla="*/ 2147483646 w 5237"/>
              <a:gd name="T11" fmla="*/ 2147483646 h 5256"/>
              <a:gd name="T12" fmla="*/ 2147483646 w 5237"/>
              <a:gd name="T13" fmla="*/ 2147483646 h 5256"/>
              <a:gd name="T14" fmla="*/ 2147483646 w 5237"/>
              <a:gd name="T15" fmla="*/ 2147483646 h 5256"/>
              <a:gd name="T16" fmla="*/ 2147483646 w 5237"/>
              <a:gd name="T17" fmla="*/ 2147483646 h 5256"/>
              <a:gd name="T18" fmla="*/ 2147483646 w 5237"/>
              <a:gd name="T19" fmla="*/ 2147483646 h 5256"/>
              <a:gd name="T20" fmla="*/ 2147483646 w 5237"/>
              <a:gd name="T21" fmla="*/ 2147483646 h 5256"/>
              <a:gd name="T22" fmla="*/ 2147483646 w 5237"/>
              <a:gd name="T23" fmla="*/ 2147483646 h 5256"/>
              <a:gd name="T24" fmla="*/ 2147483646 w 5237"/>
              <a:gd name="T25" fmla="*/ 2147483646 h 5256"/>
              <a:gd name="T26" fmla="*/ 2147483646 w 5237"/>
              <a:gd name="T27" fmla="*/ 2147483646 h 5256"/>
              <a:gd name="T28" fmla="*/ 2147483646 w 5237"/>
              <a:gd name="T29" fmla="*/ 2147483646 h 5256"/>
              <a:gd name="T30" fmla="*/ 2147483646 w 5237"/>
              <a:gd name="T31" fmla="*/ 2147483646 h 5256"/>
              <a:gd name="T32" fmla="*/ 2147483646 w 5237"/>
              <a:gd name="T33" fmla="*/ 2147483646 h 5256"/>
              <a:gd name="T34" fmla="*/ 2147483646 w 5237"/>
              <a:gd name="T35" fmla="*/ 2147483646 h 5256"/>
              <a:gd name="T36" fmla="*/ 2147483646 w 5237"/>
              <a:gd name="T37" fmla="*/ 2147483646 h 5256"/>
              <a:gd name="T38" fmla="*/ 2147483646 w 5237"/>
              <a:gd name="T39" fmla="*/ 2147483646 h 5256"/>
              <a:gd name="T40" fmla="*/ 2147483646 w 5237"/>
              <a:gd name="T41" fmla="*/ 2147483646 h 5256"/>
              <a:gd name="T42" fmla="*/ 2147483646 w 5237"/>
              <a:gd name="T43" fmla="*/ 2147483646 h 5256"/>
              <a:gd name="T44" fmla="*/ 0 w 5237"/>
              <a:gd name="T45" fmla="*/ 2147483646 h 5256"/>
              <a:gd name="T46" fmla="*/ 2147483646 w 5237"/>
              <a:gd name="T47" fmla="*/ 2147483646 h 5256"/>
              <a:gd name="T48" fmla="*/ 2147483646 w 5237"/>
              <a:gd name="T49" fmla="*/ 2147483646 h 5256"/>
              <a:gd name="T50" fmla="*/ 2147483646 w 5237"/>
              <a:gd name="T51" fmla="*/ 2147483646 h 5256"/>
              <a:gd name="T52" fmla="*/ 2147483646 w 5237"/>
              <a:gd name="T53" fmla="*/ 2147483646 h 5256"/>
              <a:gd name="T54" fmla="*/ 2147483646 w 5237"/>
              <a:gd name="T55" fmla="*/ 2147483646 h 5256"/>
              <a:gd name="T56" fmla="*/ 2147483646 w 5237"/>
              <a:gd name="T57" fmla="*/ 2147483646 h 5256"/>
              <a:gd name="T58" fmla="*/ 2147483646 w 5237"/>
              <a:gd name="T59" fmla="*/ 2147483646 h 5256"/>
              <a:gd name="T60" fmla="*/ 2147483646 w 5237"/>
              <a:gd name="T61" fmla="*/ 2147483646 h 5256"/>
              <a:gd name="T62" fmla="*/ 2147483646 w 5237"/>
              <a:gd name="T63" fmla="*/ 2147483646 h 5256"/>
              <a:gd name="T64" fmla="*/ 2147483646 w 5237"/>
              <a:gd name="T65" fmla="*/ 2147483646 h 5256"/>
              <a:gd name="T66" fmla="*/ 2147483646 w 5237"/>
              <a:gd name="T67" fmla="*/ 2147483646 h 5256"/>
              <a:gd name="T68" fmla="*/ 2147483646 w 5237"/>
              <a:gd name="T69" fmla="*/ 2147483646 h 5256"/>
              <a:gd name="T70" fmla="*/ 2147483646 w 5237"/>
              <a:gd name="T71" fmla="*/ 2147483646 h 5256"/>
              <a:gd name="T72" fmla="*/ 2147483646 w 5237"/>
              <a:gd name="T73" fmla="*/ 2147483646 h 5256"/>
              <a:gd name="T74" fmla="*/ 2147483646 w 5237"/>
              <a:gd name="T75" fmla="*/ 0 h 5256"/>
              <a:gd name="T76" fmla="*/ 2147483646 w 5237"/>
              <a:gd name="T77" fmla="*/ 2147483646 h 5256"/>
              <a:gd name="T78" fmla="*/ 2147483646 w 5237"/>
              <a:gd name="T79" fmla="*/ 2147483646 h 5256"/>
              <a:gd name="T80" fmla="*/ 2147483646 w 5237"/>
              <a:gd name="T81" fmla="*/ 2147483646 h 5256"/>
              <a:gd name="T82" fmla="*/ 2147483646 w 5237"/>
              <a:gd name="T83" fmla="*/ 2147483646 h 5256"/>
              <a:gd name="T84" fmla="*/ 2147483646 w 5237"/>
              <a:gd name="T85" fmla="*/ 2147483646 h 5256"/>
              <a:gd name="T86" fmla="*/ 2147483646 w 5237"/>
              <a:gd name="T87" fmla="*/ 2147483646 h 5256"/>
              <a:gd name="T88" fmla="*/ 2147483646 w 5237"/>
              <a:gd name="T89" fmla="*/ 2147483646 h 5256"/>
              <a:gd name="T90" fmla="*/ 2147483646 w 5237"/>
              <a:gd name="T91" fmla="*/ 2147483646 h 5256"/>
              <a:gd name="T92" fmla="*/ 2147483646 w 5237"/>
              <a:gd name="T93" fmla="*/ 2147483646 h 5256"/>
              <a:gd name="T94" fmla="*/ 2147483646 w 5237"/>
              <a:gd name="T95" fmla="*/ 2147483646 h 5256"/>
              <a:gd name="T96" fmla="*/ 2147483646 w 5237"/>
              <a:gd name="T97" fmla="*/ 2147483646 h 5256"/>
              <a:gd name="T98" fmla="*/ 2147483646 w 5237"/>
              <a:gd name="T99" fmla="*/ 2147483646 h 5256"/>
              <a:gd name="T100" fmla="*/ 2147483646 w 5237"/>
              <a:gd name="T101" fmla="*/ 2147483646 h 5256"/>
              <a:gd name="T102" fmla="*/ 2147483646 w 5237"/>
              <a:gd name="T103" fmla="*/ 2147483646 h 5256"/>
              <a:gd name="T104" fmla="*/ 2147483646 w 5237"/>
              <a:gd name="T105" fmla="*/ 2147483646 h 5256"/>
              <a:gd name="T106" fmla="*/ 2147483646 w 5237"/>
              <a:gd name="T107" fmla="*/ 2147483646 h 5256"/>
              <a:gd name="T108" fmla="*/ 2147483646 w 5237"/>
              <a:gd name="T109" fmla="*/ 2147483646 h 5256"/>
              <a:gd name="T110" fmla="*/ 2147483646 w 5237"/>
              <a:gd name="T111" fmla="*/ 2147483646 h 5256"/>
              <a:gd name="T112" fmla="*/ 2147483646 w 5237"/>
              <a:gd name="T113" fmla="*/ 2147483646 h 5256"/>
              <a:gd name="T114" fmla="*/ 2147483646 w 5237"/>
              <a:gd name="T115" fmla="*/ 2147483646 h 5256"/>
              <a:gd name="T116" fmla="*/ 2147483646 w 5237"/>
              <a:gd name="T117" fmla="*/ 2147483646 h 5256"/>
              <a:gd name="T118" fmla="*/ 2147483646 w 5237"/>
              <a:gd name="T119" fmla="*/ 2147483646 h 52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37" h="5256">
                <a:moveTo>
                  <a:pt x="5027" y="2864"/>
                </a:moveTo>
                <a:lnTo>
                  <a:pt x="5027" y="2864"/>
                </a:lnTo>
                <a:lnTo>
                  <a:pt x="5021" y="2797"/>
                </a:lnTo>
                <a:lnTo>
                  <a:pt x="5014" y="2730"/>
                </a:lnTo>
                <a:lnTo>
                  <a:pt x="5004" y="2662"/>
                </a:lnTo>
                <a:lnTo>
                  <a:pt x="4992" y="2595"/>
                </a:lnTo>
                <a:lnTo>
                  <a:pt x="4981" y="2546"/>
                </a:lnTo>
                <a:lnTo>
                  <a:pt x="4969" y="2497"/>
                </a:lnTo>
                <a:lnTo>
                  <a:pt x="4957" y="2448"/>
                </a:lnTo>
                <a:lnTo>
                  <a:pt x="4942" y="2400"/>
                </a:lnTo>
                <a:lnTo>
                  <a:pt x="4927" y="2353"/>
                </a:lnTo>
                <a:lnTo>
                  <a:pt x="4910" y="2306"/>
                </a:lnTo>
                <a:lnTo>
                  <a:pt x="4893" y="2259"/>
                </a:lnTo>
                <a:lnTo>
                  <a:pt x="4874" y="2213"/>
                </a:lnTo>
                <a:lnTo>
                  <a:pt x="4884" y="2209"/>
                </a:lnTo>
                <a:lnTo>
                  <a:pt x="4893" y="2206"/>
                </a:lnTo>
                <a:lnTo>
                  <a:pt x="4902" y="2200"/>
                </a:lnTo>
                <a:lnTo>
                  <a:pt x="4909" y="2196"/>
                </a:lnTo>
                <a:lnTo>
                  <a:pt x="4916" y="2189"/>
                </a:lnTo>
                <a:lnTo>
                  <a:pt x="4922" y="2184"/>
                </a:lnTo>
                <a:lnTo>
                  <a:pt x="4928" y="2178"/>
                </a:lnTo>
                <a:lnTo>
                  <a:pt x="4933" y="2171"/>
                </a:lnTo>
                <a:lnTo>
                  <a:pt x="4938" y="2163"/>
                </a:lnTo>
                <a:lnTo>
                  <a:pt x="4941" y="2156"/>
                </a:lnTo>
                <a:lnTo>
                  <a:pt x="4943" y="2149"/>
                </a:lnTo>
                <a:lnTo>
                  <a:pt x="4945" y="2142"/>
                </a:lnTo>
                <a:lnTo>
                  <a:pt x="4946" y="2134"/>
                </a:lnTo>
                <a:lnTo>
                  <a:pt x="4947" y="2125"/>
                </a:lnTo>
                <a:lnTo>
                  <a:pt x="4947" y="2118"/>
                </a:lnTo>
                <a:lnTo>
                  <a:pt x="4946" y="2110"/>
                </a:lnTo>
                <a:lnTo>
                  <a:pt x="4945" y="2103"/>
                </a:lnTo>
                <a:lnTo>
                  <a:pt x="4943" y="2095"/>
                </a:lnTo>
                <a:lnTo>
                  <a:pt x="4941" y="2088"/>
                </a:lnTo>
                <a:lnTo>
                  <a:pt x="4936" y="2081"/>
                </a:lnTo>
                <a:lnTo>
                  <a:pt x="4933" y="2074"/>
                </a:lnTo>
                <a:lnTo>
                  <a:pt x="4929" y="2068"/>
                </a:lnTo>
                <a:lnTo>
                  <a:pt x="4923" y="2062"/>
                </a:lnTo>
                <a:lnTo>
                  <a:pt x="4917" y="2057"/>
                </a:lnTo>
                <a:lnTo>
                  <a:pt x="4910" y="2051"/>
                </a:lnTo>
                <a:lnTo>
                  <a:pt x="4904" y="2047"/>
                </a:lnTo>
                <a:lnTo>
                  <a:pt x="4895" y="2043"/>
                </a:lnTo>
                <a:lnTo>
                  <a:pt x="4888" y="2040"/>
                </a:lnTo>
                <a:lnTo>
                  <a:pt x="4878" y="2037"/>
                </a:lnTo>
                <a:lnTo>
                  <a:pt x="4869" y="2035"/>
                </a:lnTo>
                <a:lnTo>
                  <a:pt x="4858" y="2034"/>
                </a:lnTo>
                <a:lnTo>
                  <a:pt x="4847" y="2034"/>
                </a:lnTo>
                <a:lnTo>
                  <a:pt x="4840" y="2034"/>
                </a:lnTo>
                <a:lnTo>
                  <a:pt x="4831" y="2033"/>
                </a:lnTo>
                <a:lnTo>
                  <a:pt x="4823" y="2031"/>
                </a:lnTo>
                <a:lnTo>
                  <a:pt x="4817" y="2029"/>
                </a:lnTo>
                <a:lnTo>
                  <a:pt x="4809" y="2026"/>
                </a:lnTo>
                <a:lnTo>
                  <a:pt x="4803" y="2023"/>
                </a:lnTo>
                <a:lnTo>
                  <a:pt x="4791" y="2015"/>
                </a:lnTo>
                <a:lnTo>
                  <a:pt x="4781" y="2005"/>
                </a:lnTo>
                <a:lnTo>
                  <a:pt x="4772" y="1994"/>
                </a:lnTo>
                <a:lnTo>
                  <a:pt x="4767" y="1981"/>
                </a:lnTo>
                <a:lnTo>
                  <a:pt x="4763" y="1968"/>
                </a:lnTo>
                <a:lnTo>
                  <a:pt x="4760" y="1954"/>
                </a:lnTo>
                <a:lnTo>
                  <a:pt x="4760" y="1940"/>
                </a:lnTo>
                <a:lnTo>
                  <a:pt x="4764" y="1925"/>
                </a:lnTo>
                <a:lnTo>
                  <a:pt x="4766" y="1919"/>
                </a:lnTo>
                <a:lnTo>
                  <a:pt x="4769" y="1911"/>
                </a:lnTo>
                <a:lnTo>
                  <a:pt x="4773" y="1905"/>
                </a:lnTo>
                <a:lnTo>
                  <a:pt x="4778" y="1898"/>
                </a:lnTo>
                <a:lnTo>
                  <a:pt x="4783" y="1892"/>
                </a:lnTo>
                <a:lnTo>
                  <a:pt x="4790" y="1885"/>
                </a:lnTo>
                <a:lnTo>
                  <a:pt x="4796" y="1880"/>
                </a:lnTo>
                <a:lnTo>
                  <a:pt x="4804" y="1874"/>
                </a:lnTo>
                <a:lnTo>
                  <a:pt x="4813" y="1869"/>
                </a:lnTo>
                <a:lnTo>
                  <a:pt x="4821" y="1863"/>
                </a:lnTo>
                <a:lnTo>
                  <a:pt x="4838" y="1857"/>
                </a:lnTo>
                <a:lnTo>
                  <a:pt x="4855" y="1852"/>
                </a:lnTo>
                <a:lnTo>
                  <a:pt x="4873" y="1847"/>
                </a:lnTo>
                <a:lnTo>
                  <a:pt x="4892" y="1844"/>
                </a:lnTo>
                <a:lnTo>
                  <a:pt x="4910" y="1843"/>
                </a:lnTo>
                <a:lnTo>
                  <a:pt x="4930" y="1843"/>
                </a:lnTo>
                <a:lnTo>
                  <a:pt x="4948" y="1844"/>
                </a:lnTo>
                <a:lnTo>
                  <a:pt x="4967" y="1846"/>
                </a:lnTo>
                <a:lnTo>
                  <a:pt x="4985" y="1848"/>
                </a:lnTo>
                <a:lnTo>
                  <a:pt x="5003" y="1853"/>
                </a:lnTo>
                <a:lnTo>
                  <a:pt x="5019" y="1857"/>
                </a:lnTo>
                <a:lnTo>
                  <a:pt x="5035" y="1861"/>
                </a:lnTo>
                <a:lnTo>
                  <a:pt x="5049" y="1867"/>
                </a:lnTo>
                <a:lnTo>
                  <a:pt x="5064" y="1873"/>
                </a:lnTo>
                <a:lnTo>
                  <a:pt x="5076" y="1880"/>
                </a:lnTo>
                <a:lnTo>
                  <a:pt x="5085" y="1886"/>
                </a:lnTo>
                <a:lnTo>
                  <a:pt x="5098" y="1897"/>
                </a:lnTo>
                <a:lnTo>
                  <a:pt x="5110" y="1907"/>
                </a:lnTo>
                <a:lnTo>
                  <a:pt x="5122" y="1918"/>
                </a:lnTo>
                <a:lnTo>
                  <a:pt x="5133" y="1929"/>
                </a:lnTo>
                <a:lnTo>
                  <a:pt x="5144" y="1940"/>
                </a:lnTo>
                <a:lnTo>
                  <a:pt x="5154" y="1951"/>
                </a:lnTo>
                <a:lnTo>
                  <a:pt x="5164" y="1963"/>
                </a:lnTo>
                <a:lnTo>
                  <a:pt x="5172" y="1975"/>
                </a:lnTo>
                <a:lnTo>
                  <a:pt x="5187" y="2000"/>
                </a:lnTo>
                <a:lnTo>
                  <a:pt x="5201" y="2026"/>
                </a:lnTo>
                <a:lnTo>
                  <a:pt x="5211" y="2054"/>
                </a:lnTo>
                <a:lnTo>
                  <a:pt x="5221" y="2082"/>
                </a:lnTo>
                <a:lnTo>
                  <a:pt x="5228" y="2111"/>
                </a:lnTo>
                <a:lnTo>
                  <a:pt x="5233" y="2141"/>
                </a:lnTo>
                <a:lnTo>
                  <a:pt x="5236" y="2171"/>
                </a:lnTo>
                <a:lnTo>
                  <a:pt x="5237" y="2201"/>
                </a:lnTo>
                <a:lnTo>
                  <a:pt x="5236" y="2233"/>
                </a:lnTo>
                <a:lnTo>
                  <a:pt x="5235" y="2266"/>
                </a:lnTo>
                <a:lnTo>
                  <a:pt x="5232" y="2298"/>
                </a:lnTo>
                <a:lnTo>
                  <a:pt x="5227" y="2331"/>
                </a:lnTo>
                <a:lnTo>
                  <a:pt x="5221" y="2364"/>
                </a:lnTo>
                <a:lnTo>
                  <a:pt x="5214" y="2398"/>
                </a:lnTo>
                <a:lnTo>
                  <a:pt x="5205" y="2432"/>
                </a:lnTo>
                <a:lnTo>
                  <a:pt x="5195" y="2466"/>
                </a:lnTo>
                <a:lnTo>
                  <a:pt x="5184" y="2500"/>
                </a:lnTo>
                <a:lnTo>
                  <a:pt x="5173" y="2534"/>
                </a:lnTo>
                <a:lnTo>
                  <a:pt x="5160" y="2569"/>
                </a:lnTo>
                <a:lnTo>
                  <a:pt x="5147" y="2602"/>
                </a:lnTo>
                <a:lnTo>
                  <a:pt x="5119" y="2670"/>
                </a:lnTo>
                <a:lnTo>
                  <a:pt x="5090" y="2736"/>
                </a:lnTo>
                <a:lnTo>
                  <a:pt x="5058" y="2801"/>
                </a:lnTo>
                <a:lnTo>
                  <a:pt x="5027" y="2864"/>
                </a:lnTo>
                <a:close/>
                <a:moveTo>
                  <a:pt x="4477" y="4081"/>
                </a:moveTo>
                <a:lnTo>
                  <a:pt x="4477" y="4081"/>
                </a:lnTo>
                <a:lnTo>
                  <a:pt x="4476" y="4082"/>
                </a:lnTo>
                <a:lnTo>
                  <a:pt x="4454" y="4114"/>
                </a:lnTo>
                <a:lnTo>
                  <a:pt x="4430" y="4146"/>
                </a:lnTo>
                <a:lnTo>
                  <a:pt x="4406" y="4178"/>
                </a:lnTo>
                <a:lnTo>
                  <a:pt x="4381" y="4209"/>
                </a:lnTo>
                <a:lnTo>
                  <a:pt x="4356" y="4240"/>
                </a:lnTo>
                <a:lnTo>
                  <a:pt x="4330" y="4271"/>
                </a:lnTo>
                <a:lnTo>
                  <a:pt x="4304" y="4301"/>
                </a:lnTo>
                <a:lnTo>
                  <a:pt x="4277" y="4330"/>
                </a:lnTo>
                <a:lnTo>
                  <a:pt x="4240" y="4382"/>
                </a:lnTo>
                <a:lnTo>
                  <a:pt x="4205" y="4429"/>
                </a:lnTo>
                <a:lnTo>
                  <a:pt x="4172" y="4476"/>
                </a:lnTo>
                <a:lnTo>
                  <a:pt x="4141" y="4522"/>
                </a:lnTo>
                <a:lnTo>
                  <a:pt x="4113" y="4565"/>
                </a:lnTo>
                <a:lnTo>
                  <a:pt x="4085" y="4607"/>
                </a:lnTo>
                <a:lnTo>
                  <a:pt x="4038" y="4686"/>
                </a:lnTo>
                <a:lnTo>
                  <a:pt x="3995" y="4759"/>
                </a:lnTo>
                <a:lnTo>
                  <a:pt x="3957" y="4826"/>
                </a:lnTo>
                <a:lnTo>
                  <a:pt x="3893" y="4946"/>
                </a:lnTo>
                <a:lnTo>
                  <a:pt x="3864" y="4998"/>
                </a:lnTo>
                <a:lnTo>
                  <a:pt x="3837" y="5046"/>
                </a:lnTo>
                <a:lnTo>
                  <a:pt x="3808" y="5089"/>
                </a:lnTo>
                <a:lnTo>
                  <a:pt x="3794" y="5110"/>
                </a:lnTo>
                <a:lnTo>
                  <a:pt x="3780" y="5129"/>
                </a:lnTo>
                <a:lnTo>
                  <a:pt x="3765" y="5148"/>
                </a:lnTo>
                <a:lnTo>
                  <a:pt x="3750" y="5165"/>
                </a:lnTo>
                <a:lnTo>
                  <a:pt x="3733" y="5183"/>
                </a:lnTo>
                <a:lnTo>
                  <a:pt x="3716" y="5199"/>
                </a:lnTo>
                <a:lnTo>
                  <a:pt x="3699" y="5214"/>
                </a:lnTo>
                <a:lnTo>
                  <a:pt x="3679" y="5229"/>
                </a:lnTo>
                <a:lnTo>
                  <a:pt x="3659" y="5243"/>
                </a:lnTo>
                <a:lnTo>
                  <a:pt x="3638" y="5256"/>
                </a:lnTo>
                <a:lnTo>
                  <a:pt x="3042" y="5256"/>
                </a:lnTo>
                <a:lnTo>
                  <a:pt x="3048" y="5240"/>
                </a:lnTo>
                <a:lnTo>
                  <a:pt x="3053" y="5221"/>
                </a:lnTo>
                <a:lnTo>
                  <a:pt x="3057" y="5194"/>
                </a:lnTo>
                <a:lnTo>
                  <a:pt x="3062" y="5161"/>
                </a:lnTo>
                <a:lnTo>
                  <a:pt x="3064" y="5142"/>
                </a:lnTo>
                <a:lnTo>
                  <a:pt x="3064" y="5123"/>
                </a:lnTo>
                <a:lnTo>
                  <a:pt x="3064" y="5101"/>
                </a:lnTo>
                <a:lnTo>
                  <a:pt x="3063" y="5078"/>
                </a:lnTo>
                <a:lnTo>
                  <a:pt x="3061" y="5054"/>
                </a:lnTo>
                <a:lnTo>
                  <a:pt x="3056" y="5029"/>
                </a:lnTo>
                <a:lnTo>
                  <a:pt x="3017" y="5038"/>
                </a:lnTo>
                <a:lnTo>
                  <a:pt x="2978" y="5047"/>
                </a:lnTo>
                <a:lnTo>
                  <a:pt x="2922" y="5058"/>
                </a:lnTo>
                <a:lnTo>
                  <a:pt x="2866" y="5066"/>
                </a:lnTo>
                <a:lnTo>
                  <a:pt x="2812" y="5074"/>
                </a:lnTo>
                <a:lnTo>
                  <a:pt x="2756" y="5080"/>
                </a:lnTo>
                <a:lnTo>
                  <a:pt x="2701" y="5086"/>
                </a:lnTo>
                <a:lnTo>
                  <a:pt x="2647" y="5090"/>
                </a:lnTo>
                <a:lnTo>
                  <a:pt x="2592" y="5093"/>
                </a:lnTo>
                <a:lnTo>
                  <a:pt x="2538" y="5094"/>
                </a:lnTo>
                <a:lnTo>
                  <a:pt x="2484" y="5096"/>
                </a:lnTo>
                <a:lnTo>
                  <a:pt x="2429" y="5094"/>
                </a:lnTo>
                <a:lnTo>
                  <a:pt x="2376" y="5092"/>
                </a:lnTo>
                <a:lnTo>
                  <a:pt x="2322" y="5090"/>
                </a:lnTo>
                <a:lnTo>
                  <a:pt x="2269" y="5086"/>
                </a:lnTo>
                <a:lnTo>
                  <a:pt x="2216" y="5080"/>
                </a:lnTo>
                <a:lnTo>
                  <a:pt x="2164" y="5074"/>
                </a:lnTo>
                <a:lnTo>
                  <a:pt x="2112" y="5066"/>
                </a:lnTo>
                <a:lnTo>
                  <a:pt x="2098" y="5094"/>
                </a:lnTo>
                <a:lnTo>
                  <a:pt x="2083" y="5121"/>
                </a:lnTo>
                <a:lnTo>
                  <a:pt x="2066" y="5147"/>
                </a:lnTo>
                <a:lnTo>
                  <a:pt x="2049" y="5172"/>
                </a:lnTo>
                <a:lnTo>
                  <a:pt x="2031" y="5194"/>
                </a:lnTo>
                <a:lnTo>
                  <a:pt x="2013" y="5216"/>
                </a:lnTo>
                <a:lnTo>
                  <a:pt x="1995" y="5237"/>
                </a:lnTo>
                <a:lnTo>
                  <a:pt x="1975" y="5256"/>
                </a:lnTo>
                <a:lnTo>
                  <a:pt x="1377" y="5256"/>
                </a:lnTo>
                <a:lnTo>
                  <a:pt x="1377" y="5202"/>
                </a:lnTo>
                <a:lnTo>
                  <a:pt x="1375" y="5177"/>
                </a:lnTo>
                <a:lnTo>
                  <a:pt x="1373" y="5152"/>
                </a:lnTo>
                <a:lnTo>
                  <a:pt x="1370" y="5126"/>
                </a:lnTo>
                <a:lnTo>
                  <a:pt x="1364" y="5100"/>
                </a:lnTo>
                <a:lnTo>
                  <a:pt x="1358" y="5072"/>
                </a:lnTo>
                <a:lnTo>
                  <a:pt x="1348" y="5041"/>
                </a:lnTo>
                <a:lnTo>
                  <a:pt x="1339" y="5017"/>
                </a:lnTo>
                <a:lnTo>
                  <a:pt x="1327" y="4991"/>
                </a:lnTo>
                <a:lnTo>
                  <a:pt x="1312" y="4963"/>
                </a:lnTo>
                <a:lnTo>
                  <a:pt x="1295" y="4933"/>
                </a:lnTo>
                <a:lnTo>
                  <a:pt x="1275" y="4901"/>
                </a:lnTo>
                <a:lnTo>
                  <a:pt x="1253" y="4868"/>
                </a:lnTo>
                <a:lnTo>
                  <a:pt x="1229" y="4835"/>
                </a:lnTo>
                <a:lnTo>
                  <a:pt x="1204" y="4800"/>
                </a:lnTo>
                <a:lnTo>
                  <a:pt x="1177" y="4765"/>
                </a:lnTo>
                <a:lnTo>
                  <a:pt x="1149" y="4730"/>
                </a:lnTo>
                <a:lnTo>
                  <a:pt x="1120" y="4696"/>
                </a:lnTo>
                <a:lnTo>
                  <a:pt x="1090" y="4662"/>
                </a:lnTo>
                <a:lnTo>
                  <a:pt x="1060" y="4628"/>
                </a:lnTo>
                <a:lnTo>
                  <a:pt x="1029" y="4596"/>
                </a:lnTo>
                <a:lnTo>
                  <a:pt x="999" y="4564"/>
                </a:lnTo>
                <a:lnTo>
                  <a:pt x="969" y="4535"/>
                </a:lnTo>
                <a:lnTo>
                  <a:pt x="919" y="4488"/>
                </a:lnTo>
                <a:lnTo>
                  <a:pt x="871" y="4440"/>
                </a:lnTo>
                <a:lnTo>
                  <a:pt x="824" y="4391"/>
                </a:lnTo>
                <a:lnTo>
                  <a:pt x="779" y="4340"/>
                </a:lnTo>
                <a:lnTo>
                  <a:pt x="737" y="4287"/>
                </a:lnTo>
                <a:lnTo>
                  <a:pt x="696" y="4233"/>
                </a:lnTo>
                <a:lnTo>
                  <a:pt x="658" y="4177"/>
                </a:lnTo>
                <a:lnTo>
                  <a:pt x="621" y="4121"/>
                </a:lnTo>
                <a:lnTo>
                  <a:pt x="618" y="4117"/>
                </a:lnTo>
                <a:lnTo>
                  <a:pt x="615" y="4114"/>
                </a:lnTo>
                <a:lnTo>
                  <a:pt x="602" y="4091"/>
                </a:lnTo>
                <a:lnTo>
                  <a:pt x="588" y="4070"/>
                </a:lnTo>
                <a:lnTo>
                  <a:pt x="571" y="4050"/>
                </a:lnTo>
                <a:lnTo>
                  <a:pt x="552" y="4031"/>
                </a:lnTo>
                <a:lnTo>
                  <a:pt x="533" y="4013"/>
                </a:lnTo>
                <a:lnTo>
                  <a:pt x="512" y="3996"/>
                </a:lnTo>
                <a:lnTo>
                  <a:pt x="489" y="3979"/>
                </a:lnTo>
                <a:lnTo>
                  <a:pt x="467" y="3963"/>
                </a:lnTo>
                <a:lnTo>
                  <a:pt x="442" y="3948"/>
                </a:lnTo>
                <a:lnTo>
                  <a:pt x="417" y="3933"/>
                </a:lnTo>
                <a:lnTo>
                  <a:pt x="365" y="3904"/>
                </a:lnTo>
                <a:lnTo>
                  <a:pt x="313" y="3875"/>
                </a:lnTo>
                <a:lnTo>
                  <a:pt x="261" y="3846"/>
                </a:lnTo>
                <a:lnTo>
                  <a:pt x="235" y="3832"/>
                </a:lnTo>
                <a:lnTo>
                  <a:pt x="210" y="3815"/>
                </a:lnTo>
                <a:lnTo>
                  <a:pt x="185" y="3799"/>
                </a:lnTo>
                <a:lnTo>
                  <a:pt x="162" y="3783"/>
                </a:lnTo>
                <a:lnTo>
                  <a:pt x="139" y="3765"/>
                </a:lnTo>
                <a:lnTo>
                  <a:pt x="118" y="3747"/>
                </a:lnTo>
                <a:lnTo>
                  <a:pt x="97" y="3727"/>
                </a:lnTo>
                <a:lnTo>
                  <a:pt x="79" y="3707"/>
                </a:lnTo>
                <a:lnTo>
                  <a:pt x="61" y="3685"/>
                </a:lnTo>
                <a:lnTo>
                  <a:pt x="46" y="3661"/>
                </a:lnTo>
                <a:lnTo>
                  <a:pt x="33" y="3636"/>
                </a:lnTo>
                <a:lnTo>
                  <a:pt x="26" y="3624"/>
                </a:lnTo>
                <a:lnTo>
                  <a:pt x="22" y="3610"/>
                </a:lnTo>
                <a:lnTo>
                  <a:pt x="17" y="3597"/>
                </a:lnTo>
                <a:lnTo>
                  <a:pt x="12" y="3583"/>
                </a:lnTo>
                <a:lnTo>
                  <a:pt x="9" y="3568"/>
                </a:lnTo>
                <a:lnTo>
                  <a:pt x="6" y="3552"/>
                </a:lnTo>
                <a:lnTo>
                  <a:pt x="4" y="3537"/>
                </a:lnTo>
                <a:lnTo>
                  <a:pt x="1" y="3521"/>
                </a:lnTo>
                <a:lnTo>
                  <a:pt x="0" y="3505"/>
                </a:lnTo>
                <a:lnTo>
                  <a:pt x="0" y="3487"/>
                </a:lnTo>
                <a:lnTo>
                  <a:pt x="0" y="2865"/>
                </a:lnTo>
                <a:lnTo>
                  <a:pt x="1" y="2833"/>
                </a:lnTo>
                <a:lnTo>
                  <a:pt x="5" y="2804"/>
                </a:lnTo>
                <a:lnTo>
                  <a:pt x="9" y="2775"/>
                </a:lnTo>
                <a:lnTo>
                  <a:pt x="15" y="2749"/>
                </a:lnTo>
                <a:lnTo>
                  <a:pt x="23" y="2725"/>
                </a:lnTo>
                <a:lnTo>
                  <a:pt x="33" y="2704"/>
                </a:lnTo>
                <a:lnTo>
                  <a:pt x="45" y="2683"/>
                </a:lnTo>
                <a:lnTo>
                  <a:pt x="57" y="2664"/>
                </a:lnTo>
                <a:lnTo>
                  <a:pt x="71" y="2647"/>
                </a:lnTo>
                <a:lnTo>
                  <a:pt x="86" y="2631"/>
                </a:lnTo>
                <a:lnTo>
                  <a:pt x="102" y="2617"/>
                </a:lnTo>
                <a:lnTo>
                  <a:pt x="120" y="2602"/>
                </a:lnTo>
                <a:lnTo>
                  <a:pt x="138" y="2589"/>
                </a:lnTo>
                <a:lnTo>
                  <a:pt x="157" y="2576"/>
                </a:lnTo>
                <a:lnTo>
                  <a:pt x="177" y="2566"/>
                </a:lnTo>
                <a:lnTo>
                  <a:pt x="198" y="2554"/>
                </a:lnTo>
                <a:lnTo>
                  <a:pt x="240" y="2531"/>
                </a:lnTo>
                <a:lnTo>
                  <a:pt x="285" y="2509"/>
                </a:lnTo>
                <a:lnTo>
                  <a:pt x="331" y="2485"/>
                </a:lnTo>
                <a:lnTo>
                  <a:pt x="353" y="2472"/>
                </a:lnTo>
                <a:lnTo>
                  <a:pt x="376" y="2459"/>
                </a:lnTo>
                <a:lnTo>
                  <a:pt x="399" y="2445"/>
                </a:lnTo>
                <a:lnTo>
                  <a:pt x="421" y="2430"/>
                </a:lnTo>
                <a:lnTo>
                  <a:pt x="444" y="2413"/>
                </a:lnTo>
                <a:lnTo>
                  <a:pt x="465" y="2395"/>
                </a:lnTo>
                <a:lnTo>
                  <a:pt x="486" y="2375"/>
                </a:lnTo>
                <a:lnTo>
                  <a:pt x="508" y="2355"/>
                </a:lnTo>
                <a:lnTo>
                  <a:pt x="527" y="2332"/>
                </a:lnTo>
                <a:lnTo>
                  <a:pt x="547" y="2307"/>
                </a:lnTo>
                <a:lnTo>
                  <a:pt x="552" y="2300"/>
                </a:lnTo>
                <a:lnTo>
                  <a:pt x="559" y="2296"/>
                </a:lnTo>
                <a:lnTo>
                  <a:pt x="578" y="2258"/>
                </a:lnTo>
                <a:lnTo>
                  <a:pt x="599" y="2220"/>
                </a:lnTo>
                <a:lnTo>
                  <a:pt x="621" y="2183"/>
                </a:lnTo>
                <a:lnTo>
                  <a:pt x="644" y="2146"/>
                </a:lnTo>
                <a:lnTo>
                  <a:pt x="666" y="2110"/>
                </a:lnTo>
                <a:lnTo>
                  <a:pt x="690" y="2074"/>
                </a:lnTo>
                <a:lnTo>
                  <a:pt x="715" y="2038"/>
                </a:lnTo>
                <a:lnTo>
                  <a:pt x="740" y="2004"/>
                </a:lnTo>
                <a:lnTo>
                  <a:pt x="768" y="1969"/>
                </a:lnTo>
                <a:lnTo>
                  <a:pt x="794" y="1934"/>
                </a:lnTo>
                <a:lnTo>
                  <a:pt x="822" y="1900"/>
                </a:lnTo>
                <a:lnTo>
                  <a:pt x="850" y="1868"/>
                </a:lnTo>
                <a:lnTo>
                  <a:pt x="879" y="1835"/>
                </a:lnTo>
                <a:lnTo>
                  <a:pt x="910" y="1803"/>
                </a:lnTo>
                <a:lnTo>
                  <a:pt x="940" y="1771"/>
                </a:lnTo>
                <a:lnTo>
                  <a:pt x="972" y="1740"/>
                </a:lnTo>
                <a:lnTo>
                  <a:pt x="952" y="1699"/>
                </a:lnTo>
                <a:lnTo>
                  <a:pt x="932" y="1659"/>
                </a:lnTo>
                <a:lnTo>
                  <a:pt x="909" y="1619"/>
                </a:lnTo>
                <a:lnTo>
                  <a:pt x="885" y="1579"/>
                </a:lnTo>
                <a:lnTo>
                  <a:pt x="860" y="1540"/>
                </a:lnTo>
                <a:lnTo>
                  <a:pt x="835" y="1500"/>
                </a:lnTo>
                <a:lnTo>
                  <a:pt x="808" y="1461"/>
                </a:lnTo>
                <a:lnTo>
                  <a:pt x="781" y="1423"/>
                </a:lnTo>
                <a:lnTo>
                  <a:pt x="725" y="1347"/>
                </a:lnTo>
                <a:lnTo>
                  <a:pt x="669" y="1273"/>
                </a:lnTo>
                <a:lnTo>
                  <a:pt x="614" y="1203"/>
                </a:lnTo>
                <a:lnTo>
                  <a:pt x="561" y="1133"/>
                </a:lnTo>
                <a:lnTo>
                  <a:pt x="551" y="1118"/>
                </a:lnTo>
                <a:lnTo>
                  <a:pt x="543" y="1103"/>
                </a:lnTo>
                <a:lnTo>
                  <a:pt x="536" y="1089"/>
                </a:lnTo>
                <a:lnTo>
                  <a:pt x="533" y="1073"/>
                </a:lnTo>
                <a:lnTo>
                  <a:pt x="530" y="1059"/>
                </a:lnTo>
                <a:lnTo>
                  <a:pt x="530" y="1045"/>
                </a:lnTo>
                <a:lnTo>
                  <a:pt x="531" y="1032"/>
                </a:lnTo>
                <a:lnTo>
                  <a:pt x="534" y="1018"/>
                </a:lnTo>
                <a:lnTo>
                  <a:pt x="538" y="1005"/>
                </a:lnTo>
                <a:lnTo>
                  <a:pt x="545" y="992"/>
                </a:lnTo>
                <a:lnTo>
                  <a:pt x="551" y="980"/>
                </a:lnTo>
                <a:lnTo>
                  <a:pt x="561" y="968"/>
                </a:lnTo>
                <a:lnTo>
                  <a:pt x="571" y="956"/>
                </a:lnTo>
                <a:lnTo>
                  <a:pt x="582" y="945"/>
                </a:lnTo>
                <a:lnTo>
                  <a:pt x="595" y="934"/>
                </a:lnTo>
                <a:lnTo>
                  <a:pt x="608" y="923"/>
                </a:lnTo>
                <a:lnTo>
                  <a:pt x="623" y="914"/>
                </a:lnTo>
                <a:lnTo>
                  <a:pt x="638" y="904"/>
                </a:lnTo>
                <a:lnTo>
                  <a:pt x="655" y="894"/>
                </a:lnTo>
                <a:lnTo>
                  <a:pt x="671" y="885"/>
                </a:lnTo>
                <a:lnTo>
                  <a:pt x="689" y="878"/>
                </a:lnTo>
                <a:lnTo>
                  <a:pt x="707" y="870"/>
                </a:lnTo>
                <a:lnTo>
                  <a:pt x="726" y="864"/>
                </a:lnTo>
                <a:lnTo>
                  <a:pt x="745" y="857"/>
                </a:lnTo>
                <a:lnTo>
                  <a:pt x="764" y="851"/>
                </a:lnTo>
                <a:lnTo>
                  <a:pt x="785" y="845"/>
                </a:lnTo>
                <a:lnTo>
                  <a:pt x="804" y="841"/>
                </a:lnTo>
                <a:lnTo>
                  <a:pt x="825" y="838"/>
                </a:lnTo>
                <a:lnTo>
                  <a:pt x="845" y="833"/>
                </a:lnTo>
                <a:lnTo>
                  <a:pt x="865" y="831"/>
                </a:lnTo>
                <a:lnTo>
                  <a:pt x="885" y="829"/>
                </a:lnTo>
                <a:lnTo>
                  <a:pt x="906" y="828"/>
                </a:lnTo>
                <a:lnTo>
                  <a:pt x="944" y="827"/>
                </a:lnTo>
                <a:lnTo>
                  <a:pt x="981" y="828"/>
                </a:lnTo>
                <a:lnTo>
                  <a:pt x="1017" y="829"/>
                </a:lnTo>
                <a:lnTo>
                  <a:pt x="1054" y="832"/>
                </a:lnTo>
                <a:lnTo>
                  <a:pt x="1091" y="836"/>
                </a:lnTo>
                <a:lnTo>
                  <a:pt x="1128" y="842"/>
                </a:lnTo>
                <a:lnTo>
                  <a:pt x="1164" y="848"/>
                </a:lnTo>
                <a:lnTo>
                  <a:pt x="1200" y="857"/>
                </a:lnTo>
                <a:lnTo>
                  <a:pt x="1236" y="867"/>
                </a:lnTo>
                <a:lnTo>
                  <a:pt x="1272" y="878"/>
                </a:lnTo>
                <a:lnTo>
                  <a:pt x="1307" y="890"/>
                </a:lnTo>
                <a:lnTo>
                  <a:pt x="1341" y="903"/>
                </a:lnTo>
                <a:lnTo>
                  <a:pt x="1375" y="917"/>
                </a:lnTo>
                <a:lnTo>
                  <a:pt x="1409" y="933"/>
                </a:lnTo>
                <a:lnTo>
                  <a:pt x="1442" y="949"/>
                </a:lnTo>
                <a:lnTo>
                  <a:pt x="1475" y="968"/>
                </a:lnTo>
                <a:lnTo>
                  <a:pt x="1508" y="988"/>
                </a:lnTo>
                <a:lnTo>
                  <a:pt x="1539" y="1008"/>
                </a:lnTo>
                <a:lnTo>
                  <a:pt x="1571" y="1030"/>
                </a:lnTo>
                <a:lnTo>
                  <a:pt x="1601" y="1053"/>
                </a:lnTo>
                <a:lnTo>
                  <a:pt x="1632" y="1077"/>
                </a:lnTo>
                <a:lnTo>
                  <a:pt x="1662" y="1102"/>
                </a:lnTo>
                <a:lnTo>
                  <a:pt x="1691" y="1128"/>
                </a:lnTo>
                <a:lnTo>
                  <a:pt x="1720" y="1155"/>
                </a:lnTo>
                <a:lnTo>
                  <a:pt x="1748" y="1183"/>
                </a:lnTo>
                <a:lnTo>
                  <a:pt x="1775" y="1212"/>
                </a:lnTo>
                <a:lnTo>
                  <a:pt x="1801" y="1244"/>
                </a:lnTo>
                <a:lnTo>
                  <a:pt x="1827" y="1276"/>
                </a:lnTo>
                <a:lnTo>
                  <a:pt x="1852" y="1308"/>
                </a:lnTo>
                <a:lnTo>
                  <a:pt x="1877" y="1342"/>
                </a:lnTo>
                <a:lnTo>
                  <a:pt x="1901" y="1377"/>
                </a:lnTo>
                <a:lnTo>
                  <a:pt x="1924" y="1414"/>
                </a:lnTo>
                <a:lnTo>
                  <a:pt x="1916" y="1361"/>
                </a:lnTo>
                <a:lnTo>
                  <a:pt x="1911" y="1310"/>
                </a:lnTo>
                <a:lnTo>
                  <a:pt x="1908" y="1258"/>
                </a:lnTo>
                <a:lnTo>
                  <a:pt x="1906" y="1207"/>
                </a:lnTo>
                <a:lnTo>
                  <a:pt x="1908" y="1155"/>
                </a:lnTo>
                <a:lnTo>
                  <a:pt x="1911" y="1103"/>
                </a:lnTo>
                <a:lnTo>
                  <a:pt x="1916" y="1051"/>
                </a:lnTo>
                <a:lnTo>
                  <a:pt x="1924" y="998"/>
                </a:lnTo>
                <a:lnTo>
                  <a:pt x="1934" y="946"/>
                </a:lnTo>
                <a:lnTo>
                  <a:pt x="1947" y="895"/>
                </a:lnTo>
                <a:lnTo>
                  <a:pt x="1961" y="844"/>
                </a:lnTo>
                <a:lnTo>
                  <a:pt x="1978" y="793"/>
                </a:lnTo>
                <a:lnTo>
                  <a:pt x="1998" y="743"/>
                </a:lnTo>
                <a:lnTo>
                  <a:pt x="2021" y="693"/>
                </a:lnTo>
                <a:lnTo>
                  <a:pt x="2045" y="644"/>
                </a:lnTo>
                <a:lnTo>
                  <a:pt x="2072" y="595"/>
                </a:lnTo>
                <a:lnTo>
                  <a:pt x="2092" y="561"/>
                </a:lnTo>
                <a:lnTo>
                  <a:pt x="2114" y="528"/>
                </a:lnTo>
                <a:lnTo>
                  <a:pt x="2137" y="496"/>
                </a:lnTo>
                <a:lnTo>
                  <a:pt x="2161" y="465"/>
                </a:lnTo>
                <a:lnTo>
                  <a:pt x="2186" y="433"/>
                </a:lnTo>
                <a:lnTo>
                  <a:pt x="2212" y="404"/>
                </a:lnTo>
                <a:lnTo>
                  <a:pt x="2238" y="375"/>
                </a:lnTo>
                <a:lnTo>
                  <a:pt x="2266" y="347"/>
                </a:lnTo>
                <a:lnTo>
                  <a:pt x="2294" y="320"/>
                </a:lnTo>
                <a:lnTo>
                  <a:pt x="2324" y="294"/>
                </a:lnTo>
                <a:lnTo>
                  <a:pt x="2353" y="269"/>
                </a:lnTo>
                <a:lnTo>
                  <a:pt x="2385" y="245"/>
                </a:lnTo>
                <a:lnTo>
                  <a:pt x="2415" y="222"/>
                </a:lnTo>
                <a:lnTo>
                  <a:pt x="2448" y="201"/>
                </a:lnTo>
                <a:lnTo>
                  <a:pt x="2480" y="179"/>
                </a:lnTo>
                <a:lnTo>
                  <a:pt x="2514" y="159"/>
                </a:lnTo>
                <a:lnTo>
                  <a:pt x="2549" y="141"/>
                </a:lnTo>
                <a:lnTo>
                  <a:pt x="2582" y="122"/>
                </a:lnTo>
                <a:lnTo>
                  <a:pt x="2618" y="106"/>
                </a:lnTo>
                <a:lnTo>
                  <a:pt x="2654" y="91"/>
                </a:lnTo>
                <a:lnTo>
                  <a:pt x="2690" y="77"/>
                </a:lnTo>
                <a:lnTo>
                  <a:pt x="2727" y="64"/>
                </a:lnTo>
                <a:lnTo>
                  <a:pt x="2764" y="52"/>
                </a:lnTo>
                <a:lnTo>
                  <a:pt x="2802" y="41"/>
                </a:lnTo>
                <a:lnTo>
                  <a:pt x="2840" y="31"/>
                </a:lnTo>
                <a:lnTo>
                  <a:pt x="2878" y="22"/>
                </a:lnTo>
                <a:lnTo>
                  <a:pt x="2917" y="16"/>
                </a:lnTo>
                <a:lnTo>
                  <a:pt x="2956" y="9"/>
                </a:lnTo>
                <a:lnTo>
                  <a:pt x="2995" y="5"/>
                </a:lnTo>
                <a:lnTo>
                  <a:pt x="3035" y="2"/>
                </a:lnTo>
                <a:lnTo>
                  <a:pt x="3075" y="0"/>
                </a:lnTo>
                <a:lnTo>
                  <a:pt x="3115" y="0"/>
                </a:lnTo>
                <a:lnTo>
                  <a:pt x="3155" y="0"/>
                </a:lnTo>
                <a:lnTo>
                  <a:pt x="3195" y="2"/>
                </a:lnTo>
                <a:lnTo>
                  <a:pt x="3235" y="5"/>
                </a:lnTo>
                <a:lnTo>
                  <a:pt x="3275" y="9"/>
                </a:lnTo>
                <a:lnTo>
                  <a:pt x="3314" y="16"/>
                </a:lnTo>
                <a:lnTo>
                  <a:pt x="3353" y="24"/>
                </a:lnTo>
                <a:lnTo>
                  <a:pt x="3392" y="31"/>
                </a:lnTo>
                <a:lnTo>
                  <a:pt x="3431" y="42"/>
                </a:lnTo>
                <a:lnTo>
                  <a:pt x="3469" y="53"/>
                </a:lnTo>
                <a:lnTo>
                  <a:pt x="3507" y="65"/>
                </a:lnTo>
                <a:lnTo>
                  <a:pt x="3545" y="79"/>
                </a:lnTo>
                <a:lnTo>
                  <a:pt x="3582" y="94"/>
                </a:lnTo>
                <a:lnTo>
                  <a:pt x="3619" y="109"/>
                </a:lnTo>
                <a:lnTo>
                  <a:pt x="3655" y="127"/>
                </a:lnTo>
                <a:lnTo>
                  <a:pt x="3691" y="146"/>
                </a:lnTo>
                <a:lnTo>
                  <a:pt x="3726" y="166"/>
                </a:lnTo>
                <a:lnTo>
                  <a:pt x="3774" y="195"/>
                </a:lnTo>
                <a:lnTo>
                  <a:pt x="3819" y="227"/>
                </a:lnTo>
                <a:lnTo>
                  <a:pt x="3864" y="260"/>
                </a:lnTo>
                <a:lnTo>
                  <a:pt x="3906" y="295"/>
                </a:lnTo>
                <a:lnTo>
                  <a:pt x="3946" y="331"/>
                </a:lnTo>
                <a:lnTo>
                  <a:pt x="3984" y="370"/>
                </a:lnTo>
                <a:lnTo>
                  <a:pt x="4020" y="409"/>
                </a:lnTo>
                <a:lnTo>
                  <a:pt x="4055" y="451"/>
                </a:lnTo>
                <a:lnTo>
                  <a:pt x="4088" y="493"/>
                </a:lnTo>
                <a:lnTo>
                  <a:pt x="4118" y="536"/>
                </a:lnTo>
                <a:lnTo>
                  <a:pt x="4146" y="581"/>
                </a:lnTo>
                <a:lnTo>
                  <a:pt x="4172" y="627"/>
                </a:lnTo>
                <a:lnTo>
                  <a:pt x="4196" y="673"/>
                </a:lnTo>
                <a:lnTo>
                  <a:pt x="4219" y="721"/>
                </a:lnTo>
                <a:lnTo>
                  <a:pt x="4239" y="770"/>
                </a:lnTo>
                <a:lnTo>
                  <a:pt x="4256" y="819"/>
                </a:lnTo>
                <a:lnTo>
                  <a:pt x="4272" y="869"/>
                </a:lnTo>
                <a:lnTo>
                  <a:pt x="4285" y="920"/>
                </a:lnTo>
                <a:lnTo>
                  <a:pt x="4297" y="971"/>
                </a:lnTo>
                <a:lnTo>
                  <a:pt x="4306" y="1022"/>
                </a:lnTo>
                <a:lnTo>
                  <a:pt x="4314" y="1074"/>
                </a:lnTo>
                <a:lnTo>
                  <a:pt x="4318" y="1127"/>
                </a:lnTo>
                <a:lnTo>
                  <a:pt x="4320" y="1180"/>
                </a:lnTo>
                <a:lnTo>
                  <a:pt x="4320" y="1232"/>
                </a:lnTo>
                <a:lnTo>
                  <a:pt x="4318" y="1285"/>
                </a:lnTo>
                <a:lnTo>
                  <a:pt x="4314" y="1339"/>
                </a:lnTo>
                <a:lnTo>
                  <a:pt x="4307" y="1391"/>
                </a:lnTo>
                <a:lnTo>
                  <a:pt x="4297" y="1444"/>
                </a:lnTo>
                <a:lnTo>
                  <a:pt x="4285" y="1496"/>
                </a:lnTo>
                <a:lnTo>
                  <a:pt x="4271" y="1548"/>
                </a:lnTo>
                <a:lnTo>
                  <a:pt x="4255" y="1599"/>
                </a:lnTo>
                <a:lnTo>
                  <a:pt x="4237" y="1650"/>
                </a:lnTo>
                <a:lnTo>
                  <a:pt x="4288" y="1700"/>
                </a:lnTo>
                <a:lnTo>
                  <a:pt x="4337" y="1753"/>
                </a:lnTo>
                <a:lnTo>
                  <a:pt x="4383" y="1806"/>
                </a:lnTo>
                <a:lnTo>
                  <a:pt x="4406" y="1833"/>
                </a:lnTo>
                <a:lnTo>
                  <a:pt x="4429" y="1860"/>
                </a:lnTo>
                <a:lnTo>
                  <a:pt x="4451" y="1888"/>
                </a:lnTo>
                <a:lnTo>
                  <a:pt x="4471" y="1918"/>
                </a:lnTo>
                <a:lnTo>
                  <a:pt x="4492" y="1946"/>
                </a:lnTo>
                <a:lnTo>
                  <a:pt x="4513" y="1975"/>
                </a:lnTo>
                <a:lnTo>
                  <a:pt x="4532" y="2005"/>
                </a:lnTo>
                <a:lnTo>
                  <a:pt x="4551" y="2035"/>
                </a:lnTo>
                <a:lnTo>
                  <a:pt x="4569" y="2066"/>
                </a:lnTo>
                <a:lnTo>
                  <a:pt x="4588" y="2096"/>
                </a:lnTo>
                <a:lnTo>
                  <a:pt x="4605" y="2128"/>
                </a:lnTo>
                <a:lnTo>
                  <a:pt x="4621" y="2159"/>
                </a:lnTo>
                <a:lnTo>
                  <a:pt x="4638" y="2191"/>
                </a:lnTo>
                <a:lnTo>
                  <a:pt x="4653" y="2223"/>
                </a:lnTo>
                <a:lnTo>
                  <a:pt x="4668" y="2256"/>
                </a:lnTo>
                <a:lnTo>
                  <a:pt x="4682" y="2288"/>
                </a:lnTo>
                <a:lnTo>
                  <a:pt x="4695" y="2322"/>
                </a:lnTo>
                <a:lnTo>
                  <a:pt x="4708" y="2355"/>
                </a:lnTo>
                <a:lnTo>
                  <a:pt x="4721" y="2389"/>
                </a:lnTo>
                <a:lnTo>
                  <a:pt x="4732" y="2423"/>
                </a:lnTo>
                <a:lnTo>
                  <a:pt x="4744" y="2458"/>
                </a:lnTo>
                <a:lnTo>
                  <a:pt x="4754" y="2493"/>
                </a:lnTo>
                <a:lnTo>
                  <a:pt x="4764" y="2529"/>
                </a:lnTo>
                <a:lnTo>
                  <a:pt x="4772" y="2563"/>
                </a:lnTo>
                <a:lnTo>
                  <a:pt x="4781" y="2599"/>
                </a:lnTo>
                <a:lnTo>
                  <a:pt x="4789" y="2636"/>
                </a:lnTo>
                <a:lnTo>
                  <a:pt x="4797" y="2684"/>
                </a:lnTo>
                <a:lnTo>
                  <a:pt x="4805" y="2732"/>
                </a:lnTo>
                <a:lnTo>
                  <a:pt x="4811" y="2780"/>
                </a:lnTo>
                <a:lnTo>
                  <a:pt x="4817" y="2827"/>
                </a:lnTo>
                <a:lnTo>
                  <a:pt x="4820" y="2875"/>
                </a:lnTo>
                <a:lnTo>
                  <a:pt x="4822" y="2923"/>
                </a:lnTo>
                <a:lnTo>
                  <a:pt x="4823" y="2971"/>
                </a:lnTo>
                <a:lnTo>
                  <a:pt x="4823" y="3019"/>
                </a:lnTo>
                <a:lnTo>
                  <a:pt x="4822" y="3065"/>
                </a:lnTo>
                <a:lnTo>
                  <a:pt x="4820" y="3113"/>
                </a:lnTo>
                <a:lnTo>
                  <a:pt x="4816" y="3160"/>
                </a:lnTo>
                <a:lnTo>
                  <a:pt x="4811" y="3207"/>
                </a:lnTo>
                <a:lnTo>
                  <a:pt x="4805" y="3253"/>
                </a:lnTo>
                <a:lnTo>
                  <a:pt x="4797" y="3300"/>
                </a:lnTo>
                <a:lnTo>
                  <a:pt x="4789" y="3346"/>
                </a:lnTo>
                <a:lnTo>
                  <a:pt x="4779" y="3391"/>
                </a:lnTo>
                <a:lnTo>
                  <a:pt x="4768" y="3437"/>
                </a:lnTo>
                <a:lnTo>
                  <a:pt x="4756" y="3483"/>
                </a:lnTo>
                <a:lnTo>
                  <a:pt x="4743" y="3528"/>
                </a:lnTo>
                <a:lnTo>
                  <a:pt x="4729" y="3573"/>
                </a:lnTo>
                <a:lnTo>
                  <a:pt x="4714" y="3618"/>
                </a:lnTo>
                <a:lnTo>
                  <a:pt x="4697" y="3661"/>
                </a:lnTo>
                <a:lnTo>
                  <a:pt x="4680" y="3706"/>
                </a:lnTo>
                <a:lnTo>
                  <a:pt x="4661" y="3749"/>
                </a:lnTo>
                <a:lnTo>
                  <a:pt x="4642" y="3791"/>
                </a:lnTo>
                <a:lnTo>
                  <a:pt x="4621" y="3834"/>
                </a:lnTo>
                <a:lnTo>
                  <a:pt x="4600" y="3876"/>
                </a:lnTo>
                <a:lnTo>
                  <a:pt x="4578" y="3919"/>
                </a:lnTo>
                <a:lnTo>
                  <a:pt x="4554" y="3960"/>
                </a:lnTo>
                <a:lnTo>
                  <a:pt x="4529" y="4000"/>
                </a:lnTo>
                <a:lnTo>
                  <a:pt x="4504" y="4040"/>
                </a:lnTo>
                <a:lnTo>
                  <a:pt x="4477" y="4081"/>
                </a:lnTo>
                <a:close/>
                <a:moveTo>
                  <a:pt x="2180" y="1408"/>
                </a:moveTo>
                <a:lnTo>
                  <a:pt x="2180" y="1408"/>
                </a:lnTo>
                <a:lnTo>
                  <a:pt x="2215" y="1399"/>
                </a:lnTo>
                <a:lnTo>
                  <a:pt x="2249" y="1393"/>
                </a:lnTo>
                <a:lnTo>
                  <a:pt x="2290" y="1384"/>
                </a:lnTo>
                <a:lnTo>
                  <a:pt x="2331" y="1378"/>
                </a:lnTo>
                <a:lnTo>
                  <a:pt x="2373" y="1371"/>
                </a:lnTo>
                <a:lnTo>
                  <a:pt x="2414" y="1366"/>
                </a:lnTo>
                <a:lnTo>
                  <a:pt x="2455" y="1361"/>
                </a:lnTo>
                <a:lnTo>
                  <a:pt x="2497" y="1358"/>
                </a:lnTo>
                <a:lnTo>
                  <a:pt x="2538" y="1355"/>
                </a:lnTo>
                <a:lnTo>
                  <a:pt x="2578" y="1353"/>
                </a:lnTo>
                <a:lnTo>
                  <a:pt x="2619" y="1352"/>
                </a:lnTo>
                <a:lnTo>
                  <a:pt x="2660" y="1352"/>
                </a:lnTo>
                <a:lnTo>
                  <a:pt x="2700" y="1352"/>
                </a:lnTo>
                <a:lnTo>
                  <a:pt x="2740" y="1353"/>
                </a:lnTo>
                <a:lnTo>
                  <a:pt x="2780" y="1354"/>
                </a:lnTo>
                <a:lnTo>
                  <a:pt x="2820" y="1357"/>
                </a:lnTo>
                <a:lnTo>
                  <a:pt x="2861" y="1360"/>
                </a:lnTo>
                <a:lnTo>
                  <a:pt x="2900" y="1364"/>
                </a:lnTo>
                <a:lnTo>
                  <a:pt x="3178" y="894"/>
                </a:lnTo>
                <a:lnTo>
                  <a:pt x="2961" y="938"/>
                </a:lnTo>
                <a:lnTo>
                  <a:pt x="2905" y="660"/>
                </a:lnTo>
                <a:lnTo>
                  <a:pt x="3373" y="566"/>
                </a:lnTo>
                <a:lnTo>
                  <a:pt x="3616" y="710"/>
                </a:lnTo>
                <a:lnTo>
                  <a:pt x="3631" y="719"/>
                </a:lnTo>
                <a:lnTo>
                  <a:pt x="3214" y="1424"/>
                </a:lnTo>
                <a:lnTo>
                  <a:pt x="3261" y="1439"/>
                </a:lnTo>
                <a:lnTo>
                  <a:pt x="3306" y="1453"/>
                </a:lnTo>
                <a:lnTo>
                  <a:pt x="3352" y="1469"/>
                </a:lnTo>
                <a:lnTo>
                  <a:pt x="3398" y="1485"/>
                </a:lnTo>
                <a:lnTo>
                  <a:pt x="3442" y="1503"/>
                </a:lnTo>
                <a:lnTo>
                  <a:pt x="3487" y="1522"/>
                </a:lnTo>
                <a:lnTo>
                  <a:pt x="3530" y="1542"/>
                </a:lnTo>
                <a:lnTo>
                  <a:pt x="3573" y="1562"/>
                </a:lnTo>
                <a:lnTo>
                  <a:pt x="3615" y="1585"/>
                </a:lnTo>
                <a:lnTo>
                  <a:pt x="3656" y="1608"/>
                </a:lnTo>
                <a:lnTo>
                  <a:pt x="3696" y="1632"/>
                </a:lnTo>
                <a:lnTo>
                  <a:pt x="3737" y="1657"/>
                </a:lnTo>
                <a:lnTo>
                  <a:pt x="3776" y="1682"/>
                </a:lnTo>
                <a:lnTo>
                  <a:pt x="3815" y="1709"/>
                </a:lnTo>
                <a:lnTo>
                  <a:pt x="3852" y="1737"/>
                </a:lnTo>
                <a:lnTo>
                  <a:pt x="3889" y="1766"/>
                </a:lnTo>
                <a:lnTo>
                  <a:pt x="3914" y="1730"/>
                </a:lnTo>
                <a:lnTo>
                  <a:pt x="3926" y="1710"/>
                </a:lnTo>
                <a:lnTo>
                  <a:pt x="3938" y="1692"/>
                </a:lnTo>
                <a:lnTo>
                  <a:pt x="3962" y="1648"/>
                </a:lnTo>
                <a:lnTo>
                  <a:pt x="3982" y="1605"/>
                </a:lnTo>
                <a:lnTo>
                  <a:pt x="4002" y="1561"/>
                </a:lnTo>
                <a:lnTo>
                  <a:pt x="4018" y="1516"/>
                </a:lnTo>
                <a:lnTo>
                  <a:pt x="4032" y="1471"/>
                </a:lnTo>
                <a:lnTo>
                  <a:pt x="4044" y="1425"/>
                </a:lnTo>
                <a:lnTo>
                  <a:pt x="4054" y="1380"/>
                </a:lnTo>
                <a:lnTo>
                  <a:pt x="4060" y="1333"/>
                </a:lnTo>
                <a:lnTo>
                  <a:pt x="4066" y="1287"/>
                </a:lnTo>
                <a:lnTo>
                  <a:pt x="4068" y="1241"/>
                </a:lnTo>
                <a:lnTo>
                  <a:pt x="4069" y="1195"/>
                </a:lnTo>
                <a:lnTo>
                  <a:pt x="4067" y="1148"/>
                </a:lnTo>
                <a:lnTo>
                  <a:pt x="4063" y="1103"/>
                </a:lnTo>
                <a:lnTo>
                  <a:pt x="4057" y="1057"/>
                </a:lnTo>
                <a:lnTo>
                  <a:pt x="4049" y="1012"/>
                </a:lnTo>
                <a:lnTo>
                  <a:pt x="4038" y="968"/>
                </a:lnTo>
                <a:lnTo>
                  <a:pt x="4026" y="923"/>
                </a:lnTo>
                <a:lnTo>
                  <a:pt x="4010" y="880"/>
                </a:lnTo>
                <a:lnTo>
                  <a:pt x="3994" y="838"/>
                </a:lnTo>
                <a:lnTo>
                  <a:pt x="3976" y="795"/>
                </a:lnTo>
                <a:lnTo>
                  <a:pt x="3954" y="754"/>
                </a:lnTo>
                <a:lnTo>
                  <a:pt x="3931" y="714"/>
                </a:lnTo>
                <a:lnTo>
                  <a:pt x="3907" y="675"/>
                </a:lnTo>
                <a:lnTo>
                  <a:pt x="3880" y="638"/>
                </a:lnTo>
                <a:lnTo>
                  <a:pt x="3852" y="601"/>
                </a:lnTo>
                <a:lnTo>
                  <a:pt x="3820" y="565"/>
                </a:lnTo>
                <a:lnTo>
                  <a:pt x="3788" y="531"/>
                </a:lnTo>
                <a:lnTo>
                  <a:pt x="3754" y="498"/>
                </a:lnTo>
                <a:lnTo>
                  <a:pt x="3717" y="467"/>
                </a:lnTo>
                <a:lnTo>
                  <a:pt x="3679" y="438"/>
                </a:lnTo>
                <a:lnTo>
                  <a:pt x="3640" y="410"/>
                </a:lnTo>
                <a:lnTo>
                  <a:pt x="3598" y="384"/>
                </a:lnTo>
                <a:lnTo>
                  <a:pt x="3570" y="368"/>
                </a:lnTo>
                <a:lnTo>
                  <a:pt x="3542" y="354"/>
                </a:lnTo>
                <a:lnTo>
                  <a:pt x="3513" y="340"/>
                </a:lnTo>
                <a:lnTo>
                  <a:pt x="3484" y="327"/>
                </a:lnTo>
                <a:lnTo>
                  <a:pt x="3455" y="315"/>
                </a:lnTo>
                <a:lnTo>
                  <a:pt x="3425" y="304"/>
                </a:lnTo>
                <a:lnTo>
                  <a:pt x="3395" y="294"/>
                </a:lnTo>
                <a:lnTo>
                  <a:pt x="3365" y="285"/>
                </a:lnTo>
                <a:lnTo>
                  <a:pt x="3335" y="278"/>
                </a:lnTo>
                <a:lnTo>
                  <a:pt x="3303" y="271"/>
                </a:lnTo>
                <a:lnTo>
                  <a:pt x="3273" y="265"/>
                </a:lnTo>
                <a:lnTo>
                  <a:pt x="3241" y="260"/>
                </a:lnTo>
                <a:lnTo>
                  <a:pt x="3210" y="257"/>
                </a:lnTo>
                <a:lnTo>
                  <a:pt x="3178" y="254"/>
                </a:lnTo>
                <a:lnTo>
                  <a:pt x="3147" y="253"/>
                </a:lnTo>
                <a:lnTo>
                  <a:pt x="3115" y="252"/>
                </a:lnTo>
                <a:lnTo>
                  <a:pt x="3083" y="253"/>
                </a:lnTo>
                <a:lnTo>
                  <a:pt x="3052" y="254"/>
                </a:lnTo>
                <a:lnTo>
                  <a:pt x="3020" y="257"/>
                </a:lnTo>
                <a:lnTo>
                  <a:pt x="2989" y="260"/>
                </a:lnTo>
                <a:lnTo>
                  <a:pt x="2958" y="265"/>
                </a:lnTo>
                <a:lnTo>
                  <a:pt x="2928" y="270"/>
                </a:lnTo>
                <a:lnTo>
                  <a:pt x="2898" y="277"/>
                </a:lnTo>
                <a:lnTo>
                  <a:pt x="2867" y="284"/>
                </a:lnTo>
                <a:lnTo>
                  <a:pt x="2838" y="293"/>
                </a:lnTo>
                <a:lnTo>
                  <a:pt x="2809" y="303"/>
                </a:lnTo>
                <a:lnTo>
                  <a:pt x="2779" y="314"/>
                </a:lnTo>
                <a:lnTo>
                  <a:pt x="2750" y="325"/>
                </a:lnTo>
                <a:lnTo>
                  <a:pt x="2722" y="337"/>
                </a:lnTo>
                <a:lnTo>
                  <a:pt x="2694" y="350"/>
                </a:lnTo>
                <a:lnTo>
                  <a:pt x="2667" y="364"/>
                </a:lnTo>
                <a:lnTo>
                  <a:pt x="2640" y="379"/>
                </a:lnTo>
                <a:lnTo>
                  <a:pt x="2613" y="394"/>
                </a:lnTo>
                <a:lnTo>
                  <a:pt x="2587" y="412"/>
                </a:lnTo>
                <a:lnTo>
                  <a:pt x="2562" y="429"/>
                </a:lnTo>
                <a:lnTo>
                  <a:pt x="2537" y="446"/>
                </a:lnTo>
                <a:lnTo>
                  <a:pt x="2513" y="466"/>
                </a:lnTo>
                <a:lnTo>
                  <a:pt x="2489" y="485"/>
                </a:lnTo>
                <a:lnTo>
                  <a:pt x="2466" y="506"/>
                </a:lnTo>
                <a:lnTo>
                  <a:pt x="2443" y="527"/>
                </a:lnTo>
                <a:lnTo>
                  <a:pt x="2422" y="550"/>
                </a:lnTo>
                <a:lnTo>
                  <a:pt x="2401" y="572"/>
                </a:lnTo>
                <a:lnTo>
                  <a:pt x="2380" y="595"/>
                </a:lnTo>
                <a:lnTo>
                  <a:pt x="2361" y="620"/>
                </a:lnTo>
                <a:lnTo>
                  <a:pt x="2341" y="645"/>
                </a:lnTo>
                <a:lnTo>
                  <a:pt x="2324" y="670"/>
                </a:lnTo>
                <a:lnTo>
                  <a:pt x="2306" y="696"/>
                </a:lnTo>
                <a:lnTo>
                  <a:pt x="2290" y="723"/>
                </a:lnTo>
                <a:lnTo>
                  <a:pt x="2267" y="764"/>
                </a:lnTo>
                <a:lnTo>
                  <a:pt x="2247" y="805"/>
                </a:lnTo>
                <a:lnTo>
                  <a:pt x="2229" y="847"/>
                </a:lnTo>
                <a:lnTo>
                  <a:pt x="2213" y="890"/>
                </a:lnTo>
                <a:lnTo>
                  <a:pt x="2199" y="932"/>
                </a:lnTo>
                <a:lnTo>
                  <a:pt x="2187" y="974"/>
                </a:lnTo>
                <a:lnTo>
                  <a:pt x="2177" y="1018"/>
                </a:lnTo>
                <a:lnTo>
                  <a:pt x="2169" y="1061"/>
                </a:lnTo>
                <a:lnTo>
                  <a:pt x="2164" y="1105"/>
                </a:lnTo>
                <a:lnTo>
                  <a:pt x="2161" y="1148"/>
                </a:lnTo>
                <a:lnTo>
                  <a:pt x="2160" y="1192"/>
                </a:lnTo>
                <a:lnTo>
                  <a:pt x="2160" y="1235"/>
                </a:lnTo>
                <a:lnTo>
                  <a:pt x="2162" y="1279"/>
                </a:lnTo>
                <a:lnTo>
                  <a:pt x="2166" y="1322"/>
                </a:lnTo>
                <a:lnTo>
                  <a:pt x="2173" y="1365"/>
                </a:lnTo>
                <a:lnTo>
                  <a:pt x="2180" y="1408"/>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5" name="MH_Text_2"/>
          <p:cNvSpPr txBox="1">
            <a:spLocks noChangeArrowheads="1"/>
          </p:cNvSpPr>
          <p:nvPr>
            <p:custDataLst>
              <p:tags r:id="rId1"/>
            </p:custDataLst>
          </p:nvPr>
        </p:nvSpPr>
        <p:spPr bwMode="auto">
          <a:xfrm>
            <a:off x="1220368" y="4941168"/>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44.3%                        14.8%                           11.7%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6" name="KSO_Shape"/>
          <p:cNvSpPr>
            <a:spLocks/>
          </p:cNvSpPr>
          <p:nvPr/>
        </p:nvSpPr>
        <p:spPr bwMode="auto">
          <a:xfrm>
            <a:off x="467544" y="116633"/>
            <a:ext cx="1079070" cy="648071"/>
          </a:xfrm>
          <a:custGeom>
            <a:avLst/>
            <a:gdLst>
              <a:gd name="T0" fmla="*/ 622123 w 1646237"/>
              <a:gd name="T1" fmla="*/ 656390 h 1420813"/>
              <a:gd name="T2" fmla="*/ 536604 w 1646237"/>
              <a:gd name="T3" fmla="*/ 767381 h 1420813"/>
              <a:gd name="T4" fmla="*/ 727462 w 1646237"/>
              <a:gd name="T5" fmla="*/ 717766 h 1420813"/>
              <a:gd name="T6" fmla="*/ 1010077 w 1646237"/>
              <a:gd name="T7" fmla="*/ 188538 h 1420813"/>
              <a:gd name="T8" fmla="*/ 1123859 w 1646237"/>
              <a:gd name="T9" fmla="*/ 211324 h 1420813"/>
              <a:gd name="T10" fmla="*/ 1210112 w 1646237"/>
              <a:gd name="T11" fmla="*/ 280418 h 1420813"/>
              <a:gd name="T12" fmla="*/ 1253789 w 1646237"/>
              <a:gd name="T13" fmla="*/ 382588 h 1420813"/>
              <a:gd name="T14" fmla="*/ 1242410 w 1646237"/>
              <a:gd name="T15" fmla="*/ 496519 h 1420813"/>
              <a:gd name="T16" fmla="*/ 1179648 w 1646237"/>
              <a:gd name="T17" fmla="*/ 586929 h 1420813"/>
              <a:gd name="T18" fmla="*/ 1080916 w 1646237"/>
              <a:gd name="T19" fmla="*/ 639117 h 1420813"/>
              <a:gd name="T20" fmla="*/ 963832 w 1646237"/>
              <a:gd name="T21" fmla="*/ 639117 h 1420813"/>
              <a:gd name="T22" fmla="*/ 865100 w 1646237"/>
              <a:gd name="T23" fmla="*/ 586929 h 1420813"/>
              <a:gd name="T24" fmla="*/ 802703 w 1646237"/>
              <a:gd name="T25" fmla="*/ 496519 h 1420813"/>
              <a:gd name="T26" fmla="*/ 791326 w 1646237"/>
              <a:gd name="T27" fmla="*/ 382588 h 1420813"/>
              <a:gd name="T28" fmla="*/ 835002 w 1646237"/>
              <a:gd name="T29" fmla="*/ 280418 h 1420813"/>
              <a:gd name="T30" fmla="*/ 921255 w 1646237"/>
              <a:gd name="T31" fmla="*/ 211324 h 1420813"/>
              <a:gd name="T32" fmla="*/ 1007142 w 1646237"/>
              <a:gd name="T33" fmla="*/ 126427 h 1420813"/>
              <a:gd name="T34" fmla="*/ 868402 w 1646237"/>
              <a:gd name="T35" fmla="*/ 168692 h 1420813"/>
              <a:gd name="T36" fmla="*/ 767836 w 1646237"/>
              <a:gd name="T37" fmla="*/ 266452 h 1420813"/>
              <a:gd name="T38" fmla="*/ 725260 w 1646237"/>
              <a:gd name="T39" fmla="*/ 402801 h 1420813"/>
              <a:gd name="T40" fmla="*/ 754255 w 1646237"/>
              <a:gd name="T41" fmla="*/ 543562 h 1420813"/>
              <a:gd name="T42" fmla="*/ 844179 w 1646237"/>
              <a:gd name="T43" fmla="*/ 650877 h 1420813"/>
              <a:gd name="T44" fmla="*/ 977044 w 1646237"/>
              <a:gd name="T45" fmla="*/ 705637 h 1420813"/>
              <a:gd name="T46" fmla="*/ 1124592 w 1646237"/>
              <a:gd name="T47" fmla="*/ 690937 h 1420813"/>
              <a:gd name="T48" fmla="*/ 1242777 w 1646237"/>
              <a:gd name="T49" fmla="*/ 613390 h 1420813"/>
              <a:gd name="T50" fmla="*/ 1311046 w 1646237"/>
              <a:gd name="T51" fmla="*/ 490271 h 1420813"/>
              <a:gd name="T52" fmla="*/ 1311046 w 1646237"/>
              <a:gd name="T53" fmla="*/ 345101 h 1420813"/>
              <a:gd name="T54" fmla="*/ 1242777 w 1646237"/>
              <a:gd name="T55" fmla="*/ 221615 h 1420813"/>
              <a:gd name="T56" fmla="*/ 1124592 w 1646237"/>
              <a:gd name="T57" fmla="*/ 144068 h 1420813"/>
              <a:gd name="T58" fmla="*/ 1044212 w 1646237"/>
              <a:gd name="T59" fmla="*/ 368 h 1420813"/>
              <a:gd name="T60" fmla="*/ 1188456 w 1646237"/>
              <a:gd name="T61" fmla="*/ 32710 h 1420813"/>
              <a:gd name="T62" fmla="*/ 1352154 w 1646237"/>
              <a:gd name="T63" fmla="*/ 151786 h 1420813"/>
              <a:gd name="T64" fmla="*/ 1438407 w 1646237"/>
              <a:gd name="T65" fmla="*/ 323050 h 1420813"/>
              <a:gd name="T66" fmla="*/ 1449051 w 1646237"/>
              <a:gd name="T67" fmla="*/ 432571 h 1420813"/>
              <a:gd name="T68" fmla="*/ 1419320 w 1646237"/>
              <a:gd name="T69" fmla="*/ 571125 h 1420813"/>
              <a:gd name="T70" fmla="*/ 1346648 w 1646237"/>
              <a:gd name="T71" fmla="*/ 689099 h 1420813"/>
              <a:gd name="T72" fmla="*/ 1239841 w 1646237"/>
              <a:gd name="T73" fmla="*/ 776936 h 1420813"/>
              <a:gd name="T74" fmla="*/ 1299668 w 1646237"/>
              <a:gd name="T75" fmla="*/ 796415 h 1420813"/>
              <a:gd name="T76" fmla="*/ 1364266 w 1646237"/>
              <a:gd name="T77" fmla="*/ 843825 h 1420813"/>
              <a:gd name="T78" fmla="*/ 1399133 w 1646237"/>
              <a:gd name="T79" fmla="*/ 915123 h 1420813"/>
              <a:gd name="T80" fmla="*/ 1396932 w 1646237"/>
              <a:gd name="T81" fmla="*/ 1521532 h 1420813"/>
              <a:gd name="T82" fmla="*/ 1358393 w 1646237"/>
              <a:gd name="T83" fmla="*/ 1590992 h 1420813"/>
              <a:gd name="T84" fmla="*/ 1291960 w 1646237"/>
              <a:gd name="T85" fmla="*/ 1635094 h 1420813"/>
              <a:gd name="T86" fmla="*/ 151219 w 1646237"/>
              <a:gd name="T87" fmla="*/ 1644283 h 1420813"/>
              <a:gd name="T88" fmla="*/ 74141 w 1646237"/>
              <a:gd name="T89" fmla="*/ 1616719 h 1420813"/>
              <a:gd name="T90" fmla="*/ 20554 w 1646237"/>
              <a:gd name="T91" fmla="*/ 1558650 h 1420813"/>
              <a:gd name="T92" fmla="*/ 0 w 1646237"/>
              <a:gd name="T93" fmla="*/ 1480369 h 1420813"/>
              <a:gd name="T94" fmla="*/ 16516 w 1646237"/>
              <a:gd name="T95" fmla="*/ 877269 h 1420813"/>
              <a:gd name="T96" fmla="*/ 67534 w 1646237"/>
              <a:gd name="T97" fmla="*/ 816628 h 1420813"/>
              <a:gd name="T98" fmla="*/ 142777 w 1646237"/>
              <a:gd name="T99" fmla="*/ 785757 h 1420813"/>
              <a:gd name="T100" fmla="*/ 133967 w 1646237"/>
              <a:gd name="T101" fmla="*/ 750108 h 1420813"/>
              <a:gd name="T102" fmla="*/ 80014 w 1646237"/>
              <a:gd name="T103" fmla="*/ 679911 h 1420813"/>
              <a:gd name="T104" fmla="*/ 49183 w 1646237"/>
              <a:gd name="T105" fmla="*/ 595381 h 1420813"/>
              <a:gd name="T106" fmla="*/ 49917 w 1646237"/>
              <a:gd name="T107" fmla="*/ 479980 h 1420813"/>
              <a:gd name="T108" fmla="*/ 112680 w 1646237"/>
              <a:gd name="T109" fmla="*/ 351349 h 1420813"/>
              <a:gd name="T110" fmla="*/ 227928 w 1646237"/>
              <a:gd name="T111" fmla="*/ 267554 h 1420813"/>
              <a:gd name="T112" fmla="*/ 365199 w 1646237"/>
              <a:gd name="T113" fmla="*/ 244768 h 1420813"/>
              <a:gd name="T114" fmla="*/ 458059 w 1646237"/>
              <a:gd name="T115" fmla="*/ 265349 h 1420813"/>
              <a:gd name="T116" fmla="*/ 536971 w 1646237"/>
              <a:gd name="T117" fmla="*/ 311290 h 1420813"/>
              <a:gd name="T118" fmla="*/ 597899 w 1646237"/>
              <a:gd name="T119" fmla="*/ 377810 h 1420813"/>
              <a:gd name="T120" fmla="*/ 660661 w 1646237"/>
              <a:gd name="T121" fmla="*/ 196255 h 1420813"/>
              <a:gd name="T122" fmla="*/ 796097 w 1646237"/>
              <a:gd name="T123" fmla="*/ 63581 h 1420813"/>
              <a:gd name="T124" fmla="*/ 981449 w 1646237"/>
              <a:gd name="T125" fmla="*/ 1838 h 142081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46237" h="1420813">
                <a:moveTo>
                  <a:pt x="1646237" y="762000"/>
                </a:moveTo>
                <a:lnTo>
                  <a:pt x="1646237" y="1350963"/>
                </a:lnTo>
                <a:lnTo>
                  <a:pt x="1277937" y="1162699"/>
                </a:lnTo>
                <a:lnTo>
                  <a:pt x="1277937" y="967120"/>
                </a:lnTo>
                <a:lnTo>
                  <a:pt x="1646237" y="762000"/>
                </a:lnTo>
                <a:close/>
                <a:moveTo>
                  <a:pt x="553476" y="520383"/>
                </a:moveTo>
                <a:lnTo>
                  <a:pt x="550622" y="532448"/>
                </a:lnTo>
                <a:lnTo>
                  <a:pt x="546816" y="544513"/>
                </a:lnTo>
                <a:lnTo>
                  <a:pt x="542692" y="555943"/>
                </a:lnTo>
                <a:lnTo>
                  <a:pt x="537618" y="567055"/>
                </a:lnTo>
                <a:lnTo>
                  <a:pt x="532860" y="578485"/>
                </a:lnTo>
                <a:lnTo>
                  <a:pt x="526834" y="588963"/>
                </a:lnTo>
                <a:lnTo>
                  <a:pt x="520173" y="599758"/>
                </a:lnTo>
                <a:lnTo>
                  <a:pt x="513829" y="609600"/>
                </a:lnTo>
                <a:lnTo>
                  <a:pt x="506217" y="619443"/>
                </a:lnTo>
                <a:lnTo>
                  <a:pt x="498922" y="628968"/>
                </a:lnTo>
                <a:lnTo>
                  <a:pt x="490358" y="637858"/>
                </a:lnTo>
                <a:lnTo>
                  <a:pt x="482111" y="646430"/>
                </a:lnTo>
                <a:lnTo>
                  <a:pt x="473230" y="655003"/>
                </a:lnTo>
                <a:lnTo>
                  <a:pt x="463715" y="662940"/>
                </a:lnTo>
                <a:lnTo>
                  <a:pt x="453882" y="669925"/>
                </a:lnTo>
                <a:lnTo>
                  <a:pt x="444050" y="677228"/>
                </a:lnTo>
                <a:lnTo>
                  <a:pt x="708894" y="677228"/>
                </a:lnTo>
                <a:lnTo>
                  <a:pt x="696207" y="670560"/>
                </a:lnTo>
                <a:lnTo>
                  <a:pt x="684154" y="662940"/>
                </a:lnTo>
                <a:lnTo>
                  <a:pt x="672418" y="655320"/>
                </a:lnTo>
                <a:lnTo>
                  <a:pt x="661317" y="647065"/>
                </a:lnTo>
                <a:lnTo>
                  <a:pt x="649899" y="638493"/>
                </a:lnTo>
                <a:lnTo>
                  <a:pt x="639432" y="629603"/>
                </a:lnTo>
                <a:lnTo>
                  <a:pt x="628648" y="620078"/>
                </a:lnTo>
                <a:lnTo>
                  <a:pt x="618815" y="610553"/>
                </a:lnTo>
                <a:lnTo>
                  <a:pt x="608983" y="600393"/>
                </a:lnTo>
                <a:lnTo>
                  <a:pt x="600102" y="589915"/>
                </a:lnTo>
                <a:lnTo>
                  <a:pt x="590904" y="579438"/>
                </a:lnTo>
                <a:lnTo>
                  <a:pt x="582657" y="568008"/>
                </a:lnTo>
                <a:lnTo>
                  <a:pt x="574728" y="556578"/>
                </a:lnTo>
                <a:lnTo>
                  <a:pt x="567115" y="544830"/>
                </a:lnTo>
                <a:lnTo>
                  <a:pt x="559820" y="532765"/>
                </a:lnTo>
                <a:lnTo>
                  <a:pt x="553476" y="520383"/>
                </a:lnTo>
                <a:close/>
                <a:moveTo>
                  <a:pt x="872875" y="162878"/>
                </a:moveTo>
                <a:lnTo>
                  <a:pt x="883659" y="162878"/>
                </a:lnTo>
                <a:lnTo>
                  <a:pt x="893809" y="162878"/>
                </a:lnTo>
                <a:lnTo>
                  <a:pt x="904276" y="164148"/>
                </a:lnTo>
                <a:lnTo>
                  <a:pt x="914108" y="165418"/>
                </a:lnTo>
                <a:lnTo>
                  <a:pt x="924258" y="166688"/>
                </a:lnTo>
                <a:lnTo>
                  <a:pt x="934091" y="168910"/>
                </a:lnTo>
                <a:lnTo>
                  <a:pt x="943606" y="171768"/>
                </a:lnTo>
                <a:lnTo>
                  <a:pt x="953122" y="174943"/>
                </a:lnTo>
                <a:lnTo>
                  <a:pt x="962002" y="178435"/>
                </a:lnTo>
                <a:lnTo>
                  <a:pt x="971201" y="182563"/>
                </a:lnTo>
                <a:lnTo>
                  <a:pt x="979764" y="186690"/>
                </a:lnTo>
                <a:lnTo>
                  <a:pt x="988328" y="191770"/>
                </a:lnTo>
                <a:lnTo>
                  <a:pt x="996575" y="196533"/>
                </a:lnTo>
                <a:lnTo>
                  <a:pt x="1004504" y="202248"/>
                </a:lnTo>
                <a:lnTo>
                  <a:pt x="1012117" y="207963"/>
                </a:lnTo>
                <a:lnTo>
                  <a:pt x="1019412" y="214313"/>
                </a:lnTo>
                <a:lnTo>
                  <a:pt x="1026390" y="220980"/>
                </a:lnTo>
                <a:lnTo>
                  <a:pt x="1033050" y="227648"/>
                </a:lnTo>
                <a:lnTo>
                  <a:pt x="1039711" y="234950"/>
                </a:lnTo>
                <a:lnTo>
                  <a:pt x="1045738" y="242253"/>
                </a:lnTo>
                <a:lnTo>
                  <a:pt x="1051130" y="250190"/>
                </a:lnTo>
                <a:lnTo>
                  <a:pt x="1056522" y="258128"/>
                </a:lnTo>
                <a:lnTo>
                  <a:pt x="1060962" y="266700"/>
                </a:lnTo>
                <a:lnTo>
                  <a:pt x="1065720" y="274955"/>
                </a:lnTo>
                <a:lnTo>
                  <a:pt x="1069843" y="283528"/>
                </a:lnTo>
                <a:lnTo>
                  <a:pt x="1073649" y="292735"/>
                </a:lnTo>
                <a:lnTo>
                  <a:pt x="1076504" y="301625"/>
                </a:lnTo>
                <a:lnTo>
                  <a:pt x="1079358" y="311150"/>
                </a:lnTo>
                <a:lnTo>
                  <a:pt x="1081579" y="320993"/>
                </a:lnTo>
                <a:lnTo>
                  <a:pt x="1083482" y="330518"/>
                </a:lnTo>
                <a:lnTo>
                  <a:pt x="1084433" y="340360"/>
                </a:lnTo>
                <a:lnTo>
                  <a:pt x="1085385" y="350520"/>
                </a:lnTo>
                <a:lnTo>
                  <a:pt x="1085702" y="360680"/>
                </a:lnTo>
                <a:lnTo>
                  <a:pt x="1085385" y="370840"/>
                </a:lnTo>
                <a:lnTo>
                  <a:pt x="1084433" y="380683"/>
                </a:lnTo>
                <a:lnTo>
                  <a:pt x="1083482" y="390843"/>
                </a:lnTo>
                <a:lnTo>
                  <a:pt x="1081579" y="400368"/>
                </a:lnTo>
                <a:lnTo>
                  <a:pt x="1079358" y="410210"/>
                </a:lnTo>
                <a:lnTo>
                  <a:pt x="1076504" y="419418"/>
                </a:lnTo>
                <a:lnTo>
                  <a:pt x="1073649" y="428943"/>
                </a:lnTo>
                <a:lnTo>
                  <a:pt x="1069843" y="437515"/>
                </a:lnTo>
                <a:lnTo>
                  <a:pt x="1065720" y="446723"/>
                </a:lnTo>
                <a:lnTo>
                  <a:pt x="1060962" y="454978"/>
                </a:lnTo>
                <a:lnTo>
                  <a:pt x="1056522" y="463233"/>
                </a:lnTo>
                <a:lnTo>
                  <a:pt x="1051130" y="471170"/>
                </a:lnTo>
                <a:lnTo>
                  <a:pt x="1045738" y="479108"/>
                </a:lnTo>
                <a:lnTo>
                  <a:pt x="1039711" y="486410"/>
                </a:lnTo>
                <a:lnTo>
                  <a:pt x="1033050" y="493395"/>
                </a:lnTo>
                <a:lnTo>
                  <a:pt x="1026390" y="500698"/>
                </a:lnTo>
                <a:lnTo>
                  <a:pt x="1019412" y="507048"/>
                </a:lnTo>
                <a:lnTo>
                  <a:pt x="1012117" y="513080"/>
                </a:lnTo>
                <a:lnTo>
                  <a:pt x="1004504" y="519113"/>
                </a:lnTo>
                <a:lnTo>
                  <a:pt x="996575" y="524510"/>
                </a:lnTo>
                <a:lnTo>
                  <a:pt x="988328" y="529908"/>
                </a:lnTo>
                <a:lnTo>
                  <a:pt x="979764" y="534670"/>
                </a:lnTo>
                <a:lnTo>
                  <a:pt x="971201" y="538798"/>
                </a:lnTo>
                <a:lnTo>
                  <a:pt x="962002" y="542925"/>
                </a:lnTo>
                <a:lnTo>
                  <a:pt x="953122" y="546418"/>
                </a:lnTo>
                <a:lnTo>
                  <a:pt x="943606" y="549275"/>
                </a:lnTo>
                <a:lnTo>
                  <a:pt x="934091" y="552133"/>
                </a:lnTo>
                <a:lnTo>
                  <a:pt x="924258" y="554355"/>
                </a:lnTo>
                <a:lnTo>
                  <a:pt x="914108" y="556260"/>
                </a:lnTo>
                <a:lnTo>
                  <a:pt x="904276" y="557213"/>
                </a:lnTo>
                <a:lnTo>
                  <a:pt x="893809" y="558165"/>
                </a:lnTo>
                <a:lnTo>
                  <a:pt x="883659" y="558483"/>
                </a:lnTo>
                <a:lnTo>
                  <a:pt x="872875" y="558165"/>
                </a:lnTo>
                <a:lnTo>
                  <a:pt x="862726" y="557213"/>
                </a:lnTo>
                <a:lnTo>
                  <a:pt x="852576" y="556260"/>
                </a:lnTo>
                <a:lnTo>
                  <a:pt x="842743" y="554355"/>
                </a:lnTo>
                <a:lnTo>
                  <a:pt x="832911" y="552133"/>
                </a:lnTo>
                <a:lnTo>
                  <a:pt x="823713" y="549275"/>
                </a:lnTo>
                <a:lnTo>
                  <a:pt x="814197" y="546418"/>
                </a:lnTo>
                <a:lnTo>
                  <a:pt x="804999" y="542925"/>
                </a:lnTo>
                <a:lnTo>
                  <a:pt x="796118" y="538798"/>
                </a:lnTo>
                <a:lnTo>
                  <a:pt x="787237" y="534670"/>
                </a:lnTo>
                <a:lnTo>
                  <a:pt x="778673" y="529908"/>
                </a:lnTo>
                <a:lnTo>
                  <a:pt x="770744" y="524510"/>
                </a:lnTo>
                <a:lnTo>
                  <a:pt x="762814" y="519113"/>
                </a:lnTo>
                <a:lnTo>
                  <a:pt x="754885" y="513080"/>
                </a:lnTo>
                <a:lnTo>
                  <a:pt x="747590" y="507048"/>
                </a:lnTo>
                <a:lnTo>
                  <a:pt x="740612" y="500698"/>
                </a:lnTo>
                <a:lnTo>
                  <a:pt x="733951" y="493395"/>
                </a:lnTo>
                <a:lnTo>
                  <a:pt x="727608" y="486410"/>
                </a:lnTo>
                <a:lnTo>
                  <a:pt x="721581" y="479108"/>
                </a:lnTo>
                <a:lnTo>
                  <a:pt x="715872" y="471170"/>
                </a:lnTo>
                <a:lnTo>
                  <a:pt x="710797" y="463233"/>
                </a:lnTo>
                <a:lnTo>
                  <a:pt x="705722" y="454978"/>
                </a:lnTo>
                <a:lnTo>
                  <a:pt x="701599" y="446723"/>
                </a:lnTo>
                <a:lnTo>
                  <a:pt x="697476" y="437515"/>
                </a:lnTo>
                <a:lnTo>
                  <a:pt x="693669" y="428943"/>
                </a:lnTo>
                <a:lnTo>
                  <a:pt x="690498" y="419418"/>
                </a:lnTo>
                <a:lnTo>
                  <a:pt x="687643" y="410210"/>
                </a:lnTo>
                <a:lnTo>
                  <a:pt x="685423" y="400368"/>
                </a:lnTo>
                <a:lnTo>
                  <a:pt x="683837" y="390843"/>
                </a:lnTo>
                <a:lnTo>
                  <a:pt x="682251" y="380683"/>
                </a:lnTo>
                <a:lnTo>
                  <a:pt x="681617" y="370840"/>
                </a:lnTo>
                <a:lnTo>
                  <a:pt x="681300" y="360680"/>
                </a:lnTo>
                <a:lnTo>
                  <a:pt x="681617" y="350520"/>
                </a:lnTo>
                <a:lnTo>
                  <a:pt x="682251" y="340360"/>
                </a:lnTo>
                <a:lnTo>
                  <a:pt x="683837" y="330518"/>
                </a:lnTo>
                <a:lnTo>
                  <a:pt x="685423" y="320993"/>
                </a:lnTo>
                <a:lnTo>
                  <a:pt x="687643" y="311150"/>
                </a:lnTo>
                <a:lnTo>
                  <a:pt x="690498" y="301625"/>
                </a:lnTo>
                <a:lnTo>
                  <a:pt x="693669" y="292735"/>
                </a:lnTo>
                <a:lnTo>
                  <a:pt x="697476" y="283528"/>
                </a:lnTo>
                <a:lnTo>
                  <a:pt x="701599" y="274955"/>
                </a:lnTo>
                <a:lnTo>
                  <a:pt x="705722" y="266700"/>
                </a:lnTo>
                <a:lnTo>
                  <a:pt x="710797" y="258128"/>
                </a:lnTo>
                <a:lnTo>
                  <a:pt x="715872" y="250190"/>
                </a:lnTo>
                <a:lnTo>
                  <a:pt x="721581" y="242253"/>
                </a:lnTo>
                <a:lnTo>
                  <a:pt x="727608" y="234950"/>
                </a:lnTo>
                <a:lnTo>
                  <a:pt x="733951" y="227648"/>
                </a:lnTo>
                <a:lnTo>
                  <a:pt x="740612" y="220980"/>
                </a:lnTo>
                <a:lnTo>
                  <a:pt x="747590" y="214313"/>
                </a:lnTo>
                <a:lnTo>
                  <a:pt x="754885" y="207963"/>
                </a:lnTo>
                <a:lnTo>
                  <a:pt x="762814" y="202248"/>
                </a:lnTo>
                <a:lnTo>
                  <a:pt x="770744" y="196533"/>
                </a:lnTo>
                <a:lnTo>
                  <a:pt x="778673" y="191770"/>
                </a:lnTo>
                <a:lnTo>
                  <a:pt x="787237" y="186690"/>
                </a:lnTo>
                <a:lnTo>
                  <a:pt x="796118" y="182563"/>
                </a:lnTo>
                <a:lnTo>
                  <a:pt x="804999" y="178435"/>
                </a:lnTo>
                <a:lnTo>
                  <a:pt x="814197" y="174943"/>
                </a:lnTo>
                <a:lnTo>
                  <a:pt x="823713" y="171768"/>
                </a:lnTo>
                <a:lnTo>
                  <a:pt x="832911" y="168910"/>
                </a:lnTo>
                <a:lnTo>
                  <a:pt x="842743" y="166688"/>
                </a:lnTo>
                <a:lnTo>
                  <a:pt x="852576" y="165418"/>
                </a:lnTo>
                <a:lnTo>
                  <a:pt x="862726" y="164148"/>
                </a:lnTo>
                <a:lnTo>
                  <a:pt x="872875" y="162878"/>
                </a:lnTo>
                <a:close/>
                <a:moveTo>
                  <a:pt x="883659" y="108903"/>
                </a:moveTo>
                <a:lnTo>
                  <a:pt x="870338" y="109220"/>
                </a:lnTo>
                <a:lnTo>
                  <a:pt x="857016" y="110490"/>
                </a:lnTo>
                <a:lnTo>
                  <a:pt x="844329" y="112078"/>
                </a:lnTo>
                <a:lnTo>
                  <a:pt x="831959" y="114300"/>
                </a:lnTo>
                <a:lnTo>
                  <a:pt x="819272" y="116840"/>
                </a:lnTo>
                <a:lnTo>
                  <a:pt x="806902" y="120333"/>
                </a:lnTo>
                <a:lnTo>
                  <a:pt x="795167" y="124460"/>
                </a:lnTo>
                <a:lnTo>
                  <a:pt x="783431" y="128905"/>
                </a:lnTo>
                <a:lnTo>
                  <a:pt x="772330" y="133985"/>
                </a:lnTo>
                <a:lnTo>
                  <a:pt x="760911" y="139700"/>
                </a:lnTo>
                <a:lnTo>
                  <a:pt x="750444" y="145733"/>
                </a:lnTo>
                <a:lnTo>
                  <a:pt x="739660" y="152083"/>
                </a:lnTo>
                <a:lnTo>
                  <a:pt x="729511" y="159068"/>
                </a:lnTo>
                <a:lnTo>
                  <a:pt x="719995" y="166370"/>
                </a:lnTo>
                <a:lnTo>
                  <a:pt x="710797" y="174308"/>
                </a:lnTo>
                <a:lnTo>
                  <a:pt x="701599" y="182563"/>
                </a:lnTo>
                <a:lnTo>
                  <a:pt x="693352" y="191453"/>
                </a:lnTo>
                <a:lnTo>
                  <a:pt x="685106" y="200660"/>
                </a:lnTo>
                <a:lnTo>
                  <a:pt x="677493" y="210185"/>
                </a:lnTo>
                <a:lnTo>
                  <a:pt x="670198" y="220028"/>
                </a:lnTo>
                <a:lnTo>
                  <a:pt x="663538" y="230188"/>
                </a:lnTo>
                <a:lnTo>
                  <a:pt x="657511" y="240983"/>
                </a:lnTo>
                <a:lnTo>
                  <a:pt x="651802" y="251460"/>
                </a:lnTo>
                <a:lnTo>
                  <a:pt x="646410" y="262890"/>
                </a:lnTo>
                <a:lnTo>
                  <a:pt x="641969" y="274003"/>
                </a:lnTo>
                <a:lnTo>
                  <a:pt x="638163" y="285750"/>
                </a:lnTo>
                <a:lnTo>
                  <a:pt x="634357" y="298133"/>
                </a:lnTo>
                <a:lnTo>
                  <a:pt x="631820" y="310198"/>
                </a:lnTo>
                <a:lnTo>
                  <a:pt x="629599" y="322580"/>
                </a:lnTo>
                <a:lnTo>
                  <a:pt x="627696" y="334963"/>
                </a:lnTo>
                <a:lnTo>
                  <a:pt x="626745" y="347980"/>
                </a:lnTo>
                <a:lnTo>
                  <a:pt x="626428" y="360680"/>
                </a:lnTo>
                <a:lnTo>
                  <a:pt x="626745" y="373698"/>
                </a:lnTo>
                <a:lnTo>
                  <a:pt x="627696" y="386398"/>
                </a:lnTo>
                <a:lnTo>
                  <a:pt x="629599" y="398780"/>
                </a:lnTo>
                <a:lnTo>
                  <a:pt x="631820" y="411480"/>
                </a:lnTo>
                <a:lnTo>
                  <a:pt x="634357" y="423545"/>
                </a:lnTo>
                <a:lnTo>
                  <a:pt x="638163" y="435610"/>
                </a:lnTo>
                <a:lnTo>
                  <a:pt x="641969" y="447358"/>
                </a:lnTo>
                <a:lnTo>
                  <a:pt x="646410" y="458788"/>
                </a:lnTo>
                <a:lnTo>
                  <a:pt x="651802" y="469583"/>
                </a:lnTo>
                <a:lnTo>
                  <a:pt x="657511" y="480695"/>
                </a:lnTo>
                <a:lnTo>
                  <a:pt x="663538" y="491173"/>
                </a:lnTo>
                <a:lnTo>
                  <a:pt x="670198" y="501333"/>
                </a:lnTo>
                <a:lnTo>
                  <a:pt x="677493" y="511175"/>
                </a:lnTo>
                <a:lnTo>
                  <a:pt x="685106" y="520700"/>
                </a:lnTo>
                <a:lnTo>
                  <a:pt x="693352" y="529908"/>
                </a:lnTo>
                <a:lnTo>
                  <a:pt x="701599" y="538798"/>
                </a:lnTo>
                <a:lnTo>
                  <a:pt x="710797" y="547053"/>
                </a:lnTo>
                <a:lnTo>
                  <a:pt x="719995" y="554990"/>
                </a:lnTo>
                <a:lnTo>
                  <a:pt x="729511" y="562293"/>
                </a:lnTo>
                <a:lnTo>
                  <a:pt x="739660" y="569595"/>
                </a:lnTo>
                <a:lnTo>
                  <a:pt x="750444" y="575945"/>
                </a:lnTo>
                <a:lnTo>
                  <a:pt x="760911" y="581978"/>
                </a:lnTo>
                <a:lnTo>
                  <a:pt x="772330" y="587693"/>
                </a:lnTo>
                <a:lnTo>
                  <a:pt x="783431" y="592455"/>
                </a:lnTo>
                <a:lnTo>
                  <a:pt x="795167" y="596900"/>
                </a:lnTo>
                <a:lnTo>
                  <a:pt x="806902" y="601345"/>
                </a:lnTo>
                <a:lnTo>
                  <a:pt x="819272" y="604520"/>
                </a:lnTo>
                <a:lnTo>
                  <a:pt x="831959" y="607378"/>
                </a:lnTo>
                <a:lnTo>
                  <a:pt x="844329" y="609600"/>
                </a:lnTo>
                <a:lnTo>
                  <a:pt x="857016" y="611188"/>
                </a:lnTo>
                <a:lnTo>
                  <a:pt x="870338" y="612140"/>
                </a:lnTo>
                <a:lnTo>
                  <a:pt x="883659" y="612458"/>
                </a:lnTo>
                <a:lnTo>
                  <a:pt x="896664" y="612140"/>
                </a:lnTo>
                <a:lnTo>
                  <a:pt x="909985" y="611188"/>
                </a:lnTo>
                <a:lnTo>
                  <a:pt x="922990" y="609600"/>
                </a:lnTo>
                <a:lnTo>
                  <a:pt x="935360" y="607378"/>
                </a:lnTo>
                <a:lnTo>
                  <a:pt x="947729" y="604520"/>
                </a:lnTo>
                <a:lnTo>
                  <a:pt x="960417" y="601345"/>
                </a:lnTo>
                <a:lnTo>
                  <a:pt x="971835" y="596900"/>
                </a:lnTo>
                <a:lnTo>
                  <a:pt x="983571" y="592455"/>
                </a:lnTo>
                <a:lnTo>
                  <a:pt x="994989" y="587693"/>
                </a:lnTo>
                <a:lnTo>
                  <a:pt x="1006407" y="581978"/>
                </a:lnTo>
                <a:lnTo>
                  <a:pt x="1016874" y="575945"/>
                </a:lnTo>
                <a:lnTo>
                  <a:pt x="1027341" y="569595"/>
                </a:lnTo>
                <a:lnTo>
                  <a:pt x="1037808" y="562293"/>
                </a:lnTo>
                <a:lnTo>
                  <a:pt x="1047006" y="554990"/>
                </a:lnTo>
                <a:lnTo>
                  <a:pt x="1056522" y="547053"/>
                </a:lnTo>
                <a:lnTo>
                  <a:pt x="1065720" y="538798"/>
                </a:lnTo>
                <a:lnTo>
                  <a:pt x="1073966" y="529908"/>
                </a:lnTo>
                <a:lnTo>
                  <a:pt x="1082213" y="520700"/>
                </a:lnTo>
                <a:lnTo>
                  <a:pt x="1089825" y="511175"/>
                </a:lnTo>
                <a:lnTo>
                  <a:pt x="1097120" y="501333"/>
                </a:lnTo>
                <a:lnTo>
                  <a:pt x="1103781" y="491173"/>
                </a:lnTo>
                <a:lnTo>
                  <a:pt x="1109808" y="480695"/>
                </a:lnTo>
                <a:lnTo>
                  <a:pt x="1115517" y="469583"/>
                </a:lnTo>
                <a:lnTo>
                  <a:pt x="1120909" y="458788"/>
                </a:lnTo>
                <a:lnTo>
                  <a:pt x="1125349" y="447358"/>
                </a:lnTo>
                <a:lnTo>
                  <a:pt x="1129473" y="435610"/>
                </a:lnTo>
                <a:lnTo>
                  <a:pt x="1132962" y="423545"/>
                </a:lnTo>
                <a:lnTo>
                  <a:pt x="1135816" y="411480"/>
                </a:lnTo>
                <a:lnTo>
                  <a:pt x="1138036" y="398780"/>
                </a:lnTo>
                <a:lnTo>
                  <a:pt x="1139622" y="386398"/>
                </a:lnTo>
                <a:lnTo>
                  <a:pt x="1140891" y="373698"/>
                </a:lnTo>
                <a:lnTo>
                  <a:pt x="1140891" y="360680"/>
                </a:lnTo>
                <a:lnTo>
                  <a:pt x="1140891" y="347980"/>
                </a:lnTo>
                <a:lnTo>
                  <a:pt x="1139622" y="334963"/>
                </a:lnTo>
                <a:lnTo>
                  <a:pt x="1138036" y="322580"/>
                </a:lnTo>
                <a:lnTo>
                  <a:pt x="1135816" y="310198"/>
                </a:lnTo>
                <a:lnTo>
                  <a:pt x="1132962" y="298133"/>
                </a:lnTo>
                <a:lnTo>
                  <a:pt x="1129473" y="285750"/>
                </a:lnTo>
                <a:lnTo>
                  <a:pt x="1125349" y="274003"/>
                </a:lnTo>
                <a:lnTo>
                  <a:pt x="1120909" y="262890"/>
                </a:lnTo>
                <a:lnTo>
                  <a:pt x="1115517" y="251460"/>
                </a:lnTo>
                <a:lnTo>
                  <a:pt x="1109808" y="240983"/>
                </a:lnTo>
                <a:lnTo>
                  <a:pt x="1103781" y="230188"/>
                </a:lnTo>
                <a:lnTo>
                  <a:pt x="1097120" y="220028"/>
                </a:lnTo>
                <a:lnTo>
                  <a:pt x="1089825" y="210185"/>
                </a:lnTo>
                <a:lnTo>
                  <a:pt x="1082213" y="200660"/>
                </a:lnTo>
                <a:lnTo>
                  <a:pt x="1073966" y="191453"/>
                </a:lnTo>
                <a:lnTo>
                  <a:pt x="1065720" y="182563"/>
                </a:lnTo>
                <a:lnTo>
                  <a:pt x="1056522" y="174308"/>
                </a:lnTo>
                <a:lnTo>
                  <a:pt x="1047006" y="166370"/>
                </a:lnTo>
                <a:lnTo>
                  <a:pt x="1037808" y="159068"/>
                </a:lnTo>
                <a:lnTo>
                  <a:pt x="1027341" y="152083"/>
                </a:lnTo>
                <a:lnTo>
                  <a:pt x="1016874" y="145733"/>
                </a:lnTo>
                <a:lnTo>
                  <a:pt x="1006407" y="139700"/>
                </a:lnTo>
                <a:lnTo>
                  <a:pt x="994989" y="133985"/>
                </a:lnTo>
                <a:lnTo>
                  <a:pt x="983571" y="128905"/>
                </a:lnTo>
                <a:lnTo>
                  <a:pt x="971835" y="124460"/>
                </a:lnTo>
                <a:lnTo>
                  <a:pt x="960417" y="120333"/>
                </a:lnTo>
                <a:lnTo>
                  <a:pt x="947729" y="116840"/>
                </a:lnTo>
                <a:lnTo>
                  <a:pt x="935360" y="114300"/>
                </a:lnTo>
                <a:lnTo>
                  <a:pt x="922990" y="112078"/>
                </a:lnTo>
                <a:lnTo>
                  <a:pt x="909985" y="110490"/>
                </a:lnTo>
                <a:lnTo>
                  <a:pt x="896664" y="109220"/>
                </a:lnTo>
                <a:lnTo>
                  <a:pt x="883659" y="108903"/>
                </a:lnTo>
                <a:close/>
                <a:moveTo>
                  <a:pt x="883659" y="0"/>
                </a:moveTo>
                <a:lnTo>
                  <a:pt x="893175" y="0"/>
                </a:lnTo>
                <a:lnTo>
                  <a:pt x="902373" y="318"/>
                </a:lnTo>
                <a:lnTo>
                  <a:pt x="911888" y="1270"/>
                </a:lnTo>
                <a:lnTo>
                  <a:pt x="921404" y="1905"/>
                </a:lnTo>
                <a:lnTo>
                  <a:pt x="930919" y="3175"/>
                </a:lnTo>
                <a:lnTo>
                  <a:pt x="939800" y="4128"/>
                </a:lnTo>
                <a:lnTo>
                  <a:pt x="948998" y="5715"/>
                </a:lnTo>
                <a:lnTo>
                  <a:pt x="957879" y="7303"/>
                </a:lnTo>
                <a:lnTo>
                  <a:pt x="975641" y="11430"/>
                </a:lnTo>
                <a:lnTo>
                  <a:pt x="993086" y="16193"/>
                </a:lnTo>
                <a:lnTo>
                  <a:pt x="1010531" y="21908"/>
                </a:lnTo>
                <a:lnTo>
                  <a:pt x="1027024" y="28258"/>
                </a:lnTo>
                <a:lnTo>
                  <a:pt x="1043200" y="35560"/>
                </a:lnTo>
                <a:lnTo>
                  <a:pt x="1059694" y="43498"/>
                </a:lnTo>
                <a:lnTo>
                  <a:pt x="1074601" y="52070"/>
                </a:lnTo>
                <a:lnTo>
                  <a:pt x="1089825" y="61595"/>
                </a:lnTo>
                <a:lnTo>
                  <a:pt x="1104098" y="71438"/>
                </a:lnTo>
                <a:lnTo>
                  <a:pt x="1118054" y="82550"/>
                </a:lnTo>
                <a:lnTo>
                  <a:pt x="1131693" y="93663"/>
                </a:lnTo>
                <a:lnTo>
                  <a:pt x="1144697" y="105410"/>
                </a:lnTo>
                <a:lnTo>
                  <a:pt x="1156750" y="118110"/>
                </a:lnTo>
                <a:lnTo>
                  <a:pt x="1168486" y="131128"/>
                </a:lnTo>
                <a:lnTo>
                  <a:pt x="1179270" y="144780"/>
                </a:lnTo>
                <a:lnTo>
                  <a:pt x="1189420" y="158750"/>
                </a:lnTo>
                <a:lnTo>
                  <a:pt x="1198935" y="173673"/>
                </a:lnTo>
                <a:lnTo>
                  <a:pt x="1208133" y="188595"/>
                </a:lnTo>
                <a:lnTo>
                  <a:pt x="1216062" y="204153"/>
                </a:lnTo>
                <a:lnTo>
                  <a:pt x="1223358" y="220345"/>
                </a:lnTo>
                <a:lnTo>
                  <a:pt x="1230018" y="236855"/>
                </a:lnTo>
                <a:lnTo>
                  <a:pt x="1236045" y="253365"/>
                </a:lnTo>
                <a:lnTo>
                  <a:pt x="1240802" y="270510"/>
                </a:lnTo>
                <a:lnTo>
                  <a:pt x="1243023" y="279083"/>
                </a:lnTo>
                <a:lnTo>
                  <a:pt x="1244926" y="288290"/>
                </a:lnTo>
                <a:lnTo>
                  <a:pt x="1246512" y="296863"/>
                </a:lnTo>
                <a:lnTo>
                  <a:pt x="1248098" y="306070"/>
                </a:lnTo>
                <a:lnTo>
                  <a:pt x="1249683" y="314643"/>
                </a:lnTo>
                <a:lnTo>
                  <a:pt x="1250635" y="323533"/>
                </a:lnTo>
                <a:lnTo>
                  <a:pt x="1251269" y="333058"/>
                </a:lnTo>
                <a:lnTo>
                  <a:pt x="1251904" y="342265"/>
                </a:lnTo>
                <a:lnTo>
                  <a:pt x="1252221" y="351155"/>
                </a:lnTo>
                <a:lnTo>
                  <a:pt x="1252538" y="360680"/>
                </a:lnTo>
                <a:lnTo>
                  <a:pt x="1252221" y="373698"/>
                </a:lnTo>
                <a:lnTo>
                  <a:pt x="1251269" y="386080"/>
                </a:lnTo>
                <a:lnTo>
                  <a:pt x="1250318" y="398463"/>
                </a:lnTo>
                <a:lnTo>
                  <a:pt x="1248732" y="411163"/>
                </a:lnTo>
                <a:lnTo>
                  <a:pt x="1246829" y="423228"/>
                </a:lnTo>
                <a:lnTo>
                  <a:pt x="1244608" y="435293"/>
                </a:lnTo>
                <a:lnTo>
                  <a:pt x="1241754" y="447358"/>
                </a:lnTo>
                <a:lnTo>
                  <a:pt x="1238582" y="459105"/>
                </a:lnTo>
                <a:lnTo>
                  <a:pt x="1234776" y="470853"/>
                </a:lnTo>
                <a:lnTo>
                  <a:pt x="1230970" y="481965"/>
                </a:lnTo>
                <a:lnTo>
                  <a:pt x="1226529" y="493395"/>
                </a:lnTo>
                <a:lnTo>
                  <a:pt x="1222089" y="504825"/>
                </a:lnTo>
                <a:lnTo>
                  <a:pt x="1216697" y="515303"/>
                </a:lnTo>
                <a:lnTo>
                  <a:pt x="1211305" y="526415"/>
                </a:lnTo>
                <a:lnTo>
                  <a:pt x="1205278" y="536893"/>
                </a:lnTo>
                <a:lnTo>
                  <a:pt x="1199252" y="547053"/>
                </a:lnTo>
                <a:lnTo>
                  <a:pt x="1192908" y="557213"/>
                </a:lnTo>
                <a:lnTo>
                  <a:pt x="1185930" y="567055"/>
                </a:lnTo>
                <a:lnTo>
                  <a:pt x="1178953" y="576580"/>
                </a:lnTo>
                <a:lnTo>
                  <a:pt x="1171340" y="586105"/>
                </a:lnTo>
                <a:lnTo>
                  <a:pt x="1163728" y="595313"/>
                </a:lnTo>
                <a:lnTo>
                  <a:pt x="1155798" y="604203"/>
                </a:lnTo>
                <a:lnTo>
                  <a:pt x="1147552" y="612458"/>
                </a:lnTo>
                <a:lnTo>
                  <a:pt x="1138988" y="621030"/>
                </a:lnTo>
                <a:lnTo>
                  <a:pt x="1129790" y="629285"/>
                </a:lnTo>
                <a:lnTo>
                  <a:pt x="1120909" y="636905"/>
                </a:lnTo>
                <a:lnTo>
                  <a:pt x="1111394" y="644208"/>
                </a:lnTo>
                <a:lnTo>
                  <a:pt x="1101878" y="651510"/>
                </a:lnTo>
                <a:lnTo>
                  <a:pt x="1091728" y="658178"/>
                </a:lnTo>
                <a:lnTo>
                  <a:pt x="1081896" y="665163"/>
                </a:lnTo>
                <a:lnTo>
                  <a:pt x="1071429" y="671195"/>
                </a:lnTo>
                <a:lnTo>
                  <a:pt x="1060645" y="677228"/>
                </a:lnTo>
                <a:lnTo>
                  <a:pt x="1066354" y="677228"/>
                </a:lnTo>
                <a:lnTo>
                  <a:pt x="1073966" y="677228"/>
                </a:lnTo>
                <a:lnTo>
                  <a:pt x="1081579" y="677863"/>
                </a:lnTo>
                <a:lnTo>
                  <a:pt x="1088557" y="678815"/>
                </a:lnTo>
                <a:lnTo>
                  <a:pt x="1095852" y="679768"/>
                </a:lnTo>
                <a:lnTo>
                  <a:pt x="1103147" y="681673"/>
                </a:lnTo>
                <a:lnTo>
                  <a:pt x="1109808" y="683578"/>
                </a:lnTo>
                <a:lnTo>
                  <a:pt x="1116468" y="685800"/>
                </a:lnTo>
                <a:lnTo>
                  <a:pt x="1123129" y="688023"/>
                </a:lnTo>
                <a:lnTo>
                  <a:pt x="1129473" y="691198"/>
                </a:lnTo>
                <a:lnTo>
                  <a:pt x="1135816" y="694373"/>
                </a:lnTo>
                <a:lnTo>
                  <a:pt x="1141843" y="697548"/>
                </a:lnTo>
                <a:lnTo>
                  <a:pt x="1147869" y="701358"/>
                </a:lnTo>
                <a:lnTo>
                  <a:pt x="1153578" y="705485"/>
                </a:lnTo>
                <a:lnTo>
                  <a:pt x="1158970" y="709613"/>
                </a:lnTo>
                <a:lnTo>
                  <a:pt x="1164045" y="714375"/>
                </a:lnTo>
                <a:lnTo>
                  <a:pt x="1169437" y="718820"/>
                </a:lnTo>
                <a:lnTo>
                  <a:pt x="1173878" y="723583"/>
                </a:lnTo>
                <a:lnTo>
                  <a:pt x="1178953" y="728980"/>
                </a:lnTo>
                <a:lnTo>
                  <a:pt x="1183076" y="734378"/>
                </a:lnTo>
                <a:lnTo>
                  <a:pt x="1187199" y="740093"/>
                </a:lnTo>
                <a:lnTo>
                  <a:pt x="1191005" y="745808"/>
                </a:lnTo>
                <a:lnTo>
                  <a:pt x="1194494" y="751840"/>
                </a:lnTo>
                <a:lnTo>
                  <a:pt x="1197666" y="757873"/>
                </a:lnTo>
                <a:lnTo>
                  <a:pt x="1200521" y="764223"/>
                </a:lnTo>
                <a:lnTo>
                  <a:pt x="1203058" y="770573"/>
                </a:lnTo>
                <a:lnTo>
                  <a:pt x="1205278" y="776923"/>
                </a:lnTo>
                <a:lnTo>
                  <a:pt x="1207182" y="783908"/>
                </a:lnTo>
                <a:lnTo>
                  <a:pt x="1209084" y="790575"/>
                </a:lnTo>
                <a:lnTo>
                  <a:pt x="1210353" y="797878"/>
                </a:lnTo>
                <a:lnTo>
                  <a:pt x="1211305" y="804863"/>
                </a:lnTo>
                <a:lnTo>
                  <a:pt x="1211622" y="812165"/>
                </a:lnTo>
                <a:lnTo>
                  <a:pt x="1212256" y="819468"/>
                </a:lnTo>
                <a:lnTo>
                  <a:pt x="1212256" y="1278891"/>
                </a:lnTo>
                <a:lnTo>
                  <a:pt x="1211622" y="1285876"/>
                </a:lnTo>
                <a:lnTo>
                  <a:pt x="1211305" y="1293178"/>
                </a:lnTo>
                <a:lnTo>
                  <a:pt x="1210353" y="1300481"/>
                </a:lnTo>
                <a:lnTo>
                  <a:pt x="1209084" y="1307466"/>
                </a:lnTo>
                <a:lnTo>
                  <a:pt x="1207182" y="1314451"/>
                </a:lnTo>
                <a:lnTo>
                  <a:pt x="1205278" y="1321118"/>
                </a:lnTo>
                <a:lnTo>
                  <a:pt x="1203058" y="1327468"/>
                </a:lnTo>
                <a:lnTo>
                  <a:pt x="1200521" y="1334136"/>
                </a:lnTo>
                <a:lnTo>
                  <a:pt x="1197666" y="1340486"/>
                </a:lnTo>
                <a:lnTo>
                  <a:pt x="1194494" y="1346518"/>
                </a:lnTo>
                <a:lnTo>
                  <a:pt x="1191005" y="1352551"/>
                </a:lnTo>
                <a:lnTo>
                  <a:pt x="1187199" y="1358266"/>
                </a:lnTo>
                <a:lnTo>
                  <a:pt x="1183076" y="1363981"/>
                </a:lnTo>
                <a:lnTo>
                  <a:pt x="1178953" y="1369061"/>
                </a:lnTo>
                <a:lnTo>
                  <a:pt x="1173878" y="1374458"/>
                </a:lnTo>
                <a:lnTo>
                  <a:pt x="1169437" y="1379221"/>
                </a:lnTo>
                <a:lnTo>
                  <a:pt x="1164045" y="1384301"/>
                </a:lnTo>
                <a:lnTo>
                  <a:pt x="1158970" y="1388428"/>
                </a:lnTo>
                <a:lnTo>
                  <a:pt x="1153578" y="1392873"/>
                </a:lnTo>
                <a:lnTo>
                  <a:pt x="1147869" y="1396683"/>
                </a:lnTo>
                <a:lnTo>
                  <a:pt x="1141843" y="1400493"/>
                </a:lnTo>
                <a:lnTo>
                  <a:pt x="1135816" y="1403986"/>
                </a:lnTo>
                <a:lnTo>
                  <a:pt x="1129473" y="1406843"/>
                </a:lnTo>
                <a:lnTo>
                  <a:pt x="1123129" y="1410018"/>
                </a:lnTo>
                <a:lnTo>
                  <a:pt x="1116468" y="1412558"/>
                </a:lnTo>
                <a:lnTo>
                  <a:pt x="1109808" y="1414781"/>
                </a:lnTo>
                <a:lnTo>
                  <a:pt x="1103147" y="1416686"/>
                </a:lnTo>
                <a:lnTo>
                  <a:pt x="1095852" y="1418273"/>
                </a:lnTo>
                <a:lnTo>
                  <a:pt x="1088557" y="1419543"/>
                </a:lnTo>
                <a:lnTo>
                  <a:pt x="1081579" y="1420496"/>
                </a:lnTo>
                <a:lnTo>
                  <a:pt x="1073966" y="1420813"/>
                </a:lnTo>
                <a:lnTo>
                  <a:pt x="1066354" y="1420813"/>
                </a:lnTo>
                <a:lnTo>
                  <a:pt x="145585" y="1420813"/>
                </a:lnTo>
                <a:lnTo>
                  <a:pt x="138290" y="1420813"/>
                </a:lnTo>
                <a:lnTo>
                  <a:pt x="130678" y="1420496"/>
                </a:lnTo>
                <a:lnTo>
                  <a:pt x="123383" y="1419543"/>
                </a:lnTo>
                <a:lnTo>
                  <a:pt x="116405" y="1418273"/>
                </a:lnTo>
                <a:lnTo>
                  <a:pt x="109427" y="1416686"/>
                </a:lnTo>
                <a:lnTo>
                  <a:pt x="102449" y="1414781"/>
                </a:lnTo>
                <a:lnTo>
                  <a:pt x="95471" y="1412558"/>
                </a:lnTo>
                <a:lnTo>
                  <a:pt x="89127" y="1410018"/>
                </a:lnTo>
                <a:lnTo>
                  <a:pt x="82784" y="1406843"/>
                </a:lnTo>
                <a:lnTo>
                  <a:pt x="76123" y="1403986"/>
                </a:lnTo>
                <a:lnTo>
                  <a:pt x="70097" y="1400493"/>
                </a:lnTo>
                <a:lnTo>
                  <a:pt x="64070" y="1396683"/>
                </a:lnTo>
                <a:lnTo>
                  <a:pt x="58361" y="1392873"/>
                </a:lnTo>
                <a:lnTo>
                  <a:pt x="53286" y="1388428"/>
                </a:lnTo>
                <a:lnTo>
                  <a:pt x="47894" y="1384301"/>
                </a:lnTo>
                <a:lnTo>
                  <a:pt x="42502" y="1379221"/>
                </a:lnTo>
                <a:lnTo>
                  <a:pt x="38062" y="1374458"/>
                </a:lnTo>
                <a:lnTo>
                  <a:pt x="33304" y="1369061"/>
                </a:lnTo>
                <a:lnTo>
                  <a:pt x="29181" y="1363981"/>
                </a:lnTo>
                <a:lnTo>
                  <a:pt x="24740" y="1358266"/>
                </a:lnTo>
                <a:lnTo>
                  <a:pt x="21251" y="1352551"/>
                </a:lnTo>
                <a:lnTo>
                  <a:pt x="17762" y="1346518"/>
                </a:lnTo>
                <a:lnTo>
                  <a:pt x="14273" y="1340486"/>
                </a:lnTo>
                <a:lnTo>
                  <a:pt x="11736" y="1334136"/>
                </a:lnTo>
                <a:lnTo>
                  <a:pt x="8881" y="1327468"/>
                </a:lnTo>
                <a:lnTo>
                  <a:pt x="6661" y="1321118"/>
                </a:lnTo>
                <a:lnTo>
                  <a:pt x="4758" y="1314451"/>
                </a:lnTo>
                <a:lnTo>
                  <a:pt x="2855" y="1307466"/>
                </a:lnTo>
                <a:lnTo>
                  <a:pt x="1903" y="1300481"/>
                </a:lnTo>
                <a:lnTo>
                  <a:pt x="635" y="1293178"/>
                </a:lnTo>
                <a:lnTo>
                  <a:pt x="317" y="1285876"/>
                </a:lnTo>
                <a:lnTo>
                  <a:pt x="0" y="1278891"/>
                </a:lnTo>
                <a:lnTo>
                  <a:pt x="0" y="819468"/>
                </a:lnTo>
                <a:lnTo>
                  <a:pt x="317" y="812165"/>
                </a:lnTo>
                <a:lnTo>
                  <a:pt x="635" y="804863"/>
                </a:lnTo>
                <a:lnTo>
                  <a:pt x="1903" y="797878"/>
                </a:lnTo>
                <a:lnTo>
                  <a:pt x="2855" y="790575"/>
                </a:lnTo>
                <a:lnTo>
                  <a:pt x="4758" y="783908"/>
                </a:lnTo>
                <a:lnTo>
                  <a:pt x="6661" y="776923"/>
                </a:lnTo>
                <a:lnTo>
                  <a:pt x="8881" y="770573"/>
                </a:lnTo>
                <a:lnTo>
                  <a:pt x="11736" y="764223"/>
                </a:lnTo>
                <a:lnTo>
                  <a:pt x="14273" y="757873"/>
                </a:lnTo>
                <a:lnTo>
                  <a:pt x="17762" y="751840"/>
                </a:lnTo>
                <a:lnTo>
                  <a:pt x="21251" y="745808"/>
                </a:lnTo>
                <a:lnTo>
                  <a:pt x="24740" y="740093"/>
                </a:lnTo>
                <a:lnTo>
                  <a:pt x="29181" y="734378"/>
                </a:lnTo>
                <a:lnTo>
                  <a:pt x="33304" y="728980"/>
                </a:lnTo>
                <a:lnTo>
                  <a:pt x="38062" y="723583"/>
                </a:lnTo>
                <a:lnTo>
                  <a:pt x="42502" y="718820"/>
                </a:lnTo>
                <a:lnTo>
                  <a:pt x="47894" y="714375"/>
                </a:lnTo>
                <a:lnTo>
                  <a:pt x="53286" y="709613"/>
                </a:lnTo>
                <a:lnTo>
                  <a:pt x="58361" y="705485"/>
                </a:lnTo>
                <a:lnTo>
                  <a:pt x="64070" y="701358"/>
                </a:lnTo>
                <a:lnTo>
                  <a:pt x="70097" y="697548"/>
                </a:lnTo>
                <a:lnTo>
                  <a:pt x="76123" y="694373"/>
                </a:lnTo>
                <a:lnTo>
                  <a:pt x="82784" y="691198"/>
                </a:lnTo>
                <a:lnTo>
                  <a:pt x="89127" y="688023"/>
                </a:lnTo>
                <a:lnTo>
                  <a:pt x="95471" y="685800"/>
                </a:lnTo>
                <a:lnTo>
                  <a:pt x="102449" y="683578"/>
                </a:lnTo>
                <a:lnTo>
                  <a:pt x="109427" y="681673"/>
                </a:lnTo>
                <a:lnTo>
                  <a:pt x="116405" y="679768"/>
                </a:lnTo>
                <a:lnTo>
                  <a:pt x="123383" y="678815"/>
                </a:lnTo>
                <a:lnTo>
                  <a:pt x="130678" y="677863"/>
                </a:lnTo>
                <a:lnTo>
                  <a:pt x="138290" y="677228"/>
                </a:lnTo>
                <a:lnTo>
                  <a:pt x="145585" y="677228"/>
                </a:lnTo>
                <a:lnTo>
                  <a:pt x="151612" y="677228"/>
                </a:lnTo>
                <a:lnTo>
                  <a:pt x="145585" y="672783"/>
                </a:lnTo>
                <a:lnTo>
                  <a:pt x="139242" y="668020"/>
                </a:lnTo>
                <a:lnTo>
                  <a:pt x="133215" y="663258"/>
                </a:lnTo>
                <a:lnTo>
                  <a:pt x="127189" y="658178"/>
                </a:lnTo>
                <a:lnTo>
                  <a:pt x="121480" y="653415"/>
                </a:lnTo>
                <a:lnTo>
                  <a:pt x="115770" y="648018"/>
                </a:lnTo>
                <a:lnTo>
                  <a:pt x="110378" y="642938"/>
                </a:lnTo>
                <a:lnTo>
                  <a:pt x="104986" y="637223"/>
                </a:lnTo>
                <a:lnTo>
                  <a:pt x="99911" y="631508"/>
                </a:lnTo>
                <a:lnTo>
                  <a:pt x="95154" y="625475"/>
                </a:lnTo>
                <a:lnTo>
                  <a:pt x="90079" y="619443"/>
                </a:lnTo>
                <a:lnTo>
                  <a:pt x="85638" y="613410"/>
                </a:lnTo>
                <a:lnTo>
                  <a:pt x="81198" y="606743"/>
                </a:lnTo>
                <a:lnTo>
                  <a:pt x="77075" y="600393"/>
                </a:lnTo>
                <a:lnTo>
                  <a:pt x="72951" y="594043"/>
                </a:lnTo>
                <a:lnTo>
                  <a:pt x="69145" y="587375"/>
                </a:lnTo>
                <a:lnTo>
                  <a:pt x="65656" y="580390"/>
                </a:lnTo>
                <a:lnTo>
                  <a:pt x="61850" y="573723"/>
                </a:lnTo>
                <a:lnTo>
                  <a:pt x="58995" y="566420"/>
                </a:lnTo>
                <a:lnTo>
                  <a:pt x="55824" y="559118"/>
                </a:lnTo>
                <a:lnTo>
                  <a:pt x="53286" y="552133"/>
                </a:lnTo>
                <a:lnTo>
                  <a:pt x="50432" y="544830"/>
                </a:lnTo>
                <a:lnTo>
                  <a:pt x="48211" y="537210"/>
                </a:lnTo>
                <a:lnTo>
                  <a:pt x="45991" y="529908"/>
                </a:lnTo>
                <a:lnTo>
                  <a:pt x="44088" y="522288"/>
                </a:lnTo>
                <a:lnTo>
                  <a:pt x="42502" y="514350"/>
                </a:lnTo>
                <a:lnTo>
                  <a:pt x="41233" y="506413"/>
                </a:lnTo>
                <a:lnTo>
                  <a:pt x="39965" y="498793"/>
                </a:lnTo>
                <a:lnTo>
                  <a:pt x="39330" y="490538"/>
                </a:lnTo>
                <a:lnTo>
                  <a:pt x="38379" y="482600"/>
                </a:lnTo>
                <a:lnTo>
                  <a:pt x="38062" y="474663"/>
                </a:lnTo>
                <a:lnTo>
                  <a:pt x="37744" y="466090"/>
                </a:lnTo>
                <a:lnTo>
                  <a:pt x="38062" y="453073"/>
                </a:lnTo>
                <a:lnTo>
                  <a:pt x="39330" y="440055"/>
                </a:lnTo>
                <a:lnTo>
                  <a:pt x="40599" y="427355"/>
                </a:lnTo>
                <a:lnTo>
                  <a:pt x="43137" y="414655"/>
                </a:lnTo>
                <a:lnTo>
                  <a:pt x="45991" y="402273"/>
                </a:lnTo>
                <a:lnTo>
                  <a:pt x="49797" y="390208"/>
                </a:lnTo>
                <a:lnTo>
                  <a:pt x="53603" y="378460"/>
                </a:lnTo>
                <a:lnTo>
                  <a:pt x="58361" y="366713"/>
                </a:lnTo>
                <a:lnTo>
                  <a:pt x="63753" y="355600"/>
                </a:lnTo>
                <a:lnTo>
                  <a:pt x="69462" y="344488"/>
                </a:lnTo>
                <a:lnTo>
                  <a:pt x="75489" y="334010"/>
                </a:lnTo>
                <a:lnTo>
                  <a:pt x="82149" y="323215"/>
                </a:lnTo>
                <a:lnTo>
                  <a:pt x="89762" y="313373"/>
                </a:lnTo>
                <a:lnTo>
                  <a:pt x="97374" y="303530"/>
                </a:lnTo>
                <a:lnTo>
                  <a:pt x="105621" y="294640"/>
                </a:lnTo>
                <a:lnTo>
                  <a:pt x="114502" y="285750"/>
                </a:lnTo>
                <a:lnTo>
                  <a:pt x="123383" y="277178"/>
                </a:lnTo>
                <a:lnTo>
                  <a:pt x="132898" y="269240"/>
                </a:lnTo>
                <a:lnTo>
                  <a:pt x="142731" y="261620"/>
                </a:lnTo>
                <a:lnTo>
                  <a:pt x="152880" y="254635"/>
                </a:lnTo>
                <a:lnTo>
                  <a:pt x="163347" y="247968"/>
                </a:lnTo>
                <a:lnTo>
                  <a:pt x="174448" y="241618"/>
                </a:lnTo>
                <a:lnTo>
                  <a:pt x="185867" y="235903"/>
                </a:lnTo>
                <a:lnTo>
                  <a:pt x="196968" y="231140"/>
                </a:lnTo>
                <a:lnTo>
                  <a:pt x="209021" y="226378"/>
                </a:lnTo>
                <a:lnTo>
                  <a:pt x="221391" y="222250"/>
                </a:lnTo>
                <a:lnTo>
                  <a:pt x="233761" y="219075"/>
                </a:lnTo>
                <a:lnTo>
                  <a:pt x="246131" y="216218"/>
                </a:lnTo>
                <a:lnTo>
                  <a:pt x="259135" y="213995"/>
                </a:lnTo>
                <a:lnTo>
                  <a:pt x="272139" y="212090"/>
                </a:lnTo>
                <a:lnTo>
                  <a:pt x="285461" y="211455"/>
                </a:lnTo>
                <a:lnTo>
                  <a:pt x="298782" y="211138"/>
                </a:lnTo>
                <a:lnTo>
                  <a:pt x="307346" y="211138"/>
                </a:lnTo>
                <a:lnTo>
                  <a:pt x="315593" y="211455"/>
                </a:lnTo>
                <a:lnTo>
                  <a:pt x="323839" y="212090"/>
                </a:lnTo>
                <a:lnTo>
                  <a:pt x="332403" y="213043"/>
                </a:lnTo>
                <a:lnTo>
                  <a:pt x="340650" y="214313"/>
                </a:lnTo>
                <a:lnTo>
                  <a:pt x="348896" y="215583"/>
                </a:lnTo>
                <a:lnTo>
                  <a:pt x="356826" y="217488"/>
                </a:lnTo>
                <a:lnTo>
                  <a:pt x="364755" y="219393"/>
                </a:lnTo>
                <a:lnTo>
                  <a:pt x="372685" y="221298"/>
                </a:lnTo>
                <a:lnTo>
                  <a:pt x="380297" y="223838"/>
                </a:lnTo>
                <a:lnTo>
                  <a:pt x="388227" y="226378"/>
                </a:lnTo>
                <a:lnTo>
                  <a:pt x="395839" y="229235"/>
                </a:lnTo>
                <a:lnTo>
                  <a:pt x="402817" y="232093"/>
                </a:lnTo>
                <a:lnTo>
                  <a:pt x="410429" y="235585"/>
                </a:lnTo>
                <a:lnTo>
                  <a:pt x="417724" y="239078"/>
                </a:lnTo>
                <a:lnTo>
                  <a:pt x="424385" y="242888"/>
                </a:lnTo>
                <a:lnTo>
                  <a:pt x="431680" y="246698"/>
                </a:lnTo>
                <a:lnTo>
                  <a:pt x="438024" y="250825"/>
                </a:lnTo>
                <a:lnTo>
                  <a:pt x="444684" y="254953"/>
                </a:lnTo>
                <a:lnTo>
                  <a:pt x="451345" y="259398"/>
                </a:lnTo>
                <a:lnTo>
                  <a:pt x="457689" y="263843"/>
                </a:lnTo>
                <a:lnTo>
                  <a:pt x="464032" y="268923"/>
                </a:lnTo>
                <a:lnTo>
                  <a:pt x="470059" y="273685"/>
                </a:lnTo>
                <a:lnTo>
                  <a:pt x="475768" y="279083"/>
                </a:lnTo>
                <a:lnTo>
                  <a:pt x="481477" y="284480"/>
                </a:lnTo>
                <a:lnTo>
                  <a:pt x="487186" y="289878"/>
                </a:lnTo>
                <a:lnTo>
                  <a:pt x="492261" y="295593"/>
                </a:lnTo>
                <a:lnTo>
                  <a:pt x="497653" y="301308"/>
                </a:lnTo>
                <a:lnTo>
                  <a:pt x="502728" y="307340"/>
                </a:lnTo>
                <a:lnTo>
                  <a:pt x="507486" y="314008"/>
                </a:lnTo>
                <a:lnTo>
                  <a:pt x="512243" y="320040"/>
                </a:lnTo>
                <a:lnTo>
                  <a:pt x="516684" y="326390"/>
                </a:lnTo>
                <a:lnTo>
                  <a:pt x="518904" y="309245"/>
                </a:lnTo>
                <a:lnTo>
                  <a:pt x="521442" y="292735"/>
                </a:lnTo>
                <a:lnTo>
                  <a:pt x="525248" y="275908"/>
                </a:lnTo>
                <a:lnTo>
                  <a:pt x="529688" y="259715"/>
                </a:lnTo>
                <a:lnTo>
                  <a:pt x="534763" y="243840"/>
                </a:lnTo>
                <a:lnTo>
                  <a:pt x="540789" y="228283"/>
                </a:lnTo>
                <a:lnTo>
                  <a:pt x="547133" y="213043"/>
                </a:lnTo>
                <a:lnTo>
                  <a:pt x="554745" y="198120"/>
                </a:lnTo>
                <a:lnTo>
                  <a:pt x="562358" y="183833"/>
                </a:lnTo>
                <a:lnTo>
                  <a:pt x="570921" y="169545"/>
                </a:lnTo>
                <a:lnTo>
                  <a:pt x="580437" y="155893"/>
                </a:lnTo>
                <a:lnTo>
                  <a:pt x="589952" y="142558"/>
                </a:lnTo>
                <a:lnTo>
                  <a:pt x="600419" y="130175"/>
                </a:lnTo>
                <a:lnTo>
                  <a:pt x="611203" y="117475"/>
                </a:lnTo>
                <a:lnTo>
                  <a:pt x="622621" y="106045"/>
                </a:lnTo>
                <a:lnTo>
                  <a:pt x="634674" y="94615"/>
                </a:lnTo>
                <a:lnTo>
                  <a:pt x="647679" y="83820"/>
                </a:lnTo>
                <a:lnTo>
                  <a:pt x="660366" y="73660"/>
                </a:lnTo>
                <a:lnTo>
                  <a:pt x="674004" y="63818"/>
                </a:lnTo>
                <a:lnTo>
                  <a:pt x="687960" y="54928"/>
                </a:lnTo>
                <a:lnTo>
                  <a:pt x="702233" y="46673"/>
                </a:lnTo>
                <a:lnTo>
                  <a:pt x="717141" y="39053"/>
                </a:lnTo>
                <a:lnTo>
                  <a:pt x="732048" y="31750"/>
                </a:lnTo>
                <a:lnTo>
                  <a:pt x="747907" y="25400"/>
                </a:lnTo>
                <a:lnTo>
                  <a:pt x="763766" y="19368"/>
                </a:lnTo>
                <a:lnTo>
                  <a:pt x="780259" y="14288"/>
                </a:lnTo>
                <a:lnTo>
                  <a:pt x="796752" y="10160"/>
                </a:lnTo>
                <a:lnTo>
                  <a:pt x="813880" y="6350"/>
                </a:lnTo>
                <a:lnTo>
                  <a:pt x="830691" y="3810"/>
                </a:lnTo>
                <a:lnTo>
                  <a:pt x="848135" y="1588"/>
                </a:lnTo>
                <a:lnTo>
                  <a:pt x="865897" y="318"/>
                </a:lnTo>
                <a:lnTo>
                  <a:pt x="883659"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2" name="矩形 11"/>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7" name="标题 1"/>
          <p:cNvSpPr txBox="1">
            <a:spLocks/>
          </p:cNvSpPr>
          <p:nvPr/>
        </p:nvSpPr>
        <p:spPr>
          <a:xfrm>
            <a:off x="1508448" y="112798"/>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投放类别：电商购物类互联网企业在影院视频广告花费占比四成</a:t>
            </a:r>
            <a:endParaRPr lang="zh-CN" altLang="en-US" b="1" dirty="0">
              <a:solidFill>
                <a:srgbClr val="FFFFFF"/>
              </a:solidFill>
              <a:latin typeface="Arial Black"/>
              <a:ea typeface="微软雅黑"/>
            </a:endParaRPr>
          </a:p>
        </p:txBody>
      </p:sp>
      <p:sp>
        <p:nvSpPr>
          <p:cNvPr id="19" name="MH_Text_2"/>
          <p:cNvSpPr txBox="1">
            <a:spLocks noChangeArrowheads="1"/>
          </p:cNvSpPr>
          <p:nvPr>
            <p:custDataLst>
              <p:tags r:id="rId2"/>
            </p:custDataLst>
          </p:nvPr>
        </p:nvSpPr>
        <p:spPr bwMode="auto">
          <a:xfrm>
            <a:off x="1187624" y="4632620"/>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电商购物</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3"/>
            </p:custDataLst>
          </p:nvPr>
        </p:nvSpPr>
        <p:spPr bwMode="auto">
          <a:xfrm>
            <a:off x="3910708" y="4621624"/>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旅游</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1" name="MH_Text_2"/>
          <p:cNvSpPr txBox="1">
            <a:spLocks noChangeArrowheads="1"/>
          </p:cNvSpPr>
          <p:nvPr>
            <p:custDataLst>
              <p:tags r:id="rId4"/>
            </p:custDataLst>
          </p:nvPr>
        </p:nvSpPr>
        <p:spPr bwMode="auto">
          <a:xfrm>
            <a:off x="6791003" y="4621624"/>
            <a:ext cx="1080145" cy="258532"/>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理财</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022647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1184351448"/>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年影院视频广告花费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503.6%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票务</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30.5%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社交交友</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257.8%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商务办公</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在线视频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191.8%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61.2%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530061333"/>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615831"/>
                <a:gridCol w="1368153"/>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年影院视频广告花费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明星衣橱手机软件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阿里支付宝网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楚楚街手机软件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浙江时代院线</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t>
                      </a: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微盟平台</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阿里巴巴淘宝网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309.5%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8" name="标题 1"/>
          <p:cNvSpPr txBox="1"/>
          <p:nvPr/>
        </p:nvSpPr>
        <p:spPr>
          <a:xfrm>
            <a:off x="1602511" y="286216"/>
            <a:ext cx="7073945"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互联网企业影院视频广告</a:t>
            </a:r>
            <a:r>
              <a:rPr lang="zh-CN" altLang="en-US" b="1" dirty="0" smtClean="0">
                <a:solidFill>
                  <a:srgbClr val="FF0000"/>
                </a:solidFill>
                <a:latin typeface="微软雅黑" panose="020B0503020204020204" pitchFamily="34" charset="-122"/>
                <a:ea typeface="微软雅黑" panose="020B0503020204020204" pitchFamily="34" charset="-122"/>
              </a:rPr>
              <a:t>花费榜单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1" name="KSO_Shape"/>
          <p:cNvSpPr>
            <a:spLocks/>
          </p:cNvSpPr>
          <p:nvPr/>
        </p:nvSpPr>
        <p:spPr bwMode="auto">
          <a:xfrm>
            <a:off x="467544" y="116633"/>
            <a:ext cx="1079070" cy="648071"/>
          </a:xfrm>
          <a:custGeom>
            <a:avLst/>
            <a:gdLst>
              <a:gd name="T0" fmla="*/ 622123 w 1646237"/>
              <a:gd name="T1" fmla="*/ 656390 h 1420813"/>
              <a:gd name="T2" fmla="*/ 536604 w 1646237"/>
              <a:gd name="T3" fmla="*/ 767381 h 1420813"/>
              <a:gd name="T4" fmla="*/ 727462 w 1646237"/>
              <a:gd name="T5" fmla="*/ 717766 h 1420813"/>
              <a:gd name="T6" fmla="*/ 1010077 w 1646237"/>
              <a:gd name="T7" fmla="*/ 188538 h 1420813"/>
              <a:gd name="T8" fmla="*/ 1123859 w 1646237"/>
              <a:gd name="T9" fmla="*/ 211324 h 1420813"/>
              <a:gd name="T10" fmla="*/ 1210112 w 1646237"/>
              <a:gd name="T11" fmla="*/ 280418 h 1420813"/>
              <a:gd name="T12" fmla="*/ 1253789 w 1646237"/>
              <a:gd name="T13" fmla="*/ 382588 h 1420813"/>
              <a:gd name="T14" fmla="*/ 1242410 w 1646237"/>
              <a:gd name="T15" fmla="*/ 496519 h 1420813"/>
              <a:gd name="T16" fmla="*/ 1179648 w 1646237"/>
              <a:gd name="T17" fmla="*/ 586929 h 1420813"/>
              <a:gd name="T18" fmla="*/ 1080916 w 1646237"/>
              <a:gd name="T19" fmla="*/ 639117 h 1420813"/>
              <a:gd name="T20" fmla="*/ 963832 w 1646237"/>
              <a:gd name="T21" fmla="*/ 639117 h 1420813"/>
              <a:gd name="T22" fmla="*/ 865100 w 1646237"/>
              <a:gd name="T23" fmla="*/ 586929 h 1420813"/>
              <a:gd name="T24" fmla="*/ 802703 w 1646237"/>
              <a:gd name="T25" fmla="*/ 496519 h 1420813"/>
              <a:gd name="T26" fmla="*/ 791326 w 1646237"/>
              <a:gd name="T27" fmla="*/ 382588 h 1420813"/>
              <a:gd name="T28" fmla="*/ 835002 w 1646237"/>
              <a:gd name="T29" fmla="*/ 280418 h 1420813"/>
              <a:gd name="T30" fmla="*/ 921255 w 1646237"/>
              <a:gd name="T31" fmla="*/ 211324 h 1420813"/>
              <a:gd name="T32" fmla="*/ 1007142 w 1646237"/>
              <a:gd name="T33" fmla="*/ 126427 h 1420813"/>
              <a:gd name="T34" fmla="*/ 868402 w 1646237"/>
              <a:gd name="T35" fmla="*/ 168692 h 1420813"/>
              <a:gd name="T36" fmla="*/ 767836 w 1646237"/>
              <a:gd name="T37" fmla="*/ 266452 h 1420813"/>
              <a:gd name="T38" fmla="*/ 725260 w 1646237"/>
              <a:gd name="T39" fmla="*/ 402801 h 1420813"/>
              <a:gd name="T40" fmla="*/ 754255 w 1646237"/>
              <a:gd name="T41" fmla="*/ 543562 h 1420813"/>
              <a:gd name="T42" fmla="*/ 844179 w 1646237"/>
              <a:gd name="T43" fmla="*/ 650877 h 1420813"/>
              <a:gd name="T44" fmla="*/ 977044 w 1646237"/>
              <a:gd name="T45" fmla="*/ 705637 h 1420813"/>
              <a:gd name="T46" fmla="*/ 1124592 w 1646237"/>
              <a:gd name="T47" fmla="*/ 690937 h 1420813"/>
              <a:gd name="T48" fmla="*/ 1242777 w 1646237"/>
              <a:gd name="T49" fmla="*/ 613390 h 1420813"/>
              <a:gd name="T50" fmla="*/ 1311046 w 1646237"/>
              <a:gd name="T51" fmla="*/ 490271 h 1420813"/>
              <a:gd name="T52" fmla="*/ 1311046 w 1646237"/>
              <a:gd name="T53" fmla="*/ 345101 h 1420813"/>
              <a:gd name="T54" fmla="*/ 1242777 w 1646237"/>
              <a:gd name="T55" fmla="*/ 221615 h 1420813"/>
              <a:gd name="T56" fmla="*/ 1124592 w 1646237"/>
              <a:gd name="T57" fmla="*/ 144068 h 1420813"/>
              <a:gd name="T58" fmla="*/ 1044212 w 1646237"/>
              <a:gd name="T59" fmla="*/ 368 h 1420813"/>
              <a:gd name="T60" fmla="*/ 1188456 w 1646237"/>
              <a:gd name="T61" fmla="*/ 32710 h 1420813"/>
              <a:gd name="T62" fmla="*/ 1352154 w 1646237"/>
              <a:gd name="T63" fmla="*/ 151786 h 1420813"/>
              <a:gd name="T64" fmla="*/ 1438407 w 1646237"/>
              <a:gd name="T65" fmla="*/ 323050 h 1420813"/>
              <a:gd name="T66" fmla="*/ 1449051 w 1646237"/>
              <a:gd name="T67" fmla="*/ 432571 h 1420813"/>
              <a:gd name="T68" fmla="*/ 1419320 w 1646237"/>
              <a:gd name="T69" fmla="*/ 571125 h 1420813"/>
              <a:gd name="T70" fmla="*/ 1346648 w 1646237"/>
              <a:gd name="T71" fmla="*/ 689099 h 1420813"/>
              <a:gd name="T72" fmla="*/ 1239841 w 1646237"/>
              <a:gd name="T73" fmla="*/ 776936 h 1420813"/>
              <a:gd name="T74" fmla="*/ 1299668 w 1646237"/>
              <a:gd name="T75" fmla="*/ 796415 h 1420813"/>
              <a:gd name="T76" fmla="*/ 1364266 w 1646237"/>
              <a:gd name="T77" fmla="*/ 843825 h 1420813"/>
              <a:gd name="T78" fmla="*/ 1399133 w 1646237"/>
              <a:gd name="T79" fmla="*/ 915123 h 1420813"/>
              <a:gd name="T80" fmla="*/ 1396932 w 1646237"/>
              <a:gd name="T81" fmla="*/ 1521532 h 1420813"/>
              <a:gd name="T82" fmla="*/ 1358393 w 1646237"/>
              <a:gd name="T83" fmla="*/ 1590992 h 1420813"/>
              <a:gd name="T84" fmla="*/ 1291960 w 1646237"/>
              <a:gd name="T85" fmla="*/ 1635094 h 1420813"/>
              <a:gd name="T86" fmla="*/ 151219 w 1646237"/>
              <a:gd name="T87" fmla="*/ 1644283 h 1420813"/>
              <a:gd name="T88" fmla="*/ 74141 w 1646237"/>
              <a:gd name="T89" fmla="*/ 1616719 h 1420813"/>
              <a:gd name="T90" fmla="*/ 20554 w 1646237"/>
              <a:gd name="T91" fmla="*/ 1558650 h 1420813"/>
              <a:gd name="T92" fmla="*/ 0 w 1646237"/>
              <a:gd name="T93" fmla="*/ 1480369 h 1420813"/>
              <a:gd name="T94" fmla="*/ 16516 w 1646237"/>
              <a:gd name="T95" fmla="*/ 877269 h 1420813"/>
              <a:gd name="T96" fmla="*/ 67534 w 1646237"/>
              <a:gd name="T97" fmla="*/ 816628 h 1420813"/>
              <a:gd name="T98" fmla="*/ 142777 w 1646237"/>
              <a:gd name="T99" fmla="*/ 785757 h 1420813"/>
              <a:gd name="T100" fmla="*/ 133967 w 1646237"/>
              <a:gd name="T101" fmla="*/ 750108 h 1420813"/>
              <a:gd name="T102" fmla="*/ 80014 w 1646237"/>
              <a:gd name="T103" fmla="*/ 679911 h 1420813"/>
              <a:gd name="T104" fmla="*/ 49183 w 1646237"/>
              <a:gd name="T105" fmla="*/ 595381 h 1420813"/>
              <a:gd name="T106" fmla="*/ 49917 w 1646237"/>
              <a:gd name="T107" fmla="*/ 479980 h 1420813"/>
              <a:gd name="T108" fmla="*/ 112680 w 1646237"/>
              <a:gd name="T109" fmla="*/ 351349 h 1420813"/>
              <a:gd name="T110" fmla="*/ 227928 w 1646237"/>
              <a:gd name="T111" fmla="*/ 267554 h 1420813"/>
              <a:gd name="T112" fmla="*/ 365199 w 1646237"/>
              <a:gd name="T113" fmla="*/ 244768 h 1420813"/>
              <a:gd name="T114" fmla="*/ 458059 w 1646237"/>
              <a:gd name="T115" fmla="*/ 265349 h 1420813"/>
              <a:gd name="T116" fmla="*/ 536971 w 1646237"/>
              <a:gd name="T117" fmla="*/ 311290 h 1420813"/>
              <a:gd name="T118" fmla="*/ 597899 w 1646237"/>
              <a:gd name="T119" fmla="*/ 377810 h 1420813"/>
              <a:gd name="T120" fmla="*/ 660661 w 1646237"/>
              <a:gd name="T121" fmla="*/ 196255 h 1420813"/>
              <a:gd name="T122" fmla="*/ 796097 w 1646237"/>
              <a:gd name="T123" fmla="*/ 63581 h 1420813"/>
              <a:gd name="T124" fmla="*/ 981449 w 1646237"/>
              <a:gd name="T125" fmla="*/ 1838 h 142081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46237" h="1420813">
                <a:moveTo>
                  <a:pt x="1646237" y="762000"/>
                </a:moveTo>
                <a:lnTo>
                  <a:pt x="1646237" y="1350963"/>
                </a:lnTo>
                <a:lnTo>
                  <a:pt x="1277937" y="1162699"/>
                </a:lnTo>
                <a:lnTo>
                  <a:pt x="1277937" y="967120"/>
                </a:lnTo>
                <a:lnTo>
                  <a:pt x="1646237" y="762000"/>
                </a:lnTo>
                <a:close/>
                <a:moveTo>
                  <a:pt x="553476" y="520383"/>
                </a:moveTo>
                <a:lnTo>
                  <a:pt x="550622" y="532448"/>
                </a:lnTo>
                <a:lnTo>
                  <a:pt x="546816" y="544513"/>
                </a:lnTo>
                <a:lnTo>
                  <a:pt x="542692" y="555943"/>
                </a:lnTo>
                <a:lnTo>
                  <a:pt x="537618" y="567055"/>
                </a:lnTo>
                <a:lnTo>
                  <a:pt x="532860" y="578485"/>
                </a:lnTo>
                <a:lnTo>
                  <a:pt x="526834" y="588963"/>
                </a:lnTo>
                <a:lnTo>
                  <a:pt x="520173" y="599758"/>
                </a:lnTo>
                <a:lnTo>
                  <a:pt x="513829" y="609600"/>
                </a:lnTo>
                <a:lnTo>
                  <a:pt x="506217" y="619443"/>
                </a:lnTo>
                <a:lnTo>
                  <a:pt x="498922" y="628968"/>
                </a:lnTo>
                <a:lnTo>
                  <a:pt x="490358" y="637858"/>
                </a:lnTo>
                <a:lnTo>
                  <a:pt x="482111" y="646430"/>
                </a:lnTo>
                <a:lnTo>
                  <a:pt x="473230" y="655003"/>
                </a:lnTo>
                <a:lnTo>
                  <a:pt x="463715" y="662940"/>
                </a:lnTo>
                <a:lnTo>
                  <a:pt x="453882" y="669925"/>
                </a:lnTo>
                <a:lnTo>
                  <a:pt x="444050" y="677228"/>
                </a:lnTo>
                <a:lnTo>
                  <a:pt x="708894" y="677228"/>
                </a:lnTo>
                <a:lnTo>
                  <a:pt x="696207" y="670560"/>
                </a:lnTo>
                <a:lnTo>
                  <a:pt x="684154" y="662940"/>
                </a:lnTo>
                <a:lnTo>
                  <a:pt x="672418" y="655320"/>
                </a:lnTo>
                <a:lnTo>
                  <a:pt x="661317" y="647065"/>
                </a:lnTo>
                <a:lnTo>
                  <a:pt x="649899" y="638493"/>
                </a:lnTo>
                <a:lnTo>
                  <a:pt x="639432" y="629603"/>
                </a:lnTo>
                <a:lnTo>
                  <a:pt x="628648" y="620078"/>
                </a:lnTo>
                <a:lnTo>
                  <a:pt x="618815" y="610553"/>
                </a:lnTo>
                <a:lnTo>
                  <a:pt x="608983" y="600393"/>
                </a:lnTo>
                <a:lnTo>
                  <a:pt x="600102" y="589915"/>
                </a:lnTo>
                <a:lnTo>
                  <a:pt x="590904" y="579438"/>
                </a:lnTo>
                <a:lnTo>
                  <a:pt x="582657" y="568008"/>
                </a:lnTo>
                <a:lnTo>
                  <a:pt x="574728" y="556578"/>
                </a:lnTo>
                <a:lnTo>
                  <a:pt x="567115" y="544830"/>
                </a:lnTo>
                <a:lnTo>
                  <a:pt x="559820" y="532765"/>
                </a:lnTo>
                <a:lnTo>
                  <a:pt x="553476" y="520383"/>
                </a:lnTo>
                <a:close/>
                <a:moveTo>
                  <a:pt x="872875" y="162878"/>
                </a:moveTo>
                <a:lnTo>
                  <a:pt x="883659" y="162878"/>
                </a:lnTo>
                <a:lnTo>
                  <a:pt x="893809" y="162878"/>
                </a:lnTo>
                <a:lnTo>
                  <a:pt x="904276" y="164148"/>
                </a:lnTo>
                <a:lnTo>
                  <a:pt x="914108" y="165418"/>
                </a:lnTo>
                <a:lnTo>
                  <a:pt x="924258" y="166688"/>
                </a:lnTo>
                <a:lnTo>
                  <a:pt x="934091" y="168910"/>
                </a:lnTo>
                <a:lnTo>
                  <a:pt x="943606" y="171768"/>
                </a:lnTo>
                <a:lnTo>
                  <a:pt x="953122" y="174943"/>
                </a:lnTo>
                <a:lnTo>
                  <a:pt x="962002" y="178435"/>
                </a:lnTo>
                <a:lnTo>
                  <a:pt x="971201" y="182563"/>
                </a:lnTo>
                <a:lnTo>
                  <a:pt x="979764" y="186690"/>
                </a:lnTo>
                <a:lnTo>
                  <a:pt x="988328" y="191770"/>
                </a:lnTo>
                <a:lnTo>
                  <a:pt x="996575" y="196533"/>
                </a:lnTo>
                <a:lnTo>
                  <a:pt x="1004504" y="202248"/>
                </a:lnTo>
                <a:lnTo>
                  <a:pt x="1012117" y="207963"/>
                </a:lnTo>
                <a:lnTo>
                  <a:pt x="1019412" y="214313"/>
                </a:lnTo>
                <a:lnTo>
                  <a:pt x="1026390" y="220980"/>
                </a:lnTo>
                <a:lnTo>
                  <a:pt x="1033050" y="227648"/>
                </a:lnTo>
                <a:lnTo>
                  <a:pt x="1039711" y="234950"/>
                </a:lnTo>
                <a:lnTo>
                  <a:pt x="1045738" y="242253"/>
                </a:lnTo>
                <a:lnTo>
                  <a:pt x="1051130" y="250190"/>
                </a:lnTo>
                <a:lnTo>
                  <a:pt x="1056522" y="258128"/>
                </a:lnTo>
                <a:lnTo>
                  <a:pt x="1060962" y="266700"/>
                </a:lnTo>
                <a:lnTo>
                  <a:pt x="1065720" y="274955"/>
                </a:lnTo>
                <a:lnTo>
                  <a:pt x="1069843" y="283528"/>
                </a:lnTo>
                <a:lnTo>
                  <a:pt x="1073649" y="292735"/>
                </a:lnTo>
                <a:lnTo>
                  <a:pt x="1076504" y="301625"/>
                </a:lnTo>
                <a:lnTo>
                  <a:pt x="1079358" y="311150"/>
                </a:lnTo>
                <a:lnTo>
                  <a:pt x="1081579" y="320993"/>
                </a:lnTo>
                <a:lnTo>
                  <a:pt x="1083482" y="330518"/>
                </a:lnTo>
                <a:lnTo>
                  <a:pt x="1084433" y="340360"/>
                </a:lnTo>
                <a:lnTo>
                  <a:pt x="1085385" y="350520"/>
                </a:lnTo>
                <a:lnTo>
                  <a:pt x="1085702" y="360680"/>
                </a:lnTo>
                <a:lnTo>
                  <a:pt x="1085385" y="370840"/>
                </a:lnTo>
                <a:lnTo>
                  <a:pt x="1084433" y="380683"/>
                </a:lnTo>
                <a:lnTo>
                  <a:pt x="1083482" y="390843"/>
                </a:lnTo>
                <a:lnTo>
                  <a:pt x="1081579" y="400368"/>
                </a:lnTo>
                <a:lnTo>
                  <a:pt x="1079358" y="410210"/>
                </a:lnTo>
                <a:lnTo>
                  <a:pt x="1076504" y="419418"/>
                </a:lnTo>
                <a:lnTo>
                  <a:pt x="1073649" y="428943"/>
                </a:lnTo>
                <a:lnTo>
                  <a:pt x="1069843" y="437515"/>
                </a:lnTo>
                <a:lnTo>
                  <a:pt x="1065720" y="446723"/>
                </a:lnTo>
                <a:lnTo>
                  <a:pt x="1060962" y="454978"/>
                </a:lnTo>
                <a:lnTo>
                  <a:pt x="1056522" y="463233"/>
                </a:lnTo>
                <a:lnTo>
                  <a:pt x="1051130" y="471170"/>
                </a:lnTo>
                <a:lnTo>
                  <a:pt x="1045738" y="479108"/>
                </a:lnTo>
                <a:lnTo>
                  <a:pt x="1039711" y="486410"/>
                </a:lnTo>
                <a:lnTo>
                  <a:pt x="1033050" y="493395"/>
                </a:lnTo>
                <a:lnTo>
                  <a:pt x="1026390" y="500698"/>
                </a:lnTo>
                <a:lnTo>
                  <a:pt x="1019412" y="507048"/>
                </a:lnTo>
                <a:lnTo>
                  <a:pt x="1012117" y="513080"/>
                </a:lnTo>
                <a:lnTo>
                  <a:pt x="1004504" y="519113"/>
                </a:lnTo>
                <a:lnTo>
                  <a:pt x="996575" y="524510"/>
                </a:lnTo>
                <a:lnTo>
                  <a:pt x="988328" y="529908"/>
                </a:lnTo>
                <a:lnTo>
                  <a:pt x="979764" y="534670"/>
                </a:lnTo>
                <a:lnTo>
                  <a:pt x="971201" y="538798"/>
                </a:lnTo>
                <a:lnTo>
                  <a:pt x="962002" y="542925"/>
                </a:lnTo>
                <a:lnTo>
                  <a:pt x="953122" y="546418"/>
                </a:lnTo>
                <a:lnTo>
                  <a:pt x="943606" y="549275"/>
                </a:lnTo>
                <a:lnTo>
                  <a:pt x="934091" y="552133"/>
                </a:lnTo>
                <a:lnTo>
                  <a:pt x="924258" y="554355"/>
                </a:lnTo>
                <a:lnTo>
                  <a:pt x="914108" y="556260"/>
                </a:lnTo>
                <a:lnTo>
                  <a:pt x="904276" y="557213"/>
                </a:lnTo>
                <a:lnTo>
                  <a:pt x="893809" y="558165"/>
                </a:lnTo>
                <a:lnTo>
                  <a:pt x="883659" y="558483"/>
                </a:lnTo>
                <a:lnTo>
                  <a:pt x="872875" y="558165"/>
                </a:lnTo>
                <a:lnTo>
                  <a:pt x="862726" y="557213"/>
                </a:lnTo>
                <a:lnTo>
                  <a:pt x="852576" y="556260"/>
                </a:lnTo>
                <a:lnTo>
                  <a:pt x="842743" y="554355"/>
                </a:lnTo>
                <a:lnTo>
                  <a:pt x="832911" y="552133"/>
                </a:lnTo>
                <a:lnTo>
                  <a:pt x="823713" y="549275"/>
                </a:lnTo>
                <a:lnTo>
                  <a:pt x="814197" y="546418"/>
                </a:lnTo>
                <a:lnTo>
                  <a:pt x="804999" y="542925"/>
                </a:lnTo>
                <a:lnTo>
                  <a:pt x="796118" y="538798"/>
                </a:lnTo>
                <a:lnTo>
                  <a:pt x="787237" y="534670"/>
                </a:lnTo>
                <a:lnTo>
                  <a:pt x="778673" y="529908"/>
                </a:lnTo>
                <a:lnTo>
                  <a:pt x="770744" y="524510"/>
                </a:lnTo>
                <a:lnTo>
                  <a:pt x="762814" y="519113"/>
                </a:lnTo>
                <a:lnTo>
                  <a:pt x="754885" y="513080"/>
                </a:lnTo>
                <a:lnTo>
                  <a:pt x="747590" y="507048"/>
                </a:lnTo>
                <a:lnTo>
                  <a:pt x="740612" y="500698"/>
                </a:lnTo>
                <a:lnTo>
                  <a:pt x="733951" y="493395"/>
                </a:lnTo>
                <a:lnTo>
                  <a:pt x="727608" y="486410"/>
                </a:lnTo>
                <a:lnTo>
                  <a:pt x="721581" y="479108"/>
                </a:lnTo>
                <a:lnTo>
                  <a:pt x="715872" y="471170"/>
                </a:lnTo>
                <a:lnTo>
                  <a:pt x="710797" y="463233"/>
                </a:lnTo>
                <a:lnTo>
                  <a:pt x="705722" y="454978"/>
                </a:lnTo>
                <a:lnTo>
                  <a:pt x="701599" y="446723"/>
                </a:lnTo>
                <a:lnTo>
                  <a:pt x="697476" y="437515"/>
                </a:lnTo>
                <a:lnTo>
                  <a:pt x="693669" y="428943"/>
                </a:lnTo>
                <a:lnTo>
                  <a:pt x="690498" y="419418"/>
                </a:lnTo>
                <a:lnTo>
                  <a:pt x="687643" y="410210"/>
                </a:lnTo>
                <a:lnTo>
                  <a:pt x="685423" y="400368"/>
                </a:lnTo>
                <a:lnTo>
                  <a:pt x="683837" y="390843"/>
                </a:lnTo>
                <a:lnTo>
                  <a:pt x="682251" y="380683"/>
                </a:lnTo>
                <a:lnTo>
                  <a:pt x="681617" y="370840"/>
                </a:lnTo>
                <a:lnTo>
                  <a:pt x="681300" y="360680"/>
                </a:lnTo>
                <a:lnTo>
                  <a:pt x="681617" y="350520"/>
                </a:lnTo>
                <a:lnTo>
                  <a:pt x="682251" y="340360"/>
                </a:lnTo>
                <a:lnTo>
                  <a:pt x="683837" y="330518"/>
                </a:lnTo>
                <a:lnTo>
                  <a:pt x="685423" y="320993"/>
                </a:lnTo>
                <a:lnTo>
                  <a:pt x="687643" y="311150"/>
                </a:lnTo>
                <a:lnTo>
                  <a:pt x="690498" y="301625"/>
                </a:lnTo>
                <a:lnTo>
                  <a:pt x="693669" y="292735"/>
                </a:lnTo>
                <a:lnTo>
                  <a:pt x="697476" y="283528"/>
                </a:lnTo>
                <a:lnTo>
                  <a:pt x="701599" y="274955"/>
                </a:lnTo>
                <a:lnTo>
                  <a:pt x="705722" y="266700"/>
                </a:lnTo>
                <a:lnTo>
                  <a:pt x="710797" y="258128"/>
                </a:lnTo>
                <a:lnTo>
                  <a:pt x="715872" y="250190"/>
                </a:lnTo>
                <a:lnTo>
                  <a:pt x="721581" y="242253"/>
                </a:lnTo>
                <a:lnTo>
                  <a:pt x="727608" y="234950"/>
                </a:lnTo>
                <a:lnTo>
                  <a:pt x="733951" y="227648"/>
                </a:lnTo>
                <a:lnTo>
                  <a:pt x="740612" y="220980"/>
                </a:lnTo>
                <a:lnTo>
                  <a:pt x="747590" y="214313"/>
                </a:lnTo>
                <a:lnTo>
                  <a:pt x="754885" y="207963"/>
                </a:lnTo>
                <a:lnTo>
                  <a:pt x="762814" y="202248"/>
                </a:lnTo>
                <a:lnTo>
                  <a:pt x="770744" y="196533"/>
                </a:lnTo>
                <a:lnTo>
                  <a:pt x="778673" y="191770"/>
                </a:lnTo>
                <a:lnTo>
                  <a:pt x="787237" y="186690"/>
                </a:lnTo>
                <a:lnTo>
                  <a:pt x="796118" y="182563"/>
                </a:lnTo>
                <a:lnTo>
                  <a:pt x="804999" y="178435"/>
                </a:lnTo>
                <a:lnTo>
                  <a:pt x="814197" y="174943"/>
                </a:lnTo>
                <a:lnTo>
                  <a:pt x="823713" y="171768"/>
                </a:lnTo>
                <a:lnTo>
                  <a:pt x="832911" y="168910"/>
                </a:lnTo>
                <a:lnTo>
                  <a:pt x="842743" y="166688"/>
                </a:lnTo>
                <a:lnTo>
                  <a:pt x="852576" y="165418"/>
                </a:lnTo>
                <a:lnTo>
                  <a:pt x="862726" y="164148"/>
                </a:lnTo>
                <a:lnTo>
                  <a:pt x="872875" y="162878"/>
                </a:lnTo>
                <a:close/>
                <a:moveTo>
                  <a:pt x="883659" y="108903"/>
                </a:moveTo>
                <a:lnTo>
                  <a:pt x="870338" y="109220"/>
                </a:lnTo>
                <a:lnTo>
                  <a:pt x="857016" y="110490"/>
                </a:lnTo>
                <a:lnTo>
                  <a:pt x="844329" y="112078"/>
                </a:lnTo>
                <a:lnTo>
                  <a:pt x="831959" y="114300"/>
                </a:lnTo>
                <a:lnTo>
                  <a:pt x="819272" y="116840"/>
                </a:lnTo>
                <a:lnTo>
                  <a:pt x="806902" y="120333"/>
                </a:lnTo>
                <a:lnTo>
                  <a:pt x="795167" y="124460"/>
                </a:lnTo>
                <a:lnTo>
                  <a:pt x="783431" y="128905"/>
                </a:lnTo>
                <a:lnTo>
                  <a:pt x="772330" y="133985"/>
                </a:lnTo>
                <a:lnTo>
                  <a:pt x="760911" y="139700"/>
                </a:lnTo>
                <a:lnTo>
                  <a:pt x="750444" y="145733"/>
                </a:lnTo>
                <a:lnTo>
                  <a:pt x="739660" y="152083"/>
                </a:lnTo>
                <a:lnTo>
                  <a:pt x="729511" y="159068"/>
                </a:lnTo>
                <a:lnTo>
                  <a:pt x="719995" y="166370"/>
                </a:lnTo>
                <a:lnTo>
                  <a:pt x="710797" y="174308"/>
                </a:lnTo>
                <a:lnTo>
                  <a:pt x="701599" y="182563"/>
                </a:lnTo>
                <a:lnTo>
                  <a:pt x="693352" y="191453"/>
                </a:lnTo>
                <a:lnTo>
                  <a:pt x="685106" y="200660"/>
                </a:lnTo>
                <a:lnTo>
                  <a:pt x="677493" y="210185"/>
                </a:lnTo>
                <a:lnTo>
                  <a:pt x="670198" y="220028"/>
                </a:lnTo>
                <a:lnTo>
                  <a:pt x="663538" y="230188"/>
                </a:lnTo>
                <a:lnTo>
                  <a:pt x="657511" y="240983"/>
                </a:lnTo>
                <a:lnTo>
                  <a:pt x="651802" y="251460"/>
                </a:lnTo>
                <a:lnTo>
                  <a:pt x="646410" y="262890"/>
                </a:lnTo>
                <a:lnTo>
                  <a:pt x="641969" y="274003"/>
                </a:lnTo>
                <a:lnTo>
                  <a:pt x="638163" y="285750"/>
                </a:lnTo>
                <a:lnTo>
                  <a:pt x="634357" y="298133"/>
                </a:lnTo>
                <a:lnTo>
                  <a:pt x="631820" y="310198"/>
                </a:lnTo>
                <a:lnTo>
                  <a:pt x="629599" y="322580"/>
                </a:lnTo>
                <a:lnTo>
                  <a:pt x="627696" y="334963"/>
                </a:lnTo>
                <a:lnTo>
                  <a:pt x="626745" y="347980"/>
                </a:lnTo>
                <a:lnTo>
                  <a:pt x="626428" y="360680"/>
                </a:lnTo>
                <a:lnTo>
                  <a:pt x="626745" y="373698"/>
                </a:lnTo>
                <a:lnTo>
                  <a:pt x="627696" y="386398"/>
                </a:lnTo>
                <a:lnTo>
                  <a:pt x="629599" y="398780"/>
                </a:lnTo>
                <a:lnTo>
                  <a:pt x="631820" y="411480"/>
                </a:lnTo>
                <a:lnTo>
                  <a:pt x="634357" y="423545"/>
                </a:lnTo>
                <a:lnTo>
                  <a:pt x="638163" y="435610"/>
                </a:lnTo>
                <a:lnTo>
                  <a:pt x="641969" y="447358"/>
                </a:lnTo>
                <a:lnTo>
                  <a:pt x="646410" y="458788"/>
                </a:lnTo>
                <a:lnTo>
                  <a:pt x="651802" y="469583"/>
                </a:lnTo>
                <a:lnTo>
                  <a:pt x="657511" y="480695"/>
                </a:lnTo>
                <a:lnTo>
                  <a:pt x="663538" y="491173"/>
                </a:lnTo>
                <a:lnTo>
                  <a:pt x="670198" y="501333"/>
                </a:lnTo>
                <a:lnTo>
                  <a:pt x="677493" y="511175"/>
                </a:lnTo>
                <a:lnTo>
                  <a:pt x="685106" y="520700"/>
                </a:lnTo>
                <a:lnTo>
                  <a:pt x="693352" y="529908"/>
                </a:lnTo>
                <a:lnTo>
                  <a:pt x="701599" y="538798"/>
                </a:lnTo>
                <a:lnTo>
                  <a:pt x="710797" y="547053"/>
                </a:lnTo>
                <a:lnTo>
                  <a:pt x="719995" y="554990"/>
                </a:lnTo>
                <a:lnTo>
                  <a:pt x="729511" y="562293"/>
                </a:lnTo>
                <a:lnTo>
                  <a:pt x="739660" y="569595"/>
                </a:lnTo>
                <a:lnTo>
                  <a:pt x="750444" y="575945"/>
                </a:lnTo>
                <a:lnTo>
                  <a:pt x="760911" y="581978"/>
                </a:lnTo>
                <a:lnTo>
                  <a:pt x="772330" y="587693"/>
                </a:lnTo>
                <a:lnTo>
                  <a:pt x="783431" y="592455"/>
                </a:lnTo>
                <a:lnTo>
                  <a:pt x="795167" y="596900"/>
                </a:lnTo>
                <a:lnTo>
                  <a:pt x="806902" y="601345"/>
                </a:lnTo>
                <a:lnTo>
                  <a:pt x="819272" y="604520"/>
                </a:lnTo>
                <a:lnTo>
                  <a:pt x="831959" y="607378"/>
                </a:lnTo>
                <a:lnTo>
                  <a:pt x="844329" y="609600"/>
                </a:lnTo>
                <a:lnTo>
                  <a:pt x="857016" y="611188"/>
                </a:lnTo>
                <a:lnTo>
                  <a:pt x="870338" y="612140"/>
                </a:lnTo>
                <a:lnTo>
                  <a:pt x="883659" y="612458"/>
                </a:lnTo>
                <a:lnTo>
                  <a:pt x="896664" y="612140"/>
                </a:lnTo>
                <a:lnTo>
                  <a:pt x="909985" y="611188"/>
                </a:lnTo>
                <a:lnTo>
                  <a:pt x="922990" y="609600"/>
                </a:lnTo>
                <a:lnTo>
                  <a:pt x="935360" y="607378"/>
                </a:lnTo>
                <a:lnTo>
                  <a:pt x="947729" y="604520"/>
                </a:lnTo>
                <a:lnTo>
                  <a:pt x="960417" y="601345"/>
                </a:lnTo>
                <a:lnTo>
                  <a:pt x="971835" y="596900"/>
                </a:lnTo>
                <a:lnTo>
                  <a:pt x="983571" y="592455"/>
                </a:lnTo>
                <a:lnTo>
                  <a:pt x="994989" y="587693"/>
                </a:lnTo>
                <a:lnTo>
                  <a:pt x="1006407" y="581978"/>
                </a:lnTo>
                <a:lnTo>
                  <a:pt x="1016874" y="575945"/>
                </a:lnTo>
                <a:lnTo>
                  <a:pt x="1027341" y="569595"/>
                </a:lnTo>
                <a:lnTo>
                  <a:pt x="1037808" y="562293"/>
                </a:lnTo>
                <a:lnTo>
                  <a:pt x="1047006" y="554990"/>
                </a:lnTo>
                <a:lnTo>
                  <a:pt x="1056522" y="547053"/>
                </a:lnTo>
                <a:lnTo>
                  <a:pt x="1065720" y="538798"/>
                </a:lnTo>
                <a:lnTo>
                  <a:pt x="1073966" y="529908"/>
                </a:lnTo>
                <a:lnTo>
                  <a:pt x="1082213" y="520700"/>
                </a:lnTo>
                <a:lnTo>
                  <a:pt x="1089825" y="511175"/>
                </a:lnTo>
                <a:lnTo>
                  <a:pt x="1097120" y="501333"/>
                </a:lnTo>
                <a:lnTo>
                  <a:pt x="1103781" y="491173"/>
                </a:lnTo>
                <a:lnTo>
                  <a:pt x="1109808" y="480695"/>
                </a:lnTo>
                <a:lnTo>
                  <a:pt x="1115517" y="469583"/>
                </a:lnTo>
                <a:lnTo>
                  <a:pt x="1120909" y="458788"/>
                </a:lnTo>
                <a:lnTo>
                  <a:pt x="1125349" y="447358"/>
                </a:lnTo>
                <a:lnTo>
                  <a:pt x="1129473" y="435610"/>
                </a:lnTo>
                <a:lnTo>
                  <a:pt x="1132962" y="423545"/>
                </a:lnTo>
                <a:lnTo>
                  <a:pt x="1135816" y="411480"/>
                </a:lnTo>
                <a:lnTo>
                  <a:pt x="1138036" y="398780"/>
                </a:lnTo>
                <a:lnTo>
                  <a:pt x="1139622" y="386398"/>
                </a:lnTo>
                <a:lnTo>
                  <a:pt x="1140891" y="373698"/>
                </a:lnTo>
                <a:lnTo>
                  <a:pt x="1140891" y="360680"/>
                </a:lnTo>
                <a:lnTo>
                  <a:pt x="1140891" y="347980"/>
                </a:lnTo>
                <a:lnTo>
                  <a:pt x="1139622" y="334963"/>
                </a:lnTo>
                <a:lnTo>
                  <a:pt x="1138036" y="322580"/>
                </a:lnTo>
                <a:lnTo>
                  <a:pt x="1135816" y="310198"/>
                </a:lnTo>
                <a:lnTo>
                  <a:pt x="1132962" y="298133"/>
                </a:lnTo>
                <a:lnTo>
                  <a:pt x="1129473" y="285750"/>
                </a:lnTo>
                <a:lnTo>
                  <a:pt x="1125349" y="274003"/>
                </a:lnTo>
                <a:lnTo>
                  <a:pt x="1120909" y="262890"/>
                </a:lnTo>
                <a:lnTo>
                  <a:pt x="1115517" y="251460"/>
                </a:lnTo>
                <a:lnTo>
                  <a:pt x="1109808" y="240983"/>
                </a:lnTo>
                <a:lnTo>
                  <a:pt x="1103781" y="230188"/>
                </a:lnTo>
                <a:lnTo>
                  <a:pt x="1097120" y="220028"/>
                </a:lnTo>
                <a:lnTo>
                  <a:pt x="1089825" y="210185"/>
                </a:lnTo>
                <a:lnTo>
                  <a:pt x="1082213" y="200660"/>
                </a:lnTo>
                <a:lnTo>
                  <a:pt x="1073966" y="191453"/>
                </a:lnTo>
                <a:lnTo>
                  <a:pt x="1065720" y="182563"/>
                </a:lnTo>
                <a:lnTo>
                  <a:pt x="1056522" y="174308"/>
                </a:lnTo>
                <a:lnTo>
                  <a:pt x="1047006" y="166370"/>
                </a:lnTo>
                <a:lnTo>
                  <a:pt x="1037808" y="159068"/>
                </a:lnTo>
                <a:lnTo>
                  <a:pt x="1027341" y="152083"/>
                </a:lnTo>
                <a:lnTo>
                  <a:pt x="1016874" y="145733"/>
                </a:lnTo>
                <a:lnTo>
                  <a:pt x="1006407" y="139700"/>
                </a:lnTo>
                <a:lnTo>
                  <a:pt x="994989" y="133985"/>
                </a:lnTo>
                <a:lnTo>
                  <a:pt x="983571" y="128905"/>
                </a:lnTo>
                <a:lnTo>
                  <a:pt x="971835" y="124460"/>
                </a:lnTo>
                <a:lnTo>
                  <a:pt x="960417" y="120333"/>
                </a:lnTo>
                <a:lnTo>
                  <a:pt x="947729" y="116840"/>
                </a:lnTo>
                <a:lnTo>
                  <a:pt x="935360" y="114300"/>
                </a:lnTo>
                <a:lnTo>
                  <a:pt x="922990" y="112078"/>
                </a:lnTo>
                <a:lnTo>
                  <a:pt x="909985" y="110490"/>
                </a:lnTo>
                <a:lnTo>
                  <a:pt x="896664" y="109220"/>
                </a:lnTo>
                <a:lnTo>
                  <a:pt x="883659" y="108903"/>
                </a:lnTo>
                <a:close/>
                <a:moveTo>
                  <a:pt x="883659" y="0"/>
                </a:moveTo>
                <a:lnTo>
                  <a:pt x="893175" y="0"/>
                </a:lnTo>
                <a:lnTo>
                  <a:pt x="902373" y="318"/>
                </a:lnTo>
                <a:lnTo>
                  <a:pt x="911888" y="1270"/>
                </a:lnTo>
                <a:lnTo>
                  <a:pt x="921404" y="1905"/>
                </a:lnTo>
                <a:lnTo>
                  <a:pt x="930919" y="3175"/>
                </a:lnTo>
                <a:lnTo>
                  <a:pt x="939800" y="4128"/>
                </a:lnTo>
                <a:lnTo>
                  <a:pt x="948998" y="5715"/>
                </a:lnTo>
                <a:lnTo>
                  <a:pt x="957879" y="7303"/>
                </a:lnTo>
                <a:lnTo>
                  <a:pt x="975641" y="11430"/>
                </a:lnTo>
                <a:lnTo>
                  <a:pt x="993086" y="16193"/>
                </a:lnTo>
                <a:lnTo>
                  <a:pt x="1010531" y="21908"/>
                </a:lnTo>
                <a:lnTo>
                  <a:pt x="1027024" y="28258"/>
                </a:lnTo>
                <a:lnTo>
                  <a:pt x="1043200" y="35560"/>
                </a:lnTo>
                <a:lnTo>
                  <a:pt x="1059694" y="43498"/>
                </a:lnTo>
                <a:lnTo>
                  <a:pt x="1074601" y="52070"/>
                </a:lnTo>
                <a:lnTo>
                  <a:pt x="1089825" y="61595"/>
                </a:lnTo>
                <a:lnTo>
                  <a:pt x="1104098" y="71438"/>
                </a:lnTo>
                <a:lnTo>
                  <a:pt x="1118054" y="82550"/>
                </a:lnTo>
                <a:lnTo>
                  <a:pt x="1131693" y="93663"/>
                </a:lnTo>
                <a:lnTo>
                  <a:pt x="1144697" y="105410"/>
                </a:lnTo>
                <a:lnTo>
                  <a:pt x="1156750" y="118110"/>
                </a:lnTo>
                <a:lnTo>
                  <a:pt x="1168486" y="131128"/>
                </a:lnTo>
                <a:lnTo>
                  <a:pt x="1179270" y="144780"/>
                </a:lnTo>
                <a:lnTo>
                  <a:pt x="1189420" y="158750"/>
                </a:lnTo>
                <a:lnTo>
                  <a:pt x="1198935" y="173673"/>
                </a:lnTo>
                <a:lnTo>
                  <a:pt x="1208133" y="188595"/>
                </a:lnTo>
                <a:lnTo>
                  <a:pt x="1216062" y="204153"/>
                </a:lnTo>
                <a:lnTo>
                  <a:pt x="1223358" y="220345"/>
                </a:lnTo>
                <a:lnTo>
                  <a:pt x="1230018" y="236855"/>
                </a:lnTo>
                <a:lnTo>
                  <a:pt x="1236045" y="253365"/>
                </a:lnTo>
                <a:lnTo>
                  <a:pt x="1240802" y="270510"/>
                </a:lnTo>
                <a:lnTo>
                  <a:pt x="1243023" y="279083"/>
                </a:lnTo>
                <a:lnTo>
                  <a:pt x="1244926" y="288290"/>
                </a:lnTo>
                <a:lnTo>
                  <a:pt x="1246512" y="296863"/>
                </a:lnTo>
                <a:lnTo>
                  <a:pt x="1248098" y="306070"/>
                </a:lnTo>
                <a:lnTo>
                  <a:pt x="1249683" y="314643"/>
                </a:lnTo>
                <a:lnTo>
                  <a:pt x="1250635" y="323533"/>
                </a:lnTo>
                <a:lnTo>
                  <a:pt x="1251269" y="333058"/>
                </a:lnTo>
                <a:lnTo>
                  <a:pt x="1251904" y="342265"/>
                </a:lnTo>
                <a:lnTo>
                  <a:pt x="1252221" y="351155"/>
                </a:lnTo>
                <a:lnTo>
                  <a:pt x="1252538" y="360680"/>
                </a:lnTo>
                <a:lnTo>
                  <a:pt x="1252221" y="373698"/>
                </a:lnTo>
                <a:lnTo>
                  <a:pt x="1251269" y="386080"/>
                </a:lnTo>
                <a:lnTo>
                  <a:pt x="1250318" y="398463"/>
                </a:lnTo>
                <a:lnTo>
                  <a:pt x="1248732" y="411163"/>
                </a:lnTo>
                <a:lnTo>
                  <a:pt x="1246829" y="423228"/>
                </a:lnTo>
                <a:lnTo>
                  <a:pt x="1244608" y="435293"/>
                </a:lnTo>
                <a:lnTo>
                  <a:pt x="1241754" y="447358"/>
                </a:lnTo>
                <a:lnTo>
                  <a:pt x="1238582" y="459105"/>
                </a:lnTo>
                <a:lnTo>
                  <a:pt x="1234776" y="470853"/>
                </a:lnTo>
                <a:lnTo>
                  <a:pt x="1230970" y="481965"/>
                </a:lnTo>
                <a:lnTo>
                  <a:pt x="1226529" y="493395"/>
                </a:lnTo>
                <a:lnTo>
                  <a:pt x="1222089" y="504825"/>
                </a:lnTo>
                <a:lnTo>
                  <a:pt x="1216697" y="515303"/>
                </a:lnTo>
                <a:lnTo>
                  <a:pt x="1211305" y="526415"/>
                </a:lnTo>
                <a:lnTo>
                  <a:pt x="1205278" y="536893"/>
                </a:lnTo>
                <a:lnTo>
                  <a:pt x="1199252" y="547053"/>
                </a:lnTo>
                <a:lnTo>
                  <a:pt x="1192908" y="557213"/>
                </a:lnTo>
                <a:lnTo>
                  <a:pt x="1185930" y="567055"/>
                </a:lnTo>
                <a:lnTo>
                  <a:pt x="1178953" y="576580"/>
                </a:lnTo>
                <a:lnTo>
                  <a:pt x="1171340" y="586105"/>
                </a:lnTo>
                <a:lnTo>
                  <a:pt x="1163728" y="595313"/>
                </a:lnTo>
                <a:lnTo>
                  <a:pt x="1155798" y="604203"/>
                </a:lnTo>
                <a:lnTo>
                  <a:pt x="1147552" y="612458"/>
                </a:lnTo>
                <a:lnTo>
                  <a:pt x="1138988" y="621030"/>
                </a:lnTo>
                <a:lnTo>
                  <a:pt x="1129790" y="629285"/>
                </a:lnTo>
                <a:lnTo>
                  <a:pt x="1120909" y="636905"/>
                </a:lnTo>
                <a:lnTo>
                  <a:pt x="1111394" y="644208"/>
                </a:lnTo>
                <a:lnTo>
                  <a:pt x="1101878" y="651510"/>
                </a:lnTo>
                <a:lnTo>
                  <a:pt x="1091728" y="658178"/>
                </a:lnTo>
                <a:lnTo>
                  <a:pt x="1081896" y="665163"/>
                </a:lnTo>
                <a:lnTo>
                  <a:pt x="1071429" y="671195"/>
                </a:lnTo>
                <a:lnTo>
                  <a:pt x="1060645" y="677228"/>
                </a:lnTo>
                <a:lnTo>
                  <a:pt x="1066354" y="677228"/>
                </a:lnTo>
                <a:lnTo>
                  <a:pt x="1073966" y="677228"/>
                </a:lnTo>
                <a:lnTo>
                  <a:pt x="1081579" y="677863"/>
                </a:lnTo>
                <a:lnTo>
                  <a:pt x="1088557" y="678815"/>
                </a:lnTo>
                <a:lnTo>
                  <a:pt x="1095852" y="679768"/>
                </a:lnTo>
                <a:lnTo>
                  <a:pt x="1103147" y="681673"/>
                </a:lnTo>
                <a:lnTo>
                  <a:pt x="1109808" y="683578"/>
                </a:lnTo>
                <a:lnTo>
                  <a:pt x="1116468" y="685800"/>
                </a:lnTo>
                <a:lnTo>
                  <a:pt x="1123129" y="688023"/>
                </a:lnTo>
                <a:lnTo>
                  <a:pt x="1129473" y="691198"/>
                </a:lnTo>
                <a:lnTo>
                  <a:pt x="1135816" y="694373"/>
                </a:lnTo>
                <a:lnTo>
                  <a:pt x="1141843" y="697548"/>
                </a:lnTo>
                <a:lnTo>
                  <a:pt x="1147869" y="701358"/>
                </a:lnTo>
                <a:lnTo>
                  <a:pt x="1153578" y="705485"/>
                </a:lnTo>
                <a:lnTo>
                  <a:pt x="1158970" y="709613"/>
                </a:lnTo>
                <a:lnTo>
                  <a:pt x="1164045" y="714375"/>
                </a:lnTo>
                <a:lnTo>
                  <a:pt x="1169437" y="718820"/>
                </a:lnTo>
                <a:lnTo>
                  <a:pt x="1173878" y="723583"/>
                </a:lnTo>
                <a:lnTo>
                  <a:pt x="1178953" y="728980"/>
                </a:lnTo>
                <a:lnTo>
                  <a:pt x="1183076" y="734378"/>
                </a:lnTo>
                <a:lnTo>
                  <a:pt x="1187199" y="740093"/>
                </a:lnTo>
                <a:lnTo>
                  <a:pt x="1191005" y="745808"/>
                </a:lnTo>
                <a:lnTo>
                  <a:pt x="1194494" y="751840"/>
                </a:lnTo>
                <a:lnTo>
                  <a:pt x="1197666" y="757873"/>
                </a:lnTo>
                <a:lnTo>
                  <a:pt x="1200521" y="764223"/>
                </a:lnTo>
                <a:lnTo>
                  <a:pt x="1203058" y="770573"/>
                </a:lnTo>
                <a:lnTo>
                  <a:pt x="1205278" y="776923"/>
                </a:lnTo>
                <a:lnTo>
                  <a:pt x="1207182" y="783908"/>
                </a:lnTo>
                <a:lnTo>
                  <a:pt x="1209084" y="790575"/>
                </a:lnTo>
                <a:lnTo>
                  <a:pt x="1210353" y="797878"/>
                </a:lnTo>
                <a:lnTo>
                  <a:pt x="1211305" y="804863"/>
                </a:lnTo>
                <a:lnTo>
                  <a:pt x="1211622" y="812165"/>
                </a:lnTo>
                <a:lnTo>
                  <a:pt x="1212256" y="819468"/>
                </a:lnTo>
                <a:lnTo>
                  <a:pt x="1212256" y="1278891"/>
                </a:lnTo>
                <a:lnTo>
                  <a:pt x="1211622" y="1285876"/>
                </a:lnTo>
                <a:lnTo>
                  <a:pt x="1211305" y="1293178"/>
                </a:lnTo>
                <a:lnTo>
                  <a:pt x="1210353" y="1300481"/>
                </a:lnTo>
                <a:lnTo>
                  <a:pt x="1209084" y="1307466"/>
                </a:lnTo>
                <a:lnTo>
                  <a:pt x="1207182" y="1314451"/>
                </a:lnTo>
                <a:lnTo>
                  <a:pt x="1205278" y="1321118"/>
                </a:lnTo>
                <a:lnTo>
                  <a:pt x="1203058" y="1327468"/>
                </a:lnTo>
                <a:lnTo>
                  <a:pt x="1200521" y="1334136"/>
                </a:lnTo>
                <a:lnTo>
                  <a:pt x="1197666" y="1340486"/>
                </a:lnTo>
                <a:lnTo>
                  <a:pt x="1194494" y="1346518"/>
                </a:lnTo>
                <a:lnTo>
                  <a:pt x="1191005" y="1352551"/>
                </a:lnTo>
                <a:lnTo>
                  <a:pt x="1187199" y="1358266"/>
                </a:lnTo>
                <a:lnTo>
                  <a:pt x="1183076" y="1363981"/>
                </a:lnTo>
                <a:lnTo>
                  <a:pt x="1178953" y="1369061"/>
                </a:lnTo>
                <a:lnTo>
                  <a:pt x="1173878" y="1374458"/>
                </a:lnTo>
                <a:lnTo>
                  <a:pt x="1169437" y="1379221"/>
                </a:lnTo>
                <a:lnTo>
                  <a:pt x="1164045" y="1384301"/>
                </a:lnTo>
                <a:lnTo>
                  <a:pt x="1158970" y="1388428"/>
                </a:lnTo>
                <a:lnTo>
                  <a:pt x="1153578" y="1392873"/>
                </a:lnTo>
                <a:lnTo>
                  <a:pt x="1147869" y="1396683"/>
                </a:lnTo>
                <a:lnTo>
                  <a:pt x="1141843" y="1400493"/>
                </a:lnTo>
                <a:lnTo>
                  <a:pt x="1135816" y="1403986"/>
                </a:lnTo>
                <a:lnTo>
                  <a:pt x="1129473" y="1406843"/>
                </a:lnTo>
                <a:lnTo>
                  <a:pt x="1123129" y="1410018"/>
                </a:lnTo>
                <a:lnTo>
                  <a:pt x="1116468" y="1412558"/>
                </a:lnTo>
                <a:lnTo>
                  <a:pt x="1109808" y="1414781"/>
                </a:lnTo>
                <a:lnTo>
                  <a:pt x="1103147" y="1416686"/>
                </a:lnTo>
                <a:lnTo>
                  <a:pt x="1095852" y="1418273"/>
                </a:lnTo>
                <a:lnTo>
                  <a:pt x="1088557" y="1419543"/>
                </a:lnTo>
                <a:lnTo>
                  <a:pt x="1081579" y="1420496"/>
                </a:lnTo>
                <a:lnTo>
                  <a:pt x="1073966" y="1420813"/>
                </a:lnTo>
                <a:lnTo>
                  <a:pt x="1066354" y="1420813"/>
                </a:lnTo>
                <a:lnTo>
                  <a:pt x="145585" y="1420813"/>
                </a:lnTo>
                <a:lnTo>
                  <a:pt x="138290" y="1420813"/>
                </a:lnTo>
                <a:lnTo>
                  <a:pt x="130678" y="1420496"/>
                </a:lnTo>
                <a:lnTo>
                  <a:pt x="123383" y="1419543"/>
                </a:lnTo>
                <a:lnTo>
                  <a:pt x="116405" y="1418273"/>
                </a:lnTo>
                <a:lnTo>
                  <a:pt x="109427" y="1416686"/>
                </a:lnTo>
                <a:lnTo>
                  <a:pt x="102449" y="1414781"/>
                </a:lnTo>
                <a:lnTo>
                  <a:pt x="95471" y="1412558"/>
                </a:lnTo>
                <a:lnTo>
                  <a:pt x="89127" y="1410018"/>
                </a:lnTo>
                <a:lnTo>
                  <a:pt x="82784" y="1406843"/>
                </a:lnTo>
                <a:lnTo>
                  <a:pt x="76123" y="1403986"/>
                </a:lnTo>
                <a:lnTo>
                  <a:pt x="70097" y="1400493"/>
                </a:lnTo>
                <a:lnTo>
                  <a:pt x="64070" y="1396683"/>
                </a:lnTo>
                <a:lnTo>
                  <a:pt x="58361" y="1392873"/>
                </a:lnTo>
                <a:lnTo>
                  <a:pt x="53286" y="1388428"/>
                </a:lnTo>
                <a:lnTo>
                  <a:pt x="47894" y="1384301"/>
                </a:lnTo>
                <a:lnTo>
                  <a:pt x="42502" y="1379221"/>
                </a:lnTo>
                <a:lnTo>
                  <a:pt x="38062" y="1374458"/>
                </a:lnTo>
                <a:lnTo>
                  <a:pt x="33304" y="1369061"/>
                </a:lnTo>
                <a:lnTo>
                  <a:pt x="29181" y="1363981"/>
                </a:lnTo>
                <a:lnTo>
                  <a:pt x="24740" y="1358266"/>
                </a:lnTo>
                <a:lnTo>
                  <a:pt x="21251" y="1352551"/>
                </a:lnTo>
                <a:lnTo>
                  <a:pt x="17762" y="1346518"/>
                </a:lnTo>
                <a:lnTo>
                  <a:pt x="14273" y="1340486"/>
                </a:lnTo>
                <a:lnTo>
                  <a:pt x="11736" y="1334136"/>
                </a:lnTo>
                <a:lnTo>
                  <a:pt x="8881" y="1327468"/>
                </a:lnTo>
                <a:lnTo>
                  <a:pt x="6661" y="1321118"/>
                </a:lnTo>
                <a:lnTo>
                  <a:pt x="4758" y="1314451"/>
                </a:lnTo>
                <a:lnTo>
                  <a:pt x="2855" y="1307466"/>
                </a:lnTo>
                <a:lnTo>
                  <a:pt x="1903" y="1300481"/>
                </a:lnTo>
                <a:lnTo>
                  <a:pt x="635" y="1293178"/>
                </a:lnTo>
                <a:lnTo>
                  <a:pt x="317" y="1285876"/>
                </a:lnTo>
                <a:lnTo>
                  <a:pt x="0" y="1278891"/>
                </a:lnTo>
                <a:lnTo>
                  <a:pt x="0" y="819468"/>
                </a:lnTo>
                <a:lnTo>
                  <a:pt x="317" y="812165"/>
                </a:lnTo>
                <a:lnTo>
                  <a:pt x="635" y="804863"/>
                </a:lnTo>
                <a:lnTo>
                  <a:pt x="1903" y="797878"/>
                </a:lnTo>
                <a:lnTo>
                  <a:pt x="2855" y="790575"/>
                </a:lnTo>
                <a:lnTo>
                  <a:pt x="4758" y="783908"/>
                </a:lnTo>
                <a:lnTo>
                  <a:pt x="6661" y="776923"/>
                </a:lnTo>
                <a:lnTo>
                  <a:pt x="8881" y="770573"/>
                </a:lnTo>
                <a:lnTo>
                  <a:pt x="11736" y="764223"/>
                </a:lnTo>
                <a:lnTo>
                  <a:pt x="14273" y="757873"/>
                </a:lnTo>
                <a:lnTo>
                  <a:pt x="17762" y="751840"/>
                </a:lnTo>
                <a:lnTo>
                  <a:pt x="21251" y="745808"/>
                </a:lnTo>
                <a:lnTo>
                  <a:pt x="24740" y="740093"/>
                </a:lnTo>
                <a:lnTo>
                  <a:pt x="29181" y="734378"/>
                </a:lnTo>
                <a:lnTo>
                  <a:pt x="33304" y="728980"/>
                </a:lnTo>
                <a:lnTo>
                  <a:pt x="38062" y="723583"/>
                </a:lnTo>
                <a:lnTo>
                  <a:pt x="42502" y="718820"/>
                </a:lnTo>
                <a:lnTo>
                  <a:pt x="47894" y="714375"/>
                </a:lnTo>
                <a:lnTo>
                  <a:pt x="53286" y="709613"/>
                </a:lnTo>
                <a:lnTo>
                  <a:pt x="58361" y="705485"/>
                </a:lnTo>
                <a:lnTo>
                  <a:pt x="64070" y="701358"/>
                </a:lnTo>
                <a:lnTo>
                  <a:pt x="70097" y="697548"/>
                </a:lnTo>
                <a:lnTo>
                  <a:pt x="76123" y="694373"/>
                </a:lnTo>
                <a:lnTo>
                  <a:pt x="82784" y="691198"/>
                </a:lnTo>
                <a:lnTo>
                  <a:pt x="89127" y="688023"/>
                </a:lnTo>
                <a:lnTo>
                  <a:pt x="95471" y="685800"/>
                </a:lnTo>
                <a:lnTo>
                  <a:pt x="102449" y="683578"/>
                </a:lnTo>
                <a:lnTo>
                  <a:pt x="109427" y="681673"/>
                </a:lnTo>
                <a:lnTo>
                  <a:pt x="116405" y="679768"/>
                </a:lnTo>
                <a:lnTo>
                  <a:pt x="123383" y="678815"/>
                </a:lnTo>
                <a:lnTo>
                  <a:pt x="130678" y="677863"/>
                </a:lnTo>
                <a:lnTo>
                  <a:pt x="138290" y="677228"/>
                </a:lnTo>
                <a:lnTo>
                  <a:pt x="145585" y="677228"/>
                </a:lnTo>
                <a:lnTo>
                  <a:pt x="151612" y="677228"/>
                </a:lnTo>
                <a:lnTo>
                  <a:pt x="145585" y="672783"/>
                </a:lnTo>
                <a:lnTo>
                  <a:pt x="139242" y="668020"/>
                </a:lnTo>
                <a:lnTo>
                  <a:pt x="133215" y="663258"/>
                </a:lnTo>
                <a:lnTo>
                  <a:pt x="127189" y="658178"/>
                </a:lnTo>
                <a:lnTo>
                  <a:pt x="121480" y="653415"/>
                </a:lnTo>
                <a:lnTo>
                  <a:pt x="115770" y="648018"/>
                </a:lnTo>
                <a:lnTo>
                  <a:pt x="110378" y="642938"/>
                </a:lnTo>
                <a:lnTo>
                  <a:pt x="104986" y="637223"/>
                </a:lnTo>
                <a:lnTo>
                  <a:pt x="99911" y="631508"/>
                </a:lnTo>
                <a:lnTo>
                  <a:pt x="95154" y="625475"/>
                </a:lnTo>
                <a:lnTo>
                  <a:pt x="90079" y="619443"/>
                </a:lnTo>
                <a:lnTo>
                  <a:pt x="85638" y="613410"/>
                </a:lnTo>
                <a:lnTo>
                  <a:pt x="81198" y="606743"/>
                </a:lnTo>
                <a:lnTo>
                  <a:pt x="77075" y="600393"/>
                </a:lnTo>
                <a:lnTo>
                  <a:pt x="72951" y="594043"/>
                </a:lnTo>
                <a:lnTo>
                  <a:pt x="69145" y="587375"/>
                </a:lnTo>
                <a:lnTo>
                  <a:pt x="65656" y="580390"/>
                </a:lnTo>
                <a:lnTo>
                  <a:pt x="61850" y="573723"/>
                </a:lnTo>
                <a:lnTo>
                  <a:pt x="58995" y="566420"/>
                </a:lnTo>
                <a:lnTo>
                  <a:pt x="55824" y="559118"/>
                </a:lnTo>
                <a:lnTo>
                  <a:pt x="53286" y="552133"/>
                </a:lnTo>
                <a:lnTo>
                  <a:pt x="50432" y="544830"/>
                </a:lnTo>
                <a:lnTo>
                  <a:pt x="48211" y="537210"/>
                </a:lnTo>
                <a:lnTo>
                  <a:pt x="45991" y="529908"/>
                </a:lnTo>
                <a:lnTo>
                  <a:pt x="44088" y="522288"/>
                </a:lnTo>
                <a:lnTo>
                  <a:pt x="42502" y="514350"/>
                </a:lnTo>
                <a:lnTo>
                  <a:pt x="41233" y="506413"/>
                </a:lnTo>
                <a:lnTo>
                  <a:pt x="39965" y="498793"/>
                </a:lnTo>
                <a:lnTo>
                  <a:pt x="39330" y="490538"/>
                </a:lnTo>
                <a:lnTo>
                  <a:pt x="38379" y="482600"/>
                </a:lnTo>
                <a:lnTo>
                  <a:pt x="38062" y="474663"/>
                </a:lnTo>
                <a:lnTo>
                  <a:pt x="37744" y="466090"/>
                </a:lnTo>
                <a:lnTo>
                  <a:pt x="38062" y="453073"/>
                </a:lnTo>
                <a:lnTo>
                  <a:pt x="39330" y="440055"/>
                </a:lnTo>
                <a:lnTo>
                  <a:pt x="40599" y="427355"/>
                </a:lnTo>
                <a:lnTo>
                  <a:pt x="43137" y="414655"/>
                </a:lnTo>
                <a:lnTo>
                  <a:pt x="45991" y="402273"/>
                </a:lnTo>
                <a:lnTo>
                  <a:pt x="49797" y="390208"/>
                </a:lnTo>
                <a:lnTo>
                  <a:pt x="53603" y="378460"/>
                </a:lnTo>
                <a:lnTo>
                  <a:pt x="58361" y="366713"/>
                </a:lnTo>
                <a:lnTo>
                  <a:pt x="63753" y="355600"/>
                </a:lnTo>
                <a:lnTo>
                  <a:pt x="69462" y="344488"/>
                </a:lnTo>
                <a:lnTo>
                  <a:pt x="75489" y="334010"/>
                </a:lnTo>
                <a:lnTo>
                  <a:pt x="82149" y="323215"/>
                </a:lnTo>
                <a:lnTo>
                  <a:pt x="89762" y="313373"/>
                </a:lnTo>
                <a:lnTo>
                  <a:pt x="97374" y="303530"/>
                </a:lnTo>
                <a:lnTo>
                  <a:pt x="105621" y="294640"/>
                </a:lnTo>
                <a:lnTo>
                  <a:pt x="114502" y="285750"/>
                </a:lnTo>
                <a:lnTo>
                  <a:pt x="123383" y="277178"/>
                </a:lnTo>
                <a:lnTo>
                  <a:pt x="132898" y="269240"/>
                </a:lnTo>
                <a:lnTo>
                  <a:pt x="142731" y="261620"/>
                </a:lnTo>
                <a:lnTo>
                  <a:pt x="152880" y="254635"/>
                </a:lnTo>
                <a:lnTo>
                  <a:pt x="163347" y="247968"/>
                </a:lnTo>
                <a:lnTo>
                  <a:pt x="174448" y="241618"/>
                </a:lnTo>
                <a:lnTo>
                  <a:pt x="185867" y="235903"/>
                </a:lnTo>
                <a:lnTo>
                  <a:pt x="196968" y="231140"/>
                </a:lnTo>
                <a:lnTo>
                  <a:pt x="209021" y="226378"/>
                </a:lnTo>
                <a:lnTo>
                  <a:pt x="221391" y="222250"/>
                </a:lnTo>
                <a:lnTo>
                  <a:pt x="233761" y="219075"/>
                </a:lnTo>
                <a:lnTo>
                  <a:pt x="246131" y="216218"/>
                </a:lnTo>
                <a:lnTo>
                  <a:pt x="259135" y="213995"/>
                </a:lnTo>
                <a:lnTo>
                  <a:pt x="272139" y="212090"/>
                </a:lnTo>
                <a:lnTo>
                  <a:pt x="285461" y="211455"/>
                </a:lnTo>
                <a:lnTo>
                  <a:pt x="298782" y="211138"/>
                </a:lnTo>
                <a:lnTo>
                  <a:pt x="307346" y="211138"/>
                </a:lnTo>
                <a:lnTo>
                  <a:pt x="315593" y="211455"/>
                </a:lnTo>
                <a:lnTo>
                  <a:pt x="323839" y="212090"/>
                </a:lnTo>
                <a:lnTo>
                  <a:pt x="332403" y="213043"/>
                </a:lnTo>
                <a:lnTo>
                  <a:pt x="340650" y="214313"/>
                </a:lnTo>
                <a:lnTo>
                  <a:pt x="348896" y="215583"/>
                </a:lnTo>
                <a:lnTo>
                  <a:pt x="356826" y="217488"/>
                </a:lnTo>
                <a:lnTo>
                  <a:pt x="364755" y="219393"/>
                </a:lnTo>
                <a:lnTo>
                  <a:pt x="372685" y="221298"/>
                </a:lnTo>
                <a:lnTo>
                  <a:pt x="380297" y="223838"/>
                </a:lnTo>
                <a:lnTo>
                  <a:pt x="388227" y="226378"/>
                </a:lnTo>
                <a:lnTo>
                  <a:pt x="395839" y="229235"/>
                </a:lnTo>
                <a:lnTo>
                  <a:pt x="402817" y="232093"/>
                </a:lnTo>
                <a:lnTo>
                  <a:pt x="410429" y="235585"/>
                </a:lnTo>
                <a:lnTo>
                  <a:pt x="417724" y="239078"/>
                </a:lnTo>
                <a:lnTo>
                  <a:pt x="424385" y="242888"/>
                </a:lnTo>
                <a:lnTo>
                  <a:pt x="431680" y="246698"/>
                </a:lnTo>
                <a:lnTo>
                  <a:pt x="438024" y="250825"/>
                </a:lnTo>
                <a:lnTo>
                  <a:pt x="444684" y="254953"/>
                </a:lnTo>
                <a:lnTo>
                  <a:pt x="451345" y="259398"/>
                </a:lnTo>
                <a:lnTo>
                  <a:pt x="457689" y="263843"/>
                </a:lnTo>
                <a:lnTo>
                  <a:pt x="464032" y="268923"/>
                </a:lnTo>
                <a:lnTo>
                  <a:pt x="470059" y="273685"/>
                </a:lnTo>
                <a:lnTo>
                  <a:pt x="475768" y="279083"/>
                </a:lnTo>
                <a:lnTo>
                  <a:pt x="481477" y="284480"/>
                </a:lnTo>
                <a:lnTo>
                  <a:pt x="487186" y="289878"/>
                </a:lnTo>
                <a:lnTo>
                  <a:pt x="492261" y="295593"/>
                </a:lnTo>
                <a:lnTo>
                  <a:pt x="497653" y="301308"/>
                </a:lnTo>
                <a:lnTo>
                  <a:pt x="502728" y="307340"/>
                </a:lnTo>
                <a:lnTo>
                  <a:pt x="507486" y="314008"/>
                </a:lnTo>
                <a:lnTo>
                  <a:pt x="512243" y="320040"/>
                </a:lnTo>
                <a:lnTo>
                  <a:pt x="516684" y="326390"/>
                </a:lnTo>
                <a:lnTo>
                  <a:pt x="518904" y="309245"/>
                </a:lnTo>
                <a:lnTo>
                  <a:pt x="521442" y="292735"/>
                </a:lnTo>
                <a:lnTo>
                  <a:pt x="525248" y="275908"/>
                </a:lnTo>
                <a:lnTo>
                  <a:pt x="529688" y="259715"/>
                </a:lnTo>
                <a:lnTo>
                  <a:pt x="534763" y="243840"/>
                </a:lnTo>
                <a:lnTo>
                  <a:pt x="540789" y="228283"/>
                </a:lnTo>
                <a:lnTo>
                  <a:pt x="547133" y="213043"/>
                </a:lnTo>
                <a:lnTo>
                  <a:pt x="554745" y="198120"/>
                </a:lnTo>
                <a:lnTo>
                  <a:pt x="562358" y="183833"/>
                </a:lnTo>
                <a:lnTo>
                  <a:pt x="570921" y="169545"/>
                </a:lnTo>
                <a:lnTo>
                  <a:pt x="580437" y="155893"/>
                </a:lnTo>
                <a:lnTo>
                  <a:pt x="589952" y="142558"/>
                </a:lnTo>
                <a:lnTo>
                  <a:pt x="600419" y="130175"/>
                </a:lnTo>
                <a:lnTo>
                  <a:pt x="611203" y="117475"/>
                </a:lnTo>
                <a:lnTo>
                  <a:pt x="622621" y="106045"/>
                </a:lnTo>
                <a:lnTo>
                  <a:pt x="634674" y="94615"/>
                </a:lnTo>
                <a:lnTo>
                  <a:pt x="647679" y="83820"/>
                </a:lnTo>
                <a:lnTo>
                  <a:pt x="660366" y="73660"/>
                </a:lnTo>
                <a:lnTo>
                  <a:pt x="674004" y="63818"/>
                </a:lnTo>
                <a:lnTo>
                  <a:pt x="687960" y="54928"/>
                </a:lnTo>
                <a:lnTo>
                  <a:pt x="702233" y="46673"/>
                </a:lnTo>
                <a:lnTo>
                  <a:pt x="717141" y="39053"/>
                </a:lnTo>
                <a:lnTo>
                  <a:pt x="732048" y="31750"/>
                </a:lnTo>
                <a:lnTo>
                  <a:pt x="747907" y="25400"/>
                </a:lnTo>
                <a:lnTo>
                  <a:pt x="763766" y="19368"/>
                </a:lnTo>
                <a:lnTo>
                  <a:pt x="780259" y="14288"/>
                </a:lnTo>
                <a:lnTo>
                  <a:pt x="796752" y="10160"/>
                </a:lnTo>
                <a:lnTo>
                  <a:pt x="813880" y="6350"/>
                </a:lnTo>
                <a:lnTo>
                  <a:pt x="830691" y="3810"/>
                </a:lnTo>
                <a:lnTo>
                  <a:pt x="848135" y="1588"/>
                </a:lnTo>
                <a:lnTo>
                  <a:pt x="865897" y="318"/>
                </a:lnTo>
                <a:lnTo>
                  <a:pt x="883659"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en-US" sz="14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830230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3502347851"/>
              </p:ext>
            </p:extLst>
          </p:nvPr>
        </p:nvGraphicFramePr>
        <p:xfrm>
          <a:off x="467544" y="1484784"/>
          <a:ext cx="8208912" cy="4727312"/>
        </p:xfrm>
        <a:graphic>
          <a:graphicData uri="http://schemas.openxmlformats.org/drawingml/2006/table">
            <a:tbl>
              <a:tblPr firstRow="1" bandRow="1">
                <a:tableStyleId>{3B4B98B0-60AC-42C2-AFA5-B58CD77FA1E5}</a:tableStyleId>
              </a:tblPr>
              <a:tblGrid>
                <a:gridCol w="902659"/>
                <a:gridCol w="3084526"/>
                <a:gridCol w="1172702"/>
                <a:gridCol w="3049025"/>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年影院视频广告</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花费</a:t>
                      </a:r>
                      <a:r>
                        <a:rPr lang="zh-CN" altLang="en-US" sz="1600" b="1" kern="1200" dirty="0" smtClean="0">
                          <a:solidFill>
                            <a:srgbClr val="FF0000"/>
                          </a:solidFill>
                          <a:latin typeface="华文中宋" panose="02010600040101010101" pitchFamily="2" charset="-122"/>
                          <a:ea typeface="华文中宋" panose="02010600040101010101" pitchFamily="2" charset="-122"/>
                          <a:cs typeface="+mn-cs"/>
                        </a:rPr>
                        <a:t>增</a:t>
                      </a:r>
                      <a:r>
                        <a:rPr lang="zh-CN" altLang="en-US" sz="1600" b="1" dirty="0" smtClean="0">
                          <a:solidFill>
                            <a:srgbClr val="FF0000"/>
                          </a:solidFill>
                          <a:latin typeface="华文中宋" panose="02010600040101010101" pitchFamily="2" charset="-122"/>
                          <a:ea typeface="华文中宋" panose="02010600040101010101" pitchFamily="2" charset="-122"/>
                        </a:rPr>
                        <a:t>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阿里巴巴淘宝网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太平洋电影网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乐视网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腾讯网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脉脉软件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看看新闻网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驴妈妈网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网易网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蘑菇街网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票时代网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号店网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腾讯应用宝手机软件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搜房网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浙江时代院线</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唯品会网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智联招聘网</a:t>
                      </a:r>
                    </a:p>
                  </a:txBody>
                  <a:tcPr marL="9525" marR="9525" marT="9525" marB="0" anchor="ctr"/>
                </a:tc>
              </a:tr>
            </a:tbl>
          </a:graphicData>
        </a:graphic>
      </p:graphicFrame>
      <p:sp>
        <p:nvSpPr>
          <p:cNvPr id="8"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互联网企业影院视频广告花费</a:t>
            </a:r>
            <a:r>
              <a:rPr lang="zh-CN" altLang="en-US" b="1" dirty="0">
                <a:solidFill>
                  <a:srgbClr val="FF0000"/>
                </a:solidFill>
                <a:latin typeface="Arial Black"/>
                <a:ea typeface="微软雅黑"/>
              </a:rPr>
              <a:t>增幅</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sp>
        <p:nvSpPr>
          <p:cNvPr id="9" name="KSO_Shape"/>
          <p:cNvSpPr>
            <a:spLocks/>
          </p:cNvSpPr>
          <p:nvPr/>
        </p:nvSpPr>
        <p:spPr bwMode="auto">
          <a:xfrm>
            <a:off x="467544" y="116633"/>
            <a:ext cx="1079070" cy="648071"/>
          </a:xfrm>
          <a:custGeom>
            <a:avLst/>
            <a:gdLst>
              <a:gd name="T0" fmla="*/ 622123 w 1646237"/>
              <a:gd name="T1" fmla="*/ 656390 h 1420813"/>
              <a:gd name="T2" fmla="*/ 536604 w 1646237"/>
              <a:gd name="T3" fmla="*/ 767381 h 1420813"/>
              <a:gd name="T4" fmla="*/ 727462 w 1646237"/>
              <a:gd name="T5" fmla="*/ 717766 h 1420813"/>
              <a:gd name="T6" fmla="*/ 1010077 w 1646237"/>
              <a:gd name="T7" fmla="*/ 188538 h 1420813"/>
              <a:gd name="T8" fmla="*/ 1123859 w 1646237"/>
              <a:gd name="T9" fmla="*/ 211324 h 1420813"/>
              <a:gd name="T10" fmla="*/ 1210112 w 1646237"/>
              <a:gd name="T11" fmla="*/ 280418 h 1420813"/>
              <a:gd name="T12" fmla="*/ 1253789 w 1646237"/>
              <a:gd name="T13" fmla="*/ 382588 h 1420813"/>
              <a:gd name="T14" fmla="*/ 1242410 w 1646237"/>
              <a:gd name="T15" fmla="*/ 496519 h 1420813"/>
              <a:gd name="T16" fmla="*/ 1179648 w 1646237"/>
              <a:gd name="T17" fmla="*/ 586929 h 1420813"/>
              <a:gd name="T18" fmla="*/ 1080916 w 1646237"/>
              <a:gd name="T19" fmla="*/ 639117 h 1420813"/>
              <a:gd name="T20" fmla="*/ 963832 w 1646237"/>
              <a:gd name="T21" fmla="*/ 639117 h 1420813"/>
              <a:gd name="T22" fmla="*/ 865100 w 1646237"/>
              <a:gd name="T23" fmla="*/ 586929 h 1420813"/>
              <a:gd name="T24" fmla="*/ 802703 w 1646237"/>
              <a:gd name="T25" fmla="*/ 496519 h 1420813"/>
              <a:gd name="T26" fmla="*/ 791326 w 1646237"/>
              <a:gd name="T27" fmla="*/ 382588 h 1420813"/>
              <a:gd name="T28" fmla="*/ 835002 w 1646237"/>
              <a:gd name="T29" fmla="*/ 280418 h 1420813"/>
              <a:gd name="T30" fmla="*/ 921255 w 1646237"/>
              <a:gd name="T31" fmla="*/ 211324 h 1420813"/>
              <a:gd name="T32" fmla="*/ 1007142 w 1646237"/>
              <a:gd name="T33" fmla="*/ 126427 h 1420813"/>
              <a:gd name="T34" fmla="*/ 868402 w 1646237"/>
              <a:gd name="T35" fmla="*/ 168692 h 1420813"/>
              <a:gd name="T36" fmla="*/ 767836 w 1646237"/>
              <a:gd name="T37" fmla="*/ 266452 h 1420813"/>
              <a:gd name="T38" fmla="*/ 725260 w 1646237"/>
              <a:gd name="T39" fmla="*/ 402801 h 1420813"/>
              <a:gd name="T40" fmla="*/ 754255 w 1646237"/>
              <a:gd name="T41" fmla="*/ 543562 h 1420813"/>
              <a:gd name="T42" fmla="*/ 844179 w 1646237"/>
              <a:gd name="T43" fmla="*/ 650877 h 1420813"/>
              <a:gd name="T44" fmla="*/ 977044 w 1646237"/>
              <a:gd name="T45" fmla="*/ 705637 h 1420813"/>
              <a:gd name="T46" fmla="*/ 1124592 w 1646237"/>
              <a:gd name="T47" fmla="*/ 690937 h 1420813"/>
              <a:gd name="T48" fmla="*/ 1242777 w 1646237"/>
              <a:gd name="T49" fmla="*/ 613390 h 1420813"/>
              <a:gd name="T50" fmla="*/ 1311046 w 1646237"/>
              <a:gd name="T51" fmla="*/ 490271 h 1420813"/>
              <a:gd name="T52" fmla="*/ 1311046 w 1646237"/>
              <a:gd name="T53" fmla="*/ 345101 h 1420813"/>
              <a:gd name="T54" fmla="*/ 1242777 w 1646237"/>
              <a:gd name="T55" fmla="*/ 221615 h 1420813"/>
              <a:gd name="T56" fmla="*/ 1124592 w 1646237"/>
              <a:gd name="T57" fmla="*/ 144068 h 1420813"/>
              <a:gd name="T58" fmla="*/ 1044212 w 1646237"/>
              <a:gd name="T59" fmla="*/ 368 h 1420813"/>
              <a:gd name="T60" fmla="*/ 1188456 w 1646237"/>
              <a:gd name="T61" fmla="*/ 32710 h 1420813"/>
              <a:gd name="T62" fmla="*/ 1352154 w 1646237"/>
              <a:gd name="T63" fmla="*/ 151786 h 1420813"/>
              <a:gd name="T64" fmla="*/ 1438407 w 1646237"/>
              <a:gd name="T65" fmla="*/ 323050 h 1420813"/>
              <a:gd name="T66" fmla="*/ 1449051 w 1646237"/>
              <a:gd name="T67" fmla="*/ 432571 h 1420813"/>
              <a:gd name="T68" fmla="*/ 1419320 w 1646237"/>
              <a:gd name="T69" fmla="*/ 571125 h 1420813"/>
              <a:gd name="T70" fmla="*/ 1346648 w 1646237"/>
              <a:gd name="T71" fmla="*/ 689099 h 1420813"/>
              <a:gd name="T72" fmla="*/ 1239841 w 1646237"/>
              <a:gd name="T73" fmla="*/ 776936 h 1420813"/>
              <a:gd name="T74" fmla="*/ 1299668 w 1646237"/>
              <a:gd name="T75" fmla="*/ 796415 h 1420813"/>
              <a:gd name="T76" fmla="*/ 1364266 w 1646237"/>
              <a:gd name="T77" fmla="*/ 843825 h 1420813"/>
              <a:gd name="T78" fmla="*/ 1399133 w 1646237"/>
              <a:gd name="T79" fmla="*/ 915123 h 1420813"/>
              <a:gd name="T80" fmla="*/ 1396932 w 1646237"/>
              <a:gd name="T81" fmla="*/ 1521532 h 1420813"/>
              <a:gd name="T82" fmla="*/ 1358393 w 1646237"/>
              <a:gd name="T83" fmla="*/ 1590992 h 1420813"/>
              <a:gd name="T84" fmla="*/ 1291960 w 1646237"/>
              <a:gd name="T85" fmla="*/ 1635094 h 1420813"/>
              <a:gd name="T86" fmla="*/ 151219 w 1646237"/>
              <a:gd name="T87" fmla="*/ 1644283 h 1420813"/>
              <a:gd name="T88" fmla="*/ 74141 w 1646237"/>
              <a:gd name="T89" fmla="*/ 1616719 h 1420813"/>
              <a:gd name="T90" fmla="*/ 20554 w 1646237"/>
              <a:gd name="T91" fmla="*/ 1558650 h 1420813"/>
              <a:gd name="T92" fmla="*/ 0 w 1646237"/>
              <a:gd name="T93" fmla="*/ 1480369 h 1420813"/>
              <a:gd name="T94" fmla="*/ 16516 w 1646237"/>
              <a:gd name="T95" fmla="*/ 877269 h 1420813"/>
              <a:gd name="T96" fmla="*/ 67534 w 1646237"/>
              <a:gd name="T97" fmla="*/ 816628 h 1420813"/>
              <a:gd name="T98" fmla="*/ 142777 w 1646237"/>
              <a:gd name="T99" fmla="*/ 785757 h 1420813"/>
              <a:gd name="T100" fmla="*/ 133967 w 1646237"/>
              <a:gd name="T101" fmla="*/ 750108 h 1420813"/>
              <a:gd name="T102" fmla="*/ 80014 w 1646237"/>
              <a:gd name="T103" fmla="*/ 679911 h 1420813"/>
              <a:gd name="T104" fmla="*/ 49183 w 1646237"/>
              <a:gd name="T105" fmla="*/ 595381 h 1420813"/>
              <a:gd name="T106" fmla="*/ 49917 w 1646237"/>
              <a:gd name="T107" fmla="*/ 479980 h 1420813"/>
              <a:gd name="T108" fmla="*/ 112680 w 1646237"/>
              <a:gd name="T109" fmla="*/ 351349 h 1420813"/>
              <a:gd name="T110" fmla="*/ 227928 w 1646237"/>
              <a:gd name="T111" fmla="*/ 267554 h 1420813"/>
              <a:gd name="T112" fmla="*/ 365199 w 1646237"/>
              <a:gd name="T113" fmla="*/ 244768 h 1420813"/>
              <a:gd name="T114" fmla="*/ 458059 w 1646237"/>
              <a:gd name="T115" fmla="*/ 265349 h 1420813"/>
              <a:gd name="T116" fmla="*/ 536971 w 1646237"/>
              <a:gd name="T117" fmla="*/ 311290 h 1420813"/>
              <a:gd name="T118" fmla="*/ 597899 w 1646237"/>
              <a:gd name="T119" fmla="*/ 377810 h 1420813"/>
              <a:gd name="T120" fmla="*/ 660661 w 1646237"/>
              <a:gd name="T121" fmla="*/ 196255 h 1420813"/>
              <a:gd name="T122" fmla="*/ 796097 w 1646237"/>
              <a:gd name="T123" fmla="*/ 63581 h 1420813"/>
              <a:gd name="T124" fmla="*/ 981449 w 1646237"/>
              <a:gd name="T125" fmla="*/ 1838 h 142081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46237" h="1420813">
                <a:moveTo>
                  <a:pt x="1646237" y="762000"/>
                </a:moveTo>
                <a:lnTo>
                  <a:pt x="1646237" y="1350963"/>
                </a:lnTo>
                <a:lnTo>
                  <a:pt x="1277937" y="1162699"/>
                </a:lnTo>
                <a:lnTo>
                  <a:pt x="1277937" y="967120"/>
                </a:lnTo>
                <a:lnTo>
                  <a:pt x="1646237" y="762000"/>
                </a:lnTo>
                <a:close/>
                <a:moveTo>
                  <a:pt x="553476" y="520383"/>
                </a:moveTo>
                <a:lnTo>
                  <a:pt x="550622" y="532448"/>
                </a:lnTo>
                <a:lnTo>
                  <a:pt x="546816" y="544513"/>
                </a:lnTo>
                <a:lnTo>
                  <a:pt x="542692" y="555943"/>
                </a:lnTo>
                <a:lnTo>
                  <a:pt x="537618" y="567055"/>
                </a:lnTo>
                <a:lnTo>
                  <a:pt x="532860" y="578485"/>
                </a:lnTo>
                <a:lnTo>
                  <a:pt x="526834" y="588963"/>
                </a:lnTo>
                <a:lnTo>
                  <a:pt x="520173" y="599758"/>
                </a:lnTo>
                <a:lnTo>
                  <a:pt x="513829" y="609600"/>
                </a:lnTo>
                <a:lnTo>
                  <a:pt x="506217" y="619443"/>
                </a:lnTo>
                <a:lnTo>
                  <a:pt x="498922" y="628968"/>
                </a:lnTo>
                <a:lnTo>
                  <a:pt x="490358" y="637858"/>
                </a:lnTo>
                <a:lnTo>
                  <a:pt x="482111" y="646430"/>
                </a:lnTo>
                <a:lnTo>
                  <a:pt x="473230" y="655003"/>
                </a:lnTo>
                <a:lnTo>
                  <a:pt x="463715" y="662940"/>
                </a:lnTo>
                <a:lnTo>
                  <a:pt x="453882" y="669925"/>
                </a:lnTo>
                <a:lnTo>
                  <a:pt x="444050" y="677228"/>
                </a:lnTo>
                <a:lnTo>
                  <a:pt x="708894" y="677228"/>
                </a:lnTo>
                <a:lnTo>
                  <a:pt x="696207" y="670560"/>
                </a:lnTo>
                <a:lnTo>
                  <a:pt x="684154" y="662940"/>
                </a:lnTo>
                <a:lnTo>
                  <a:pt x="672418" y="655320"/>
                </a:lnTo>
                <a:lnTo>
                  <a:pt x="661317" y="647065"/>
                </a:lnTo>
                <a:lnTo>
                  <a:pt x="649899" y="638493"/>
                </a:lnTo>
                <a:lnTo>
                  <a:pt x="639432" y="629603"/>
                </a:lnTo>
                <a:lnTo>
                  <a:pt x="628648" y="620078"/>
                </a:lnTo>
                <a:lnTo>
                  <a:pt x="618815" y="610553"/>
                </a:lnTo>
                <a:lnTo>
                  <a:pt x="608983" y="600393"/>
                </a:lnTo>
                <a:lnTo>
                  <a:pt x="600102" y="589915"/>
                </a:lnTo>
                <a:lnTo>
                  <a:pt x="590904" y="579438"/>
                </a:lnTo>
                <a:lnTo>
                  <a:pt x="582657" y="568008"/>
                </a:lnTo>
                <a:lnTo>
                  <a:pt x="574728" y="556578"/>
                </a:lnTo>
                <a:lnTo>
                  <a:pt x="567115" y="544830"/>
                </a:lnTo>
                <a:lnTo>
                  <a:pt x="559820" y="532765"/>
                </a:lnTo>
                <a:lnTo>
                  <a:pt x="553476" y="520383"/>
                </a:lnTo>
                <a:close/>
                <a:moveTo>
                  <a:pt x="872875" y="162878"/>
                </a:moveTo>
                <a:lnTo>
                  <a:pt x="883659" y="162878"/>
                </a:lnTo>
                <a:lnTo>
                  <a:pt x="893809" y="162878"/>
                </a:lnTo>
                <a:lnTo>
                  <a:pt x="904276" y="164148"/>
                </a:lnTo>
                <a:lnTo>
                  <a:pt x="914108" y="165418"/>
                </a:lnTo>
                <a:lnTo>
                  <a:pt x="924258" y="166688"/>
                </a:lnTo>
                <a:lnTo>
                  <a:pt x="934091" y="168910"/>
                </a:lnTo>
                <a:lnTo>
                  <a:pt x="943606" y="171768"/>
                </a:lnTo>
                <a:lnTo>
                  <a:pt x="953122" y="174943"/>
                </a:lnTo>
                <a:lnTo>
                  <a:pt x="962002" y="178435"/>
                </a:lnTo>
                <a:lnTo>
                  <a:pt x="971201" y="182563"/>
                </a:lnTo>
                <a:lnTo>
                  <a:pt x="979764" y="186690"/>
                </a:lnTo>
                <a:lnTo>
                  <a:pt x="988328" y="191770"/>
                </a:lnTo>
                <a:lnTo>
                  <a:pt x="996575" y="196533"/>
                </a:lnTo>
                <a:lnTo>
                  <a:pt x="1004504" y="202248"/>
                </a:lnTo>
                <a:lnTo>
                  <a:pt x="1012117" y="207963"/>
                </a:lnTo>
                <a:lnTo>
                  <a:pt x="1019412" y="214313"/>
                </a:lnTo>
                <a:lnTo>
                  <a:pt x="1026390" y="220980"/>
                </a:lnTo>
                <a:lnTo>
                  <a:pt x="1033050" y="227648"/>
                </a:lnTo>
                <a:lnTo>
                  <a:pt x="1039711" y="234950"/>
                </a:lnTo>
                <a:lnTo>
                  <a:pt x="1045738" y="242253"/>
                </a:lnTo>
                <a:lnTo>
                  <a:pt x="1051130" y="250190"/>
                </a:lnTo>
                <a:lnTo>
                  <a:pt x="1056522" y="258128"/>
                </a:lnTo>
                <a:lnTo>
                  <a:pt x="1060962" y="266700"/>
                </a:lnTo>
                <a:lnTo>
                  <a:pt x="1065720" y="274955"/>
                </a:lnTo>
                <a:lnTo>
                  <a:pt x="1069843" y="283528"/>
                </a:lnTo>
                <a:lnTo>
                  <a:pt x="1073649" y="292735"/>
                </a:lnTo>
                <a:lnTo>
                  <a:pt x="1076504" y="301625"/>
                </a:lnTo>
                <a:lnTo>
                  <a:pt x="1079358" y="311150"/>
                </a:lnTo>
                <a:lnTo>
                  <a:pt x="1081579" y="320993"/>
                </a:lnTo>
                <a:lnTo>
                  <a:pt x="1083482" y="330518"/>
                </a:lnTo>
                <a:lnTo>
                  <a:pt x="1084433" y="340360"/>
                </a:lnTo>
                <a:lnTo>
                  <a:pt x="1085385" y="350520"/>
                </a:lnTo>
                <a:lnTo>
                  <a:pt x="1085702" y="360680"/>
                </a:lnTo>
                <a:lnTo>
                  <a:pt x="1085385" y="370840"/>
                </a:lnTo>
                <a:lnTo>
                  <a:pt x="1084433" y="380683"/>
                </a:lnTo>
                <a:lnTo>
                  <a:pt x="1083482" y="390843"/>
                </a:lnTo>
                <a:lnTo>
                  <a:pt x="1081579" y="400368"/>
                </a:lnTo>
                <a:lnTo>
                  <a:pt x="1079358" y="410210"/>
                </a:lnTo>
                <a:lnTo>
                  <a:pt x="1076504" y="419418"/>
                </a:lnTo>
                <a:lnTo>
                  <a:pt x="1073649" y="428943"/>
                </a:lnTo>
                <a:lnTo>
                  <a:pt x="1069843" y="437515"/>
                </a:lnTo>
                <a:lnTo>
                  <a:pt x="1065720" y="446723"/>
                </a:lnTo>
                <a:lnTo>
                  <a:pt x="1060962" y="454978"/>
                </a:lnTo>
                <a:lnTo>
                  <a:pt x="1056522" y="463233"/>
                </a:lnTo>
                <a:lnTo>
                  <a:pt x="1051130" y="471170"/>
                </a:lnTo>
                <a:lnTo>
                  <a:pt x="1045738" y="479108"/>
                </a:lnTo>
                <a:lnTo>
                  <a:pt x="1039711" y="486410"/>
                </a:lnTo>
                <a:lnTo>
                  <a:pt x="1033050" y="493395"/>
                </a:lnTo>
                <a:lnTo>
                  <a:pt x="1026390" y="500698"/>
                </a:lnTo>
                <a:lnTo>
                  <a:pt x="1019412" y="507048"/>
                </a:lnTo>
                <a:lnTo>
                  <a:pt x="1012117" y="513080"/>
                </a:lnTo>
                <a:lnTo>
                  <a:pt x="1004504" y="519113"/>
                </a:lnTo>
                <a:lnTo>
                  <a:pt x="996575" y="524510"/>
                </a:lnTo>
                <a:lnTo>
                  <a:pt x="988328" y="529908"/>
                </a:lnTo>
                <a:lnTo>
                  <a:pt x="979764" y="534670"/>
                </a:lnTo>
                <a:lnTo>
                  <a:pt x="971201" y="538798"/>
                </a:lnTo>
                <a:lnTo>
                  <a:pt x="962002" y="542925"/>
                </a:lnTo>
                <a:lnTo>
                  <a:pt x="953122" y="546418"/>
                </a:lnTo>
                <a:lnTo>
                  <a:pt x="943606" y="549275"/>
                </a:lnTo>
                <a:lnTo>
                  <a:pt x="934091" y="552133"/>
                </a:lnTo>
                <a:lnTo>
                  <a:pt x="924258" y="554355"/>
                </a:lnTo>
                <a:lnTo>
                  <a:pt x="914108" y="556260"/>
                </a:lnTo>
                <a:lnTo>
                  <a:pt x="904276" y="557213"/>
                </a:lnTo>
                <a:lnTo>
                  <a:pt x="893809" y="558165"/>
                </a:lnTo>
                <a:lnTo>
                  <a:pt x="883659" y="558483"/>
                </a:lnTo>
                <a:lnTo>
                  <a:pt x="872875" y="558165"/>
                </a:lnTo>
                <a:lnTo>
                  <a:pt x="862726" y="557213"/>
                </a:lnTo>
                <a:lnTo>
                  <a:pt x="852576" y="556260"/>
                </a:lnTo>
                <a:lnTo>
                  <a:pt x="842743" y="554355"/>
                </a:lnTo>
                <a:lnTo>
                  <a:pt x="832911" y="552133"/>
                </a:lnTo>
                <a:lnTo>
                  <a:pt x="823713" y="549275"/>
                </a:lnTo>
                <a:lnTo>
                  <a:pt x="814197" y="546418"/>
                </a:lnTo>
                <a:lnTo>
                  <a:pt x="804999" y="542925"/>
                </a:lnTo>
                <a:lnTo>
                  <a:pt x="796118" y="538798"/>
                </a:lnTo>
                <a:lnTo>
                  <a:pt x="787237" y="534670"/>
                </a:lnTo>
                <a:lnTo>
                  <a:pt x="778673" y="529908"/>
                </a:lnTo>
                <a:lnTo>
                  <a:pt x="770744" y="524510"/>
                </a:lnTo>
                <a:lnTo>
                  <a:pt x="762814" y="519113"/>
                </a:lnTo>
                <a:lnTo>
                  <a:pt x="754885" y="513080"/>
                </a:lnTo>
                <a:lnTo>
                  <a:pt x="747590" y="507048"/>
                </a:lnTo>
                <a:lnTo>
                  <a:pt x="740612" y="500698"/>
                </a:lnTo>
                <a:lnTo>
                  <a:pt x="733951" y="493395"/>
                </a:lnTo>
                <a:lnTo>
                  <a:pt x="727608" y="486410"/>
                </a:lnTo>
                <a:lnTo>
                  <a:pt x="721581" y="479108"/>
                </a:lnTo>
                <a:lnTo>
                  <a:pt x="715872" y="471170"/>
                </a:lnTo>
                <a:lnTo>
                  <a:pt x="710797" y="463233"/>
                </a:lnTo>
                <a:lnTo>
                  <a:pt x="705722" y="454978"/>
                </a:lnTo>
                <a:lnTo>
                  <a:pt x="701599" y="446723"/>
                </a:lnTo>
                <a:lnTo>
                  <a:pt x="697476" y="437515"/>
                </a:lnTo>
                <a:lnTo>
                  <a:pt x="693669" y="428943"/>
                </a:lnTo>
                <a:lnTo>
                  <a:pt x="690498" y="419418"/>
                </a:lnTo>
                <a:lnTo>
                  <a:pt x="687643" y="410210"/>
                </a:lnTo>
                <a:lnTo>
                  <a:pt x="685423" y="400368"/>
                </a:lnTo>
                <a:lnTo>
                  <a:pt x="683837" y="390843"/>
                </a:lnTo>
                <a:lnTo>
                  <a:pt x="682251" y="380683"/>
                </a:lnTo>
                <a:lnTo>
                  <a:pt x="681617" y="370840"/>
                </a:lnTo>
                <a:lnTo>
                  <a:pt x="681300" y="360680"/>
                </a:lnTo>
                <a:lnTo>
                  <a:pt x="681617" y="350520"/>
                </a:lnTo>
                <a:lnTo>
                  <a:pt x="682251" y="340360"/>
                </a:lnTo>
                <a:lnTo>
                  <a:pt x="683837" y="330518"/>
                </a:lnTo>
                <a:lnTo>
                  <a:pt x="685423" y="320993"/>
                </a:lnTo>
                <a:lnTo>
                  <a:pt x="687643" y="311150"/>
                </a:lnTo>
                <a:lnTo>
                  <a:pt x="690498" y="301625"/>
                </a:lnTo>
                <a:lnTo>
                  <a:pt x="693669" y="292735"/>
                </a:lnTo>
                <a:lnTo>
                  <a:pt x="697476" y="283528"/>
                </a:lnTo>
                <a:lnTo>
                  <a:pt x="701599" y="274955"/>
                </a:lnTo>
                <a:lnTo>
                  <a:pt x="705722" y="266700"/>
                </a:lnTo>
                <a:lnTo>
                  <a:pt x="710797" y="258128"/>
                </a:lnTo>
                <a:lnTo>
                  <a:pt x="715872" y="250190"/>
                </a:lnTo>
                <a:lnTo>
                  <a:pt x="721581" y="242253"/>
                </a:lnTo>
                <a:lnTo>
                  <a:pt x="727608" y="234950"/>
                </a:lnTo>
                <a:lnTo>
                  <a:pt x="733951" y="227648"/>
                </a:lnTo>
                <a:lnTo>
                  <a:pt x="740612" y="220980"/>
                </a:lnTo>
                <a:lnTo>
                  <a:pt x="747590" y="214313"/>
                </a:lnTo>
                <a:lnTo>
                  <a:pt x="754885" y="207963"/>
                </a:lnTo>
                <a:lnTo>
                  <a:pt x="762814" y="202248"/>
                </a:lnTo>
                <a:lnTo>
                  <a:pt x="770744" y="196533"/>
                </a:lnTo>
                <a:lnTo>
                  <a:pt x="778673" y="191770"/>
                </a:lnTo>
                <a:lnTo>
                  <a:pt x="787237" y="186690"/>
                </a:lnTo>
                <a:lnTo>
                  <a:pt x="796118" y="182563"/>
                </a:lnTo>
                <a:lnTo>
                  <a:pt x="804999" y="178435"/>
                </a:lnTo>
                <a:lnTo>
                  <a:pt x="814197" y="174943"/>
                </a:lnTo>
                <a:lnTo>
                  <a:pt x="823713" y="171768"/>
                </a:lnTo>
                <a:lnTo>
                  <a:pt x="832911" y="168910"/>
                </a:lnTo>
                <a:lnTo>
                  <a:pt x="842743" y="166688"/>
                </a:lnTo>
                <a:lnTo>
                  <a:pt x="852576" y="165418"/>
                </a:lnTo>
                <a:lnTo>
                  <a:pt x="862726" y="164148"/>
                </a:lnTo>
                <a:lnTo>
                  <a:pt x="872875" y="162878"/>
                </a:lnTo>
                <a:close/>
                <a:moveTo>
                  <a:pt x="883659" y="108903"/>
                </a:moveTo>
                <a:lnTo>
                  <a:pt x="870338" y="109220"/>
                </a:lnTo>
                <a:lnTo>
                  <a:pt x="857016" y="110490"/>
                </a:lnTo>
                <a:lnTo>
                  <a:pt x="844329" y="112078"/>
                </a:lnTo>
                <a:lnTo>
                  <a:pt x="831959" y="114300"/>
                </a:lnTo>
                <a:lnTo>
                  <a:pt x="819272" y="116840"/>
                </a:lnTo>
                <a:lnTo>
                  <a:pt x="806902" y="120333"/>
                </a:lnTo>
                <a:lnTo>
                  <a:pt x="795167" y="124460"/>
                </a:lnTo>
                <a:lnTo>
                  <a:pt x="783431" y="128905"/>
                </a:lnTo>
                <a:lnTo>
                  <a:pt x="772330" y="133985"/>
                </a:lnTo>
                <a:lnTo>
                  <a:pt x="760911" y="139700"/>
                </a:lnTo>
                <a:lnTo>
                  <a:pt x="750444" y="145733"/>
                </a:lnTo>
                <a:lnTo>
                  <a:pt x="739660" y="152083"/>
                </a:lnTo>
                <a:lnTo>
                  <a:pt x="729511" y="159068"/>
                </a:lnTo>
                <a:lnTo>
                  <a:pt x="719995" y="166370"/>
                </a:lnTo>
                <a:lnTo>
                  <a:pt x="710797" y="174308"/>
                </a:lnTo>
                <a:lnTo>
                  <a:pt x="701599" y="182563"/>
                </a:lnTo>
                <a:lnTo>
                  <a:pt x="693352" y="191453"/>
                </a:lnTo>
                <a:lnTo>
                  <a:pt x="685106" y="200660"/>
                </a:lnTo>
                <a:lnTo>
                  <a:pt x="677493" y="210185"/>
                </a:lnTo>
                <a:lnTo>
                  <a:pt x="670198" y="220028"/>
                </a:lnTo>
                <a:lnTo>
                  <a:pt x="663538" y="230188"/>
                </a:lnTo>
                <a:lnTo>
                  <a:pt x="657511" y="240983"/>
                </a:lnTo>
                <a:lnTo>
                  <a:pt x="651802" y="251460"/>
                </a:lnTo>
                <a:lnTo>
                  <a:pt x="646410" y="262890"/>
                </a:lnTo>
                <a:lnTo>
                  <a:pt x="641969" y="274003"/>
                </a:lnTo>
                <a:lnTo>
                  <a:pt x="638163" y="285750"/>
                </a:lnTo>
                <a:lnTo>
                  <a:pt x="634357" y="298133"/>
                </a:lnTo>
                <a:lnTo>
                  <a:pt x="631820" y="310198"/>
                </a:lnTo>
                <a:lnTo>
                  <a:pt x="629599" y="322580"/>
                </a:lnTo>
                <a:lnTo>
                  <a:pt x="627696" y="334963"/>
                </a:lnTo>
                <a:lnTo>
                  <a:pt x="626745" y="347980"/>
                </a:lnTo>
                <a:lnTo>
                  <a:pt x="626428" y="360680"/>
                </a:lnTo>
                <a:lnTo>
                  <a:pt x="626745" y="373698"/>
                </a:lnTo>
                <a:lnTo>
                  <a:pt x="627696" y="386398"/>
                </a:lnTo>
                <a:lnTo>
                  <a:pt x="629599" y="398780"/>
                </a:lnTo>
                <a:lnTo>
                  <a:pt x="631820" y="411480"/>
                </a:lnTo>
                <a:lnTo>
                  <a:pt x="634357" y="423545"/>
                </a:lnTo>
                <a:lnTo>
                  <a:pt x="638163" y="435610"/>
                </a:lnTo>
                <a:lnTo>
                  <a:pt x="641969" y="447358"/>
                </a:lnTo>
                <a:lnTo>
                  <a:pt x="646410" y="458788"/>
                </a:lnTo>
                <a:lnTo>
                  <a:pt x="651802" y="469583"/>
                </a:lnTo>
                <a:lnTo>
                  <a:pt x="657511" y="480695"/>
                </a:lnTo>
                <a:lnTo>
                  <a:pt x="663538" y="491173"/>
                </a:lnTo>
                <a:lnTo>
                  <a:pt x="670198" y="501333"/>
                </a:lnTo>
                <a:lnTo>
                  <a:pt x="677493" y="511175"/>
                </a:lnTo>
                <a:lnTo>
                  <a:pt x="685106" y="520700"/>
                </a:lnTo>
                <a:lnTo>
                  <a:pt x="693352" y="529908"/>
                </a:lnTo>
                <a:lnTo>
                  <a:pt x="701599" y="538798"/>
                </a:lnTo>
                <a:lnTo>
                  <a:pt x="710797" y="547053"/>
                </a:lnTo>
                <a:lnTo>
                  <a:pt x="719995" y="554990"/>
                </a:lnTo>
                <a:lnTo>
                  <a:pt x="729511" y="562293"/>
                </a:lnTo>
                <a:lnTo>
                  <a:pt x="739660" y="569595"/>
                </a:lnTo>
                <a:lnTo>
                  <a:pt x="750444" y="575945"/>
                </a:lnTo>
                <a:lnTo>
                  <a:pt x="760911" y="581978"/>
                </a:lnTo>
                <a:lnTo>
                  <a:pt x="772330" y="587693"/>
                </a:lnTo>
                <a:lnTo>
                  <a:pt x="783431" y="592455"/>
                </a:lnTo>
                <a:lnTo>
                  <a:pt x="795167" y="596900"/>
                </a:lnTo>
                <a:lnTo>
                  <a:pt x="806902" y="601345"/>
                </a:lnTo>
                <a:lnTo>
                  <a:pt x="819272" y="604520"/>
                </a:lnTo>
                <a:lnTo>
                  <a:pt x="831959" y="607378"/>
                </a:lnTo>
                <a:lnTo>
                  <a:pt x="844329" y="609600"/>
                </a:lnTo>
                <a:lnTo>
                  <a:pt x="857016" y="611188"/>
                </a:lnTo>
                <a:lnTo>
                  <a:pt x="870338" y="612140"/>
                </a:lnTo>
                <a:lnTo>
                  <a:pt x="883659" y="612458"/>
                </a:lnTo>
                <a:lnTo>
                  <a:pt x="896664" y="612140"/>
                </a:lnTo>
                <a:lnTo>
                  <a:pt x="909985" y="611188"/>
                </a:lnTo>
                <a:lnTo>
                  <a:pt x="922990" y="609600"/>
                </a:lnTo>
                <a:lnTo>
                  <a:pt x="935360" y="607378"/>
                </a:lnTo>
                <a:lnTo>
                  <a:pt x="947729" y="604520"/>
                </a:lnTo>
                <a:lnTo>
                  <a:pt x="960417" y="601345"/>
                </a:lnTo>
                <a:lnTo>
                  <a:pt x="971835" y="596900"/>
                </a:lnTo>
                <a:lnTo>
                  <a:pt x="983571" y="592455"/>
                </a:lnTo>
                <a:lnTo>
                  <a:pt x="994989" y="587693"/>
                </a:lnTo>
                <a:lnTo>
                  <a:pt x="1006407" y="581978"/>
                </a:lnTo>
                <a:lnTo>
                  <a:pt x="1016874" y="575945"/>
                </a:lnTo>
                <a:lnTo>
                  <a:pt x="1027341" y="569595"/>
                </a:lnTo>
                <a:lnTo>
                  <a:pt x="1037808" y="562293"/>
                </a:lnTo>
                <a:lnTo>
                  <a:pt x="1047006" y="554990"/>
                </a:lnTo>
                <a:lnTo>
                  <a:pt x="1056522" y="547053"/>
                </a:lnTo>
                <a:lnTo>
                  <a:pt x="1065720" y="538798"/>
                </a:lnTo>
                <a:lnTo>
                  <a:pt x="1073966" y="529908"/>
                </a:lnTo>
                <a:lnTo>
                  <a:pt x="1082213" y="520700"/>
                </a:lnTo>
                <a:lnTo>
                  <a:pt x="1089825" y="511175"/>
                </a:lnTo>
                <a:lnTo>
                  <a:pt x="1097120" y="501333"/>
                </a:lnTo>
                <a:lnTo>
                  <a:pt x="1103781" y="491173"/>
                </a:lnTo>
                <a:lnTo>
                  <a:pt x="1109808" y="480695"/>
                </a:lnTo>
                <a:lnTo>
                  <a:pt x="1115517" y="469583"/>
                </a:lnTo>
                <a:lnTo>
                  <a:pt x="1120909" y="458788"/>
                </a:lnTo>
                <a:lnTo>
                  <a:pt x="1125349" y="447358"/>
                </a:lnTo>
                <a:lnTo>
                  <a:pt x="1129473" y="435610"/>
                </a:lnTo>
                <a:lnTo>
                  <a:pt x="1132962" y="423545"/>
                </a:lnTo>
                <a:lnTo>
                  <a:pt x="1135816" y="411480"/>
                </a:lnTo>
                <a:lnTo>
                  <a:pt x="1138036" y="398780"/>
                </a:lnTo>
                <a:lnTo>
                  <a:pt x="1139622" y="386398"/>
                </a:lnTo>
                <a:lnTo>
                  <a:pt x="1140891" y="373698"/>
                </a:lnTo>
                <a:lnTo>
                  <a:pt x="1140891" y="360680"/>
                </a:lnTo>
                <a:lnTo>
                  <a:pt x="1140891" y="347980"/>
                </a:lnTo>
                <a:lnTo>
                  <a:pt x="1139622" y="334963"/>
                </a:lnTo>
                <a:lnTo>
                  <a:pt x="1138036" y="322580"/>
                </a:lnTo>
                <a:lnTo>
                  <a:pt x="1135816" y="310198"/>
                </a:lnTo>
                <a:lnTo>
                  <a:pt x="1132962" y="298133"/>
                </a:lnTo>
                <a:lnTo>
                  <a:pt x="1129473" y="285750"/>
                </a:lnTo>
                <a:lnTo>
                  <a:pt x="1125349" y="274003"/>
                </a:lnTo>
                <a:lnTo>
                  <a:pt x="1120909" y="262890"/>
                </a:lnTo>
                <a:lnTo>
                  <a:pt x="1115517" y="251460"/>
                </a:lnTo>
                <a:lnTo>
                  <a:pt x="1109808" y="240983"/>
                </a:lnTo>
                <a:lnTo>
                  <a:pt x="1103781" y="230188"/>
                </a:lnTo>
                <a:lnTo>
                  <a:pt x="1097120" y="220028"/>
                </a:lnTo>
                <a:lnTo>
                  <a:pt x="1089825" y="210185"/>
                </a:lnTo>
                <a:lnTo>
                  <a:pt x="1082213" y="200660"/>
                </a:lnTo>
                <a:lnTo>
                  <a:pt x="1073966" y="191453"/>
                </a:lnTo>
                <a:lnTo>
                  <a:pt x="1065720" y="182563"/>
                </a:lnTo>
                <a:lnTo>
                  <a:pt x="1056522" y="174308"/>
                </a:lnTo>
                <a:lnTo>
                  <a:pt x="1047006" y="166370"/>
                </a:lnTo>
                <a:lnTo>
                  <a:pt x="1037808" y="159068"/>
                </a:lnTo>
                <a:lnTo>
                  <a:pt x="1027341" y="152083"/>
                </a:lnTo>
                <a:lnTo>
                  <a:pt x="1016874" y="145733"/>
                </a:lnTo>
                <a:lnTo>
                  <a:pt x="1006407" y="139700"/>
                </a:lnTo>
                <a:lnTo>
                  <a:pt x="994989" y="133985"/>
                </a:lnTo>
                <a:lnTo>
                  <a:pt x="983571" y="128905"/>
                </a:lnTo>
                <a:lnTo>
                  <a:pt x="971835" y="124460"/>
                </a:lnTo>
                <a:lnTo>
                  <a:pt x="960417" y="120333"/>
                </a:lnTo>
                <a:lnTo>
                  <a:pt x="947729" y="116840"/>
                </a:lnTo>
                <a:lnTo>
                  <a:pt x="935360" y="114300"/>
                </a:lnTo>
                <a:lnTo>
                  <a:pt x="922990" y="112078"/>
                </a:lnTo>
                <a:lnTo>
                  <a:pt x="909985" y="110490"/>
                </a:lnTo>
                <a:lnTo>
                  <a:pt x="896664" y="109220"/>
                </a:lnTo>
                <a:lnTo>
                  <a:pt x="883659" y="108903"/>
                </a:lnTo>
                <a:close/>
                <a:moveTo>
                  <a:pt x="883659" y="0"/>
                </a:moveTo>
                <a:lnTo>
                  <a:pt x="893175" y="0"/>
                </a:lnTo>
                <a:lnTo>
                  <a:pt x="902373" y="318"/>
                </a:lnTo>
                <a:lnTo>
                  <a:pt x="911888" y="1270"/>
                </a:lnTo>
                <a:lnTo>
                  <a:pt x="921404" y="1905"/>
                </a:lnTo>
                <a:lnTo>
                  <a:pt x="930919" y="3175"/>
                </a:lnTo>
                <a:lnTo>
                  <a:pt x="939800" y="4128"/>
                </a:lnTo>
                <a:lnTo>
                  <a:pt x="948998" y="5715"/>
                </a:lnTo>
                <a:lnTo>
                  <a:pt x="957879" y="7303"/>
                </a:lnTo>
                <a:lnTo>
                  <a:pt x="975641" y="11430"/>
                </a:lnTo>
                <a:lnTo>
                  <a:pt x="993086" y="16193"/>
                </a:lnTo>
                <a:lnTo>
                  <a:pt x="1010531" y="21908"/>
                </a:lnTo>
                <a:lnTo>
                  <a:pt x="1027024" y="28258"/>
                </a:lnTo>
                <a:lnTo>
                  <a:pt x="1043200" y="35560"/>
                </a:lnTo>
                <a:lnTo>
                  <a:pt x="1059694" y="43498"/>
                </a:lnTo>
                <a:lnTo>
                  <a:pt x="1074601" y="52070"/>
                </a:lnTo>
                <a:lnTo>
                  <a:pt x="1089825" y="61595"/>
                </a:lnTo>
                <a:lnTo>
                  <a:pt x="1104098" y="71438"/>
                </a:lnTo>
                <a:lnTo>
                  <a:pt x="1118054" y="82550"/>
                </a:lnTo>
                <a:lnTo>
                  <a:pt x="1131693" y="93663"/>
                </a:lnTo>
                <a:lnTo>
                  <a:pt x="1144697" y="105410"/>
                </a:lnTo>
                <a:lnTo>
                  <a:pt x="1156750" y="118110"/>
                </a:lnTo>
                <a:lnTo>
                  <a:pt x="1168486" y="131128"/>
                </a:lnTo>
                <a:lnTo>
                  <a:pt x="1179270" y="144780"/>
                </a:lnTo>
                <a:lnTo>
                  <a:pt x="1189420" y="158750"/>
                </a:lnTo>
                <a:lnTo>
                  <a:pt x="1198935" y="173673"/>
                </a:lnTo>
                <a:lnTo>
                  <a:pt x="1208133" y="188595"/>
                </a:lnTo>
                <a:lnTo>
                  <a:pt x="1216062" y="204153"/>
                </a:lnTo>
                <a:lnTo>
                  <a:pt x="1223358" y="220345"/>
                </a:lnTo>
                <a:lnTo>
                  <a:pt x="1230018" y="236855"/>
                </a:lnTo>
                <a:lnTo>
                  <a:pt x="1236045" y="253365"/>
                </a:lnTo>
                <a:lnTo>
                  <a:pt x="1240802" y="270510"/>
                </a:lnTo>
                <a:lnTo>
                  <a:pt x="1243023" y="279083"/>
                </a:lnTo>
                <a:lnTo>
                  <a:pt x="1244926" y="288290"/>
                </a:lnTo>
                <a:lnTo>
                  <a:pt x="1246512" y="296863"/>
                </a:lnTo>
                <a:lnTo>
                  <a:pt x="1248098" y="306070"/>
                </a:lnTo>
                <a:lnTo>
                  <a:pt x="1249683" y="314643"/>
                </a:lnTo>
                <a:lnTo>
                  <a:pt x="1250635" y="323533"/>
                </a:lnTo>
                <a:lnTo>
                  <a:pt x="1251269" y="333058"/>
                </a:lnTo>
                <a:lnTo>
                  <a:pt x="1251904" y="342265"/>
                </a:lnTo>
                <a:lnTo>
                  <a:pt x="1252221" y="351155"/>
                </a:lnTo>
                <a:lnTo>
                  <a:pt x="1252538" y="360680"/>
                </a:lnTo>
                <a:lnTo>
                  <a:pt x="1252221" y="373698"/>
                </a:lnTo>
                <a:lnTo>
                  <a:pt x="1251269" y="386080"/>
                </a:lnTo>
                <a:lnTo>
                  <a:pt x="1250318" y="398463"/>
                </a:lnTo>
                <a:lnTo>
                  <a:pt x="1248732" y="411163"/>
                </a:lnTo>
                <a:lnTo>
                  <a:pt x="1246829" y="423228"/>
                </a:lnTo>
                <a:lnTo>
                  <a:pt x="1244608" y="435293"/>
                </a:lnTo>
                <a:lnTo>
                  <a:pt x="1241754" y="447358"/>
                </a:lnTo>
                <a:lnTo>
                  <a:pt x="1238582" y="459105"/>
                </a:lnTo>
                <a:lnTo>
                  <a:pt x="1234776" y="470853"/>
                </a:lnTo>
                <a:lnTo>
                  <a:pt x="1230970" y="481965"/>
                </a:lnTo>
                <a:lnTo>
                  <a:pt x="1226529" y="493395"/>
                </a:lnTo>
                <a:lnTo>
                  <a:pt x="1222089" y="504825"/>
                </a:lnTo>
                <a:lnTo>
                  <a:pt x="1216697" y="515303"/>
                </a:lnTo>
                <a:lnTo>
                  <a:pt x="1211305" y="526415"/>
                </a:lnTo>
                <a:lnTo>
                  <a:pt x="1205278" y="536893"/>
                </a:lnTo>
                <a:lnTo>
                  <a:pt x="1199252" y="547053"/>
                </a:lnTo>
                <a:lnTo>
                  <a:pt x="1192908" y="557213"/>
                </a:lnTo>
                <a:lnTo>
                  <a:pt x="1185930" y="567055"/>
                </a:lnTo>
                <a:lnTo>
                  <a:pt x="1178953" y="576580"/>
                </a:lnTo>
                <a:lnTo>
                  <a:pt x="1171340" y="586105"/>
                </a:lnTo>
                <a:lnTo>
                  <a:pt x="1163728" y="595313"/>
                </a:lnTo>
                <a:lnTo>
                  <a:pt x="1155798" y="604203"/>
                </a:lnTo>
                <a:lnTo>
                  <a:pt x="1147552" y="612458"/>
                </a:lnTo>
                <a:lnTo>
                  <a:pt x="1138988" y="621030"/>
                </a:lnTo>
                <a:lnTo>
                  <a:pt x="1129790" y="629285"/>
                </a:lnTo>
                <a:lnTo>
                  <a:pt x="1120909" y="636905"/>
                </a:lnTo>
                <a:lnTo>
                  <a:pt x="1111394" y="644208"/>
                </a:lnTo>
                <a:lnTo>
                  <a:pt x="1101878" y="651510"/>
                </a:lnTo>
                <a:lnTo>
                  <a:pt x="1091728" y="658178"/>
                </a:lnTo>
                <a:lnTo>
                  <a:pt x="1081896" y="665163"/>
                </a:lnTo>
                <a:lnTo>
                  <a:pt x="1071429" y="671195"/>
                </a:lnTo>
                <a:lnTo>
                  <a:pt x="1060645" y="677228"/>
                </a:lnTo>
                <a:lnTo>
                  <a:pt x="1066354" y="677228"/>
                </a:lnTo>
                <a:lnTo>
                  <a:pt x="1073966" y="677228"/>
                </a:lnTo>
                <a:lnTo>
                  <a:pt x="1081579" y="677863"/>
                </a:lnTo>
                <a:lnTo>
                  <a:pt x="1088557" y="678815"/>
                </a:lnTo>
                <a:lnTo>
                  <a:pt x="1095852" y="679768"/>
                </a:lnTo>
                <a:lnTo>
                  <a:pt x="1103147" y="681673"/>
                </a:lnTo>
                <a:lnTo>
                  <a:pt x="1109808" y="683578"/>
                </a:lnTo>
                <a:lnTo>
                  <a:pt x="1116468" y="685800"/>
                </a:lnTo>
                <a:lnTo>
                  <a:pt x="1123129" y="688023"/>
                </a:lnTo>
                <a:lnTo>
                  <a:pt x="1129473" y="691198"/>
                </a:lnTo>
                <a:lnTo>
                  <a:pt x="1135816" y="694373"/>
                </a:lnTo>
                <a:lnTo>
                  <a:pt x="1141843" y="697548"/>
                </a:lnTo>
                <a:lnTo>
                  <a:pt x="1147869" y="701358"/>
                </a:lnTo>
                <a:lnTo>
                  <a:pt x="1153578" y="705485"/>
                </a:lnTo>
                <a:lnTo>
                  <a:pt x="1158970" y="709613"/>
                </a:lnTo>
                <a:lnTo>
                  <a:pt x="1164045" y="714375"/>
                </a:lnTo>
                <a:lnTo>
                  <a:pt x="1169437" y="718820"/>
                </a:lnTo>
                <a:lnTo>
                  <a:pt x="1173878" y="723583"/>
                </a:lnTo>
                <a:lnTo>
                  <a:pt x="1178953" y="728980"/>
                </a:lnTo>
                <a:lnTo>
                  <a:pt x="1183076" y="734378"/>
                </a:lnTo>
                <a:lnTo>
                  <a:pt x="1187199" y="740093"/>
                </a:lnTo>
                <a:lnTo>
                  <a:pt x="1191005" y="745808"/>
                </a:lnTo>
                <a:lnTo>
                  <a:pt x="1194494" y="751840"/>
                </a:lnTo>
                <a:lnTo>
                  <a:pt x="1197666" y="757873"/>
                </a:lnTo>
                <a:lnTo>
                  <a:pt x="1200521" y="764223"/>
                </a:lnTo>
                <a:lnTo>
                  <a:pt x="1203058" y="770573"/>
                </a:lnTo>
                <a:lnTo>
                  <a:pt x="1205278" y="776923"/>
                </a:lnTo>
                <a:lnTo>
                  <a:pt x="1207182" y="783908"/>
                </a:lnTo>
                <a:lnTo>
                  <a:pt x="1209084" y="790575"/>
                </a:lnTo>
                <a:lnTo>
                  <a:pt x="1210353" y="797878"/>
                </a:lnTo>
                <a:lnTo>
                  <a:pt x="1211305" y="804863"/>
                </a:lnTo>
                <a:lnTo>
                  <a:pt x="1211622" y="812165"/>
                </a:lnTo>
                <a:lnTo>
                  <a:pt x="1212256" y="819468"/>
                </a:lnTo>
                <a:lnTo>
                  <a:pt x="1212256" y="1278891"/>
                </a:lnTo>
                <a:lnTo>
                  <a:pt x="1211622" y="1285876"/>
                </a:lnTo>
                <a:lnTo>
                  <a:pt x="1211305" y="1293178"/>
                </a:lnTo>
                <a:lnTo>
                  <a:pt x="1210353" y="1300481"/>
                </a:lnTo>
                <a:lnTo>
                  <a:pt x="1209084" y="1307466"/>
                </a:lnTo>
                <a:lnTo>
                  <a:pt x="1207182" y="1314451"/>
                </a:lnTo>
                <a:lnTo>
                  <a:pt x="1205278" y="1321118"/>
                </a:lnTo>
                <a:lnTo>
                  <a:pt x="1203058" y="1327468"/>
                </a:lnTo>
                <a:lnTo>
                  <a:pt x="1200521" y="1334136"/>
                </a:lnTo>
                <a:lnTo>
                  <a:pt x="1197666" y="1340486"/>
                </a:lnTo>
                <a:lnTo>
                  <a:pt x="1194494" y="1346518"/>
                </a:lnTo>
                <a:lnTo>
                  <a:pt x="1191005" y="1352551"/>
                </a:lnTo>
                <a:lnTo>
                  <a:pt x="1187199" y="1358266"/>
                </a:lnTo>
                <a:lnTo>
                  <a:pt x="1183076" y="1363981"/>
                </a:lnTo>
                <a:lnTo>
                  <a:pt x="1178953" y="1369061"/>
                </a:lnTo>
                <a:lnTo>
                  <a:pt x="1173878" y="1374458"/>
                </a:lnTo>
                <a:lnTo>
                  <a:pt x="1169437" y="1379221"/>
                </a:lnTo>
                <a:lnTo>
                  <a:pt x="1164045" y="1384301"/>
                </a:lnTo>
                <a:lnTo>
                  <a:pt x="1158970" y="1388428"/>
                </a:lnTo>
                <a:lnTo>
                  <a:pt x="1153578" y="1392873"/>
                </a:lnTo>
                <a:lnTo>
                  <a:pt x="1147869" y="1396683"/>
                </a:lnTo>
                <a:lnTo>
                  <a:pt x="1141843" y="1400493"/>
                </a:lnTo>
                <a:lnTo>
                  <a:pt x="1135816" y="1403986"/>
                </a:lnTo>
                <a:lnTo>
                  <a:pt x="1129473" y="1406843"/>
                </a:lnTo>
                <a:lnTo>
                  <a:pt x="1123129" y="1410018"/>
                </a:lnTo>
                <a:lnTo>
                  <a:pt x="1116468" y="1412558"/>
                </a:lnTo>
                <a:lnTo>
                  <a:pt x="1109808" y="1414781"/>
                </a:lnTo>
                <a:lnTo>
                  <a:pt x="1103147" y="1416686"/>
                </a:lnTo>
                <a:lnTo>
                  <a:pt x="1095852" y="1418273"/>
                </a:lnTo>
                <a:lnTo>
                  <a:pt x="1088557" y="1419543"/>
                </a:lnTo>
                <a:lnTo>
                  <a:pt x="1081579" y="1420496"/>
                </a:lnTo>
                <a:lnTo>
                  <a:pt x="1073966" y="1420813"/>
                </a:lnTo>
                <a:lnTo>
                  <a:pt x="1066354" y="1420813"/>
                </a:lnTo>
                <a:lnTo>
                  <a:pt x="145585" y="1420813"/>
                </a:lnTo>
                <a:lnTo>
                  <a:pt x="138290" y="1420813"/>
                </a:lnTo>
                <a:lnTo>
                  <a:pt x="130678" y="1420496"/>
                </a:lnTo>
                <a:lnTo>
                  <a:pt x="123383" y="1419543"/>
                </a:lnTo>
                <a:lnTo>
                  <a:pt x="116405" y="1418273"/>
                </a:lnTo>
                <a:lnTo>
                  <a:pt x="109427" y="1416686"/>
                </a:lnTo>
                <a:lnTo>
                  <a:pt x="102449" y="1414781"/>
                </a:lnTo>
                <a:lnTo>
                  <a:pt x="95471" y="1412558"/>
                </a:lnTo>
                <a:lnTo>
                  <a:pt x="89127" y="1410018"/>
                </a:lnTo>
                <a:lnTo>
                  <a:pt x="82784" y="1406843"/>
                </a:lnTo>
                <a:lnTo>
                  <a:pt x="76123" y="1403986"/>
                </a:lnTo>
                <a:lnTo>
                  <a:pt x="70097" y="1400493"/>
                </a:lnTo>
                <a:lnTo>
                  <a:pt x="64070" y="1396683"/>
                </a:lnTo>
                <a:lnTo>
                  <a:pt x="58361" y="1392873"/>
                </a:lnTo>
                <a:lnTo>
                  <a:pt x="53286" y="1388428"/>
                </a:lnTo>
                <a:lnTo>
                  <a:pt x="47894" y="1384301"/>
                </a:lnTo>
                <a:lnTo>
                  <a:pt x="42502" y="1379221"/>
                </a:lnTo>
                <a:lnTo>
                  <a:pt x="38062" y="1374458"/>
                </a:lnTo>
                <a:lnTo>
                  <a:pt x="33304" y="1369061"/>
                </a:lnTo>
                <a:lnTo>
                  <a:pt x="29181" y="1363981"/>
                </a:lnTo>
                <a:lnTo>
                  <a:pt x="24740" y="1358266"/>
                </a:lnTo>
                <a:lnTo>
                  <a:pt x="21251" y="1352551"/>
                </a:lnTo>
                <a:lnTo>
                  <a:pt x="17762" y="1346518"/>
                </a:lnTo>
                <a:lnTo>
                  <a:pt x="14273" y="1340486"/>
                </a:lnTo>
                <a:lnTo>
                  <a:pt x="11736" y="1334136"/>
                </a:lnTo>
                <a:lnTo>
                  <a:pt x="8881" y="1327468"/>
                </a:lnTo>
                <a:lnTo>
                  <a:pt x="6661" y="1321118"/>
                </a:lnTo>
                <a:lnTo>
                  <a:pt x="4758" y="1314451"/>
                </a:lnTo>
                <a:lnTo>
                  <a:pt x="2855" y="1307466"/>
                </a:lnTo>
                <a:lnTo>
                  <a:pt x="1903" y="1300481"/>
                </a:lnTo>
                <a:lnTo>
                  <a:pt x="635" y="1293178"/>
                </a:lnTo>
                <a:lnTo>
                  <a:pt x="317" y="1285876"/>
                </a:lnTo>
                <a:lnTo>
                  <a:pt x="0" y="1278891"/>
                </a:lnTo>
                <a:lnTo>
                  <a:pt x="0" y="819468"/>
                </a:lnTo>
                <a:lnTo>
                  <a:pt x="317" y="812165"/>
                </a:lnTo>
                <a:lnTo>
                  <a:pt x="635" y="804863"/>
                </a:lnTo>
                <a:lnTo>
                  <a:pt x="1903" y="797878"/>
                </a:lnTo>
                <a:lnTo>
                  <a:pt x="2855" y="790575"/>
                </a:lnTo>
                <a:lnTo>
                  <a:pt x="4758" y="783908"/>
                </a:lnTo>
                <a:lnTo>
                  <a:pt x="6661" y="776923"/>
                </a:lnTo>
                <a:lnTo>
                  <a:pt x="8881" y="770573"/>
                </a:lnTo>
                <a:lnTo>
                  <a:pt x="11736" y="764223"/>
                </a:lnTo>
                <a:lnTo>
                  <a:pt x="14273" y="757873"/>
                </a:lnTo>
                <a:lnTo>
                  <a:pt x="17762" y="751840"/>
                </a:lnTo>
                <a:lnTo>
                  <a:pt x="21251" y="745808"/>
                </a:lnTo>
                <a:lnTo>
                  <a:pt x="24740" y="740093"/>
                </a:lnTo>
                <a:lnTo>
                  <a:pt x="29181" y="734378"/>
                </a:lnTo>
                <a:lnTo>
                  <a:pt x="33304" y="728980"/>
                </a:lnTo>
                <a:lnTo>
                  <a:pt x="38062" y="723583"/>
                </a:lnTo>
                <a:lnTo>
                  <a:pt x="42502" y="718820"/>
                </a:lnTo>
                <a:lnTo>
                  <a:pt x="47894" y="714375"/>
                </a:lnTo>
                <a:lnTo>
                  <a:pt x="53286" y="709613"/>
                </a:lnTo>
                <a:lnTo>
                  <a:pt x="58361" y="705485"/>
                </a:lnTo>
                <a:lnTo>
                  <a:pt x="64070" y="701358"/>
                </a:lnTo>
                <a:lnTo>
                  <a:pt x="70097" y="697548"/>
                </a:lnTo>
                <a:lnTo>
                  <a:pt x="76123" y="694373"/>
                </a:lnTo>
                <a:lnTo>
                  <a:pt x="82784" y="691198"/>
                </a:lnTo>
                <a:lnTo>
                  <a:pt x="89127" y="688023"/>
                </a:lnTo>
                <a:lnTo>
                  <a:pt x="95471" y="685800"/>
                </a:lnTo>
                <a:lnTo>
                  <a:pt x="102449" y="683578"/>
                </a:lnTo>
                <a:lnTo>
                  <a:pt x="109427" y="681673"/>
                </a:lnTo>
                <a:lnTo>
                  <a:pt x="116405" y="679768"/>
                </a:lnTo>
                <a:lnTo>
                  <a:pt x="123383" y="678815"/>
                </a:lnTo>
                <a:lnTo>
                  <a:pt x="130678" y="677863"/>
                </a:lnTo>
                <a:lnTo>
                  <a:pt x="138290" y="677228"/>
                </a:lnTo>
                <a:lnTo>
                  <a:pt x="145585" y="677228"/>
                </a:lnTo>
                <a:lnTo>
                  <a:pt x="151612" y="677228"/>
                </a:lnTo>
                <a:lnTo>
                  <a:pt x="145585" y="672783"/>
                </a:lnTo>
                <a:lnTo>
                  <a:pt x="139242" y="668020"/>
                </a:lnTo>
                <a:lnTo>
                  <a:pt x="133215" y="663258"/>
                </a:lnTo>
                <a:lnTo>
                  <a:pt x="127189" y="658178"/>
                </a:lnTo>
                <a:lnTo>
                  <a:pt x="121480" y="653415"/>
                </a:lnTo>
                <a:lnTo>
                  <a:pt x="115770" y="648018"/>
                </a:lnTo>
                <a:lnTo>
                  <a:pt x="110378" y="642938"/>
                </a:lnTo>
                <a:lnTo>
                  <a:pt x="104986" y="637223"/>
                </a:lnTo>
                <a:lnTo>
                  <a:pt x="99911" y="631508"/>
                </a:lnTo>
                <a:lnTo>
                  <a:pt x="95154" y="625475"/>
                </a:lnTo>
                <a:lnTo>
                  <a:pt x="90079" y="619443"/>
                </a:lnTo>
                <a:lnTo>
                  <a:pt x="85638" y="613410"/>
                </a:lnTo>
                <a:lnTo>
                  <a:pt x="81198" y="606743"/>
                </a:lnTo>
                <a:lnTo>
                  <a:pt x="77075" y="600393"/>
                </a:lnTo>
                <a:lnTo>
                  <a:pt x="72951" y="594043"/>
                </a:lnTo>
                <a:lnTo>
                  <a:pt x="69145" y="587375"/>
                </a:lnTo>
                <a:lnTo>
                  <a:pt x="65656" y="580390"/>
                </a:lnTo>
                <a:lnTo>
                  <a:pt x="61850" y="573723"/>
                </a:lnTo>
                <a:lnTo>
                  <a:pt x="58995" y="566420"/>
                </a:lnTo>
                <a:lnTo>
                  <a:pt x="55824" y="559118"/>
                </a:lnTo>
                <a:lnTo>
                  <a:pt x="53286" y="552133"/>
                </a:lnTo>
                <a:lnTo>
                  <a:pt x="50432" y="544830"/>
                </a:lnTo>
                <a:lnTo>
                  <a:pt x="48211" y="537210"/>
                </a:lnTo>
                <a:lnTo>
                  <a:pt x="45991" y="529908"/>
                </a:lnTo>
                <a:lnTo>
                  <a:pt x="44088" y="522288"/>
                </a:lnTo>
                <a:lnTo>
                  <a:pt x="42502" y="514350"/>
                </a:lnTo>
                <a:lnTo>
                  <a:pt x="41233" y="506413"/>
                </a:lnTo>
                <a:lnTo>
                  <a:pt x="39965" y="498793"/>
                </a:lnTo>
                <a:lnTo>
                  <a:pt x="39330" y="490538"/>
                </a:lnTo>
                <a:lnTo>
                  <a:pt x="38379" y="482600"/>
                </a:lnTo>
                <a:lnTo>
                  <a:pt x="38062" y="474663"/>
                </a:lnTo>
                <a:lnTo>
                  <a:pt x="37744" y="466090"/>
                </a:lnTo>
                <a:lnTo>
                  <a:pt x="38062" y="453073"/>
                </a:lnTo>
                <a:lnTo>
                  <a:pt x="39330" y="440055"/>
                </a:lnTo>
                <a:lnTo>
                  <a:pt x="40599" y="427355"/>
                </a:lnTo>
                <a:lnTo>
                  <a:pt x="43137" y="414655"/>
                </a:lnTo>
                <a:lnTo>
                  <a:pt x="45991" y="402273"/>
                </a:lnTo>
                <a:lnTo>
                  <a:pt x="49797" y="390208"/>
                </a:lnTo>
                <a:lnTo>
                  <a:pt x="53603" y="378460"/>
                </a:lnTo>
                <a:lnTo>
                  <a:pt x="58361" y="366713"/>
                </a:lnTo>
                <a:lnTo>
                  <a:pt x="63753" y="355600"/>
                </a:lnTo>
                <a:lnTo>
                  <a:pt x="69462" y="344488"/>
                </a:lnTo>
                <a:lnTo>
                  <a:pt x="75489" y="334010"/>
                </a:lnTo>
                <a:lnTo>
                  <a:pt x="82149" y="323215"/>
                </a:lnTo>
                <a:lnTo>
                  <a:pt x="89762" y="313373"/>
                </a:lnTo>
                <a:lnTo>
                  <a:pt x="97374" y="303530"/>
                </a:lnTo>
                <a:lnTo>
                  <a:pt x="105621" y="294640"/>
                </a:lnTo>
                <a:lnTo>
                  <a:pt x="114502" y="285750"/>
                </a:lnTo>
                <a:lnTo>
                  <a:pt x="123383" y="277178"/>
                </a:lnTo>
                <a:lnTo>
                  <a:pt x="132898" y="269240"/>
                </a:lnTo>
                <a:lnTo>
                  <a:pt x="142731" y="261620"/>
                </a:lnTo>
                <a:lnTo>
                  <a:pt x="152880" y="254635"/>
                </a:lnTo>
                <a:lnTo>
                  <a:pt x="163347" y="247968"/>
                </a:lnTo>
                <a:lnTo>
                  <a:pt x="174448" y="241618"/>
                </a:lnTo>
                <a:lnTo>
                  <a:pt x="185867" y="235903"/>
                </a:lnTo>
                <a:lnTo>
                  <a:pt x="196968" y="231140"/>
                </a:lnTo>
                <a:lnTo>
                  <a:pt x="209021" y="226378"/>
                </a:lnTo>
                <a:lnTo>
                  <a:pt x="221391" y="222250"/>
                </a:lnTo>
                <a:lnTo>
                  <a:pt x="233761" y="219075"/>
                </a:lnTo>
                <a:lnTo>
                  <a:pt x="246131" y="216218"/>
                </a:lnTo>
                <a:lnTo>
                  <a:pt x="259135" y="213995"/>
                </a:lnTo>
                <a:lnTo>
                  <a:pt x="272139" y="212090"/>
                </a:lnTo>
                <a:lnTo>
                  <a:pt x="285461" y="211455"/>
                </a:lnTo>
                <a:lnTo>
                  <a:pt x="298782" y="211138"/>
                </a:lnTo>
                <a:lnTo>
                  <a:pt x="307346" y="211138"/>
                </a:lnTo>
                <a:lnTo>
                  <a:pt x="315593" y="211455"/>
                </a:lnTo>
                <a:lnTo>
                  <a:pt x="323839" y="212090"/>
                </a:lnTo>
                <a:lnTo>
                  <a:pt x="332403" y="213043"/>
                </a:lnTo>
                <a:lnTo>
                  <a:pt x="340650" y="214313"/>
                </a:lnTo>
                <a:lnTo>
                  <a:pt x="348896" y="215583"/>
                </a:lnTo>
                <a:lnTo>
                  <a:pt x="356826" y="217488"/>
                </a:lnTo>
                <a:lnTo>
                  <a:pt x="364755" y="219393"/>
                </a:lnTo>
                <a:lnTo>
                  <a:pt x="372685" y="221298"/>
                </a:lnTo>
                <a:lnTo>
                  <a:pt x="380297" y="223838"/>
                </a:lnTo>
                <a:lnTo>
                  <a:pt x="388227" y="226378"/>
                </a:lnTo>
                <a:lnTo>
                  <a:pt x="395839" y="229235"/>
                </a:lnTo>
                <a:lnTo>
                  <a:pt x="402817" y="232093"/>
                </a:lnTo>
                <a:lnTo>
                  <a:pt x="410429" y="235585"/>
                </a:lnTo>
                <a:lnTo>
                  <a:pt x="417724" y="239078"/>
                </a:lnTo>
                <a:lnTo>
                  <a:pt x="424385" y="242888"/>
                </a:lnTo>
                <a:lnTo>
                  <a:pt x="431680" y="246698"/>
                </a:lnTo>
                <a:lnTo>
                  <a:pt x="438024" y="250825"/>
                </a:lnTo>
                <a:lnTo>
                  <a:pt x="444684" y="254953"/>
                </a:lnTo>
                <a:lnTo>
                  <a:pt x="451345" y="259398"/>
                </a:lnTo>
                <a:lnTo>
                  <a:pt x="457689" y="263843"/>
                </a:lnTo>
                <a:lnTo>
                  <a:pt x="464032" y="268923"/>
                </a:lnTo>
                <a:lnTo>
                  <a:pt x="470059" y="273685"/>
                </a:lnTo>
                <a:lnTo>
                  <a:pt x="475768" y="279083"/>
                </a:lnTo>
                <a:lnTo>
                  <a:pt x="481477" y="284480"/>
                </a:lnTo>
                <a:lnTo>
                  <a:pt x="487186" y="289878"/>
                </a:lnTo>
                <a:lnTo>
                  <a:pt x="492261" y="295593"/>
                </a:lnTo>
                <a:lnTo>
                  <a:pt x="497653" y="301308"/>
                </a:lnTo>
                <a:lnTo>
                  <a:pt x="502728" y="307340"/>
                </a:lnTo>
                <a:lnTo>
                  <a:pt x="507486" y="314008"/>
                </a:lnTo>
                <a:lnTo>
                  <a:pt x="512243" y="320040"/>
                </a:lnTo>
                <a:lnTo>
                  <a:pt x="516684" y="326390"/>
                </a:lnTo>
                <a:lnTo>
                  <a:pt x="518904" y="309245"/>
                </a:lnTo>
                <a:lnTo>
                  <a:pt x="521442" y="292735"/>
                </a:lnTo>
                <a:lnTo>
                  <a:pt x="525248" y="275908"/>
                </a:lnTo>
                <a:lnTo>
                  <a:pt x="529688" y="259715"/>
                </a:lnTo>
                <a:lnTo>
                  <a:pt x="534763" y="243840"/>
                </a:lnTo>
                <a:lnTo>
                  <a:pt x="540789" y="228283"/>
                </a:lnTo>
                <a:lnTo>
                  <a:pt x="547133" y="213043"/>
                </a:lnTo>
                <a:lnTo>
                  <a:pt x="554745" y="198120"/>
                </a:lnTo>
                <a:lnTo>
                  <a:pt x="562358" y="183833"/>
                </a:lnTo>
                <a:lnTo>
                  <a:pt x="570921" y="169545"/>
                </a:lnTo>
                <a:lnTo>
                  <a:pt x="580437" y="155893"/>
                </a:lnTo>
                <a:lnTo>
                  <a:pt x="589952" y="142558"/>
                </a:lnTo>
                <a:lnTo>
                  <a:pt x="600419" y="130175"/>
                </a:lnTo>
                <a:lnTo>
                  <a:pt x="611203" y="117475"/>
                </a:lnTo>
                <a:lnTo>
                  <a:pt x="622621" y="106045"/>
                </a:lnTo>
                <a:lnTo>
                  <a:pt x="634674" y="94615"/>
                </a:lnTo>
                <a:lnTo>
                  <a:pt x="647679" y="83820"/>
                </a:lnTo>
                <a:lnTo>
                  <a:pt x="660366" y="73660"/>
                </a:lnTo>
                <a:lnTo>
                  <a:pt x="674004" y="63818"/>
                </a:lnTo>
                <a:lnTo>
                  <a:pt x="687960" y="54928"/>
                </a:lnTo>
                <a:lnTo>
                  <a:pt x="702233" y="46673"/>
                </a:lnTo>
                <a:lnTo>
                  <a:pt x="717141" y="39053"/>
                </a:lnTo>
                <a:lnTo>
                  <a:pt x="732048" y="31750"/>
                </a:lnTo>
                <a:lnTo>
                  <a:pt x="747907" y="25400"/>
                </a:lnTo>
                <a:lnTo>
                  <a:pt x="763766" y="19368"/>
                </a:lnTo>
                <a:lnTo>
                  <a:pt x="780259" y="14288"/>
                </a:lnTo>
                <a:lnTo>
                  <a:pt x="796752" y="10160"/>
                </a:lnTo>
                <a:lnTo>
                  <a:pt x="813880" y="6350"/>
                </a:lnTo>
                <a:lnTo>
                  <a:pt x="830691" y="3810"/>
                </a:lnTo>
                <a:lnTo>
                  <a:pt x="848135" y="1588"/>
                </a:lnTo>
                <a:lnTo>
                  <a:pt x="865897" y="318"/>
                </a:lnTo>
                <a:lnTo>
                  <a:pt x="883659"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0" name="矩形 9"/>
          <p:cNvSpPr/>
          <p:nvPr/>
        </p:nvSpPr>
        <p:spPr>
          <a:xfrm>
            <a:off x="899587" y="6525344"/>
            <a:ext cx="8352933" cy="259045"/>
          </a:xfrm>
          <a:prstGeom prst="rect">
            <a:avLst/>
          </a:prstGeom>
        </p:spPr>
        <p:txBody>
          <a:bodyPr wrap="square">
            <a:spAutoFit/>
          </a:bodyPr>
          <a:lstStyle/>
          <a:p>
            <a:pPr algn="r" latinLnBrk="1">
              <a:lnSpc>
                <a:spcPts val="1300"/>
              </a:lnSpc>
            </a:pPr>
            <a:r>
              <a:rPr lang="zh-CN" altLang="zh-CN" sz="1400" kern="100" dirty="0" smtClean="0">
                <a:solidFill>
                  <a:srgbClr val="FFFFFF"/>
                </a:solidFill>
                <a:latin typeface="华文中宋" panose="02010600040101010101" pitchFamily="2" charset="-122"/>
                <a:ea typeface="华文中宋" panose="02010600040101010101" pitchFamily="2" charset="-122"/>
              </a:rPr>
              <a:t>数据</a:t>
            </a:r>
            <a:r>
              <a:rPr lang="zh-CN" altLang="zh-CN" sz="1400" kern="100" dirty="0">
                <a:solidFill>
                  <a:srgbClr val="FFFFFF"/>
                </a:solidFill>
                <a:latin typeface="华文中宋" panose="02010600040101010101" pitchFamily="2" charset="-122"/>
                <a:ea typeface="华文中宋" panose="02010600040101010101" pitchFamily="2" charset="-122"/>
              </a:rPr>
              <a:t>来源：</a:t>
            </a:r>
            <a:r>
              <a:rPr lang="en-US" altLang="zh-CN" sz="1400" kern="100" dirty="0">
                <a:solidFill>
                  <a:srgbClr val="FFFFFF"/>
                </a:solidFill>
                <a:latin typeface="华文中宋" panose="02010600040101010101" pitchFamily="2" charset="-122"/>
                <a:ea typeface="华文中宋" panose="02010600040101010101" pitchFamily="2" charset="-122"/>
              </a:rPr>
              <a:t>CTR</a:t>
            </a:r>
            <a:r>
              <a:rPr lang="zh-CN" altLang="en-US" sz="1400" kern="100" dirty="0">
                <a:solidFill>
                  <a:srgbClr val="FFFFFF"/>
                </a:solidFill>
                <a:latin typeface="华文中宋" panose="02010600040101010101" pitchFamily="2" charset="-122"/>
                <a:ea typeface="华文中宋" panose="02010600040101010101" pitchFamily="2" charset="-122"/>
              </a:rPr>
              <a:t>媒介智</a:t>
            </a:r>
            <a:r>
              <a:rPr lang="zh-CN" altLang="en-US" sz="1400" kern="100" dirty="0" smtClean="0">
                <a:solidFill>
                  <a:srgbClr val="FFFFFF"/>
                </a:solidFill>
                <a:latin typeface="华文中宋" panose="02010600040101010101" pitchFamily="2" charset="-122"/>
                <a:ea typeface="华文中宋" panose="02010600040101010101" pitchFamily="2" charset="-122"/>
              </a:rPr>
              <a:t>讯 </a:t>
            </a:r>
            <a:r>
              <a:rPr lang="zh-CN" altLang="en-US" sz="1400" kern="100" dirty="0">
                <a:solidFill>
                  <a:srgbClr val="FFFFFF"/>
                </a:solidFill>
                <a:latin typeface="华文中宋" panose="02010600040101010101" pitchFamily="2" charset="-122"/>
                <a:ea typeface="华文中宋" panose="02010600040101010101" pitchFamily="2" charset="-122"/>
              </a:rPr>
              <a:t>统计</a:t>
            </a:r>
            <a:r>
              <a:rPr lang="zh-CN" altLang="en-US" sz="1400" kern="100" dirty="0" smtClean="0">
                <a:solidFill>
                  <a:srgbClr val="FFFFFF"/>
                </a:solidFill>
                <a:latin typeface="华文中宋" panose="02010600040101010101" pitchFamily="2" charset="-122"/>
                <a:ea typeface="华文中宋" panose="02010600040101010101" pitchFamily="2" charset="-122"/>
              </a:rPr>
              <a:t>范围为</a:t>
            </a:r>
            <a:r>
              <a:rPr lang="en-US" altLang="zh-CN" sz="1400" kern="100" dirty="0" smtClean="0">
                <a:solidFill>
                  <a:srgbClr val="FFFFFF"/>
                </a:solidFill>
                <a:latin typeface="华文中宋" panose="02010600040101010101" pitchFamily="2" charset="-122"/>
                <a:ea typeface="华文中宋" panose="02010600040101010101" pitchFamily="2" charset="-122"/>
              </a:rPr>
              <a:t>2015</a:t>
            </a:r>
            <a:r>
              <a:rPr lang="zh-CN" altLang="en-US" sz="14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400" kern="100" dirty="0" smtClean="0">
                <a:solidFill>
                  <a:srgbClr val="FFFFFF"/>
                </a:solidFill>
                <a:latin typeface="华文中宋" panose="02010600040101010101" pitchFamily="2" charset="-122"/>
                <a:ea typeface="华文中宋" panose="02010600040101010101" pitchFamily="2" charset="-122"/>
              </a:rPr>
              <a:t>300</a:t>
            </a:r>
            <a:r>
              <a:rPr lang="zh-CN" altLang="en-US" sz="14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4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2523148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互联网企业影院视频广告投放特点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41632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票房推动作用</a:t>
            </a:r>
            <a:endParaRPr lang="en-US" altLang="zh-CN" sz="2000" dirty="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smtClean="0">
                <a:solidFill>
                  <a:prstClr val="white"/>
                </a:solidFill>
                <a:latin typeface="华文中宋" panose="02010600040101010101" pitchFamily="2" charset="-122"/>
                <a:ea typeface="华文中宋" panose="02010600040101010101" pitchFamily="2" charset="-122"/>
              </a:rPr>
              <a:t>     2015</a:t>
            </a:r>
            <a:r>
              <a:rPr lang="zh-CN" altLang="en-US" sz="2000" dirty="0">
                <a:solidFill>
                  <a:prstClr val="white"/>
                </a:solidFill>
                <a:latin typeface="华文中宋" panose="02010600040101010101" pitchFamily="2" charset="-122"/>
                <a:ea typeface="华文中宋" panose="02010600040101010101" pitchFamily="2" charset="-122"/>
              </a:rPr>
              <a:t>年中国电影票房同比增长</a:t>
            </a:r>
            <a:r>
              <a:rPr lang="en-US" altLang="zh-CN" sz="2000" dirty="0">
                <a:solidFill>
                  <a:prstClr val="white"/>
                </a:solidFill>
                <a:latin typeface="华文中宋" panose="02010600040101010101" pitchFamily="2" charset="-122"/>
                <a:ea typeface="华文中宋" panose="02010600040101010101" pitchFamily="2" charset="-122"/>
              </a:rPr>
              <a:t>49%</a:t>
            </a:r>
            <a:r>
              <a:rPr lang="zh-CN" altLang="en-US" sz="2000" dirty="0">
                <a:solidFill>
                  <a:prstClr val="white"/>
                </a:solidFill>
                <a:latin typeface="华文中宋" panose="02010600040101010101" pitchFamily="2" charset="-122"/>
                <a:ea typeface="华文中宋" panose="02010600040101010101" pitchFamily="2" charset="-122"/>
              </a:rPr>
              <a:t>，票房</a:t>
            </a:r>
            <a:r>
              <a:rPr lang="zh-CN" altLang="en-US" sz="2000" dirty="0" smtClean="0">
                <a:solidFill>
                  <a:prstClr val="white"/>
                </a:solidFill>
                <a:latin typeface="华文中宋" panose="02010600040101010101" pitchFamily="2" charset="-122"/>
                <a:ea typeface="华文中宋" panose="02010600040101010101" pitchFamily="2" charset="-122"/>
              </a:rPr>
              <a:t>增长让广告主看到了影院视频广告的传播潜力。互联网企业快速进入，</a:t>
            </a:r>
            <a:r>
              <a:rPr lang="en-US" altLang="zh-CN" sz="2000" dirty="0" smtClean="0">
                <a:solidFill>
                  <a:prstClr val="white"/>
                </a:solidFill>
                <a:latin typeface="华文中宋" panose="02010600040101010101" pitchFamily="2" charset="-122"/>
                <a:ea typeface="华文中宋" panose="02010600040101010101" pitchFamily="2" charset="-122"/>
              </a:rPr>
              <a:t>2015</a:t>
            </a:r>
            <a:r>
              <a:rPr lang="zh-CN" altLang="en-US" sz="2000" dirty="0" smtClean="0">
                <a:solidFill>
                  <a:prstClr val="white"/>
                </a:solidFill>
                <a:latin typeface="华文中宋" panose="02010600040101010101" pitchFamily="2" charset="-122"/>
                <a:ea typeface="华文中宋" panose="02010600040101010101" pitchFamily="2" charset="-122"/>
              </a:rPr>
              <a:t>年其在影院视频广告的花费同比增长</a:t>
            </a:r>
            <a:r>
              <a:rPr lang="en-US" altLang="zh-CN" sz="2000" dirty="0" smtClean="0">
                <a:solidFill>
                  <a:prstClr val="white"/>
                </a:solidFill>
                <a:latin typeface="华文中宋" panose="02010600040101010101" pitchFamily="2" charset="-122"/>
                <a:ea typeface="华文中宋" panose="02010600040101010101" pitchFamily="2" charset="-122"/>
              </a:rPr>
              <a:t>398.6%</a:t>
            </a:r>
            <a:r>
              <a:rPr lang="zh-CN" altLang="en-US" sz="2000" dirty="0" smtClean="0">
                <a:solidFill>
                  <a:prstClr val="white"/>
                </a:solidFill>
                <a:latin typeface="华文中宋" panose="02010600040101010101" pitchFamily="2" charset="-122"/>
                <a:ea typeface="华文中宋" panose="02010600040101010101" pitchFamily="2" charset="-122"/>
              </a:rPr>
              <a:t>，远</a:t>
            </a:r>
            <a:r>
              <a:rPr lang="zh-CN" altLang="en-US" sz="2000" dirty="0" smtClean="0">
                <a:solidFill>
                  <a:prstClr val="white"/>
                </a:solidFill>
                <a:latin typeface="华文中宋" panose="02010600040101010101" pitchFamily="2" charset="-122"/>
                <a:ea typeface="华文中宋" panose="02010600040101010101" pitchFamily="2" charset="-122"/>
              </a:rPr>
              <a:t>高于影院视频广告的整体增幅（</a:t>
            </a:r>
            <a:r>
              <a:rPr lang="en-US" altLang="zh-CN" sz="2000" dirty="0">
                <a:solidFill>
                  <a:prstClr val="white"/>
                </a:solidFill>
                <a:latin typeface="华文中宋" panose="02010600040101010101" pitchFamily="2" charset="-122"/>
                <a:ea typeface="华文中宋" panose="02010600040101010101" pitchFamily="2" charset="-122"/>
              </a:rPr>
              <a:t>63.8%</a:t>
            </a:r>
            <a:r>
              <a:rPr lang="zh-CN" altLang="en-US" sz="2000" dirty="0" smtClean="0">
                <a:solidFill>
                  <a:prstClr val="white"/>
                </a:solidFill>
                <a:latin typeface="华文中宋" panose="02010600040101010101" pitchFamily="2" charset="-122"/>
                <a:ea typeface="华文中宋" panose="02010600040101010101" pitchFamily="2" charset="-122"/>
              </a:rPr>
              <a:t>）。</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zh-CN" altLang="en-US"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品类增投明显</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除了电商购物在影院视频的稳定增长，旅游、理财、商务办公等多个类别都大幅增长或全新投放。</a:t>
            </a:r>
            <a:endParaRPr lang="zh-CN" altLang="en-US" sz="2000" dirty="0">
              <a:solidFill>
                <a:prstClr val="white"/>
              </a:solidFill>
              <a:latin typeface="华文中宋" panose="02010600040101010101" pitchFamily="2" charset="-122"/>
              <a:ea typeface="华文中宋" panose="02010600040101010101" pitchFamily="2" charset="-122"/>
            </a:endParaRPr>
          </a:p>
        </p:txBody>
      </p:sp>
      <p:sp>
        <p:nvSpPr>
          <p:cNvPr id="8" name="KSO_Shape"/>
          <p:cNvSpPr>
            <a:spLocks/>
          </p:cNvSpPr>
          <p:nvPr/>
        </p:nvSpPr>
        <p:spPr bwMode="auto">
          <a:xfrm>
            <a:off x="467544" y="116633"/>
            <a:ext cx="1079070" cy="648071"/>
          </a:xfrm>
          <a:custGeom>
            <a:avLst/>
            <a:gdLst>
              <a:gd name="T0" fmla="*/ 622123 w 1646237"/>
              <a:gd name="T1" fmla="*/ 656390 h 1420813"/>
              <a:gd name="T2" fmla="*/ 536604 w 1646237"/>
              <a:gd name="T3" fmla="*/ 767381 h 1420813"/>
              <a:gd name="T4" fmla="*/ 727462 w 1646237"/>
              <a:gd name="T5" fmla="*/ 717766 h 1420813"/>
              <a:gd name="T6" fmla="*/ 1010077 w 1646237"/>
              <a:gd name="T7" fmla="*/ 188538 h 1420813"/>
              <a:gd name="T8" fmla="*/ 1123859 w 1646237"/>
              <a:gd name="T9" fmla="*/ 211324 h 1420813"/>
              <a:gd name="T10" fmla="*/ 1210112 w 1646237"/>
              <a:gd name="T11" fmla="*/ 280418 h 1420813"/>
              <a:gd name="T12" fmla="*/ 1253789 w 1646237"/>
              <a:gd name="T13" fmla="*/ 382588 h 1420813"/>
              <a:gd name="T14" fmla="*/ 1242410 w 1646237"/>
              <a:gd name="T15" fmla="*/ 496519 h 1420813"/>
              <a:gd name="T16" fmla="*/ 1179648 w 1646237"/>
              <a:gd name="T17" fmla="*/ 586929 h 1420813"/>
              <a:gd name="T18" fmla="*/ 1080916 w 1646237"/>
              <a:gd name="T19" fmla="*/ 639117 h 1420813"/>
              <a:gd name="T20" fmla="*/ 963832 w 1646237"/>
              <a:gd name="T21" fmla="*/ 639117 h 1420813"/>
              <a:gd name="T22" fmla="*/ 865100 w 1646237"/>
              <a:gd name="T23" fmla="*/ 586929 h 1420813"/>
              <a:gd name="T24" fmla="*/ 802703 w 1646237"/>
              <a:gd name="T25" fmla="*/ 496519 h 1420813"/>
              <a:gd name="T26" fmla="*/ 791326 w 1646237"/>
              <a:gd name="T27" fmla="*/ 382588 h 1420813"/>
              <a:gd name="T28" fmla="*/ 835002 w 1646237"/>
              <a:gd name="T29" fmla="*/ 280418 h 1420813"/>
              <a:gd name="T30" fmla="*/ 921255 w 1646237"/>
              <a:gd name="T31" fmla="*/ 211324 h 1420813"/>
              <a:gd name="T32" fmla="*/ 1007142 w 1646237"/>
              <a:gd name="T33" fmla="*/ 126427 h 1420813"/>
              <a:gd name="T34" fmla="*/ 868402 w 1646237"/>
              <a:gd name="T35" fmla="*/ 168692 h 1420813"/>
              <a:gd name="T36" fmla="*/ 767836 w 1646237"/>
              <a:gd name="T37" fmla="*/ 266452 h 1420813"/>
              <a:gd name="T38" fmla="*/ 725260 w 1646237"/>
              <a:gd name="T39" fmla="*/ 402801 h 1420813"/>
              <a:gd name="T40" fmla="*/ 754255 w 1646237"/>
              <a:gd name="T41" fmla="*/ 543562 h 1420813"/>
              <a:gd name="T42" fmla="*/ 844179 w 1646237"/>
              <a:gd name="T43" fmla="*/ 650877 h 1420813"/>
              <a:gd name="T44" fmla="*/ 977044 w 1646237"/>
              <a:gd name="T45" fmla="*/ 705637 h 1420813"/>
              <a:gd name="T46" fmla="*/ 1124592 w 1646237"/>
              <a:gd name="T47" fmla="*/ 690937 h 1420813"/>
              <a:gd name="T48" fmla="*/ 1242777 w 1646237"/>
              <a:gd name="T49" fmla="*/ 613390 h 1420813"/>
              <a:gd name="T50" fmla="*/ 1311046 w 1646237"/>
              <a:gd name="T51" fmla="*/ 490271 h 1420813"/>
              <a:gd name="T52" fmla="*/ 1311046 w 1646237"/>
              <a:gd name="T53" fmla="*/ 345101 h 1420813"/>
              <a:gd name="T54" fmla="*/ 1242777 w 1646237"/>
              <a:gd name="T55" fmla="*/ 221615 h 1420813"/>
              <a:gd name="T56" fmla="*/ 1124592 w 1646237"/>
              <a:gd name="T57" fmla="*/ 144068 h 1420813"/>
              <a:gd name="T58" fmla="*/ 1044212 w 1646237"/>
              <a:gd name="T59" fmla="*/ 368 h 1420813"/>
              <a:gd name="T60" fmla="*/ 1188456 w 1646237"/>
              <a:gd name="T61" fmla="*/ 32710 h 1420813"/>
              <a:gd name="T62" fmla="*/ 1352154 w 1646237"/>
              <a:gd name="T63" fmla="*/ 151786 h 1420813"/>
              <a:gd name="T64" fmla="*/ 1438407 w 1646237"/>
              <a:gd name="T65" fmla="*/ 323050 h 1420813"/>
              <a:gd name="T66" fmla="*/ 1449051 w 1646237"/>
              <a:gd name="T67" fmla="*/ 432571 h 1420813"/>
              <a:gd name="T68" fmla="*/ 1419320 w 1646237"/>
              <a:gd name="T69" fmla="*/ 571125 h 1420813"/>
              <a:gd name="T70" fmla="*/ 1346648 w 1646237"/>
              <a:gd name="T71" fmla="*/ 689099 h 1420813"/>
              <a:gd name="T72" fmla="*/ 1239841 w 1646237"/>
              <a:gd name="T73" fmla="*/ 776936 h 1420813"/>
              <a:gd name="T74" fmla="*/ 1299668 w 1646237"/>
              <a:gd name="T75" fmla="*/ 796415 h 1420813"/>
              <a:gd name="T76" fmla="*/ 1364266 w 1646237"/>
              <a:gd name="T77" fmla="*/ 843825 h 1420813"/>
              <a:gd name="T78" fmla="*/ 1399133 w 1646237"/>
              <a:gd name="T79" fmla="*/ 915123 h 1420813"/>
              <a:gd name="T80" fmla="*/ 1396932 w 1646237"/>
              <a:gd name="T81" fmla="*/ 1521532 h 1420813"/>
              <a:gd name="T82" fmla="*/ 1358393 w 1646237"/>
              <a:gd name="T83" fmla="*/ 1590992 h 1420813"/>
              <a:gd name="T84" fmla="*/ 1291960 w 1646237"/>
              <a:gd name="T85" fmla="*/ 1635094 h 1420813"/>
              <a:gd name="T86" fmla="*/ 151219 w 1646237"/>
              <a:gd name="T87" fmla="*/ 1644283 h 1420813"/>
              <a:gd name="T88" fmla="*/ 74141 w 1646237"/>
              <a:gd name="T89" fmla="*/ 1616719 h 1420813"/>
              <a:gd name="T90" fmla="*/ 20554 w 1646237"/>
              <a:gd name="T91" fmla="*/ 1558650 h 1420813"/>
              <a:gd name="T92" fmla="*/ 0 w 1646237"/>
              <a:gd name="T93" fmla="*/ 1480369 h 1420813"/>
              <a:gd name="T94" fmla="*/ 16516 w 1646237"/>
              <a:gd name="T95" fmla="*/ 877269 h 1420813"/>
              <a:gd name="T96" fmla="*/ 67534 w 1646237"/>
              <a:gd name="T97" fmla="*/ 816628 h 1420813"/>
              <a:gd name="T98" fmla="*/ 142777 w 1646237"/>
              <a:gd name="T99" fmla="*/ 785757 h 1420813"/>
              <a:gd name="T100" fmla="*/ 133967 w 1646237"/>
              <a:gd name="T101" fmla="*/ 750108 h 1420813"/>
              <a:gd name="T102" fmla="*/ 80014 w 1646237"/>
              <a:gd name="T103" fmla="*/ 679911 h 1420813"/>
              <a:gd name="T104" fmla="*/ 49183 w 1646237"/>
              <a:gd name="T105" fmla="*/ 595381 h 1420813"/>
              <a:gd name="T106" fmla="*/ 49917 w 1646237"/>
              <a:gd name="T107" fmla="*/ 479980 h 1420813"/>
              <a:gd name="T108" fmla="*/ 112680 w 1646237"/>
              <a:gd name="T109" fmla="*/ 351349 h 1420813"/>
              <a:gd name="T110" fmla="*/ 227928 w 1646237"/>
              <a:gd name="T111" fmla="*/ 267554 h 1420813"/>
              <a:gd name="T112" fmla="*/ 365199 w 1646237"/>
              <a:gd name="T113" fmla="*/ 244768 h 1420813"/>
              <a:gd name="T114" fmla="*/ 458059 w 1646237"/>
              <a:gd name="T115" fmla="*/ 265349 h 1420813"/>
              <a:gd name="T116" fmla="*/ 536971 w 1646237"/>
              <a:gd name="T117" fmla="*/ 311290 h 1420813"/>
              <a:gd name="T118" fmla="*/ 597899 w 1646237"/>
              <a:gd name="T119" fmla="*/ 377810 h 1420813"/>
              <a:gd name="T120" fmla="*/ 660661 w 1646237"/>
              <a:gd name="T121" fmla="*/ 196255 h 1420813"/>
              <a:gd name="T122" fmla="*/ 796097 w 1646237"/>
              <a:gd name="T123" fmla="*/ 63581 h 1420813"/>
              <a:gd name="T124" fmla="*/ 981449 w 1646237"/>
              <a:gd name="T125" fmla="*/ 1838 h 1420813"/>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46237" h="1420813">
                <a:moveTo>
                  <a:pt x="1646237" y="762000"/>
                </a:moveTo>
                <a:lnTo>
                  <a:pt x="1646237" y="1350963"/>
                </a:lnTo>
                <a:lnTo>
                  <a:pt x="1277937" y="1162699"/>
                </a:lnTo>
                <a:lnTo>
                  <a:pt x="1277937" y="967120"/>
                </a:lnTo>
                <a:lnTo>
                  <a:pt x="1646237" y="762000"/>
                </a:lnTo>
                <a:close/>
                <a:moveTo>
                  <a:pt x="553476" y="520383"/>
                </a:moveTo>
                <a:lnTo>
                  <a:pt x="550622" y="532448"/>
                </a:lnTo>
                <a:lnTo>
                  <a:pt x="546816" y="544513"/>
                </a:lnTo>
                <a:lnTo>
                  <a:pt x="542692" y="555943"/>
                </a:lnTo>
                <a:lnTo>
                  <a:pt x="537618" y="567055"/>
                </a:lnTo>
                <a:lnTo>
                  <a:pt x="532860" y="578485"/>
                </a:lnTo>
                <a:lnTo>
                  <a:pt x="526834" y="588963"/>
                </a:lnTo>
                <a:lnTo>
                  <a:pt x="520173" y="599758"/>
                </a:lnTo>
                <a:lnTo>
                  <a:pt x="513829" y="609600"/>
                </a:lnTo>
                <a:lnTo>
                  <a:pt x="506217" y="619443"/>
                </a:lnTo>
                <a:lnTo>
                  <a:pt x="498922" y="628968"/>
                </a:lnTo>
                <a:lnTo>
                  <a:pt x="490358" y="637858"/>
                </a:lnTo>
                <a:lnTo>
                  <a:pt x="482111" y="646430"/>
                </a:lnTo>
                <a:lnTo>
                  <a:pt x="473230" y="655003"/>
                </a:lnTo>
                <a:lnTo>
                  <a:pt x="463715" y="662940"/>
                </a:lnTo>
                <a:lnTo>
                  <a:pt x="453882" y="669925"/>
                </a:lnTo>
                <a:lnTo>
                  <a:pt x="444050" y="677228"/>
                </a:lnTo>
                <a:lnTo>
                  <a:pt x="708894" y="677228"/>
                </a:lnTo>
                <a:lnTo>
                  <a:pt x="696207" y="670560"/>
                </a:lnTo>
                <a:lnTo>
                  <a:pt x="684154" y="662940"/>
                </a:lnTo>
                <a:lnTo>
                  <a:pt x="672418" y="655320"/>
                </a:lnTo>
                <a:lnTo>
                  <a:pt x="661317" y="647065"/>
                </a:lnTo>
                <a:lnTo>
                  <a:pt x="649899" y="638493"/>
                </a:lnTo>
                <a:lnTo>
                  <a:pt x="639432" y="629603"/>
                </a:lnTo>
                <a:lnTo>
                  <a:pt x="628648" y="620078"/>
                </a:lnTo>
                <a:lnTo>
                  <a:pt x="618815" y="610553"/>
                </a:lnTo>
                <a:lnTo>
                  <a:pt x="608983" y="600393"/>
                </a:lnTo>
                <a:lnTo>
                  <a:pt x="600102" y="589915"/>
                </a:lnTo>
                <a:lnTo>
                  <a:pt x="590904" y="579438"/>
                </a:lnTo>
                <a:lnTo>
                  <a:pt x="582657" y="568008"/>
                </a:lnTo>
                <a:lnTo>
                  <a:pt x="574728" y="556578"/>
                </a:lnTo>
                <a:lnTo>
                  <a:pt x="567115" y="544830"/>
                </a:lnTo>
                <a:lnTo>
                  <a:pt x="559820" y="532765"/>
                </a:lnTo>
                <a:lnTo>
                  <a:pt x="553476" y="520383"/>
                </a:lnTo>
                <a:close/>
                <a:moveTo>
                  <a:pt x="872875" y="162878"/>
                </a:moveTo>
                <a:lnTo>
                  <a:pt x="883659" y="162878"/>
                </a:lnTo>
                <a:lnTo>
                  <a:pt x="893809" y="162878"/>
                </a:lnTo>
                <a:lnTo>
                  <a:pt x="904276" y="164148"/>
                </a:lnTo>
                <a:lnTo>
                  <a:pt x="914108" y="165418"/>
                </a:lnTo>
                <a:lnTo>
                  <a:pt x="924258" y="166688"/>
                </a:lnTo>
                <a:lnTo>
                  <a:pt x="934091" y="168910"/>
                </a:lnTo>
                <a:lnTo>
                  <a:pt x="943606" y="171768"/>
                </a:lnTo>
                <a:lnTo>
                  <a:pt x="953122" y="174943"/>
                </a:lnTo>
                <a:lnTo>
                  <a:pt x="962002" y="178435"/>
                </a:lnTo>
                <a:lnTo>
                  <a:pt x="971201" y="182563"/>
                </a:lnTo>
                <a:lnTo>
                  <a:pt x="979764" y="186690"/>
                </a:lnTo>
                <a:lnTo>
                  <a:pt x="988328" y="191770"/>
                </a:lnTo>
                <a:lnTo>
                  <a:pt x="996575" y="196533"/>
                </a:lnTo>
                <a:lnTo>
                  <a:pt x="1004504" y="202248"/>
                </a:lnTo>
                <a:lnTo>
                  <a:pt x="1012117" y="207963"/>
                </a:lnTo>
                <a:lnTo>
                  <a:pt x="1019412" y="214313"/>
                </a:lnTo>
                <a:lnTo>
                  <a:pt x="1026390" y="220980"/>
                </a:lnTo>
                <a:lnTo>
                  <a:pt x="1033050" y="227648"/>
                </a:lnTo>
                <a:lnTo>
                  <a:pt x="1039711" y="234950"/>
                </a:lnTo>
                <a:lnTo>
                  <a:pt x="1045738" y="242253"/>
                </a:lnTo>
                <a:lnTo>
                  <a:pt x="1051130" y="250190"/>
                </a:lnTo>
                <a:lnTo>
                  <a:pt x="1056522" y="258128"/>
                </a:lnTo>
                <a:lnTo>
                  <a:pt x="1060962" y="266700"/>
                </a:lnTo>
                <a:lnTo>
                  <a:pt x="1065720" y="274955"/>
                </a:lnTo>
                <a:lnTo>
                  <a:pt x="1069843" y="283528"/>
                </a:lnTo>
                <a:lnTo>
                  <a:pt x="1073649" y="292735"/>
                </a:lnTo>
                <a:lnTo>
                  <a:pt x="1076504" y="301625"/>
                </a:lnTo>
                <a:lnTo>
                  <a:pt x="1079358" y="311150"/>
                </a:lnTo>
                <a:lnTo>
                  <a:pt x="1081579" y="320993"/>
                </a:lnTo>
                <a:lnTo>
                  <a:pt x="1083482" y="330518"/>
                </a:lnTo>
                <a:lnTo>
                  <a:pt x="1084433" y="340360"/>
                </a:lnTo>
                <a:lnTo>
                  <a:pt x="1085385" y="350520"/>
                </a:lnTo>
                <a:lnTo>
                  <a:pt x="1085702" y="360680"/>
                </a:lnTo>
                <a:lnTo>
                  <a:pt x="1085385" y="370840"/>
                </a:lnTo>
                <a:lnTo>
                  <a:pt x="1084433" y="380683"/>
                </a:lnTo>
                <a:lnTo>
                  <a:pt x="1083482" y="390843"/>
                </a:lnTo>
                <a:lnTo>
                  <a:pt x="1081579" y="400368"/>
                </a:lnTo>
                <a:lnTo>
                  <a:pt x="1079358" y="410210"/>
                </a:lnTo>
                <a:lnTo>
                  <a:pt x="1076504" y="419418"/>
                </a:lnTo>
                <a:lnTo>
                  <a:pt x="1073649" y="428943"/>
                </a:lnTo>
                <a:lnTo>
                  <a:pt x="1069843" y="437515"/>
                </a:lnTo>
                <a:lnTo>
                  <a:pt x="1065720" y="446723"/>
                </a:lnTo>
                <a:lnTo>
                  <a:pt x="1060962" y="454978"/>
                </a:lnTo>
                <a:lnTo>
                  <a:pt x="1056522" y="463233"/>
                </a:lnTo>
                <a:lnTo>
                  <a:pt x="1051130" y="471170"/>
                </a:lnTo>
                <a:lnTo>
                  <a:pt x="1045738" y="479108"/>
                </a:lnTo>
                <a:lnTo>
                  <a:pt x="1039711" y="486410"/>
                </a:lnTo>
                <a:lnTo>
                  <a:pt x="1033050" y="493395"/>
                </a:lnTo>
                <a:lnTo>
                  <a:pt x="1026390" y="500698"/>
                </a:lnTo>
                <a:lnTo>
                  <a:pt x="1019412" y="507048"/>
                </a:lnTo>
                <a:lnTo>
                  <a:pt x="1012117" y="513080"/>
                </a:lnTo>
                <a:lnTo>
                  <a:pt x="1004504" y="519113"/>
                </a:lnTo>
                <a:lnTo>
                  <a:pt x="996575" y="524510"/>
                </a:lnTo>
                <a:lnTo>
                  <a:pt x="988328" y="529908"/>
                </a:lnTo>
                <a:lnTo>
                  <a:pt x="979764" y="534670"/>
                </a:lnTo>
                <a:lnTo>
                  <a:pt x="971201" y="538798"/>
                </a:lnTo>
                <a:lnTo>
                  <a:pt x="962002" y="542925"/>
                </a:lnTo>
                <a:lnTo>
                  <a:pt x="953122" y="546418"/>
                </a:lnTo>
                <a:lnTo>
                  <a:pt x="943606" y="549275"/>
                </a:lnTo>
                <a:lnTo>
                  <a:pt x="934091" y="552133"/>
                </a:lnTo>
                <a:lnTo>
                  <a:pt x="924258" y="554355"/>
                </a:lnTo>
                <a:lnTo>
                  <a:pt x="914108" y="556260"/>
                </a:lnTo>
                <a:lnTo>
                  <a:pt x="904276" y="557213"/>
                </a:lnTo>
                <a:lnTo>
                  <a:pt x="893809" y="558165"/>
                </a:lnTo>
                <a:lnTo>
                  <a:pt x="883659" y="558483"/>
                </a:lnTo>
                <a:lnTo>
                  <a:pt x="872875" y="558165"/>
                </a:lnTo>
                <a:lnTo>
                  <a:pt x="862726" y="557213"/>
                </a:lnTo>
                <a:lnTo>
                  <a:pt x="852576" y="556260"/>
                </a:lnTo>
                <a:lnTo>
                  <a:pt x="842743" y="554355"/>
                </a:lnTo>
                <a:lnTo>
                  <a:pt x="832911" y="552133"/>
                </a:lnTo>
                <a:lnTo>
                  <a:pt x="823713" y="549275"/>
                </a:lnTo>
                <a:lnTo>
                  <a:pt x="814197" y="546418"/>
                </a:lnTo>
                <a:lnTo>
                  <a:pt x="804999" y="542925"/>
                </a:lnTo>
                <a:lnTo>
                  <a:pt x="796118" y="538798"/>
                </a:lnTo>
                <a:lnTo>
                  <a:pt x="787237" y="534670"/>
                </a:lnTo>
                <a:lnTo>
                  <a:pt x="778673" y="529908"/>
                </a:lnTo>
                <a:lnTo>
                  <a:pt x="770744" y="524510"/>
                </a:lnTo>
                <a:lnTo>
                  <a:pt x="762814" y="519113"/>
                </a:lnTo>
                <a:lnTo>
                  <a:pt x="754885" y="513080"/>
                </a:lnTo>
                <a:lnTo>
                  <a:pt x="747590" y="507048"/>
                </a:lnTo>
                <a:lnTo>
                  <a:pt x="740612" y="500698"/>
                </a:lnTo>
                <a:lnTo>
                  <a:pt x="733951" y="493395"/>
                </a:lnTo>
                <a:lnTo>
                  <a:pt x="727608" y="486410"/>
                </a:lnTo>
                <a:lnTo>
                  <a:pt x="721581" y="479108"/>
                </a:lnTo>
                <a:lnTo>
                  <a:pt x="715872" y="471170"/>
                </a:lnTo>
                <a:lnTo>
                  <a:pt x="710797" y="463233"/>
                </a:lnTo>
                <a:lnTo>
                  <a:pt x="705722" y="454978"/>
                </a:lnTo>
                <a:lnTo>
                  <a:pt x="701599" y="446723"/>
                </a:lnTo>
                <a:lnTo>
                  <a:pt x="697476" y="437515"/>
                </a:lnTo>
                <a:lnTo>
                  <a:pt x="693669" y="428943"/>
                </a:lnTo>
                <a:lnTo>
                  <a:pt x="690498" y="419418"/>
                </a:lnTo>
                <a:lnTo>
                  <a:pt x="687643" y="410210"/>
                </a:lnTo>
                <a:lnTo>
                  <a:pt x="685423" y="400368"/>
                </a:lnTo>
                <a:lnTo>
                  <a:pt x="683837" y="390843"/>
                </a:lnTo>
                <a:lnTo>
                  <a:pt x="682251" y="380683"/>
                </a:lnTo>
                <a:lnTo>
                  <a:pt x="681617" y="370840"/>
                </a:lnTo>
                <a:lnTo>
                  <a:pt x="681300" y="360680"/>
                </a:lnTo>
                <a:lnTo>
                  <a:pt x="681617" y="350520"/>
                </a:lnTo>
                <a:lnTo>
                  <a:pt x="682251" y="340360"/>
                </a:lnTo>
                <a:lnTo>
                  <a:pt x="683837" y="330518"/>
                </a:lnTo>
                <a:lnTo>
                  <a:pt x="685423" y="320993"/>
                </a:lnTo>
                <a:lnTo>
                  <a:pt x="687643" y="311150"/>
                </a:lnTo>
                <a:lnTo>
                  <a:pt x="690498" y="301625"/>
                </a:lnTo>
                <a:lnTo>
                  <a:pt x="693669" y="292735"/>
                </a:lnTo>
                <a:lnTo>
                  <a:pt x="697476" y="283528"/>
                </a:lnTo>
                <a:lnTo>
                  <a:pt x="701599" y="274955"/>
                </a:lnTo>
                <a:lnTo>
                  <a:pt x="705722" y="266700"/>
                </a:lnTo>
                <a:lnTo>
                  <a:pt x="710797" y="258128"/>
                </a:lnTo>
                <a:lnTo>
                  <a:pt x="715872" y="250190"/>
                </a:lnTo>
                <a:lnTo>
                  <a:pt x="721581" y="242253"/>
                </a:lnTo>
                <a:lnTo>
                  <a:pt x="727608" y="234950"/>
                </a:lnTo>
                <a:lnTo>
                  <a:pt x="733951" y="227648"/>
                </a:lnTo>
                <a:lnTo>
                  <a:pt x="740612" y="220980"/>
                </a:lnTo>
                <a:lnTo>
                  <a:pt x="747590" y="214313"/>
                </a:lnTo>
                <a:lnTo>
                  <a:pt x="754885" y="207963"/>
                </a:lnTo>
                <a:lnTo>
                  <a:pt x="762814" y="202248"/>
                </a:lnTo>
                <a:lnTo>
                  <a:pt x="770744" y="196533"/>
                </a:lnTo>
                <a:lnTo>
                  <a:pt x="778673" y="191770"/>
                </a:lnTo>
                <a:lnTo>
                  <a:pt x="787237" y="186690"/>
                </a:lnTo>
                <a:lnTo>
                  <a:pt x="796118" y="182563"/>
                </a:lnTo>
                <a:lnTo>
                  <a:pt x="804999" y="178435"/>
                </a:lnTo>
                <a:lnTo>
                  <a:pt x="814197" y="174943"/>
                </a:lnTo>
                <a:lnTo>
                  <a:pt x="823713" y="171768"/>
                </a:lnTo>
                <a:lnTo>
                  <a:pt x="832911" y="168910"/>
                </a:lnTo>
                <a:lnTo>
                  <a:pt x="842743" y="166688"/>
                </a:lnTo>
                <a:lnTo>
                  <a:pt x="852576" y="165418"/>
                </a:lnTo>
                <a:lnTo>
                  <a:pt x="862726" y="164148"/>
                </a:lnTo>
                <a:lnTo>
                  <a:pt x="872875" y="162878"/>
                </a:lnTo>
                <a:close/>
                <a:moveTo>
                  <a:pt x="883659" y="108903"/>
                </a:moveTo>
                <a:lnTo>
                  <a:pt x="870338" y="109220"/>
                </a:lnTo>
                <a:lnTo>
                  <a:pt x="857016" y="110490"/>
                </a:lnTo>
                <a:lnTo>
                  <a:pt x="844329" y="112078"/>
                </a:lnTo>
                <a:lnTo>
                  <a:pt x="831959" y="114300"/>
                </a:lnTo>
                <a:lnTo>
                  <a:pt x="819272" y="116840"/>
                </a:lnTo>
                <a:lnTo>
                  <a:pt x="806902" y="120333"/>
                </a:lnTo>
                <a:lnTo>
                  <a:pt x="795167" y="124460"/>
                </a:lnTo>
                <a:lnTo>
                  <a:pt x="783431" y="128905"/>
                </a:lnTo>
                <a:lnTo>
                  <a:pt x="772330" y="133985"/>
                </a:lnTo>
                <a:lnTo>
                  <a:pt x="760911" y="139700"/>
                </a:lnTo>
                <a:lnTo>
                  <a:pt x="750444" y="145733"/>
                </a:lnTo>
                <a:lnTo>
                  <a:pt x="739660" y="152083"/>
                </a:lnTo>
                <a:lnTo>
                  <a:pt x="729511" y="159068"/>
                </a:lnTo>
                <a:lnTo>
                  <a:pt x="719995" y="166370"/>
                </a:lnTo>
                <a:lnTo>
                  <a:pt x="710797" y="174308"/>
                </a:lnTo>
                <a:lnTo>
                  <a:pt x="701599" y="182563"/>
                </a:lnTo>
                <a:lnTo>
                  <a:pt x="693352" y="191453"/>
                </a:lnTo>
                <a:lnTo>
                  <a:pt x="685106" y="200660"/>
                </a:lnTo>
                <a:lnTo>
                  <a:pt x="677493" y="210185"/>
                </a:lnTo>
                <a:lnTo>
                  <a:pt x="670198" y="220028"/>
                </a:lnTo>
                <a:lnTo>
                  <a:pt x="663538" y="230188"/>
                </a:lnTo>
                <a:lnTo>
                  <a:pt x="657511" y="240983"/>
                </a:lnTo>
                <a:lnTo>
                  <a:pt x="651802" y="251460"/>
                </a:lnTo>
                <a:lnTo>
                  <a:pt x="646410" y="262890"/>
                </a:lnTo>
                <a:lnTo>
                  <a:pt x="641969" y="274003"/>
                </a:lnTo>
                <a:lnTo>
                  <a:pt x="638163" y="285750"/>
                </a:lnTo>
                <a:lnTo>
                  <a:pt x="634357" y="298133"/>
                </a:lnTo>
                <a:lnTo>
                  <a:pt x="631820" y="310198"/>
                </a:lnTo>
                <a:lnTo>
                  <a:pt x="629599" y="322580"/>
                </a:lnTo>
                <a:lnTo>
                  <a:pt x="627696" y="334963"/>
                </a:lnTo>
                <a:lnTo>
                  <a:pt x="626745" y="347980"/>
                </a:lnTo>
                <a:lnTo>
                  <a:pt x="626428" y="360680"/>
                </a:lnTo>
                <a:lnTo>
                  <a:pt x="626745" y="373698"/>
                </a:lnTo>
                <a:lnTo>
                  <a:pt x="627696" y="386398"/>
                </a:lnTo>
                <a:lnTo>
                  <a:pt x="629599" y="398780"/>
                </a:lnTo>
                <a:lnTo>
                  <a:pt x="631820" y="411480"/>
                </a:lnTo>
                <a:lnTo>
                  <a:pt x="634357" y="423545"/>
                </a:lnTo>
                <a:lnTo>
                  <a:pt x="638163" y="435610"/>
                </a:lnTo>
                <a:lnTo>
                  <a:pt x="641969" y="447358"/>
                </a:lnTo>
                <a:lnTo>
                  <a:pt x="646410" y="458788"/>
                </a:lnTo>
                <a:lnTo>
                  <a:pt x="651802" y="469583"/>
                </a:lnTo>
                <a:lnTo>
                  <a:pt x="657511" y="480695"/>
                </a:lnTo>
                <a:lnTo>
                  <a:pt x="663538" y="491173"/>
                </a:lnTo>
                <a:lnTo>
                  <a:pt x="670198" y="501333"/>
                </a:lnTo>
                <a:lnTo>
                  <a:pt x="677493" y="511175"/>
                </a:lnTo>
                <a:lnTo>
                  <a:pt x="685106" y="520700"/>
                </a:lnTo>
                <a:lnTo>
                  <a:pt x="693352" y="529908"/>
                </a:lnTo>
                <a:lnTo>
                  <a:pt x="701599" y="538798"/>
                </a:lnTo>
                <a:lnTo>
                  <a:pt x="710797" y="547053"/>
                </a:lnTo>
                <a:lnTo>
                  <a:pt x="719995" y="554990"/>
                </a:lnTo>
                <a:lnTo>
                  <a:pt x="729511" y="562293"/>
                </a:lnTo>
                <a:lnTo>
                  <a:pt x="739660" y="569595"/>
                </a:lnTo>
                <a:lnTo>
                  <a:pt x="750444" y="575945"/>
                </a:lnTo>
                <a:lnTo>
                  <a:pt x="760911" y="581978"/>
                </a:lnTo>
                <a:lnTo>
                  <a:pt x="772330" y="587693"/>
                </a:lnTo>
                <a:lnTo>
                  <a:pt x="783431" y="592455"/>
                </a:lnTo>
                <a:lnTo>
                  <a:pt x="795167" y="596900"/>
                </a:lnTo>
                <a:lnTo>
                  <a:pt x="806902" y="601345"/>
                </a:lnTo>
                <a:lnTo>
                  <a:pt x="819272" y="604520"/>
                </a:lnTo>
                <a:lnTo>
                  <a:pt x="831959" y="607378"/>
                </a:lnTo>
                <a:lnTo>
                  <a:pt x="844329" y="609600"/>
                </a:lnTo>
                <a:lnTo>
                  <a:pt x="857016" y="611188"/>
                </a:lnTo>
                <a:lnTo>
                  <a:pt x="870338" y="612140"/>
                </a:lnTo>
                <a:lnTo>
                  <a:pt x="883659" y="612458"/>
                </a:lnTo>
                <a:lnTo>
                  <a:pt x="896664" y="612140"/>
                </a:lnTo>
                <a:lnTo>
                  <a:pt x="909985" y="611188"/>
                </a:lnTo>
                <a:lnTo>
                  <a:pt x="922990" y="609600"/>
                </a:lnTo>
                <a:lnTo>
                  <a:pt x="935360" y="607378"/>
                </a:lnTo>
                <a:lnTo>
                  <a:pt x="947729" y="604520"/>
                </a:lnTo>
                <a:lnTo>
                  <a:pt x="960417" y="601345"/>
                </a:lnTo>
                <a:lnTo>
                  <a:pt x="971835" y="596900"/>
                </a:lnTo>
                <a:lnTo>
                  <a:pt x="983571" y="592455"/>
                </a:lnTo>
                <a:lnTo>
                  <a:pt x="994989" y="587693"/>
                </a:lnTo>
                <a:lnTo>
                  <a:pt x="1006407" y="581978"/>
                </a:lnTo>
                <a:lnTo>
                  <a:pt x="1016874" y="575945"/>
                </a:lnTo>
                <a:lnTo>
                  <a:pt x="1027341" y="569595"/>
                </a:lnTo>
                <a:lnTo>
                  <a:pt x="1037808" y="562293"/>
                </a:lnTo>
                <a:lnTo>
                  <a:pt x="1047006" y="554990"/>
                </a:lnTo>
                <a:lnTo>
                  <a:pt x="1056522" y="547053"/>
                </a:lnTo>
                <a:lnTo>
                  <a:pt x="1065720" y="538798"/>
                </a:lnTo>
                <a:lnTo>
                  <a:pt x="1073966" y="529908"/>
                </a:lnTo>
                <a:lnTo>
                  <a:pt x="1082213" y="520700"/>
                </a:lnTo>
                <a:lnTo>
                  <a:pt x="1089825" y="511175"/>
                </a:lnTo>
                <a:lnTo>
                  <a:pt x="1097120" y="501333"/>
                </a:lnTo>
                <a:lnTo>
                  <a:pt x="1103781" y="491173"/>
                </a:lnTo>
                <a:lnTo>
                  <a:pt x="1109808" y="480695"/>
                </a:lnTo>
                <a:lnTo>
                  <a:pt x="1115517" y="469583"/>
                </a:lnTo>
                <a:lnTo>
                  <a:pt x="1120909" y="458788"/>
                </a:lnTo>
                <a:lnTo>
                  <a:pt x="1125349" y="447358"/>
                </a:lnTo>
                <a:lnTo>
                  <a:pt x="1129473" y="435610"/>
                </a:lnTo>
                <a:lnTo>
                  <a:pt x="1132962" y="423545"/>
                </a:lnTo>
                <a:lnTo>
                  <a:pt x="1135816" y="411480"/>
                </a:lnTo>
                <a:lnTo>
                  <a:pt x="1138036" y="398780"/>
                </a:lnTo>
                <a:lnTo>
                  <a:pt x="1139622" y="386398"/>
                </a:lnTo>
                <a:lnTo>
                  <a:pt x="1140891" y="373698"/>
                </a:lnTo>
                <a:lnTo>
                  <a:pt x="1140891" y="360680"/>
                </a:lnTo>
                <a:lnTo>
                  <a:pt x="1140891" y="347980"/>
                </a:lnTo>
                <a:lnTo>
                  <a:pt x="1139622" y="334963"/>
                </a:lnTo>
                <a:lnTo>
                  <a:pt x="1138036" y="322580"/>
                </a:lnTo>
                <a:lnTo>
                  <a:pt x="1135816" y="310198"/>
                </a:lnTo>
                <a:lnTo>
                  <a:pt x="1132962" y="298133"/>
                </a:lnTo>
                <a:lnTo>
                  <a:pt x="1129473" y="285750"/>
                </a:lnTo>
                <a:lnTo>
                  <a:pt x="1125349" y="274003"/>
                </a:lnTo>
                <a:lnTo>
                  <a:pt x="1120909" y="262890"/>
                </a:lnTo>
                <a:lnTo>
                  <a:pt x="1115517" y="251460"/>
                </a:lnTo>
                <a:lnTo>
                  <a:pt x="1109808" y="240983"/>
                </a:lnTo>
                <a:lnTo>
                  <a:pt x="1103781" y="230188"/>
                </a:lnTo>
                <a:lnTo>
                  <a:pt x="1097120" y="220028"/>
                </a:lnTo>
                <a:lnTo>
                  <a:pt x="1089825" y="210185"/>
                </a:lnTo>
                <a:lnTo>
                  <a:pt x="1082213" y="200660"/>
                </a:lnTo>
                <a:lnTo>
                  <a:pt x="1073966" y="191453"/>
                </a:lnTo>
                <a:lnTo>
                  <a:pt x="1065720" y="182563"/>
                </a:lnTo>
                <a:lnTo>
                  <a:pt x="1056522" y="174308"/>
                </a:lnTo>
                <a:lnTo>
                  <a:pt x="1047006" y="166370"/>
                </a:lnTo>
                <a:lnTo>
                  <a:pt x="1037808" y="159068"/>
                </a:lnTo>
                <a:lnTo>
                  <a:pt x="1027341" y="152083"/>
                </a:lnTo>
                <a:lnTo>
                  <a:pt x="1016874" y="145733"/>
                </a:lnTo>
                <a:lnTo>
                  <a:pt x="1006407" y="139700"/>
                </a:lnTo>
                <a:lnTo>
                  <a:pt x="994989" y="133985"/>
                </a:lnTo>
                <a:lnTo>
                  <a:pt x="983571" y="128905"/>
                </a:lnTo>
                <a:lnTo>
                  <a:pt x="971835" y="124460"/>
                </a:lnTo>
                <a:lnTo>
                  <a:pt x="960417" y="120333"/>
                </a:lnTo>
                <a:lnTo>
                  <a:pt x="947729" y="116840"/>
                </a:lnTo>
                <a:lnTo>
                  <a:pt x="935360" y="114300"/>
                </a:lnTo>
                <a:lnTo>
                  <a:pt x="922990" y="112078"/>
                </a:lnTo>
                <a:lnTo>
                  <a:pt x="909985" y="110490"/>
                </a:lnTo>
                <a:lnTo>
                  <a:pt x="896664" y="109220"/>
                </a:lnTo>
                <a:lnTo>
                  <a:pt x="883659" y="108903"/>
                </a:lnTo>
                <a:close/>
                <a:moveTo>
                  <a:pt x="883659" y="0"/>
                </a:moveTo>
                <a:lnTo>
                  <a:pt x="893175" y="0"/>
                </a:lnTo>
                <a:lnTo>
                  <a:pt x="902373" y="318"/>
                </a:lnTo>
                <a:lnTo>
                  <a:pt x="911888" y="1270"/>
                </a:lnTo>
                <a:lnTo>
                  <a:pt x="921404" y="1905"/>
                </a:lnTo>
                <a:lnTo>
                  <a:pt x="930919" y="3175"/>
                </a:lnTo>
                <a:lnTo>
                  <a:pt x="939800" y="4128"/>
                </a:lnTo>
                <a:lnTo>
                  <a:pt x="948998" y="5715"/>
                </a:lnTo>
                <a:lnTo>
                  <a:pt x="957879" y="7303"/>
                </a:lnTo>
                <a:lnTo>
                  <a:pt x="975641" y="11430"/>
                </a:lnTo>
                <a:lnTo>
                  <a:pt x="993086" y="16193"/>
                </a:lnTo>
                <a:lnTo>
                  <a:pt x="1010531" y="21908"/>
                </a:lnTo>
                <a:lnTo>
                  <a:pt x="1027024" y="28258"/>
                </a:lnTo>
                <a:lnTo>
                  <a:pt x="1043200" y="35560"/>
                </a:lnTo>
                <a:lnTo>
                  <a:pt x="1059694" y="43498"/>
                </a:lnTo>
                <a:lnTo>
                  <a:pt x="1074601" y="52070"/>
                </a:lnTo>
                <a:lnTo>
                  <a:pt x="1089825" y="61595"/>
                </a:lnTo>
                <a:lnTo>
                  <a:pt x="1104098" y="71438"/>
                </a:lnTo>
                <a:lnTo>
                  <a:pt x="1118054" y="82550"/>
                </a:lnTo>
                <a:lnTo>
                  <a:pt x="1131693" y="93663"/>
                </a:lnTo>
                <a:lnTo>
                  <a:pt x="1144697" y="105410"/>
                </a:lnTo>
                <a:lnTo>
                  <a:pt x="1156750" y="118110"/>
                </a:lnTo>
                <a:lnTo>
                  <a:pt x="1168486" y="131128"/>
                </a:lnTo>
                <a:lnTo>
                  <a:pt x="1179270" y="144780"/>
                </a:lnTo>
                <a:lnTo>
                  <a:pt x="1189420" y="158750"/>
                </a:lnTo>
                <a:lnTo>
                  <a:pt x="1198935" y="173673"/>
                </a:lnTo>
                <a:lnTo>
                  <a:pt x="1208133" y="188595"/>
                </a:lnTo>
                <a:lnTo>
                  <a:pt x="1216062" y="204153"/>
                </a:lnTo>
                <a:lnTo>
                  <a:pt x="1223358" y="220345"/>
                </a:lnTo>
                <a:lnTo>
                  <a:pt x="1230018" y="236855"/>
                </a:lnTo>
                <a:lnTo>
                  <a:pt x="1236045" y="253365"/>
                </a:lnTo>
                <a:lnTo>
                  <a:pt x="1240802" y="270510"/>
                </a:lnTo>
                <a:lnTo>
                  <a:pt x="1243023" y="279083"/>
                </a:lnTo>
                <a:lnTo>
                  <a:pt x="1244926" y="288290"/>
                </a:lnTo>
                <a:lnTo>
                  <a:pt x="1246512" y="296863"/>
                </a:lnTo>
                <a:lnTo>
                  <a:pt x="1248098" y="306070"/>
                </a:lnTo>
                <a:lnTo>
                  <a:pt x="1249683" y="314643"/>
                </a:lnTo>
                <a:lnTo>
                  <a:pt x="1250635" y="323533"/>
                </a:lnTo>
                <a:lnTo>
                  <a:pt x="1251269" y="333058"/>
                </a:lnTo>
                <a:lnTo>
                  <a:pt x="1251904" y="342265"/>
                </a:lnTo>
                <a:lnTo>
                  <a:pt x="1252221" y="351155"/>
                </a:lnTo>
                <a:lnTo>
                  <a:pt x="1252538" y="360680"/>
                </a:lnTo>
                <a:lnTo>
                  <a:pt x="1252221" y="373698"/>
                </a:lnTo>
                <a:lnTo>
                  <a:pt x="1251269" y="386080"/>
                </a:lnTo>
                <a:lnTo>
                  <a:pt x="1250318" y="398463"/>
                </a:lnTo>
                <a:lnTo>
                  <a:pt x="1248732" y="411163"/>
                </a:lnTo>
                <a:lnTo>
                  <a:pt x="1246829" y="423228"/>
                </a:lnTo>
                <a:lnTo>
                  <a:pt x="1244608" y="435293"/>
                </a:lnTo>
                <a:lnTo>
                  <a:pt x="1241754" y="447358"/>
                </a:lnTo>
                <a:lnTo>
                  <a:pt x="1238582" y="459105"/>
                </a:lnTo>
                <a:lnTo>
                  <a:pt x="1234776" y="470853"/>
                </a:lnTo>
                <a:lnTo>
                  <a:pt x="1230970" y="481965"/>
                </a:lnTo>
                <a:lnTo>
                  <a:pt x="1226529" y="493395"/>
                </a:lnTo>
                <a:lnTo>
                  <a:pt x="1222089" y="504825"/>
                </a:lnTo>
                <a:lnTo>
                  <a:pt x="1216697" y="515303"/>
                </a:lnTo>
                <a:lnTo>
                  <a:pt x="1211305" y="526415"/>
                </a:lnTo>
                <a:lnTo>
                  <a:pt x="1205278" y="536893"/>
                </a:lnTo>
                <a:lnTo>
                  <a:pt x="1199252" y="547053"/>
                </a:lnTo>
                <a:lnTo>
                  <a:pt x="1192908" y="557213"/>
                </a:lnTo>
                <a:lnTo>
                  <a:pt x="1185930" y="567055"/>
                </a:lnTo>
                <a:lnTo>
                  <a:pt x="1178953" y="576580"/>
                </a:lnTo>
                <a:lnTo>
                  <a:pt x="1171340" y="586105"/>
                </a:lnTo>
                <a:lnTo>
                  <a:pt x="1163728" y="595313"/>
                </a:lnTo>
                <a:lnTo>
                  <a:pt x="1155798" y="604203"/>
                </a:lnTo>
                <a:lnTo>
                  <a:pt x="1147552" y="612458"/>
                </a:lnTo>
                <a:lnTo>
                  <a:pt x="1138988" y="621030"/>
                </a:lnTo>
                <a:lnTo>
                  <a:pt x="1129790" y="629285"/>
                </a:lnTo>
                <a:lnTo>
                  <a:pt x="1120909" y="636905"/>
                </a:lnTo>
                <a:lnTo>
                  <a:pt x="1111394" y="644208"/>
                </a:lnTo>
                <a:lnTo>
                  <a:pt x="1101878" y="651510"/>
                </a:lnTo>
                <a:lnTo>
                  <a:pt x="1091728" y="658178"/>
                </a:lnTo>
                <a:lnTo>
                  <a:pt x="1081896" y="665163"/>
                </a:lnTo>
                <a:lnTo>
                  <a:pt x="1071429" y="671195"/>
                </a:lnTo>
                <a:lnTo>
                  <a:pt x="1060645" y="677228"/>
                </a:lnTo>
                <a:lnTo>
                  <a:pt x="1066354" y="677228"/>
                </a:lnTo>
                <a:lnTo>
                  <a:pt x="1073966" y="677228"/>
                </a:lnTo>
                <a:lnTo>
                  <a:pt x="1081579" y="677863"/>
                </a:lnTo>
                <a:lnTo>
                  <a:pt x="1088557" y="678815"/>
                </a:lnTo>
                <a:lnTo>
                  <a:pt x="1095852" y="679768"/>
                </a:lnTo>
                <a:lnTo>
                  <a:pt x="1103147" y="681673"/>
                </a:lnTo>
                <a:lnTo>
                  <a:pt x="1109808" y="683578"/>
                </a:lnTo>
                <a:lnTo>
                  <a:pt x="1116468" y="685800"/>
                </a:lnTo>
                <a:lnTo>
                  <a:pt x="1123129" y="688023"/>
                </a:lnTo>
                <a:lnTo>
                  <a:pt x="1129473" y="691198"/>
                </a:lnTo>
                <a:lnTo>
                  <a:pt x="1135816" y="694373"/>
                </a:lnTo>
                <a:lnTo>
                  <a:pt x="1141843" y="697548"/>
                </a:lnTo>
                <a:lnTo>
                  <a:pt x="1147869" y="701358"/>
                </a:lnTo>
                <a:lnTo>
                  <a:pt x="1153578" y="705485"/>
                </a:lnTo>
                <a:lnTo>
                  <a:pt x="1158970" y="709613"/>
                </a:lnTo>
                <a:lnTo>
                  <a:pt x="1164045" y="714375"/>
                </a:lnTo>
                <a:lnTo>
                  <a:pt x="1169437" y="718820"/>
                </a:lnTo>
                <a:lnTo>
                  <a:pt x="1173878" y="723583"/>
                </a:lnTo>
                <a:lnTo>
                  <a:pt x="1178953" y="728980"/>
                </a:lnTo>
                <a:lnTo>
                  <a:pt x="1183076" y="734378"/>
                </a:lnTo>
                <a:lnTo>
                  <a:pt x="1187199" y="740093"/>
                </a:lnTo>
                <a:lnTo>
                  <a:pt x="1191005" y="745808"/>
                </a:lnTo>
                <a:lnTo>
                  <a:pt x="1194494" y="751840"/>
                </a:lnTo>
                <a:lnTo>
                  <a:pt x="1197666" y="757873"/>
                </a:lnTo>
                <a:lnTo>
                  <a:pt x="1200521" y="764223"/>
                </a:lnTo>
                <a:lnTo>
                  <a:pt x="1203058" y="770573"/>
                </a:lnTo>
                <a:lnTo>
                  <a:pt x="1205278" y="776923"/>
                </a:lnTo>
                <a:lnTo>
                  <a:pt x="1207182" y="783908"/>
                </a:lnTo>
                <a:lnTo>
                  <a:pt x="1209084" y="790575"/>
                </a:lnTo>
                <a:lnTo>
                  <a:pt x="1210353" y="797878"/>
                </a:lnTo>
                <a:lnTo>
                  <a:pt x="1211305" y="804863"/>
                </a:lnTo>
                <a:lnTo>
                  <a:pt x="1211622" y="812165"/>
                </a:lnTo>
                <a:lnTo>
                  <a:pt x="1212256" y="819468"/>
                </a:lnTo>
                <a:lnTo>
                  <a:pt x="1212256" y="1278891"/>
                </a:lnTo>
                <a:lnTo>
                  <a:pt x="1211622" y="1285876"/>
                </a:lnTo>
                <a:lnTo>
                  <a:pt x="1211305" y="1293178"/>
                </a:lnTo>
                <a:lnTo>
                  <a:pt x="1210353" y="1300481"/>
                </a:lnTo>
                <a:lnTo>
                  <a:pt x="1209084" y="1307466"/>
                </a:lnTo>
                <a:lnTo>
                  <a:pt x="1207182" y="1314451"/>
                </a:lnTo>
                <a:lnTo>
                  <a:pt x="1205278" y="1321118"/>
                </a:lnTo>
                <a:lnTo>
                  <a:pt x="1203058" y="1327468"/>
                </a:lnTo>
                <a:lnTo>
                  <a:pt x="1200521" y="1334136"/>
                </a:lnTo>
                <a:lnTo>
                  <a:pt x="1197666" y="1340486"/>
                </a:lnTo>
                <a:lnTo>
                  <a:pt x="1194494" y="1346518"/>
                </a:lnTo>
                <a:lnTo>
                  <a:pt x="1191005" y="1352551"/>
                </a:lnTo>
                <a:lnTo>
                  <a:pt x="1187199" y="1358266"/>
                </a:lnTo>
                <a:lnTo>
                  <a:pt x="1183076" y="1363981"/>
                </a:lnTo>
                <a:lnTo>
                  <a:pt x="1178953" y="1369061"/>
                </a:lnTo>
                <a:lnTo>
                  <a:pt x="1173878" y="1374458"/>
                </a:lnTo>
                <a:lnTo>
                  <a:pt x="1169437" y="1379221"/>
                </a:lnTo>
                <a:lnTo>
                  <a:pt x="1164045" y="1384301"/>
                </a:lnTo>
                <a:lnTo>
                  <a:pt x="1158970" y="1388428"/>
                </a:lnTo>
                <a:lnTo>
                  <a:pt x="1153578" y="1392873"/>
                </a:lnTo>
                <a:lnTo>
                  <a:pt x="1147869" y="1396683"/>
                </a:lnTo>
                <a:lnTo>
                  <a:pt x="1141843" y="1400493"/>
                </a:lnTo>
                <a:lnTo>
                  <a:pt x="1135816" y="1403986"/>
                </a:lnTo>
                <a:lnTo>
                  <a:pt x="1129473" y="1406843"/>
                </a:lnTo>
                <a:lnTo>
                  <a:pt x="1123129" y="1410018"/>
                </a:lnTo>
                <a:lnTo>
                  <a:pt x="1116468" y="1412558"/>
                </a:lnTo>
                <a:lnTo>
                  <a:pt x="1109808" y="1414781"/>
                </a:lnTo>
                <a:lnTo>
                  <a:pt x="1103147" y="1416686"/>
                </a:lnTo>
                <a:lnTo>
                  <a:pt x="1095852" y="1418273"/>
                </a:lnTo>
                <a:lnTo>
                  <a:pt x="1088557" y="1419543"/>
                </a:lnTo>
                <a:lnTo>
                  <a:pt x="1081579" y="1420496"/>
                </a:lnTo>
                <a:lnTo>
                  <a:pt x="1073966" y="1420813"/>
                </a:lnTo>
                <a:lnTo>
                  <a:pt x="1066354" y="1420813"/>
                </a:lnTo>
                <a:lnTo>
                  <a:pt x="145585" y="1420813"/>
                </a:lnTo>
                <a:lnTo>
                  <a:pt x="138290" y="1420813"/>
                </a:lnTo>
                <a:lnTo>
                  <a:pt x="130678" y="1420496"/>
                </a:lnTo>
                <a:lnTo>
                  <a:pt x="123383" y="1419543"/>
                </a:lnTo>
                <a:lnTo>
                  <a:pt x="116405" y="1418273"/>
                </a:lnTo>
                <a:lnTo>
                  <a:pt x="109427" y="1416686"/>
                </a:lnTo>
                <a:lnTo>
                  <a:pt x="102449" y="1414781"/>
                </a:lnTo>
                <a:lnTo>
                  <a:pt x="95471" y="1412558"/>
                </a:lnTo>
                <a:lnTo>
                  <a:pt x="89127" y="1410018"/>
                </a:lnTo>
                <a:lnTo>
                  <a:pt x="82784" y="1406843"/>
                </a:lnTo>
                <a:lnTo>
                  <a:pt x="76123" y="1403986"/>
                </a:lnTo>
                <a:lnTo>
                  <a:pt x="70097" y="1400493"/>
                </a:lnTo>
                <a:lnTo>
                  <a:pt x="64070" y="1396683"/>
                </a:lnTo>
                <a:lnTo>
                  <a:pt x="58361" y="1392873"/>
                </a:lnTo>
                <a:lnTo>
                  <a:pt x="53286" y="1388428"/>
                </a:lnTo>
                <a:lnTo>
                  <a:pt x="47894" y="1384301"/>
                </a:lnTo>
                <a:lnTo>
                  <a:pt x="42502" y="1379221"/>
                </a:lnTo>
                <a:lnTo>
                  <a:pt x="38062" y="1374458"/>
                </a:lnTo>
                <a:lnTo>
                  <a:pt x="33304" y="1369061"/>
                </a:lnTo>
                <a:lnTo>
                  <a:pt x="29181" y="1363981"/>
                </a:lnTo>
                <a:lnTo>
                  <a:pt x="24740" y="1358266"/>
                </a:lnTo>
                <a:lnTo>
                  <a:pt x="21251" y="1352551"/>
                </a:lnTo>
                <a:lnTo>
                  <a:pt x="17762" y="1346518"/>
                </a:lnTo>
                <a:lnTo>
                  <a:pt x="14273" y="1340486"/>
                </a:lnTo>
                <a:lnTo>
                  <a:pt x="11736" y="1334136"/>
                </a:lnTo>
                <a:lnTo>
                  <a:pt x="8881" y="1327468"/>
                </a:lnTo>
                <a:lnTo>
                  <a:pt x="6661" y="1321118"/>
                </a:lnTo>
                <a:lnTo>
                  <a:pt x="4758" y="1314451"/>
                </a:lnTo>
                <a:lnTo>
                  <a:pt x="2855" y="1307466"/>
                </a:lnTo>
                <a:lnTo>
                  <a:pt x="1903" y="1300481"/>
                </a:lnTo>
                <a:lnTo>
                  <a:pt x="635" y="1293178"/>
                </a:lnTo>
                <a:lnTo>
                  <a:pt x="317" y="1285876"/>
                </a:lnTo>
                <a:lnTo>
                  <a:pt x="0" y="1278891"/>
                </a:lnTo>
                <a:lnTo>
                  <a:pt x="0" y="819468"/>
                </a:lnTo>
                <a:lnTo>
                  <a:pt x="317" y="812165"/>
                </a:lnTo>
                <a:lnTo>
                  <a:pt x="635" y="804863"/>
                </a:lnTo>
                <a:lnTo>
                  <a:pt x="1903" y="797878"/>
                </a:lnTo>
                <a:lnTo>
                  <a:pt x="2855" y="790575"/>
                </a:lnTo>
                <a:lnTo>
                  <a:pt x="4758" y="783908"/>
                </a:lnTo>
                <a:lnTo>
                  <a:pt x="6661" y="776923"/>
                </a:lnTo>
                <a:lnTo>
                  <a:pt x="8881" y="770573"/>
                </a:lnTo>
                <a:lnTo>
                  <a:pt x="11736" y="764223"/>
                </a:lnTo>
                <a:lnTo>
                  <a:pt x="14273" y="757873"/>
                </a:lnTo>
                <a:lnTo>
                  <a:pt x="17762" y="751840"/>
                </a:lnTo>
                <a:lnTo>
                  <a:pt x="21251" y="745808"/>
                </a:lnTo>
                <a:lnTo>
                  <a:pt x="24740" y="740093"/>
                </a:lnTo>
                <a:lnTo>
                  <a:pt x="29181" y="734378"/>
                </a:lnTo>
                <a:lnTo>
                  <a:pt x="33304" y="728980"/>
                </a:lnTo>
                <a:lnTo>
                  <a:pt x="38062" y="723583"/>
                </a:lnTo>
                <a:lnTo>
                  <a:pt x="42502" y="718820"/>
                </a:lnTo>
                <a:lnTo>
                  <a:pt x="47894" y="714375"/>
                </a:lnTo>
                <a:lnTo>
                  <a:pt x="53286" y="709613"/>
                </a:lnTo>
                <a:lnTo>
                  <a:pt x="58361" y="705485"/>
                </a:lnTo>
                <a:lnTo>
                  <a:pt x="64070" y="701358"/>
                </a:lnTo>
                <a:lnTo>
                  <a:pt x="70097" y="697548"/>
                </a:lnTo>
                <a:lnTo>
                  <a:pt x="76123" y="694373"/>
                </a:lnTo>
                <a:lnTo>
                  <a:pt x="82784" y="691198"/>
                </a:lnTo>
                <a:lnTo>
                  <a:pt x="89127" y="688023"/>
                </a:lnTo>
                <a:lnTo>
                  <a:pt x="95471" y="685800"/>
                </a:lnTo>
                <a:lnTo>
                  <a:pt x="102449" y="683578"/>
                </a:lnTo>
                <a:lnTo>
                  <a:pt x="109427" y="681673"/>
                </a:lnTo>
                <a:lnTo>
                  <a:pt x="116405" y="679768"/>
                </a:lnTo>
                <a:lnTo>
                  <a:pt x="123383" y="678815"/>
                </a:lnTo>
                <a:lnTo>
                  <a:pt x="130678" y="677863"/>
                </a:lnTo>
                <a:lnTo>
                  <a:pt x="138290" y="677228"/>
                </a:lnTo>
                <a:lnTo>
                  <a:pt x="145585" y="677228"/>
                </a:lnTo>
                <a:lnTo>
                  <a:pt x="151612" y="677228"/>
                </a:lnTo>
                <a:lnTo>
                  <a:pt x="145585" y="672783"/>
                </a:lnTo>
                <a:lnTo>
                  <a:pt x="139242" y="668020"/>
                </a:lnTo>
                <a:lnTo>
                  <a:pt x="133215" y="663258"/>
                </a:lnTo>
                <a:lnTo>
                  <a:pt x="127189" y="658178"/>
                </a:lnTo>
                <a:lnTo>
                  <a:pt x="121480" y="653415"/>
                </a:lnTo>
                <a:lnTo>
                  <a:pt x="115770" y="648018"/>
                </a:lnTo>
                <a:lnTo>
                  <a:pt x="110378" y="642938"/>
                </a:lnTo>
                <a:lnTo>
                  <a:pt x="104986" y="637223"/>
                </a:lnTo>
                <a:lnTo>
                  <a:pt x="99911" y="631508"/>
                </a:lnTo>
                <a:lnTo>
                  <a:pt x="95154" y="625475"/>
                </a:lnTo>
                <a:lnTo>
                  <a:pt x="90079" y="619443"/>
                </a:lnTo>
                <a:lnTo>
                  <a:pt x="85638" y="613410"/>
                </a:lnTo>
                <a:lnTo>
                  <a:pt x="81198" y="606743"/>
                </a:lnTo>
                <a:lnTo>
                  <a:pt x="77075" y="600393"/>
                </a:lnTo>
                <a:lnTo>
                  <a:pt x="72951" y="594043"/>
                </a:lnTo>
                <a:lnTo>
                  <a:pt x="69145" y="587375"/>
                </a:lnTo>
                <a:lnTo>
                  <a:pt x="65656" y="580390"/>
                </a:lnTo>
                <a:lnTo>
                  <a:pt x="61850" y="573723"/>
                </a:lnTo>
                <a:lnTo>
                  <a:pt x="58995" y="566420"/>
                </a:lnTo>
                <a:lnTo>
                  <a:pt x="55824" y="559118"/>
                </a:lnTo>
                <a:lnTo>
                  <a:pt x="53286" y="552133"/>
                </a:lnTo>
                <a:lnTo>
                  <a:pt x="50432" y="544830"/>
                </a:lnTo>
                <a:lnTo>
                  <a:pt x="48211" y="537210"/>
                </a:lnTo>
                <a:lnTo>
                  <a:pt x="45991" y="529908"/>
                </a:lnTo>
                <a:lnTo>
                  <a:pt x="44088" y="522288"/>
                </a:lnTo>
                <a:lnTo>
                  <a:pt x="42502" y="514350"/>
                </a:lnTo>
                <a:lnTo>
                  <a:pt x="41233" y="506413"/>
                </a:lnTo>
                <a:lnTo>
                  <a:pt x="39965" y="498793"/>
                </a:lnTo>
                <a:lnTo>
                  <a:pt x="39330" y="490538"/>
                </a:lnTo>
                <a:lnTo>
                  <a:pt x="38379" y="482600"/>
                </a:lnTo>
                <a:lnTo>
                  <a:pt x="38062" y="474663"/>
                </a:lnTo>
                <a:lnTo>
                  <a:pt x="37744" y="466090"/>
                </a:lnTo>
                <a:lnTo>
                  <a:pt x="38062" y="453073"/>
                </a:lnTo>
                <a:lnTo>
                  <a:pt x="39330" y="440055"/>
                </a:lnTo>
                <a:lnTo>
                  <a:pt x="40599" y="427355"/>
                </a:lnTo>
                <a:lnTo>
                  <a:pt x="43137" y="414655"/>
                </a:lnTo>
                <a:lnTo>
                  <a:pt x="45991" y="402273"/>
                </a:lnTo>
                <a:lnTo>
                  <a:pt x="49797" y="390208"/>
                </a:lnTo>
                <a:lnTo>
                  <a:pt x="53603" y="378460"/>
                </a:lnTo>
                <a:lnTo>
                  <a:pt x="58361" y="366713"/>
                </a:lnTo>
                <a:lnTo>
                  <a:pt x="63753" y="355600"/>
                </a:lnTo>
                <a:lnTo>
                  <a:pt x="69462" y="344488"/>
                </a:lnTo>
                <a:lnTo>
                  <a:pt x="75489" y="334010"/>
                </a:lnTo>
                <a:lnTo>
                  <a:pt x="82149" y="323215"/>
                </a:lnTo>
                <a:lnTo>
                  <a:pt x="89762" y="313373"/>
                </a:lnTo>
                <a:lnTo>
                  <a:pt x="97374" y="303530"/>
                </a:lnTo>
                <a:lnTo>
                  <a:pt x="105621" y="294640"/>
                </a:lnTo>
                <a:lnTo>
                  <a:pt x="114502" y="285750"/>
                </a:lnTo>
                <a:lnTo>
                  <a:pt x="123383" y="277178"/>
                </a:lnTo>
                <a:lnTo>
                  <a:pt x="132898" y="269240"/>
                </a:lnTo>
                <a:lnTo>
                  <a:pt x="142731" y="261620"/>
                </a:lnTo>
                <a:lnTo>
                  <a:pt x="152880" y="254635"/>
                </a:lnTo>
                <a:lnTo>
                  <a:pt x="163347" y="247968"/>
                </a:lnTo>
                <a:lnTo>
                  <a:pt x="174448" y="241618"/>
                </a:lnTo>
                <a:lnTo>
                  <a:pt x="185867" y="235903"/>
                </a:lnTo>
                <a:lnTo>
                  <a:pt x="196968" y="231140"/>
                </a:lnTo>
                <a:lnTo>
                  <a:pt x="209021" y="226378"/>
                </a:lnTo>
                <a:lnTo>
                  <a:pt x="221391" y="222250"/>
                </a:lnTo>
                <a:lnTo>
                  <a:pt x="233761" y="219075"/>
                </a:lnTo>
                <a:lnTo>
                  <a:pt x="246131" y="216218"/>
                </a:lnTo>
                <a:lnTo>
                  <a:pt x="259135" y="213995"/>
                </a:lnTo>
                <a:lnTo>
                  <a:pt x="272139" y="212090"/>
                </a:lnTo>
                <a:lnTo>
                  <a:pt x="285461" y="211455"/>
                </a:lnTo>
                <a:lnTo>
                  <a:pt x="298782" y="211138"/>
                </a:lnTo>
                <a:lnTo>
                  <a:pt x="307346" y="211138"/>
                </a:lnTo>
                <a:lnTo>
                  <a:pt x="315593" y="211455"/>
                </a:lnTo>
                <a:lnTo>
                  <a:pt x="323839" y="212090"/>
                </a:lnTo>
                <a:lnTo>
                  <a:pt x="332403" y="213043"/>
                </a:lnTo>
                <a:lnTo>
                  <a:pt x="340650" y="214313"/>
                </a:lnTo>
                <a:lnTo>
                  <a:pt x="348896" y="215583"/>
                </a:lnTo>
                <a:lnTo>
                  <a:pt x="356826" y="217488"/>
                </a:lnTo>
                <a:lnTo>
                  <a:pt x="364755" y="219393"/>
                </a:lnTo>
                <a:lnTo>
                  <a:pt x="372685" y="221298"/>
                </a:lnTo>
                <a:lnTo>
                  <a:pt x="380297" y="223838"/>
                </a:lnTo>
                <a:lnTo>
                  <a:pt x="388227" y="226378"/>
                </a:lnTo>
                <a:lnTo>
                  <a:pt x="395839" y="229235"/>
                </a:lnTo>
                <a:lnTo>
                  <a:pt x="402817" y="232093"/>
                </a:lnTo>
                <a:lnTo>
                  <a:pt x="410429" y="235585"/>
                </a:lnTo>
                <a:lnTo>
                  <a:pt x="417724" y="239078"/>
                </a:lnTo>
                <a:lnTo>
                  <a:pt x="424385" y="242888"/>
                </a:lnTo>
                <a:lnTo>
                  <a:pt x="431680" y="246698"/>
                </a:lnTo>
                <a:lnTo>
                  <a:pt x="438024" y="250825"/>
                </a:lnTo>
                <a:lnTo>
                  <a:pt x="444684" y="254953"/>
                </a:lnTo>
                <a:lnTo>
                  <a:pt x="451345" y="259398"/>
                </a:lnTo>
                <a:lnTo>
                  <a:pt x="457689" y="263843"/>
                </a:lnTo>
                <a:lnTo>
                  <a:pt x="464032" y="268923"/>
                </a:lnTo>
                <a:lnTo>
                  <a:pt x="470059" y="273685"/>
                </a:lnTo>
                <a:lnTo>
                  <a:pt x="475768" y="279083"/>
                </a:lnTo>
                <a:lnTo>
                  <a:pt x="481477" y="284480"/>
                </a:lnTo>
                <a:lnTo>
                  <a:pt x="487186" y="289878"/>
                </a:lnTo>
                <a:lnTo>
                  <a:pt x="492261" y="295593"/>
                </a:lnTo>
                <a:lnTo>
                  <a:pt x="497653" y="301308"/>
                </a:lnTo>
                <a:lnTo>
                  <a:pt x="502728" y="307340"/>
                </a:lnTo>
                <a:lnTo>
                  <a:pt x="507486" y="314008"/>
                </a:lnTo>
                <a:lnTo>
                  <a:pt x="512243" y="320040"/>
                </a:lnTo>
                <a:lnTo>
                  <a:pt x="516684" y="326390"/>
                </a:lnTo>
                <a:lnTo>
                  <a:pt x="518904" y="309245"/>
                </a:lnTo>
                <a:lnTo>
                  <a:pt x="521442" y="292735"/>
                </a:lnTo>
                <a:lnTo>
                  <a:pt x="525248" y="275908"/>
                </a:lnTo>
                <a:lnTo>
                  <a:pt x="529688" y="259715"/>
                </a:lnTo>
                <a:lnTo>
                  <a:pt x="534763" y="243840"/>
                </a:lnTo>
                <a:lnTo>
                  <a:pt x="540789" y="228283"/>
                </a:lnTo>
                <a:lnTo>
                  <a:pt x="547133" y="213043"/>
                </a:lnTo>
                <a:lnTo>
                  <a:pt x="554745" y="198120"/>
                </a:lnTo>
                <a:lnTo>
                  <a:pt x="562358" y="183833"/>
                </a:lnTo>
                <a:lnTo>
                  <a:pt x="570921" y="169545"/>
                </a:lnTo>
                <a:lnTo>
                  <a:pt x="580437" y="155893"/>
                </a:lnTo>
                <a:lnTo>
                  <a:pt x="589952" y="142558"/>
                </a:lnTo>
                <a:lnTo>
                  <a:pt x="600419" y="130175"/>
                </a:lnTo>
                <a:lnTo>
                  <a:pt x="611203" y="117475"/>
                </a:lnTo>
                <a:lnTo>
                  <a:pt x="622621" y="106045"/>
                </a:lnTo>
                <a:lnTo>
                  <a:pt x="634674" y="94615"/>
                </a:lnTo>
                <a:lnTo>
                  <a:pt x="647679" y="83820"/>
                </a:lnTo>
                <a:lnTo>
                  <a:pt x="660366" y="73660"/>
                </a:lnTo>
                <a:lnTo>
                  <a:pt x="674004" y="63818"/>
                </a:lnTo>
                <a:lnTo>
                  <a:pt x="687960" y="54928"/>
                </a:lnTo>
                <a:lnTo>
                  <a:pt x="702233" y="46673"/>
                </a:lnTo>
                <a:lnTo>
                  <a:pt x="717141" y="39053"/>
                </a:lnTo>
                <a:lnTo>
                  <a:pt x="732048" y="31750"/>
                </a:lnTo>
                <a:lnTo>
                  <a:pt x="747907" y="25400"/>
                </a:lnTo>
                <a:lnTo>
                  <a:pt x="763766" y="19368"/>
                </a:lnTo>
                <a:lnTo>
                  <a:pt x="780259" y="14288"/>
                </a:lnTo>
                <a:lnTo>
                  <a:pt x="796752" y="10160"/>
                </a:lnTo>
                <a:lnTo>
                  <a:pt x="813880" y="6350"/>
                </a:lnTo>
                <a:lnTo>
                  <a:pt x="830691" y="3810"/>
                </a:lnTo>
                <a:lnTo>
                  <a:pt x="848135" y="1588"/>
                </a:lnTo>
                <a:lnTo>
                  <a:pt x="865897" y="318"/>
                </a:lnTo>
                <a:lnTo>
                  <a:pt x="883659" y="0"/>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2195333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a:latin typeface="Century Gothic"/>
              </a:rPr>
              <a:t>7</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smtClean="0">
                <a:latin typeface="Arial Black"/>
                <a:ea typeface="微软雅黑"/>
              </a:rPr>
              <a:t>电台广告</a:t>
            </a:r>
            <a:endParaRPr lang="zh-CN" altLang="en-US" sz="4800" dirty="0">
              <a:latin typeface="Arial Black"/>
              <a:ea typeface="微软雅黑"/>
            </a:endParaRPr>
          </a:p>
        </p:txBody>
      </p:sp>
    </p:spTree>
    <p:extLst>
      <p:ext uri="{BB962C8B-B14F-4D97-AF65-F5344CB8AC3E}">
        <p14:creationId xmlns:p14="http://schemas.microsoft.com/office/powerpoint/2010/main" val="2374166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8460" y="2321004"/>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企业电台广告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3210444268"/>
              </p:ext>
            </p:extLst>
          </p:nvPr>
        </p:nvGraphicFramePr>
        <p:xfrm>
          <a:off x="-180528" y="2491876"/>
          <a:ext cx="9218855" cy="4480272"/>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4067944" y="3194392"/>
            <a:ext cx="1462190"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2015</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343.0%</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2" name="TextBox 11"/>
          <p:cNvSpPr txBox="1"/>
          <p:nvPr/>
        </p:nvSpPr>
        <p:spPr>
          <a:xfrm>
            <a:off x="7308304" y="4778568"/>
            <a:ext cx="1418738"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2016</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92.2%</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3" name="KSO_Shape"/>
          <p:cNvSpPr>
            <a:spLocks/>
          </p:cNvSpPr>
          <p:nvPr/>
        </p:nvSpPr>
        <p:spPr bwMode="auto">
          <a:xfrm>
            <a:off x="539552" y="116633"/>
            <a:ext cx="900113" cy="869950"/>
          </a:xfrm>
          <a:custGeom>
            <a:avLst/>
            <a:gdLst>
              <a:gd name="T0" fmla="*/ 1766879 w 3760"/>
              <a:gd name="T1" fmla="*/ 1560699 h 3634"/>
              <a:gd name="T2" fmla="*/ 1586839 w 3760"/>
              <a:gd name="T3" fmla="*/ 1740816 h 3634"/>
              <a:gd name="T4" fmla="*/ 180519 w 3760"/>
              <a:gd name="T5" fmla="*/ 1740816 h 3634"/>
              <a:gd name="T6" fmla="*/ 0 w 3760"/>
              <a:gd name="T7" fmla="*/ 1560699 h 3634"/>
              <a:gd name="T8" fmla="*/ 202066 w 3760"/>
              <a:gd name="T9" fmla="*/ 442150 h 3634"/>
              <a:gd name="T10" fmla="*/ 1565292 w 3760"/>
              <a:gd name="T11" fmla="*/ 442150 h 3634"/>
              <a:gd name="T12" fmla="*/ 1766879 w 3760"/>
              <a:gd name="T13" fmla="*/ 1560699 h 3634"/>
              <a:gd name="T14" fmla="*/ 1514536 w 3760"/>
              <a:gd name="T15" fmla="*/ 731009 h 3634"/>
              <a:gd name="T16" fmla="*/ 1334496 w 3760"/>
              <a:gd name="T17" fmla="*/ 550412 h 3634"/>
              <a:gd name="T18" fmla="*/ 360558 w 3760"/>
              <a:gd name="T19" fmla="*/ 550412 h 3634"/>
              <a:gd name="T20" fmla="*/ 180519 w 3760"/>
              <a:gd name="T21" fmla="*/ 731009 h 3634"/>
              <a:gd name="T22" fmla="*/ 180519 w 3760"/>
              <a:gd name="T23" fmla="*/ 802864 h 3634"/>
              <a:gd name="T24" fmla="*/ 360558 w 3760"/>
              <a:gd name="T25" fmla="*/ 983460 h 3634"/>
              <a:gd name="T26" fmla="*/ 1334496 w 3760"/>
              <a:gd name="T27" fmla="*/ 983460 h 3634"/>
              <a:gd name="T28" fmla="*/ 1514536 w 3760"/>
              <a:gd name="T29" fmla="*/ 802864 h 3634"/>
              <a:gd name="T30" fmla="*/ 1514536 w 3760"/>
              <a:gd name="T31" fmla="*/ 731009 h 3634"/>
              <a:gd name="T32" fmla="*/ 1384773 w 3760"/>
              <a:gd name="T33" fmla="*/ 1106094 h 3634"/>
              <a:gd name="T34" fmla="*/ 1132431 w 3760"/>
              <a:gd name="T35" fmla="*/ 1358545 h 3634"/>
              <a:gd name="T36" fmla="*/ 1384773 w 3760"/>
              <a:gd name="T37" fmla="*/ 1610997 h 3634"/>
              <a:gd name="T38" fmla="*/ 1637116 w 3760"/>
              <a:gd name="T39" fmla="*/ 1358545 h 3634"/>
              <a:gd name="T40" fmla="*/ 1384773 w 3760"/>
              <a:gd name="T41" fmla="*/ 1106094 h 3634"/>
              <a:gd name="T42" fmla="*/ 1384773 w 3760"/>
              <a:gd name="T43" fmla="*/ 1520939 h 3634"/>
              <a:gd name="T44" fmla="*/ 1222450 w 3760"/>
              <a:gd name="T45" fmla="*/ 1358545 h 3634"/>
              <a:gd name="T46" fmla="*/ 1384773 w 3760"/>
              <a:gd name="T47" fmla="*/ 1196152 h 3634"/>
              <a:gd name="T48" fmla="*/ 1547096 w 3760"/>
              <a:gd name="T49" fmla="*/ 1358545 h 3634"/>
              <a:gd name="T50" fmla="*/ 1384773 w 3760"/>
              <a:gd name="T51" fmla="*/ 1520939 h 3634"/>
              <a:gd name="T52" fmla="*/ 288255 w 3760"/>
              <a:gd name="T53" fmla="*/ 802864 h 3634"/>
              <a:gd name="T54" fmla="*/ 1009850 w 3760"/>
              <a:gd name="T55" fmla="*/ 802864 h 3634"/>
              <a:gd name="T56" fmla="*/ 1009850 w 3760"/>
              <a:gd name="T57" fmla="*/ 875198 h 3634"/>
              <a:gd name="T58" fmla="*/ 1081675 w 3760"/>
              <a:gd name="T59" fmla="*/ 875198 h 3634"/>
              <a:gd name="T60" fmla="*/ 1081675 w 3760"/>
              <a:gd name="T61" fmla="*/ 802864 h 3634"/>
              <a:gd name="T62" fmla="*/ 1262193 w 3760"/>
              <a:gd name="T63" fmla="*/ 802864 h 3634"/>
              <a:gd name="T64" fmla="*/ 1262193 w 3760"/>
              <a:gd name="T65" fmla="*/ 875198 h 3634"/>
              <a:gd name="T66" fmla="*/ 1334496 w 3760"/>
              <a:gd name="T67" fmla="*/ 875198 h 3634"/>
              <a:gd name="T68" fmla="*/ 1334496 w 3760"/>
              <a:gd name="T69" fmla="*/ 802864 h 3634"/>
              <a:gd name="T70" fmla="*/ 1406321 w 3760"/>
              <a:gd name="T71" fmla="*/ 802864 h 3634"/>
              <a:gd name="T72" fmla="*/ 1406321 w 3760"/>
              <a:gd name="T73" fmla="*/ 911126 h 3634"/>
              <a:gd name="T74" fmla="*/ 288255 w 3760"/>
              <a:gd name="T75" fmla="*/ 911126 h 3634"/>
              <a:gd name="T76" fmla="*/ 288255 w 3760"/>
              <a:gd name="T77" fmla="*/ 802864 h 3634"/>
              <a:gd name="T78" fmla="*/ 829332 w 3760"/>
              <a:gd name="T79" fmla="*/ 658674 h 3634"/>
              <a:gd name="T80" fmla="*/ 757507 w 3760"/>
              <a:gd name="T81" fmla="*/ 658674 h 3634"/>
              <a:gd name="T82" fmla="*/ 757507 w 3760"/>
              <a:gd name="T83" fmla="*/ 731009 h 3634"/>
              <a:gd name="T84" fmla="*/ 612901 w 3760"/>
              <a:gd name="T85" fmla="*/ 731009 h 3634"/>
              <a:gd name="T86" fmla="*/ 612901 w 3760"/>
              <a:gd name="T87" fmla="*/ 658674 h 3634"/>
              <a:gd name="T88" fmla="*/ 541077 w 3760"/>
              <a:gd name="T89" fmla="*/ 658674 h 3634"/>
              <a:gd name="T90" fmla="*/ 541077 w 3760"/>
              <a:gd name="T91" fmla="*/ 731009 h 3634"/>
              <a:gd name="T92" fmla="*/ 288255 w 3760"/>
              <a:gd name="T93" fmla="*/ 731009 h 3634"/>
              <a:gd name="T94" fmla="*/ 288255 w 3760"/>
              <a:gd name="T95" fmla="*/ 622747 h 3634"/>
              <a:gd name="T96" fmla="*/ 1406321 w 3760"/>
              <a:gd name="T97" fmla="*/ 622747 h 3634"/>
              <a:gd name="T98" fmla="*/ 1406321 w 3760"/>
              <a:gd name="T99" fmla="*/ 731009 h 3634"/>
              <a:gd name="T100" fmla="*/ 829332 w 3760"/>
              <a:gd name="T101" fmla="*/ 731009 h 3634"/>
              <a:gd name="T102" fmla="*/ 829332 w 3760"/>
              <a:gd name="T103" fmla="*/ 658674 h 3634"/>
              <a:gd name="T104" fmla="*/ 332307 w 3760"/>
              <a:gd name="T105" fmla="*/ 182513 h 3634"/>
              <a:gd name="T106" fmla="*/ 265750 w 3760"/>
              <a:gd name="T107" fmla="*/ 206943 h 3634"/>
              <a:gd name="T108" fmla="*/ 162323 w 3760"/>
              <a:gd name="T109" fmla="*/ 103472 h 3634"/>
              <a:gd name="T110" fmla="*/ 265750 w 3760"/>
              <a:gd name="T111" fmla="*/ 0 h 3634"/>
              <a:gd name="T112" fmla="*/ 366783 w 3760"/>
              <a:gd name="T113" fmla="*/ 81436 h 3634"/>
              <a:gd name="T114" fmla="*/ 1578220 w 3760"/>
              <a:gd name="T115" fmla="*/ 406222 h 3634"/>
              <a:gd name="T116" fmla="*/ 1165949 w 3760"/>
              <a:gd name="T117" fmla="*/ 406222 h 3634"/>
              <a:gd name="T118" fmla="*/ 332307 w 3760"/>
              <a:gd name="T119" fmla="*/ 182513 h 36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60" h="3634">
                <a:moveTo>
                  <a:pt x="3690" y="3258"/>
                </a:moveTo>
                <a:cubicBezTo>
                  <a:pt x="3690" y="3466"/>
                  <a:pt x="3522" y="3634"/>
                  <a:pt x="3314" y="3634"/>
                </a:cubicBezTo>
                <a:cubicBezTo>
                  <a:pt x="377" y="3634"/>
                  <a:pt x="377" y="3634"/>
                  <a:pt x="377" y="3634"/>
                </a:cubicBezTo>
                <a:cubicBezTo>
                  <a:pt x="169" y="3634"/>
                  <a:pt x="0" y="3466"/>
                  <a:pt x="0" y="3258"/>
                </a:cubicBezTo>
                <a:cubicBezTo>
                  <a:pt x="0" y="3258"/>
                  <a:pt x="6" y="923"/>
                  <a:pt x="422" y="923"/>
                </a:cubicBezTo>
                <a:cubicBezTo>
                  <a:pt x="3269" y="923"/>
                  <a:pt x="3269" y="923"/>
                  <a:pt x="3269" y="923"/>
                </a:cubicBezTo>
                <a:cubicBezTo>
                  <a:pt x="3760" y="923"/>
                  <a:pt x="3690" y="3258"/>
                  <a:pt x="3690" y="3258"/>
                </a:cubicBezTo>
                <a:close/>
                <a:moveTo>
                  <a:pt x="3163" y="1526"/>
                </a:moveTo>
                <a:cubicBezTo>
                  <a:pt x="3163" y="1318"/>
                  <a:pt x="2995" y="1149"/>
                  <a:pt x="2787" y="1149"/>
                </a:cubicBezTo>
                <a:cubicBezTo>
                  <a:pt x="753" y="1149"/>
                  <a:pt x="753" y="1149"/>
                  <a:pt x="753" y="1149"/>
                </a:cubicBezTo>
                <a:cubicBezTo>
                  <a:pt x="545" y="1149"/>
                  <a:pt x="377" y="1318"/>
                  <a:pt x="377" y="1526"/>
                </a:cubicBezTo>
                <a:cubicBezTo>
                  <a:pt x="377" y="1676"/>
                  <a:pt x="377" y="1676"/>
                  <a:pt x="377" y="1676"/>
                </a:cubicBezTo>
                <a:cubicBezTo>
                  <a:pt x="377" y="1884"/>
                  <a:pt x="545" y="2053"/>
                  <a:pt x="753" y="2053"/>
                </a:cubicBezTo>
                <a:cubicBezTo>
                  <a:pt x="2787" y="2053"/>
                  <a:pt x="2787" y="2053"/>
                  <a:pt x="2787" y="2053"/>
                </a:cubicBezTo>
                <a:cubicBezTo>
                  <a:pt x="2995" y="2053"/>
                  <a:pt x="3163" y="1884"/>
                  <a:pt x="3163" y="1676"/>
                </a:cubicBezTo>
                <a:lnTo>
                  <a:pt x="3163" y="1526"/>
                </a:lnTo>
                <a:close/>
                <a:moveTo>
                  <a:pt x="2892" y="2309"/>
                </a:moveTo>
                <a:cubicBezTo>
                  <a:pt x="2601" y="2309"/>
                  <a:pt x="2365" y="2545"/>
                  <a:pt x="2365" y="2836"/>
                </a:cubicBezTo>
                <a:cubicBezTo>
                  <a:pt x="2365" y="3127"/>
                  <a:pt x="2601" y="3363"/>
                  <a:pt x="2892" y="3363"/>
                </a:cubicBezTo>
                <a:cubicBezTo>
                  <a:pt x="3183" y="3363"/>
                  <a:pt x="3419" y="3127"/>
                  <a:pt x="3419" y="2836"/>
                </a:cubicBezTo>
                <a:cubicBezTo>
                  <a:pt x="3419" y="2545"/>
                  <a:pt x="3183" y="2309"/>
                  <a:pt x="2892" y="2309"/>
                </a:cubicBezTo>
                <a:close/>
                <a:moveTo>
                  <a:pt x="2892" y="3175"/>
                </a:moveTo>
                <a:cubicBezTo>
                  <a:pt x="2705" y="3175"/>
                  <a:pt x="2553" y="3023"/>
                  <a:pt x="2553" y="2836"/>
                </a:cubicBezTo>
                <a:cubicBezTo>
                  <a:pt x="2553" y="2649"/>
                  <a:pt x="2705" y="2497"/>
                  <a:pt x="2892" y="2497"/>
                </a:cubicBezTo>
                <a:cubicBezTo>
                  <a:pt x="3079" y="2497"/>
                  <a:pt x="3231" y="2649"/>
                  <a:pt x="3231" y="2836"/>
                </a:cubicBezTo>
                <a:cubicBezTo>
                  <a:pt x="3231" y="3023"/>
                  <a:pt x="3079" y="3175"/>
                  <a:pt x="2892" y="3175"/>
                </a:cubicBezTo>
                <a:close/>
                <a:moveTo>
                  <a:pt x="602" y="1676"/>
                </a:moveTo>
                <a:cubicBezTo>
                  <a:pt x="2109" y="1676"/>
                  <a:pt x="2109" y="1676"/>
                  <a:pt x="2109" y="1676"/>
                </a:cubicBezTo>
                <a:cubicBezTo>
                  <a:pt x="2109" y="1827"/>
                  <a:pt x="2109" y="1827"/>
                  <a:pt x="2109" y="1827"/>
                </a:cubicBezTo>
                <a:cubicBezTo>
                  <a:pt x="2259" y="1827"/>
                  <a:pt x="2259" y="1827"/>
                  <a:pt x="2259" y="1827"/>
                </a:cubicBezTo>
                <a:cubicBezTo>
                  <a:pt x="2259" y="1676"/>
                  <a:pt x="2259" y="1676"/>
                  <a:pt x="2259" y="1676"/>
                </a:cubicBezTo>
                <a:cubicBezTo>
                  <a:pt x="2636" y="1676"/>
                  <a:pt x="2636" y="1676"/>
                  <a:pt x="2636" y="1676"/>
                </a:cubicBezTo>
                <a:cubicBezTo>
                  <a:pt x="2636" y="1827"/>
                  <a:pt x="2636" y="1827"/>
                  <a:pt x="2636" y="1827"/>
                </a:cubicBezTo>
                <a:cubicBezTo>
                  <a:pt x="2787" y="1827"/>
                  <a:pt x="2787" y="1827"/>
                  <a:pt x="2787" y="1827"/>
                </a:cubicBezTo>
                <a:cubicBezTo>
                  <a:pt x="2787" y="1676"/>
                  <a:pt x="2787" y="1676"/>
                  <a:pt x="2787" y="1676"/>
                </a:cubicBezTo>
                <a:cubicBezTo>
                  <a:pt x="2937" y="1676"/>
                  <a:pt x="2937" y="1676"/>
                  <a:pt x="2937" y="1676"/>
                </a:cubicBezTo>
                <a:cubicBezTo>
                  <a:pt x="2937" y="1902"/>
                  <a:pt x="2937" y="1902"/>
                  <a:pt x="2937" y="1902"/>
                </a:cubicBezTo>
                <a:cubicBezTo>
                  <a:pt x="602" y="1902"/>
                  <a:pt x="602" y="1902"/>
                  <a:pt x="602" y="1902"/>
                </a:cubicBezTo>
                <a:lnTo>
                  <a:pt x="602" y="1676"/>
                </a:lnTo>
                <a:close/>
                <a:moveTo>
                  <a:pt x="1732" y="1375"/>
                </a:moveTo>
                <a:cubicBezTo>
                  <a:pt x="1582" y="1375"/>
                  <a:pt x="1582" y="1375"/>
                  <a:pt x="1582" y="1375"/>
                </a:cubicBezTo>
                <a:cubicBezTo>
                  <a:pt x="1582" y="1526"/>
                  <a:pt x="1582" y="1526"/>
                  <a:pt x="1582" y="1526"/>
                </a:cubicBezTo>
                <a:cubicBezTo>
                  <a:pt x="1280" y="1526"/>
                  <a:pt x="1280" y="1526"/>
                  <a:pt x="1280" y="1526"/>
                </a:cubicBezTo>
                <a:cubicBezTo>
                  <a:pt x="1280" y="1375"/>
                  <a:pt x="1280" y="1375"/>
                  <a:pt x="1280" y="1375"/>
                </a:cubicBezTo>
                <a:cubicBezTo>
                  <a:pt x="1130" y="1375"/>
                  <a:pt x="1130" y="1375"/>
                  <a:pt x="1130" y="1375"/>
                </a:cubicBezTo>
                <a:cubicBezTo>
                  <a:pt x="1130" y="1526"/>
                  <a:pt x="1130" y="1526"/>
                  <a:pt x="1130" y="1526"/>
                </a:cubicBezTo>
                <a:cubicBezTo>
                  <a:pt x="602" y="1526"/>
                  <a:pt x="602" y="1526"/>
                  <a:pt x="602" y="1526"/>
                </a:cubicBezTo>
                <a:cubicBezTo>
                  <a:pt x="602" y="1300"/>
                  <a:pt x="602" y="1300"/>
                  <a:pt x="602" y="1300"/>
                </a:cubicBezTo>
                <a:cubicBezTo>
                  <a:pt x="2937" y="1300"/>
                  <a:pt x="2937" y="1300"/>
                  <a:pt x="2937" y="1300"/>
                </a:cubicBezTo>
                <a:cubicBezTo>
                  <a:pt x="2937" y="1526"/>
                  <a:pt x="2937" y="1526"/>
                  <a:pt x="2937" y="1526"/>
                </a:cubicBezTo>
                <a:cubicBezTo>
                  <a:pt x="1732" y="1526"/>
                  <a:pt x="1732" y="1526"/>
                  <a:pt x="1732" y="1526"/>
                </a:cubicBezTo>
                <a:lnTo>
                  <a:pt x="1732" y="1375"/>
                </a:lnTo>
                <a:close/>
                <a:moveTo>
                  <a:pt x="694" y="381"/>
                </a:moveTo>
                <a:cubicBezTo>
                  <a:pt x="657" y="413"/>
                  <a:pt x="608" y="432"/>
                  <a:pt x="555" y="432"/>
                </a:cubicBezTo>
                <a:cubicBezTo>
                  <a:pt x="436" y="432"/>
                  <a:pt x="339" y="336"/>
                  <a:pt x="339" y="216"/>
                </a:cubicBezTo>
                <a:cubicBezTo>
                  <a:pt x="339" y="97"/>
                  <a:pt x="436" y="0"/>
                  <a:pt x="555" y="0"/>
                </a:cubicBezTo>
                <a:cubicBezTo>
                  <a:pt x="658" y="0"/>
                  <a:pt x="744" y="73"/>
                  <a:pt x="766" y="170"/>
                </a:cubicBezTo>
                <a:cubicBezTo>
                  <a:pt x="3296" y="848"/>
                  <a:pt x="3296" y="848"/>
                  <a:pt x="3296" y="848"/>
                </a:cubicBezTo>
                <a:cubicBezTo>
                  <a:pt x="2435" y="848"/>
                  <a:pt x="2435" y="848"/>
                  <a:pt x="2435" y="848"/>
                </a:cubicBezTo>
                <a:lnTo>
                  <a:pt x="694" y="381"/>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互联网企业电台广告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4" name="内容占位符 2"/>
          <p:cNvSpPr txBox="1"/>
          <p:nvPr/>
        </p:nvSpPr>
        <p:spPr>
          <a:xfrm>
            <a:off x="251522" y="1000914"/>
            <a:ext cx="8612740" cy="1261884"/>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互联网企业在电台的投放从</a:t>
            </a:r>
            <a:r>
              <a:rPr lang="en-US" altLang="zh-CN" sz="2000" dirty="0" smtClean="0">
                <a:solidFill>
                  <a:prstClr val="white"/>
                </a:solidFill>
                <a:latin typeface="华文中宋" panose="02010600040101010101" pitchFamily="2" charset="-122"/>
                <a:ea typeface="华文中宋" panose="02010600040101010101" pitchFamily="2" charset="-122"/>
              </a:rPr>
              <a:t>2015</a:t>
            </a:r>
            <a:r>
              <a:rPr lang="zh-CN" altLang="en-US" sz="2000" dirty="0" smtClean="0">
                <a:solidFill>
                  <a:prstClr val="white"/>
                </a:solidFill>
                <a:latin typeface="华文中宋" panose="02010600040101010101" pitchFamily="2" charset="-122"/>
                <a:ea typeface="华文中宋" panose="02010600040101010101" pitchFamily="2" charset="-122"/>
              </a:rPr>
              <a:t>下半年增势明显。</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与其他媒体的春节投放高峰相比，电台投放在</a:t>
            </a:r>
            <a:r>
              <a:rPr lang="en-US" altLang="zh-CN" sz="2000" dirty="0" smtClean="0">
                <a:solidFill>
                  <a:prstClr val="white"/>
                </a:solidFill>
                <a:latin typeface="华文中宋" panose="02010600040101010101" pitchFamily="2" charset="-122"/>
                <a:ea typeface="华文中宋" panose="02010600040101010101" pitchFamily="2" charset="-122"/>
              </a:rPr>
              <a:t>2015</a:t>
            </a:r>
            <a:r>
              <a:rPr lang="zh-CN" altLang="en-US" sz="2000" dirty="0" smtClean="0">
                <a:solidFill>
                  <a:prstClr val="white"/>
                </a:solidFill>
                <a:latin typeface="华文中宋" panose="02010600040101010101" pitchFamily="2" charset="-122"/>
                <a:ea typeface="华文中宋" panose="02010600040101010101" pitchFamily="2" charset="-122"/>
              </a:rPr>
              <a:t>年春节期间表现平淡，在一路增势中形成了</a:t>
            </a:r>
            <a:r>
              <a:rPr lang="en-US" altLang="zh-CN" sz="2000" dirty="0" smtClean="0">
                <a:solidFill>
                  <a:prstClr val="white"/>
                </a:solidFill>
                <a:latin typeface="华文中宋" panose="02010600040101010101" pitchFamily="2" charset="-122"/>
                <a:ea typeface="华文中宋" panose="02010600040101010101" pitchFamily="2" charset="-122"/>
              </a:rPr>
              <a:t>2016</a:t>
            </a:r>
            <a:r>
              <a:rPr lang="zh-CN" altLang="en-US" sz="2000" dirty="0" smtClean="0">
                <a:solidFill>
                  <a:prstClr val="white"/>
                </a:solidFill>
                <a:latin typeface="华文中宋" panose="02010600040101010101" pitchFamily="2" charset="-122"/>
                <a:ea typeface="华文中宋" panose="02010600040101010101" pitchFamily="2" charset="-122"/>
              </a:rPr>
              <a:t>年</a:t>
            </a:r>
            <a:r>
              <a:rPr lang="en-US" altLang="zh-CN" sz="2000" dirty="0" smtClean="0">
                <a:solidFill>
                  <a:prstClr val="white"/>
                </a:solidFill>
                <a:latin typeface="华文中宋" panose="02010600040101010101" pitchFamily="2" charset="-122"/>
                <a:ea typeface="华文中宋" panose="02010600040101010101" pitchFamily="2" charset="-122"/>
              </a:rPr>
              <a:t>1</a:t>
            </a:r>
            <a:r>
              <a:rPr lang="zh-CN" altLang="en-US" sz="2000" dirty="0" smtClean="0">
                <a:solidFill>
                  <a:prstClr val="white"/>
                </a:solidFill>
                <a:latin typeface="华文中宋" panose="02010600040101010101" pitchFamily="2" charset="-122"/>
                <a:ea typeface="华文中宋" panose="02010600040101010101" pitchFamily="2" charset="-122"/>
              </a:rPr>
              <a:t>月的峰值。</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697425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9" name="KSO_Shape"/>
          <p:cNvSpPr>
            <a:spLocks/>
          </p:cNvSpPr>
          <p:nvPr/>
        </p:nvSpPr>
        <p:spPr bwMode="auto">
          <a:xfrm>
            <a:off x="539552" y="116633"/>
            <a:ext cx="900113" cy="869950"/>
          </a:xfrm>
          <a:custGeom>
            <a:avLst/>
            <a:gdLst>
              <a:gd name="T0" fmla="*/ 1766879 w 3760"/>
              <a:gd name="T1" fmla="*/ 1560699 h 3634"/>
              <a:gd name="T2" fmla="*/ 1586839 w 3760"/>
              <a:gd name="T3" fmla="*/ 1740816 h 3634"/>
              <a:gd name="T4" fmla="*/ 180519 w 3760"/>
              <a:gd name="T5" fmla="*/ 1740816 h 3634"/>
              <a:gd name="T6" fmla="*/ 0 w 3760"/>
              <a:gd name="T7" fmla="*/ 1560699 h 3634"/>
              <a:gd name="T8" fmla="*/ 202066 w 3760"/>
              <a:gd name="T9" fmla="*/ 442150 h 3634"/>
              <a:gd name="T10" fmla="*/ 1565292 w 3760"/>
              <a:gd name="T11" fmla="*/ 442150 h 3634"/>
              <a:gd name="T12" fmla="*/ 1766879 w 3760"/>
              <a:gd name="T13" fmla="*/ 1560699 h 3634"/>
              <a:gd name="T14" fmla="*/ 1514536 w 3760"/>
              <a:gd name="T15" fmla="*/ 731009 h 3634"/>
              <a:gd name="T16" fmla="*/ 1334496 w 3760"/>
              <a:gd name="T17" fmla="*/ 550412 h 3634"/>
              <a:gd name="T18" fmla="*/ 360558 w 3760"/>
              <a:gd name="T19" fmla="*/ 550412 h 3634"/>
              <a:gd name="T20" fmla="*/ 180519 w 3760"/>
              <a:gd name="T21" fmla="*/ 731009 h 3634"/>
              <a:gd name="T22" fmla="*/ 180519 w 3760"/>
              <a:gd name="T23" fmla="*/ 802864 h 3634"/>
              <a:gd name="T24" fmla="*/ 360558 w 3760"/>
              <a:gd name="T25" fmla="*/ 983460 h 3634"/>
              <a:gd name="T26" fmla="*/ 1334496 w 3760"/>
              <a:gd name="T27" fmla="*/ 983460 h 3634"/>
              <a:gd name="T28" fmla="*/ 1514536 w 3760"/>
              <a:gd name="T29" fmla="*/ 802864 h 3634"/>
              <a:gd name="T30" fmla="*/ 1514536 w 3760"/>
              <a:gd name="T31" fmla="*/ 731009 h 3634"/>
              <a:gd name="T32" fmla="*/ 1384773 w 3760"/>
              <a:gd name="T33" fmla="*/ 1106094 h 3634"/>
              <a:gd name="T34" fmla="*/ 1132431 w 3760"/>
              <a:gd name="T35" fmla="*/ 1358545 h 3634"/>
              <a:gd name="T36" fmla="*/ 1384773 w 3760"/>
              <a:gd name="T37" fmla="*/ 1610997 h 3634"/>
              <a:gd name="T38" fmla="*/ 1637116 w 3760"/>
              <a:gd name="T39" fmla="*/ 1358545 h 3634"/>
              <a:gd name="T40" fmla="*/ 1384773 w 3760"/>
              <a:gd name="T41" fmla="*/ 1106094 h 3634"/>
              <a:gd name="T42" fmla="*/ 1384773 w 3760"/>
              <a:gd name="T43" fmla="*/ 1520939 h 3634"/>
              <a:gd name="T44" fmla="*/ 1222450 w 3760"/>
              <a:gd name="T45" fmla="*/ 1358545 h 3634"/>
              <a:gd name="T46" fmla="*/ 1384773 w 3760"/>
              <a:gd name="T47" fmla="*/ 1196152 h 3634"/>
              <a:gd name="T48" fmla="*/ 1547096 w 3760"/>
              <a:gd name="T49" fmla="*/ 1358545 h 3634"/>
              <a:gd name="T50" fmla="*/ 1384773 w 3760"/>
              <a:gd name="T51" fmla="*/ 1520939 h 3634"/>
              <a:gd name="T52" fmla="*/ 288255 w 3760"/>
              <a:gd name="T53" fmla="*/ 802864 h 3634"/>
              <a:gd name="T54" fmla="*/ 1009850 w 3760"/>
              <a:gd name="T55" fmla="*/ 802864 h 3634"/>
              <a:gd name="T56" fmla="*/ 1009850 w 3760"/>
              <a:gd name="T57" fmla="*/ 875198 h 3634"/>
              <a:gd name="T58" fmla="*/ 1081675 w 3760"/>
              <a:gd name="T59" fmla="*/ 875198 h 3634"/>
              <a:gd name="T60" fmla="*/ 1081675 w 3760"/>
              <a:gd name="T61" fmla="*/ 802864 h 3634"/>
              <a:gd name="T62" fmla="*/ 1262193 w 3760"/>
              <a:gd name="T63" fmla="*/ 802864 h 3634"/>
              <a:gd name="T64" fmla="*/ 1262193 w 3760"/>
              <a:gd name="T65" fmla="*/ 875198 h 3634"/>
              <a:gd name="T66" fmla="*/ 1334496 w 3760"/>
              <a:gd name="T67" fmla="*/ 875198 h 3634"/>
              <a:gd name="T68" fmla="*/ 1334496 w 3760"/>
              <a:gd name="T69" fmla="*/ 802864 h 3634"/>
              <a:gd name="T70" fmla="*/ 1406321 w 3760"/>
              <a:gd name="T71" fmla="*/ 802864 h 3634"/>
              <a:gd name="T72" fmla="*/ 1406321 w 3760"/>
              <a:gd name="T73" fmla="*/ 911126 h 3634"/>
              <a:gd name="T74" fmla="*/ 288255 w 3760"/>
              <a:gd name="T75" fmla="*/ 911126 h 3634"/>
              <a:gd name="T76" fmla="*/ 288255 w 3760"/>
              <a:gd name="T77" fmla="*/ 802864 h 3634"/>
              <a:gd name="T78" fmla="*/ 829332 w 3760"/>
              <a:gd name="T79" fmla="*/ 658674 h 3634"/>
              <a:gd name="T80" fmla="*/ 757507 w 3760"/>
              <a:gd name="T81" fmla="*/ 658674 h 3634"/>
              <a:gd name="T82" fmla="*/ 757507 w 3760"/>
              <a:gd name="T83" fmla="*/ 731009 h 3634"/>
              <a:gd name="T84" fmla="*/ 612901 w 3760"/>
              <a:gd name="T85" fmla="*/ 731009 h 3634"/>
              <a:gd name="T86" fmla="*/ 612901 w 3760"/>
              <a:gd name="T87" fmla="*/ 658674 h 3634"/>
              <a:gd name="T88" fmla="*/ 541077 w 3760"/>
              <a:gd name="T89" fmla="*/ 658674 h 3634"/>
              <a:gd name="T90" fmla="*/ 541077 w 3760"/>
              <a:gd name="T91" fmla="*/ 731009 h 3634"/>
              <a:gd name="T92" fmla="*/ 288255 w 3760"/>
              <a:gd name="T93" fmla="*/ 731009 h 3634"/>
              <a:gd name="T94" fmla="*/ 288255 w 3760"/>
              <a:gd name="T95" fmla="*/ 622747 h 3634"/>
              <a:gd name="T96" fmla="*/ 1406321 w 3760"/>
              <a:gd name="T97" fmla="*/ 622747 h 3634"/>
              <a:gd name="T98" fmla="*/ 1406321 w 3760"/>
              <a:gd name="T99" fmla="*/ 731009 h 3634"/>
              <a:gd name="T100" fmla="*/ 829332 w 3760"/>
              <a:gd name="T101" fmla="*/ 731009 h 3634"/>
              <a:gd name="T102" fmla="*/ 829332 w 3760"/>
              <a:gd name="T103" fmla="*/ 658674 h 3634"/>
              <a:gd name="T104" fmla="*/ 332307 w 3760"/>
              <a:gd name="T105" fmla="*/ 182513 h 3634"/>
              <a:gd name="T106" fmla="*/ 265750 w 3760"/>
              <a:gd name="T107" fmla="*/ 206943 h 3634"/>
              <a:gd name="T108" fmla="*/ 162323 w 3760"/>
              <a:gd name="T109" fmla="*/ 103472 h 3634"/>
              <a:gd name="T110" fmla="*/ 265750 w 3760"/>
              <a:gd name="T111" fmla="*/ 0 h 3634"/>
              <a:gd name="T112" fmla="*/ 366783 w 3760"/>
              <a:gd name="T113" fmla="*/ 81436 h 3634"/>
              <a:gd name="T114" fmla="*/ 1578220 w 3760"/>
              <a:gd name="T115" fmla="*/ 406222 h 3634"/>
              <a:gd name="T116" fmla="*/ 1165949 w 3760"/>
              <a:gd name="T117" fmla="*/ 406222 h 3634"/>
              <a:gd name="T118" fmla="*/ 332307 w 3760"/>
              <a:gd name="T119" fmla="*/ 182513 h 36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60" h="3634">
                <a:moveTo>
                  <a:pt x="3690" y="3258"/>
                </a:moveTo>
                <a:cubicBezTo>
                  <a:pt x="3690" y="3466"/>
                  <a:pt x="3522" y="3634"/>
                  <a:pt x="3314" y="3634"/>
                </a:cubicBezTo>
                <a:cubicBezTo>
                  <a:pt x="377" y="3634"/>
                  <a:pt x="377" y="3634"/>
                  <a:pt x="377" y="3634"/>
                </a:cubicBezTo>
                <a:cubicBezTo>
                  <a:pt x="169" y="3634"/>
                  <a:pt x="0" y="3466"/>
                  <a:pt x="0" y="3258"/>
                </a:cubicBezTo>
                <a:cubicBezTo>
                  <a:pt x="0" y="3258"/>
                  <a:pt x="6" y="923"/>
                  <a:pt x="422" y="923"/>
                </a:cubicBezTo>
                <a:cubicBezTo>
                  <a:pt x="3269" y="923"/>
                  <a:pt x="3269" y="923"/>
                  <a:pt x="3269" y="923"/>
                </a:cubicBezTo>
                <a:cubicBezTo>
                  <a:pt x="3760" y="923"/>
                  <a:pt x="3690" y="3258"/>
                  <a:pt x="3690" y="3258"/>
                </a:cubicBezTo>
                <a:close/>
                <a:moveTo>
                  <a:pt x="3163" y="1526"/>
                </a:moveTo>
                <a:cubicBezTo>
                  <a:pt x="3163" y="1318"/>
                  <a:pt x="2995" y="1149"/>
                  <a:pt x="2787" y="1149"/>
                </a:cubicBezTo>
                <a:cubicBezTo>
                  <a:pt x="753" y="1149"/>
                  <a:pt x="753" y="1149"/>
                  <a:pt x="753" y="1149"/>
                </a:cubicBezTo>
                <a:cubicBezTo>
                  <a:pt x="545" y="1149"/>
                  <a:pt x="377" y="1318"/>
                  <a:pt x="377" y="1526"/>
                </a:cubicBezTo>
                <a:cubicBezTo>
                  <a:pt x="377" y="1676"/>
                  <a:pt x="377" y="1676"/>
                  <a:pt x="377" y="1676"/>
                </a:cubicBezTo>
                <a:cubicBezTo>
                  <a:pt x="377" y="1884"/>
                  <a:pt x="545" y="2053"/>
                  <a:pt x="753" y="2053"/>
                </a:cubicBezTo>
                <a:cubicBezTo>
                  <a:pt x="2787" y="2053"/>
                  <a:pt x="2787" y="2053"/>
                  <a:pt x="2787" y="2053"/>
                </a:cubicBezTo>
                <a:cubicBezTo>
                  <a:pt x="2995" y="2053"/>
                  <a:pt x="3163" y="1884"/>
                  <a:pt x="3163" y="1676"/>
                </a:cubicBezTo>
                <a:lnTo>
                  <a:pt x="3163" y="1526"/>
                </a:lnTo>
                <a:close/>
                <a:moveTo>
                  <a:pt x="2892" y="2309"/>
                </a:moveTo>
                <a:cubicBezTo>
                  <a:pt x="2601" y="2309"/>
                  <a:pt x="2365" y="2545"/>
                  <a:pt x="2365" y="2836"/>
                </a:cubicBezTo>
                <a:cubicBezTo>
                  <a:pt x="2365" y="3127"/>
                  <a:pt x="2601" y="3363"/>
                  <a:pt x="2892" y="3363"/>
                </a:cubicBezTo>
                <a:cubicBezTo>
                  <a:pt x="3183" y="3363"/>
                  <a:pt x="3419" y="3127"/>
                  <a:pt x="3419" y="2836"/>
                </a:cubicBezTo>
                <a:cubicBezTo>
                  <a:pt x="3419" y="2545"/>
                  <a:pt x="3183" y="2309"/>
                  <a:pt x="2892" y="2309"/>
                </a:cubicBezTo>
                <a:close/>
                <a:moveTo>
                  <a:pt x="2892" y="3175"/>
                </a:moveTo>
                <a:cubicBezTo>
                  <a:pt x="2705" y="3175"/>
                  <a:pt x="2553" y="3023"/>
                  <a:pt x="2553" y="2836"/>
                </a:cubicBezTo>
                <a:cubicBezTo>
                  <a:pt x="2553" y="2649"/>
                  <a:pt x="2705" y="2497"/>
                  <a:pt x="2892" y="2497"/>
                </a:cubicBezTo>
                <a:cubicBezTo>
                  <a:pt x="3079" y="2497"/>
                  <a:pt x="3231" y="2649"/>
                  <a:pt x="3231" y="2836"/>
                </a:cubicBezTo>
                <a:cubicBezTo>
                  <a:pt x="3231" y="3023"/>
                  <a:pt x="3079" y="3175"/>
                  <a:pt x="2892" y="3175"/>
                </a:cubicBezTo>
                <a:close/>
                <a:moveTo>
                  <a:pt x="602" y="1676"/>
                </a:moveTo>
                <a:cubicBezTo>
                  <a:pt x="2109" y="1676"/>
                  <a:pt x="2109" y="1676"/>
                  <a:pt x="2109" y="1676"/>
                </a:cubicBezTo>
                <a:cubicBezTo>
                  <a:pt x="2109" y="1827"/>
                  <a:pt x="2109" y="1827"/>
                  <a:pt x="2109" y="1827"/>
                </a:cubicBezTo>
                <a:cubicBezTo>
                  <a:pt x="2259" y="1827"/>
                  <a:pt x="2259" y="1827"/>
                  <a:pt x="2259" y="1827"/>
                </a:cubicBezTo>
                <a:cubicBezTo>
                  <a:pt x="2259" y="1676"/>
                  <a:pt x="2259" y="1676"/>
                  <a:pt x="2259" y="1676"/>
                </a:cubicBezTo>
                <a:cubicBezTo>
                  <a:pt x="2636" y="1676"/>
                  <a:pt x="2636" y="1676"/>
                  <a:pt x="2636" y="1676"/>
                </a:cubicBezTo>
                <a:cubicBezTo>
                  <a:pt x="2636" y="1827"/>
                  <a:pt x="2636" y="1827"/>
                  <a:pt x="2636" y="1827"/>
                </a:cubicBezTo>
                <a:cubicBezTo>
                  <a:pt x="2787" y="1827"/>
                  <a:pt x="2787" y="1827"/>
                  <a:pt x="2787" y="1827"/>
                </a:cubicBezTo>
                <a:cubicBezTo>
                  <a:pt x="2787" y="1676"/>
                  <a:pt x="2787" y="1676"/>
                  <a:pt x="2787" y="1676"/>
                </a:cubicBezTo>
                <a:cubicBezTo>
                  <a:pt x="2937" y="1676"/>
                  <a:pt x="2937" y="1676"/>
                  <a:pt x="2937" y="1676"/>
                </a:cubicBezTo>
                <a:cubicBezTo>
                  <a:pt x="2937" y="1902"/>
                  <a:pt x="2937" y="1902"/>
                  <a:pt x="2937" y="1902"/>
                </a:cubicBezTo>
                <a:cubicBezTo>
                  <a:pt x="602" y="1902"/>
                  <a:pt x="602" y="1902"/>
                  <a:pt x="602" y="1902"/>
                </a:cubicBezTo>
                <a:lnTo>
                  <a:pt x="602" y="1676"/>
                </a:lnTo>
                <a:close/>
                <a:moveTo>
                  <a:pt x="1732" y="1375"/>
                </a:moveTo>
                <a:cubicBezTo>
                  <a:pt x="1582" y="1375"/>
                  <a:pt x="1582" y="1375"/>
                  <a:pt x="1582" y="1375"/>
                </a:cubicBezTo>
                <a:cubicBezTo>
                  <a:pt x="1582" y="1526"/>
                  <a:pt x="1582" y="1526"/>
                  <a:pt x="1582" y="1526"/>
                </a:cubicBezTo>
                <a:cubicBezTo>
                  <a:pt x="1280" y="1526"/>
                  <a:pt x="1280" y="1526"/>
                  <a:pt x="1280" y="1526"/>
                </a:cubicBezTo>
                <a:cubicBezTo>
                  <a:pt x="1280" y="1375"/>
                  <a:pt x="1280" y="1375"/>
                  <a:pt x="1280" y="1375"/>
                </a:cubicBezTo>
                <a:cubicBezTo>
                  <a:pt x="1130" y="1375"/>
                  <a:pt x="1130" y="1375"/>
                  <a:pt x="1130" y="1375"/>
                </a:cubicBezTo>
                <a:cubicBezTo>
                  <a:pt x="1130" y="1526"/>
                  <a:pt x="1130" y="1526"/>
                  <a:pt x="1130" y="1526"/>
                </a:cubicBezTo>
                <a:cubicBezTo>
                  <a:pt x="602" y="1526"/>
                  <a:pt x="602" y="1526"/>
                  <a:pt x="602" y="1526"/>
                </a:cubicBezTo>
                <a:cubicBezTo>
                  <a:pt x="602" y="1300"/>
                  <a:pt x="602" y="1300"/>
                  <a:pt x="602" y="1300"/>
                </a:cubicBezTo>
                <a:cubicBezTo>
                  <a:pt x="2937" y="1300"/>
                  <a:pt x="2937" y="1300"/>
                  <a:pt x="2937" y="1300"/>
                </a:cubicBezTo>
                <a:cubicBezTo>
                  <a:pt x="2937" y="1526"/>
                  <a:pt x="2937" y="1526"/>
                  <a:pt x="2937" y="1526"/>
                </a:cubicBezTo>
                <a:cubicBezTo>
                  <a:pt x="1732" y="1526"/>
                  <a:pt x="1732" y="1526"/>
                  <a:pt x="1732" y="1526"/>
                </a:cubicBezTo>
                <a:lnTo>
                  <a:pt x="1732" y="1375"/>
                </a:lnTo>
                <a:close/>
                <a:moveTo>
                  <a:pt x="694" y="381"/>
                </a:moveTo>
                <a:cubicBezTo>
                  <a:pt x="657" y="413"/>
                  <a:pt x="608" y="432"/>
                  <a:pt x="555" y="432"/>
                </a:cubicBezTo>
                <a:cubicBezTo>
                  <a:pt x="436" y="432"/>
                  <a:pt x="339" y="336"/>
                  <a:pt x="339" y="216"/>
                </a:cubicBezTo>
                <a:cubicBezTo>
                  <a:pt x="339" y="97"/>
                  <a:pt x="436" y="0"/>
                  <a:pt x="555" y="0"/>
                </a:cubicBezTo>
                <a:cubicBezTo>
                  <a:pt x="658" y="0"/>
                  <a:pt x="744" y="73"/>
                  <a:pt x="766" y="170"/>
                </a:cubicBezTo>
                <a:cubicBezTo>
                  <a:pt x="3296" y="848"/>
                  <a:pt x="3296" y="848"/>
                  <a:pt x="3296" y="848"/>
                </a:cubicBezTo>
                <a:cubicBezTo>
                  <a:pt x="2435" y="848"/>
                  <a:pt x="2435" y="848"/>
                  <a:pt x="2435" y="848"/>
                </a:cubicBezTo>
                <a:lnTo>
                  <a:pt x="694" y="381"/>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1" name="TextBox 10"/>
          <p:cNvSpPr txBox="1"/>
          <p:nvPr/>
        </p:nvSpPr>
        <p:spPr>
          <a:xfrm>
            <a:off x="1115616" y="1772816"/>
            <a:ext cx="6552728"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a:t>
            </a:r>
            <a:r>
              <a:rPr lang="zh-CN" altLang="en-US" dirty="0">
                <a:solidFill>
                  <a:sysClr val="windowText" lastClr="000000"/>
                </a:solidFill>
              </a:rPr>
              <a:t>电台</a:t>
            </a:r>
            <a:r>
              <a:rPr lang="zh-CN" altLang="en-US" dirty="0" smtClean="0">
                <a:solidFill>
                  <a:sysClr val="windowText" lastClr="000000"/>
                </a:solidFill>
              </a:rPr>
              <a:t>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0" name="KSO_Shape"/>
          <p:cNvSpPr>
            <a:spLocks/>
          </p:cNvSpPr>
          <p:nvPr/>
        </p:nvSpPr>
        <p:spPr bwMode="auto">
          <a:xfrm>
            <a:off x="4011812" y="3208389"/>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KSO_Shape"/>
          <p:cNvSpPr>
            <a:spLocks/>
          </p:cNvSpPr>
          <p:nvPr/>
        </p:nvSpPr>
        <p:spPr bwMode="auto">
          <a:xfrm>
            <a:off x="6715844" y="3136823"/>
            <a:ext cx="1168524" cy="1016571"/>
          </a:xfrm>
          <a:custGeom>
            <a:avLst/>
            <a:gdLst>
              <a:gd name="T0" fmla="*/ 1381568 w 6238"/>
              <a:gd name="T1" fmla="*/ 624724 h 6192"/>
              <a:gd name="T2" fmla="*/ 341727 w 6238"/>
              <a:gd name="T3" fmla="*/ 911602 h 6192"/>
              <a:gd name="T4" fmla="*/ 393032 w 6238"/>
              <a:gd name="T5" fmla="*/ 1061145 h 6192"/>
              <a:gd name="T6" fmla="*/ 1246892 w 6238"/>
              <a:gd name="T7" fmla="*/ 1245480 h 6192"/>
              <a:gd name="T8" fmla="*/ 1191923 w 6238"/>
              <a:gd name="T9" fmla="*/ 1274168 h 6192"/>
              <a:gd name="T10" fmla="*/ 822100 w 6238"/>
              <a:gd name="T11" fmla="*/ 1330018 h 6192"/>
              <a:gd name="T12" fmla="*/ 597336 w 6238"/>
              <a:gd name="T13" fmla="*/ 1254025 h 6192"/>
              <a:gd name="T14" fmla="*/ 105664 w 6238"/>
              <a:gd name="T15" fmla="*/ 1563183 h 6192"/>
              <a:gd name="T16" fmla="*/ 159106 w 6238"/>
              <a:gd name="T17" fmla="*/ 1601332 h 6192"/>
              <a:gd name="T18" fmla="*/ 457774 w 6238"/>
              <a:gd name="T19" fmla="*/ 1730732 h 6192"/>
              <a:gd name="T20" fmla="*/ 897836 w 6238"/>
              <a:gd name="T21" fmla="*/ 1811607 h 6192"/>
              <a:gd name="T22" fmla="*/ 1340341 w 6238"/>
              <a:gd name="T23" fmla="*/ 1729206 h 6192"/>
              <a:gd name="T24" fmla="*/ 1636260 w 6238"/>
              <a:gd name="T25" fmla="*/ 1601332 h 6192"/>
              <a:gd name="T26" fmla="*/ 1690008 w 6238"/>
              <a:gd name="T27" fmla="*/ 1563183 h 6192"/>
              <a:gd name="T28" fmla="*/ 831567 w 6238"/>
              <a:gd name="T29" fmla="*/ 1492989 h 6192"/>
              <a:gd name="T30" fmla="*/ 1281096 w 6238"/>
              <a:gd name="T31" fmla="*/ 1557995 h 6192"/>
              <a:gd name="T32" fmla="*/ 1031290 w 6238"/>
              <a:gd name="T33" fmla="*/ 1374270 h 6192"/>
              <a:gd name="T34" fmla="*/ 595809 w 6238"/>
              <a:gd name="T35" fmla="*/ 1393802 h 6192"/>
              <a:gd name="T36" fmla="*/ 508468 w 6238"/>
              <a:gd name="T37" fmla="*/ 1677629 h 6192"/>
              <a:gd name="T38" fmla="*/ 1044116 w 6238"/>
              <a:gd name="T39" fmla="*/ 1707538 h 6192"/>
              <a:gd name="T40" fmla="*/ 1473794 w 6238"/>
              <a:gd name="T41" fmla="*/ 1585767 h 6192"/>
              <a:gd name="T42" fmla="*/ 920434 w 6238"/>
              <a:gd name="T43" fmla="*/ 861856 h 6192"/>
              <a:gd name="T44" fmla="*/ 333787 w 6238"/>
              <a:gd name="T45" fmla="*/ 808143 h 6192"/>
              <a:gd name="T46" fmla="*/ 509690 w 6238"/>
              <a:gd name="T47" fmla="*/ 666840 h 6192"/>
              <a:gd name="T48" fmla="*/ 594282 w 6238"/>
              <a:gd name="T49" fmla="*/ 1057483 h 6192"/>
              <a:gd name="T50" fmla="*/ 646503 w 6238"/>
              <a:gd name="T51" fmla="*/ 1037341 h 6192"/>
              <a:gd name="T52" fmla="*/ 616880 w 6238"/>
              <a:gd name="T53" fmla="*/ 604886 h 6192"/>
              <a:gd name="T54" fmla="*/ 748502 w 6238"/>
              <a:gd name="T55" fmla="*/ 549952 h 6192"/>
              <a:gd name="T56" fmla="*/ 680706 w 6238"/>
              <a:gd name="T57" fmla="*/ 496849 h 6192"/>
              <a:gd name="T58" fmla="*/ 795226 w 6238"/>
              <a:gd name="T59" fmla="*/ 368669 h 6192"/>
              <a:gd name="T60" fmla="*/ 598252 w 6238"/>
              <a:gd name="T61" fmla="*/ 450155 h 6192"/>
              <a:gd name="T62" fmla="*/ 544504 w 6238"/>
              <a:gd name="T63" fmla="*/ 207529 h 6192"/>
              <a:gd name="T64" fmla="*/ 505720 w 6238"/>
              <a:gd name="T65" fmla="*/ 411701 h 6192"/>
              <a:gd name="T66" fmla="*/ 212244 w 6238"/>
              <a:gd name="T67" fmla="*/ 277418 h 6192"/>
              <a:gd name="T68" fmla="*/ 265992 w 6238"/>
              <a:gd name="T69" fmla="*/ 384539 h 6192"/>
              <a:gd name="T70" fmla="*/ 344781 w 6238"/>
              <a:gd name="T71" fmla="*/ 452291 h 6192"/>
              <a:gd name="T72" fmla="*/ 78179 w 6238"/>
              <a:gd name="T73" fmla="*/ 512414 h 6192"/>
              <a:gd name="T74" fmla="*/ 17102 w 6238"/>
              <a:gd name="T75" fmla="*/ 657989 h 6192"/>
              <a:gd name="T76" fmla="*/ 360661 w 6238"/>
              <a:gd name="T77" fmla="*/ 566432 h 6192"/>
              <a:gd name="T78" fmla="*/ 285231 w 6238"/>
              <a:gd name="T79" fmla="*/ 710787 h 6192"/>
              <a:gd name="T80" fmla="*/ 1154666 w 6238"/>
              <a:gd name="T81" fmla="*/ 533777 h 6192"/>
              <a:gd name="T82" fmla="*/ 1245976 w 6238"/>
              <a:gd name="T83" fmla="*/ 1070301 h 6192"/>
              <a:gd name="T84" fmla="*/ 1282928 w 6238"/>
              <a:gd name="T85" fmla="*/ 725131 h 6192"/>
              <a:gd name="T86" fmla="*/ 1290257 w 6238"/>
              <a:gd name="T87" fmla="*/ 387591 h 6192"/>
              <a:gd name="T88" fmla="*/ 1495477 w 6238"/>
              <a:gd name="T89" fmla="*/ 628691 h 6192"/>
              <a:gd name="T90" fmla="*/ 1573656 w 6238"/>
              <a:gd name="T91" fmla="*/ 700106 h 6192"/>
              <a:gd name="T92" fmla="*/ 1531818 w 6238"/>
              <a:gd name="T93" fmla="*/ 491661 h 6192"/>
              <a:gd name="T94" fmla="*/ 1463717 w 6238"/>
              <a:gd name="T95" fmla="*/ 381182 h 6192"/>
              <a:gd name="T96" fmla="*/ 1876294 w 6238"/>
              <a:gd name="T97" fmla="*/ 486778 h 6192"/>
              <a:gd name="T98" fmla="*/ 1770935 w 6238"/>
              <a:gd name="T99" fmla="*/ 323196 h 6192"/>
              <a:gd name="T100" fmla="*/ 1383400 w 6238"/>
              <a:gd name="T101" fmla="*/ 232555 h 6192"/>
              <a:gd name="T102" fmla="*/ 1656416 w 6238"/>
              <a:gd name="T103" fmla="*/ 60122 h 6192"/>
              <a:gd name="T104" fmla="*/ 1400807 w 6238"/>
              <a:gd name="T105" fmla="*/ 68668 h 6192"/>
              <a:gd name="T106" fmla="*/ 1260635 w 6238"/>
              <a:gd name="T107" fmla="*/ 93693 h 6192"/>
              <a:gd name="T108" fmla="*/ 1237731 w 6238"/>
              <a:gd name="T109" fmla="*/ 10682 h 6192"/>
              <a:gd name="T110" fmla="*/ 1167492 w 6238"/>
              <a:gd name="T111" fmla="*/ 235301 h 6192"/>
              <a:gd name="T112" fmla="*/ 1007164 w 6238"/>
              <a:gd name="T113" fmla="*/ 175179 h 6192"/>
              <a:gd name="T114" fmla="*/ 795837 w 6238"/>
              <a:gd name="T115" fmla="*/ 215769 h 6192"/>
              <a:gd name="T116" fmla="*/ 765604 w 6238"/>
              <a:gd name="T117" fmla="*/ 298171 h 6192"/>
              <a:gd name="T118" fmla="*/ 1069768 w 6238"/>
              <a:gd name="T119" fmla="*/ 337845 h 6192"/>
              <a:gd name="T120" fmla="*/ 819046 w 6238"/>
              <a:gd name="T121" fmla="*/ 550868 h 6192"/>
              <a:gd name="T122" fmla="*/ 751556 w 6238"/>
              <a:gd name="T123" fmla="*/ 843240 h 6192"/>
              <a:gd name="T124" fmla="*/ 1016326 w 6238"/>
              <a:gd name="T125" fmla="*/ 549342 h 61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238" h="6192">
                <a:moveTo>
                  <a:pt x="5049" y="4475"/>
                </a:moveTo>
                <a:lnTo>
                  <a:pt x="5049" y="4475"/>
                </a:lnTo>
                <a:lnTo>
                  <a:pt x="5032" y="4281"/>
                </a:lnTo>
                <a:lnTo>
                  <a:pt x="5015" y="4093"/>
                </a:lnTo>
                <a:lnTo>
                  <a:pt x="4996" y="3913"/>
                </a:lnTo>
                <a:lnTo>
                  <a:pt x="4975" y="3739"/>
                </a:lnTo>
                <a:lnTo>
                  <a:pt x="4953" y="3570"/>
                </a:lnTo>
                <a:lnTo>
                  <a:pt x="4930" y="3410"/>
                </a:lnTo>
                <a:lnTo>
                  <a:pt x="4906" y="3254"/>
                </a:lnTo>
                <a:lnTo>
                  <a:pt x="4880" y="3105"/>
                </a:lnTo>
                <a:lnTo>
                  <a:pt x="4854" y="2962"/>
                </a:lnTo>
                <a:lnTo>
                  <a:pt x="4826" y="2824"/>
                </a:lnTo>
                <a:lnTo>
                  <a:pt x="4798" y="2692"/>
                </a:lnTo>
                <a:lnTo>
                  <a:pt x="4769" y="2567"/>
                </a:lnTo>
                <a:lnTo>
                  <a:pt x="4739" y="2446"/>
                </a:lnTo>
                <a:lnTo>
                  <a:pt x="4709" y="2332"/>
                </a:lnTo>
                <a:lnTo>
                  <a:pt x="4679" y="2222"/>
                </a:lnTo>
                <a:lnTo>
                  <a:pt x="4647" y="2117"/>
                </a:lnTo>
                <a:lnTo>
                  <a:pt x="4620" y="2086"/>
                </a:lnTo>
                <a:lnTo>
                  <a:pt x="4591" y="2057"/>
                </a:lnTo>
                <a:lnTo>
                  <a:pt x="4561" y="2027"/>
                </a:lnTo>
                <a:lnTo>
                  <a:pt x="4533" y="1998"/>
                </a:lnTo>
                <a:lnTo>
                  <a:pt x="4524" y="2047"/>
                </a:lnTo>
                <a:lnTo>
                  <a:pt x="4515" y="2094"/>
                </a:lnTo>
                <a:lnTo>
                  <a:pt x="4505" y="2140"/>
                </a:lnTo>
                <a:lnTo>
                  <a:pt x="4494" y="2186"/>
                </a:lnTo>
                <a:lnTo>
                  <a:pt x="4482" y="2233"/>
                </a:lnTo>
                <a:lnTo>
                  <a:pt x="4470" y="2278"/>
                </a:lnTo>
                <a:lnTo>
                  <a:pt x="4445" y="2367"/>
                </a:lnTo>
                <a:lnTo>
                  <a:pt x="4469" y="2457"/>
                </a:lnTo>
                <a:lnTo>
                  <a:pt x="4492" y="2549"/>
                </a:lnTo>
                <a:lnTo>
                  <a:pt x="4516" y="2647"/>
                </a:lnTo>
                <a:lnTo>
                  <a:pt x="4539" y="2747"/>
                </a:lnTo>
                <a:lnTo>
                  <a:pt x="4561" y="2852"/>
                </a:lnTo>
                <a:lnTo>
                  <a:pt x="4584" y="2961"/>
                </a:lnTo>
                <a:lnTo>
                  <a:pt x="4605" y="3074"/>
                </a:lnTo>
                <a:lnTo>
                  <a:pt x="4626" y="3191"/>
                </a:lnTo>
                <a:lnTo>
                  <a:pt x="4647" y="3312"/>
                </a:lnTo>
                <a:lnTo>
                  <a:pt x="4667" y="3437"/>
                </a:lnTo>
                <a:lnTo>
                  <a:pt x="4686" y="3566"/>
                </a:lnTo>
                <a:lnTo>
                  <a:pt x="4703" y="3700"/>
                </a:lnTo>
                <a:lnTo>
                  <a:pt x="4721" y="3839"/>
                </a:lnTo>
                <a:lnTo>
                  <a:pt x="4737" y="3981"/>
                </a:lnTo>
                <a:lnTo>
                  <a:pt x="4753" y="4128"/>
                </a:lnTo>
                <a:lnTo>
                  <a:pt x="4767" y="4281"/>
                </a:lnTo>
                <a:lnTo>
                  <a:pt x="5049" y="4475"/>
                </a:lnTo>
                <a:close/>
                <a:moveTo>
                  <a:pt x="1119" y="2987"/>
                </a:moveTo>
                <a:lnTo>
                  <a:pt x="1119" y="2987"/>
                </a:lnTo>
                <a:lnTo>
                  <a:pt x="1102" y="3056"/>
                </a:lnTo>
                <a:lnTo>
                  <a:pt x="1086" y="3125"/>
                </a:lnTo>
                <a:lnTo>
                  <a:pt x="1070" y="3199"/>
                </a:lnTo>
                <a:lnTo>
                  <a:pt x="1055" y="3274"/>
                </a:lnTo>
                <a:lnTo>
                  <a:pt x="1039" y="3353"/>
                </a:lnTo>
                <a:lnTo>
                  <a:pt x="1025" y="3435"/>
                </a:lnTo>
                <a:lnTo>
                  <a:pt x="1010" y="3520"/>
                </a:lnTo>
                <a:lnTo>
                  <a:pt x="995" y="3607"/>
                </a:lnTo>
                <a:lnTo>
                  <a:pt x="982" y="3698"/>
                </a:lnTo>
                <a:lnTo>
                  <a:pt x="969" y="3792"/>
                </a:lnTo>
                <a:lnTo>
                  <a:pt x="957" y="3888"/>
                </a:lnTo>
                <a:lnTo>
                  <a:pt x="945" y="3988"/>
                </a:lnTo>
                <a:lnTo>
                  <a:pt x="933" y="4092"/>
                </a:lnTo>
                <a:lnTo>
                  <a:pt x="922" y="4199"/>
                </a:lnTo>
                <a:lnTo>
                  <a:pt x="912" y="4309"/>
                </a:lnTo>
                <a:lnTo>
                  <a:pt x="903" y="4422"/>
                </a:lnTo>
                <a:lnTo>
                  <a:pt x="1186" y="4226"/>
                </a:lnTo>
                <a:lnTo>
                  <a:pt x="1200" y="4087"/>
                </a:lnTo>
                <a:lnTo>
                  <a:pt x="1215" y="3953"/>
                </a:lnTo>
                <a:lnTo>
                  <a:pt x="1232" y="3826"/>
                </a:lnTo>
                <a:lnTo>
                  <a:pt x="1250" y="3704"/>
                </a:lnTo>
                <a:lnTo>
                  <a:pt x="1268" y="3588"/>
                </a:lnTo>
                <a:lnTo>
                  <a:pt x="1287" y="3477"/>
                </a:lnTo>
                <a:lnTo>
                  <a:pt x="1307" y="3371"/>
                </a:lnTo>
                <a:lnTo>
                  <a:pt x="1327" y="3271"/>
                </a:lnTo>
                <a:lnTo>
                  <a:pt x="1347" y="3177"/>
                </a:lnTo>
                <a:lnTo>
                  <a:pt x="1368" y="3086"/>
                </a:lnTo>
                <a:lnTo>
                  <a:pt x="1389" y="3002"/>
                </a:lnTo>
                <a:lnTo>
                  <a:pt x="1410" y="2922"/>
                </a:lnTo>
                <a:lnTo>
                  <a:pt x="1431" y="2848"/>
                </a:lnTo>
                <a:lnTo>
                  <a:pt x="1452" y="2777"/>
                </a:lnTo>
                <a:lnTo>
                  <a:pt x="1473" y="2711"/>
                </a:lnTo>
                <a:lnTo>
                  <a:pt x="1493" y="2651"/>
                </a:lnTo>
                <a:lnTo>
                  <a:pt x="1483" y="2607"/>
                </a:lnTo>
                <a:lnTo>
                  <a:pt x="1473" y="2562"/>
                </a:lnTo>
                <a:lnTo>
                  <a:pt x="1391" y="2654"/>
                </a:lnTo>
                <a:lnTo>
                  <a:pt x="1319" y="2738"/>
                </a:lnTo>
                <a:lnTo>
                  <a:pt x="1247" y="2821"/>
                </a:lnTo>
                <a:lnTo>
                  <a:pt x="1213" y="2864"/>
                </a:lnTo>
                <a:lnTo>
                  <a:pt x="1179" y="2906"/>
                </a:lnTo>
                <a:lnTo>
                  <a:pt x="1147" y="2947"/>
                </a:lnTo>
                <a:lnTo>
                  <a:pt x="1119" y="2987"/>
                </a:lnTo>
                <a:close/>
                <a:moveTo>
                  <a:pt x="5489" y="5059"/>
                </a:moveTo>
                <a:lnTo>
                  <a:pt x="4083" y="4081"/>
                </a:lnTo>
                <a:lnTo>
                  <a:pt x="4073" y="4074"/>
                </a:lnTo>
                <a:lnTo>
                  <a:pt x="4062" y="4070"/>
                </a:lnTo>
                <a:lnTo>
                  <a:pt x="4052" y="4065"/>
                </a:lnTo>
                <a:lnTo>
                  <a:pt x="4041" y="4062"/>
                </a:lnTo>
                <a:lnTo>
                  <a:pt x="4030" y="4061"/>
                </a:lnTo>
                <a:lnTo>
                  <a:pt x="4019" y="4060"/>
                </a:lnTo>
                <a:lnTo>
                  <a:pt x="4008" y="4061"/>
                </a:lnTo>
                <a:lnTo>
                  <a:pt x="3997" y="4062"/>
                </a:lnTo>
                <a:lnTo>
                  <a:pt x="3986" y="4064"/>
                </a:lnTo>
                <a:lnTo>
                  <a:pt x="3976" y="4068"/>
                </a:lnTo>
                <a:lnTo>
                  <a:pt x="3966" y="4072"/>
                </a:lnTo>
                <a:lnTo>
                  <a:pt x="3956" y="4078"/>
                </a:lnTo>
                <a:lnTo>
                  <a:pt x="3946" y="4084"/>
                </a:lnTo>
                <a:lnTo>
                  <a:pt x="3939" y="4092"/>
                </a:lnTo>
                <a:lnTo>
                  <a:pt x="3930" y="4100"/>
                </a:lnTo>
                <a:lnTo>
                  <a:pt x="3923" y="4109"/>
                </a:lnTo>
                <a:lnTo>
                  <a:pt x="3918" y="4117"/>
                </a:lnTo>
                <a:lnTo>
                  <a:pt x="3914" y="4125"/>
                </a:lnTo>
                <a:lnTo>
                  <a:pt x="3910" y="4134"/>
                </a:lnTo>
                <a:lnTo>
                  <a:pt x="3908" y="4141"/>
                </a:lnTo>
                <a:lnTo>
                  <a:pt x="3906" y="4150"/>
                </a:lnTo>
                <a:lnTo>
                  <a:pt x="3903" y="4158"/>
                </a:lnTo>
                <a:lnTo>
                  <a:pt x="3903" y="4175"/>
                </a:lnTo>
                <a:lnTo>
                  <a:pt x="3904" y="4192"/>
                </a:lnTo>
                <a:lnTo>
                  <a:pt x="3909" y="4208"/>
                </a:lnTo>
                <a:lnTo>
                  <a:pt x="3914" y="4225"/>
                </a:lnTo>
                <a:lnTo>
                  <a:pt x="3923" y="4239"/>
                </a:lnTo>
                <a:lnTo>
                  <a:pt x="3864" y="4255"/>
                </a:lnTo>
                <a:lnTo>
                  <a:pt x="3803" y="4269"/>
                </a:lnTo>
                <a:lnTo>
                  <a:pt x="3743" y="4282"/>
                </a:lnTo>
                <a:lnTo>
                  <a:pt x="3682" y="4294"/>
                </a:lnTo>
                <a:lnTo>
                  <a:pt x="3621" y="4306"/>
                </a:lnTo>
                <a:lnTo>
                  <a:pt x="3559" y="4316"/>
                </a:lnTo>
                <a:lnTo>
                  <a:pt x="3498" y="4326"/>
                </a:lnTo>
                <a:lnTo>
                  <a:pt x="3437" y="4334"/>
                </a:lnTo>
                <a:lnTo>
                  <a:pt x="3375" y="4342"/>
                </a:lnTo>
                <a:lnTo>
                  <a:pt x="3312" y="4348"/>
                </a:lnTo>
                <a:lnTo>
                  <a:pt x="3251" y="4354"/>
                </a:lnTo>
                <a:lnTo>
                  <a:pt x="3189" y="4358"/>
                </a:lnTo>
                <a:lnTo>
                  <a:pt x="3127" y="4361"/>
                </a:lnTo>
                <a:lnTo>
                  <a:pt x="3065" y="4364"/>
                </a:lnTo>
                <a:lnTo>
                  <a:pt x="3002" y="4365"/>
                </a:lnTo>
                <a:lnTo>
                  <a:pt x="2941" y="4366"/>
                </a:lnTo>
                <a:lnTo>
                  <a:pt x="2878" y="4365"/>
                </a:lnTo>
                <a:lnTo>
                  <a:pt x="2816" y="4364"/>
                </a:lnTo>
                <a:lnTo>
                  <a:pt x="2754" y="4361"/>
                </a:lnTo>
                <a:lnTo>
                  <a:pt x="2692" y="4358"/>
                </a:lnTo>
                <a:lnTo>
                  <a:pt x="2629" y="4354"/>
                </a:lnTo>
                <a:lnTo>
                  <a:pt x="2568" y="4348"/>
                </a:lnTo>
                <a:lnTo>
                  <a:pt x="2506" y="4342"/>
                </a:lnTo>
                <a:lnTo>
                  <a:pt x="2444" y="4334"/>
                </a:lnTo>
                <a:lnTo>
                  <a:pt x="2383" y="4326"/>
                </a:lnTo>
                <a:lnTo>
                  <a:pt x="2321" y="4316"/>
                </a:lnTo>
                <a:lnTo>
                  <a:pt x="2260" y="4306"/>
                </a:lnTo>
                <a:lnTo>
                  <a:pt x="2198" y="4294"/>
                </a:lnTo>
                <a:lnTo>
                  <a:pt x="2137" y="4282"/>
                </a:lnTo>
                <a:lnTo>
                  <a:pt x="2077" y="4269"/>
                </a:lnTo>
                <a:lnTo>
                  <a:pt x="2016" y="4255"/>
                </a:lnTo>
                <a:lnTo>
                  <a:pt x="1956" y="4239"/>
                </a:lnTo>
                <a:lnTo>
                  <a:pt x="1965" y="4225"/>
                </a:lnTo>
                <a:lnTo>
                  <a:pt x="1971" y="4208"/>
                </a:lnTo>
                <a:lnTo>
                  <a:pt x="1975" y="4192"/>
                </a:lnTo>
                <a:lnTo>
                  <a:pt x="1977" y="4175"/>
                </a:lnTo>
                <a:lnTo>
                  <a:pt x="1976" y="4158"/>
                </a:lnTo>
                <a:lnTo>
                  <a:pt x="1975" y="4150"/>
                </a:lnTo>
                <a:lnTo>
                  <a:pt x="1972" y="4141"/>
                </a:lnTo>
                <a:lnTo>
                  <a:pt x="1969" y="4134"/>
                </a:lnTo>
                <a:lnTo>
                  <a:pt x="1966" y="4125"/>
                </a:lnTo>
                <a:lnTo>
                  <a:pt x="1961" y="4117"/>
                </a:lnTo>
                <a:lnTo>
                  <a:pt x="1956" y="4109"/>
                </a:lnTo>
                <a:lnTo>
                  <a:pt x="1949" y="4100"/>
                </a:lnTo>
                <a:lnTo>
                  <a:pt x="1942" y="4092"/>
                </a:lnTo>
                <a:lnTo>
                  <a:pt x="1933" y="4084"/>
                </a:lnTo>
                <a:lnTo>
                  <a:pt x="1924" y="4078"/>
                </a:lnTo>
                <a:lnTo>
                  <a:pt x="1914" y="4072"/>
                </a:lnTo>
                <a:lnTo>
                  <a:pt x="1904" y="4068"/>
                </a:lnTo>
                <a:lnTo>
                  <a:pt x="1893" y="4064"/>
                </a:lnTo>
                <a:lnTo>
                  <a:pt x="1882" y="4062"/>
                </a:lnTo>
                <a:lnTo>
                  <a:pt x="1871" y="4061"/>
                </a:lnTo>
                <a:lnTo>
                  <a:pt x="1860" y="4060"/>
                </a:lnTo>
                <a:lnTo>
                  <a:pt x="1849" y="4061"/>
                </a:lnTo>
                <a:lnTo>
                  <a:pt x="1838" y="4062"/>
                </a:lnTo>
                <a:lnTo>
                  <a:pt x="1828" y="4065"/>
                </a:lnTo>
                <a:lnTo>
                  <a:pt x="1817" y="4070"/>
                </a:lnTo>
                <a:lnTo>
                  <a:pt x="1807" y="4074"/>
                </a:lnTo>
                <a:lnTo>
                  <a:pt x="1796" y="4081"/>
                </a:lnTo>
                <a:lnTo>
                  <a:pt x="391" y="5059"/>
                </a:lnTo>
                <a:lnTo>
                  <a:pt x="381" y="5067"/>
                </a:lnTo>
                <a:lnTo>
                  <a:pt x="374" y="5074"/>
                </a:lnTo>
                <a:lnTo>
                  <a:pt x="366" y="5083"/>
                </a:lnTo>
                <a:lnTo>
                  <a:pt x="359" y="5092"/>
                </a:lnTo>
                <a:lnTo>
                  <a:pt x="354" y="5102"/>
                </a:lnTo>
                <a:lnTo>
                  <a:pt x="350" y="5112"/>
                </a:lnTo>
                <a:lnTo>
                  <a:pt x="346" y="5122"/>
                </a:lnTo>
                <a:lnTo>
                  <a:pt x="343" y="5133"/>
                </a:lnTo>
                <a:lnTo>
                  <a:pt x="342" y="5144"/>
                </a:lnTo>
                <a:lnTo>
                  <a:pt x="342" y="5155"/>
                </a:lnTo>
                <a:lnTo>
                  <a:pt x="342" y="5166"/>
                </a:lnTo>
                <a:lnTo>
                  <a:pt x="344" y="5177"/>
                </a:lnTo>
                <a:lnTo>
                  <a:pt x="347" y="5188"/>
                </a:lnTo>
                <a:lnTo>
                  <a:pt x="351" y="5199"/>
                </a:lnTo>
                <a:lnTo>
                  <a:pt x="356" y="5208"/>
                </a:lnTo>
                <a:lnTo>
                  <a:pt x="363" y="5218"/>
                </a:lnTo>
                <a:lnTo>
                  <a:pt x="372" y="5229"/>
                </a:lnTo>
                <a:lnTo>
                  <a:pt x="381" y="5239"/>
                </a:lnTo>
                <a:lnTo>
                  <a:pt x="392" y="5248"/>
                </a:lnTo>
                <a:lnTo>
                  <a:pt x="405" y="5255"/>
                </a:lnTo>
                <a:lnTo>
                  <a:pt x="417" y="5260"/>
                </a:lnTo>
                <a:lnTo>
                  <a:pt x="430" y="5265"/>
                </a:lnTo>
                <a:lnTo>
                  <a:pt x="443" y="5267"/>
                </a:lnTo>
                <a:lnTo>
                  <a:pt x="456" y="5268"/>
                </a:lnTo>
                <a:lnTo>
                  <a:pt x="474" y="5267"/>
                </a:lnTo>
                <a:lnTo>
                  <a:pt x="490" y="5262"/>
                </a:lnTo>
                <a:lnTo>
                  <a:pt x="498" y="5259"/>
                </a:lnTo>
                <a:lnTo>
                  <a:pt x="506" y="5256"/>
                </a:lnTo>
                <a:lnTo>
                  <a:pt x="515" y="5251"/>
                </a:lnTo>
                <a:lnTo>
                  <a:pt x="521" y="5247"/>
                </a:lnTo>
                <a:lnTo>
                  <a:pt x="606" y="5189"/>
                </a:lnTo>
                <a:lnTo>
                  <a:pt x="669" y="5233"/>
                </a:lnTo>
                <a:lnTo>
                  <a:pt x="732" y="5276"/>
                </a:lnTo>
                <a:lnTo>
                  <a:pt x="797" y="5317"/>
                </a:lnTo>
                <a:lnTo>
                  <a:pt x="862" y="5357"/>
                </a:lnTo>
                <a:lnTo>
                  <a:pt x="860" y="5555"/>
                </a:lnTo>
                <a:lnTo>
                  <a:pt x="861" y="5761"/>
                </a:lnTo>
                <a:lnTo>
                  <a:pt x="863" y="5972"/>
                </a:lnTo>
                <a:lnTo>
                  <a:pt x="869" y="6192"/>
                </a:lnTo>
                <a:lnTo>
                  <a:pt x="1133" y="6184"/>
                </a:lnTo>
                <a:lnTo>
                  <a:pt x="1129" y="6007"/>
                </a:lnTo>
                <a:lnTo>
                  <a:pt x="1125" y="5834"/>
                </a:lnTo>
                <a:lnTo>
                  <a:pt x="1124" y="5666"/>
                </a:lnTo>
                <a:lnTo>
                  <a:pt x="1124" y="5503"/>
                </a:lnTo>
                <a:lnTo>
                  <a:pt x="1177" y="5530"/>
                </a:lnTo>
                <a:lnTo>
                  <a:pt x="1230" y="5555"/>
                </a:lnTo>
                <a:lnTo>
                  <a:pt x="1283" y="5579"/>
                </a:lnTo>
                <a:lnTo>
                  <a:pt x="1336" y="5603"/>
                </a:lnTo>
                <a:lnTo>
                  <a:pt x="1390" y="5627"/>
                </a:lnTo>
                <a:lnTo>
                  <a:pt x="1444" y="5649"/>
                </a:lnTo>
                <a:lnTo>
                  <a:pt x="1499" y="5671"/>
                </a:lnTo>
                <a:lnTo>
                  <a:pt x="1553" y="5691"/>
                </a:lnTo>
                <a:lnTo>
                  <a:pt x="1608" y="5711"/>
                </a:lnTo>
                <a:lnTo>
                  <a:pt x="1664" y="5730"/>
                </a:lnTo>
                <a:lnTo>
                  <a:pt x="1719" y="5748"/>
                </a:lnTo>
                <a:lnTo>
                  <a:pt x="1775" y="5765"/>
                </a:lnTo>
                <a:lnTo>
                  <a:pt x="1832" y="5782"/>
                </a:lnTo>
                <a:lnTo>
                  <a:pt x="1888" y="5797"/>
                </a:lnTo>
                <a:lnTo>
                  <a:pt x="1945" y="5812"/>
                </a:lnTo>
                <a:lnTo>
                  <a:pt x="2001" y="5827"/>
                </a:lnTo>
                <a:lnTo>
                  <a:pt x="2058" y="5840"/>
                </a:lnTo>
                <a:lnTo>
                  <a:pt x="2115" y="5852"/>
                </a:lnTo>
                <a:lnTo>
                  <a:pt x="2174" y="5863"/>
                </a:lnTo>
                <a:lnTo>
                  <a:pt x="2231" y="5874"/>
                </a:lnTo>
                <a:lnTo>
                  <a:pt x="2289" y="5884"/>
                </a:lnTo>
                <a:lnTo>
                  <a:pt x="2348" y="5893"/>
                </a:lnTo>
                <a:lnTo>
                  <a:pt x="2406" y="5902"/>
                </a:lnTo>
                <a:lnTo>
                  <a:pt x="2464" y="5908"/>
                </a:lnTo>
                <a:lnTo>
                  <a:pt x="2524" y="5915"/>
                </a:lnTo>
                <a:lnTo>
                  <a:pt x="2582" y="5920"/>
                </a:lnTo>
                <a:lnTo>
                  <a:pt x="2641" y="5926"/>
                </a:lnTo>
                <a:lnTo>
                  <a:pt x="2701" y="5929"/>
                </a:lnTo>
                <a:lnTo>
                  <a:pt x="2760" y="5932"/>
                </a:lnTo>
                <a:lnTo>
                  <a:pt x="2820" y="5935"/>
                </a:lnTo>
                <a:lnTo>
                  <a:pt x="2880" y="5936"/>
                </a:lnTo>
                <a:lnTo>
                  <a:pt x="2940" y="5936"/>
                </a:lnTo>
                <a:lnTo>
                  <a:pt x="3002" y="5936"/>
                </a:lnTo>
                <a:lnTo>
                  <a:pt x="3065" y="5935"/>
                </a:lnTo>
                <a:lnTo>
                  <a:pt x="3128" y="5932"/>
                </a:lnTo>
                <a:lnTo>
                  <a:pt x="3190" y="5928"/>
                </a:lnTo>
                <a:lnTo>
                  <a:pt x="3252" y="5925"/>
                </a:lnTo>
                <a:lnTo>
                  <a:pt x="3314" y="5919"/>
                </a:lnTo>
                <a:lnTo>
                  <a:pt x="3375" y="5913"/>
                </a:lnTo>
                <a:lnTo>
                  <a:pt x="3437" y="5906"/>
                </a:lnTo>
                <a:lnTo>
                  <a:pt x="3498" y="5897"/>
                </a:lnTo>
                <a:lnTo>
                  <a:pt x="3560" y="5888"/>
                </a:lnTo>
                <a:lnTo>
                  <a:pt x="3621" y="5878"/>
                </a:lnTo>
                <a:lnTo>
                  <a:pt x="3681" y="5867"/>
                </a:lnTo>
                <a:lnTo>
                  <a:pt x="3742" y="5856"/>
                </a:lnTo>
                <a:lnTo>
                  <a:pt x="3802" y="5843"/>
                </a:lnTo>
                <a:lnTo>
                  <a:pt x="3861" y="5830"/>
                </a:lnTo>
                <a:lnTo>
                  <a:pt x="3922" y="5816"/>
                </a:lnTo>
                <a:lnTo>
                  <a:pt x="3981" y="5800"/>
                </a:lnTo>
                <a:lnTo>
                  <a:pt x="4040" y="5784"/>
                </a:lnTo>
                <a:lnTo>
                  <a:pt x="4099" y="5766"/>
                </a:lnTo>
                <a:lnTo>
                  <a:pt x="4157" y="5749"/>
                </a:lnTo>
                <a:lnTo>
                  <a:pt x="4216" y="5729"/>
                </a:lnTo>
                <a:lnTo>
                  <a:pt x="4274" y="5709"/>
                </a:lnTo>
                <a:lnTo>
                  <a:pt x="4331" y="5688"/>
                </a:lnTo>
                <a:lnTo>
                  <a:pt x="4389" y="5666"/>
                </a:lnTo>
                <a:lnTo>
                  <a:pt x="4446" y="5644"/>
                </a:lnTo>
                <a:lnTo>
                  <a:pt x="4503" y="5620"/>
                </a:lnTo>
                <a:lnTo>
                  <a:pt x="4559" y="5596"/>
                </a:lnTo>
                <a:lnTo>
                  <a:pt x="4615" y="5570"/>
                </a:lnTo>
                <a:lnTo>
                  <a:pt x="4670" y="5545"/>
                </a:lnTo>
                <a:lnTo>
                  <a:pt x="4726" y="5518"/>
                </a:lnTo>
                <a:lnTo>
                  <a:pt x="4780" y="5490"/>
                </a:lnTo>
                <a:lnTo>
                  <a:pt x="4835" y="5460"/>
                </a:lnTo>
                <a:lnTo>
                  <a:pt x="4840" y="5635"/>
                </a:lnTo>
                <a:lnTo>
                  <a:pt x="4843" y="5814"/>
                </a:lnTo>
                <a:lnTo>
                  <a:pt x="4845" y="5997"/>
                </a:lnTo>
                <a:lnTo>
                  <a:pt x="4845" y="6184"/>
                </a:lnTo>
                <a:lnTo>
                  <a:pt x="5109" y="6184"/>
                </a:lnTo>
                <a:lnTo>
                  <a:pt x="5108" y="5955"/>
                </a:lnTo>
                <a:lnTo>
                  <a:pt x="5105" y="5734"/>
                </a:lnTo>
                <a:lnTo>
                  <a:pt x="5100" y="5519"/>
                </a:lnTo>
                <a:lnTo>
                  <a:pt x="5094" y="5310"/>
                </a:lnTo>
                <a:lnTo>
                  <a:pt x="5184" y="5250"/>
                </a:lnTo>
                <a:lnTo>
                  <a:pt x="5229" y="5219"/>
                </a:lnTo>
                <a:lnTo>
                  <a:pt x="5273" y="5189"/>
                </a:lnTo>
                <a:lnTo>
                  <a:pt x="5358" y="5247"/>
                </a:lnTo>
                <a:lnTo>
                  <a:pt x="5366" y="5251"/>
                </a:lnTo>
                <a:lnTo>
                  <a:pt x="5373" y="5256"/>
                </a:lnTo>
                <a:lnTo>
                  <a:pt x="5381" y="5259"/>
                </a:lnTo>
                <a:lnTo>
                  <a:pt x="5390" y="5262"/>
                </a:lnTo>
                <a:lnTo>
                  <a:pt x="5406" y="5267"/>
                </a:lnTo>
                <a:lnTo>
                  <a:pt x="5423" y="5268"/>
                </a:lnTo>
                <a:lnTo>
                  <a:pt x="5437" y="5267"/>
                </a:lnTo>
                <a:lnTo>
                  <a:pt x="5450" y="5265"/>
                </a:lnTo>
                <a:lnTo>
                  <a:pt x="5462" y="5260"/>
                </a:lnTo>
                <a:lnTo>
                  <a:pt x="5476" y="5255"/>
                </a:lnTo>
                <a:lnTo>
                  <a:pt x="5488" y="5248"/>
                </a:lnTo>
                <a:lnTo>
                  <a:pt x="5498" y="5239"/>
                </a:lnTo>
                <a:lnTo>
                  <a:pt x="5509" y="5229"/>
                </a:lnTo>
                <a:lnTo>
                  <a:pt x="5517" y="5218"/>
                </a:lnTo>
                <a:lnTo>
                  <a:pt x="5523" y="5208"/>
                </a:lnTo>
                <a:lnTo>
                  <a:pt x="5528" y="5199"/>
                </a:lnTo>
                <a:lnTo>
                  <a:pt x="5533" y="5188"/>
                </a:lnTo>
                <a:lnTo>
                  <a:pt x="5535" y="5177"/>
                </a:lnTo>
                <a:lnTo>
                  <a:pt x="5537" y="5166"/>
                </a:lnTo>
                <a:lnTo>
                  <a:pt x="5537" y="5155"/>
                </a:lnTo>
                <a:lnTo>
                  <a:pt x="5537" y="5144"/>
                </a:lnTo>
                <a:lnTo>
                  <a:pt x="5536" y="5133"/>
                </a:lnTo>
                <a:lnTo>
                  <a:pt x="5534" y="5122"/>
                </a:lnTo>
                <a:lnTo>
                  <a:pt x="5529" y="5112"/>
                </a:lnTo>
                <a:lnTo>
                  <a:pt x="5525" y="5102"/>
                </a:lnTo>
                <a:lnTo>
                  <a:pt x="5520" y="5092"/>
                </a:lnTo>
                <a:lnTo>
                  <a:pt x="5514" y="5083"/>
                </a:lnTo>
                <a:lnTo>
                  <a:pt x="5506" y="5074"/>
                </a:lnTo>
                <a:lnTo>
                  <a:pt x="5498" y="5067"/>
                </a:lnTo>
                <a:lnTo>
                  <a:pt x="5489" y="5059"/>
                </a:lnTo>
                <a:close/>
                <a:moveTo>
                  <a:pt x="866" y="5160"/>
                </a:moveTo>
                <a:lnTo>
                  <a:pt x="818" y="5139"/>
                </a:lnTo>
                <a:lnTo>
                  <a:pt x="746" y="5091"/>
                </a:lnTo>
                <a:lnTo>
                  <a:pt x="859" y="5013"/>
                </a:lnTo>
                <a:lnTo>
                  <a:pt x="871" y="5008"/>
                </a:lnTo>
                <a:lnTo>
                  <a:pt x="866" y="5160"/>
                </a:lnTo>
                <a:close/>
                <a:moveTo>
                  <a:pt x="2231" y="5093"/>
                </a:moveTo>
                <a:lnTo>
                  <a:pt x="1948" y="5208"/>
                </a:lnTo>
                <a:lnTo>
                  <a:pt x="1667" y="5090"/>
                </a:lnTo>
                <a:lnTo>
                  <a:pt x="1949" y="4974"/>
                </a:lnTo>
                <a:lnTo>
                  <a:pt x="2231" y="5093"/>
                </a:lnTo>
                <a:close/>
                <a:moveTo>
                  <a:pt x="2159" y="4888"/>
                </a:moveTo>
                <a:lnTo>
                  <a:pt x="2441" y="4773"/>
                </a:lnTo>
                <a:lnTo>
                  <a:pt x="2723" y="4892"/>
                </a:lnTo>
                <a:lnTo>
                  <a:pt x="2440" y="5007"/>
                </a:lnTo>
                <a:lnTo>
                  <a:pt x="2159" y="4888"/>
                </a:lnTo>
                <a:close/>
                <a:moveTo>
                  <a:pt x="2439" y="5181"/>
                </a:moveTo>
                <a:lnTo>
                  <a:pt x="2721" y="5300"/>
                </a:lnTo>
                <a:lnTo>
                  <a:pt x="2438" y="5415"/>
                </a:lnTo>
                <a:lnTo>
                  <a:pt x="2157" y="5296"/>
                </a:lnTo>
                <a:lnTo>
                  <a:pt x="2439" y="5181"/>
                </a:lnTo>
                <a:close/>
                <a:moveTo>
                  <a:pt x="2649" y="5095"/>
                </a:moveTo>
                <a:lnTo>
                  <a:pt x="2932" y="4980"/>
                </a:lnTo>
                <a:lnTo>
                  <a:pt x="3212" y="5098"/>
                </a:lnTo>
                <a:lnTo>
                  <a:pt x="2931" y="5214"/>
                </a:lnTo>
                <a:lnTo>
                  <a:pt x="2649" y="5095"/>
                </a:lnTo>
                <a:close/>
                <a:moveTo>
                  <a:pt x="3141" y="4895"/>
                </a:moveTo>
                <a:lnTo>
                  <a:pt x="3424" y="4779"/>
                </a:lnTo>
                <a:lnTo>
                  <a:pt x="3704" y="4898"/>
                </a:lnTo>
                <a:lnTo>
                  <a:pt x="3423" y="5014"/>
                </a:lnTo>
                <a:lnTo>
                  <a:pt x="3141" y="4895"/>
                </a:lnTo>
                <a:close/>
                <a:moveTo>
                  <a:pt x="3421" y="5186"/>
                </a:moveTo>
                <a:lnTo>
                  <a:pt x="3703" y="5305"/>
                </a:lnTo>
                <a:lnTo>
                  <a:pt x="3420" y="5421"/>
                </a:lnTo>
                <a:lnTo>
                  <a:pt x="3139" y="5302"/>
                </a:lnTo>
                <a:lnTo>
                  <a:pt x="3421" y="5186"/>
                </a:lnTo>
                <a:close/>
                <a:moveTo>
                  <a:pt x="3632" y="5101"/>
                </a:moveTo>
                <a:lnTo>
                  <a:pt x="3913" y="4986"/>
                </a:lnTo>
                <a:lnTo>
                  <a:pt x="4195" y="5105"/>
                </a:lnTo>
                <a:lnTo>
                  <a:pt x="3912" y="5219"/>
                </a:lnTo>
                <a:lnTo>
                  <a:pt x="3632" y="5101"/>
                </a:lnTo>
                <a:close/>
                <a:moveTo>
                  <a:pt x="4123" y="4900"/>
                </a:moveTo>
                <a:lnTo>
                  <a:pt x="4405" y="4785"/>
                </a:lnTo>
                <a:lnTo>
                  <a:pt x="4687" y="4904"/>
                </a:lnTo>
                <a:lnTo>
                  <a:pt x="4404" y="5019"/>
                </a:lnTo>
                <a:lnTo>
                  <a:pt x="4123" y="4900"/>
                </a:lnTo>
                <a:close/>
                <a:moveTo>
                  <a:pt x="4219" y="4455"/>
                </a:moveTo>
                <a:lnTo>
                  <a:pt x="4430" y="4601"/>
                </a:lnTo>
                <a:lnTo>
                  <a:pt x="4406" y="4611"/>
                </a:lnTo>
                <a:lnTo>
                  <a:pt x="4124" y="4492"/>
                </a:lnTo>
                <a:lnTo>
                  <a:pt x="4219" y="4455"/>
                </a:lnTo>
                <a:close/>
                <a:moveTo>
                  <a:pt x="4197" y="4697"/>
                </a:moveTo>
                <a:lnTo>
                  <a:pt x="3914" y="4812"/>
                </a:lnTo>
                <a:lnTo>
                  <a:pt x="3633" y="4694"/>
                </a:lnTo>
                <a:lnTo>
                  <a:pt x="3915" y="4578"/>
                </a:lnTo>
                <a:lnTo>
                  <a:pt x="4197" y="4697"/>
                </a:lnTo>
                <a:close/>
                <a:moveTo>
                  <a:pt x="3646" y="4465"/>
                </a:moveTo>
                <a:lnTo>
                  <a:pt x="3706" y="4490"/>
                </a:lnTo>
                <a:lnTo>
                  <a:pt x="3425" y="4606"/>
                </a:lnTo>
                <a:lnTo>
                  <a:pt x="3216" y="4518"/>
                </a:lnTo>
                <a:lnTo>
                  <a:pt x="3270" y="4513"/>
                </a:lnTo>
                <a:lnTo>
                  <a:pt x="3323" y="4509"/>
                </a:lnTo>
                <a:lnTo>
                  <a:pt x="3377" y="4503"/>
                </a:lnTo>
                <a:lnTo>
                  <a:pt x="3431" y="4497"/>
                </a:lnTo>
                <a:lnTo>
                  <a:pt x="3485" y="4490"/>
                </a:lnTo>
                <a:lnTo>
                  <a:pt x="3539" y="4482"/>
                </a:lnTo>
                <a:lnTo>
                  <a:pt x="3592" y="4474"/>
                </a:lnTo>
                <a:lnTo>
                  <a:pt x="3646" y="4465"/>
                </a:lnTo>
                <a:close/>
                <a:moveTo>
                  <a:pt x="2933" y="4573"/>
                </a:moveTo>
                <a:lnTo>
                  <a:pt x="3215" y="4691"/>
                </a:lnTo>
                <a:lnTo>
                  <a:pt x="2932" y="4806"/>
                </a:lnTo>
                <a:lnTo>
                  <a:pt x="2651" y="4688"/>
                </a:lnTo>
                <a:lnTo>
                  <a:pt x="2933" y="4573"/>
                </a:lnTo>
                <a:close/>
                <a:moveTo>
                  <a:pt x="2211" y="4460"/>
                </a:moveTo>
                <a:lnTo>
                  <a:pt x="2211" y="4460"/>
                </a:lnTo>
                <a:lnTo>
                  <a:pt x="2265" y="4470"/>
                </a:lnTo>
                <a:lnTo>
                  <a:pt x="2319" y="4479"/>
                </a:lnTo>
                <a:lnTo>
                  <a:pt x="2373" y="4487"/>
                </a:lnTo>
                <a:lnTo>
                  <a:pt x="2427" y="4494"/>
                </a:lnTo>
                <a:lnTo>
                  <a:pt x="2482" y="4501"/>
                </a:lnTo>
                <a:lnTo>
                  <a:pt x="2537" y="4507"/>
                </a:lnTo>
                <a:lnTo>
                  <a:pt x="2591" y="4512"/>
                </a:lnTo>
                <a:lnTo>
                  <a:pt x="2646" y="4516"/>
                </a:lnTo>
                <a:lnTo>
                  <a:pt x="2442" y="4600"/>
                </a:lnTo>
                <a:lnTo>
                  <a:pt x="2161" y="4481"/>
                </a:lnTo>
                <a:lnTo>
                  <a:pt x="2211" y="4460"/>
                </a:lnTo>
                <a:close/>
                <a:moveTo>
                  <a:pt x="1951" y="4567"/>
                </a:moveTo>
                <a:lnTo>
                  <a:pt x="2232" y="4685"/>
                </a:lnTo>
                <a:lnTo>
                  <a:pt x="1950" y="4800"/>
                </a:lnTo>
                <a:lnTo>
                  <a:pt x="1669" y="4682"/>
                </a:lnTo>
                <a:lnTo>
                  <a:pt x="1951" y="4567"/>
                </a:lnTo>
                <a:close/>
                <a:moveTo>
                  <a:pt x="1670" y="4448"/>
                </a:moveTo>
                <a:lnTo>
                  <a:pt x="1742" y="4479"/>
                </a:lnTo>
                <a:lnTo>
                  <a:pt x="1462" y="4594"/>
                </a:lnTo>
                <a:lnTo>
                  <a:pt x="1670" y="4448"/>
                </a:lnTo>
                <a:close/>
                <a:moveTo>
                  <a:pt x="1460" y="4767"/>
                </a:moveTo>
                <a:lnTo>
                  <a:pt x="1740" y="4886"/>
                </a:lnTo>
                <a:lnTo>
                  <a:pt x="1459" y="5002"/>
                </a:lnTo>
                <a:lnTo>
                  <a:pt x="1177" y="4883"/>
                </a:lnTo>
                <a:lnTo>
                  <a:pt x="1460" y="4767"/>
                </a:lnTo>
                <a:close/>
                <a:moveTo>
                  <a:pt x="1134" y="5038"/>
                </a:moveTo>
                <a:lnTo>
                  <a:pt x="1248" y="5087"/>
                </a:lnTo>
                <a:lnTo>
                  <a:pt x="1131" y="5135"/>
                </a:lnTo>
                <a:lnTo>
                  <a:pt x="1134" y="5038"/>
                </a:lnTo>
                <a:close/>
                <a:moveTo>
                  <a:pt x="1175" y="5290"/>
                </a:moveTo>
                <a:lnTo>
                  <a:pt x="1457" y="5175"/>
                </a:lnTo>
                <a:lnTo>
                  <a:pt x="1738" y="5294"/>
                </a:lnTo>
                <a:lnTo>
                  <a:pt x="1456" y="5409"/>
                </a:lnTo>
                <a:lnTo>
                  <a:pt x="1175" y="5290"/>
                </a:lnTo>
                <a:close/>
                <a:moveTo>
                  <a:pt x="1665" y="5497"/>
                </a:moveTo>
                <a:lnTo>
                  <a:pt x="1947" y="5382"/>
                </a:lnTo>
                <a:lnTo>
                  <a:pt x="2229" y="5500"/>
                </a:lnTo>
                <a:lnTo>
                  <a:pt x="1946" y="5616"/>
                </a:lnTo>
                <a:lnTo>
                  <a:pt x="1665" y="5497"/>
                </a:lnTo>
                <a:close/>
                <a:moveTo>
                  <a:pt x="2590" y="5760"/>
                </a:moveTo>
                <a:lnTo>
                  <a:pt x="2590" y="5760"/>
                </a:lnTo>
                <a:lnTo>
                  <a:pt x="2537" y="5754"/>
                </a:lnTo>
                <a:lnTo>
                  <a:pt x="2483" y="5749"/>
                </a:lnTo>
                <a:lnTo>
                  <a:pt x="2430" y="5742"/>
                </a:lnTo>
                <a:lnTo>
                  <a:pt x="2377" y="5735"/>
                </a:lnTo>
                <a:lnTo>
                  <a:pt x="2324" y="5727"/>
                </a:lnTo>
                <a:lnTo>
                  <a:pt x="2272" y="5719"/>
                </a:lnTo>
                <a:lnTo>
                  <a:pt x="2220" y="5709"/>
                </a:lnTo>
                <a:lnTo>
                  <a:pt x="2167" y="5699"/>
                </a:lnTo>
                <a:lnTo>
                  <a:pt x="2438" y="5588"/>
                </a:lnTo>
                <a:lnTo>
                  <a:pt x="2718" y="5707"/>
                </a:lnTo>
                <a:lnTo>
                  <a:pt x="2590" y="5760"/>
                </a:lnTo>
                <a:close/>
                <a:moveTo>
                  <a:pt x="2929" y="5622"/>
                </a:moveTo>
                <a:lnTo>
                  <a:pt x="2647" y="5503"/>
                </a:lnTo>
                <a:lnTo>
                  <a:pt x="2930" y="5388"/>
                </a:lnTo>
                <a:lnTo>
                  <a:pt x="3210" y="5507"/>
                </a:lnTo>
                <a:lnTo>
                  <a:pt x="2929" y="5622"/>
                </a:lnTo>
                <a:close/>
                <a:moveTo>
                  <a:pt x="3262" y="5763"/>
                </a:moveTo>
                <a:lnTo>
                  <a:pt x="3138" y="5710"/>
                </a:lnTo>
                <a:lnTo>
                  <a:pt x="3419" y="5595"/>
                </a:lnTo>
                <a:lnTo>
                  <a:pt x="3681" y="5705"/>
                </a:lnTo>
                <a:lnTo>
                  <a:pt x="3629" y="5715"/>
                </a:lnTo>
                <a:lnTo>
                  <a:pt x="3577" y="5723"/>
                </a:lnTo>
                <a:lnTo>
                  <a:pt x="3525" y="5731"/>
                </a:lnTo>
                <a:lnTo>
                  <a:pt x="3472" y="5739"/>
                </a:lnTo>
                <a:lnTo>
                  <a:pt x="3420" y="5746"/>
                </a:lnTo>
                <a:lnTo>
                  <a:pt x="3367" y="5752"/>
                </a:lnTo>
                <a:lnTo>
                  <a:pt x="3315" y="5757"/>
                </a:lnTo>
                <a:lnTo>
                  <a:pt x="3262" y="5763"/>
                </a:lnTo>
                <a:close/>
                <a:moveTo>
                  <a:pt x="3910" y="5628"/>
                </a:moveTo>
                <a:lnTo>
                  <a:pt x="3629" y="5509"/>
                </a:lnTo>
                <a:lnTo>
                  <a:pt x="3911" y="5393"/>
                </a:lnTo>
                <a:lnTo>
                  <a:pt x="4193" y="5512"/>
                </a:lnTo>
                <a:lnTo>
                  <a:pt x="3910" y="5628"/>
                </a:lnTo>
                <a:close/>
                <a:moveTo>
                  <a:pt x="4403" y="5426"/>
                </a:moveTo>
                <a:lnTo>
                  <a:pt x="4121" y="5307"/>
                </a:lnTo>
                <a:lnTo>
                  <a:pt x="4404" y="5193"/>
                </a:lnTo>
                <a:lnTo>
                  <a:pt x="4684" y="5312"/>
                </a:lnTo>
                <a:lnTo>
                  <a:pt x="4403" y="5426"/>
                </a:lnTo>
                <a:close/>
                <a:moveTo>
                  <a:pt x="4613" y="5107"/>
                </a:moveTo>
                <a:lnTo>
                  <a:pt x="4818" y="5024"/>
                </a:lnTo>
                <a:lnTo>
                  <a:pt x="4826" y="5196"/>
                </a:lnTo>
                <a:lnTo>
                  <a:pt x="4613" y="5107"/>
                </a:lnTo>
                <a:close/>
                <a:moveTo>
                  <a:pt x="5086" y="5123"/>
                </a:moveTo>
                <a:lnTo>
                  <a:pt x="5086" y="5123"/>
                </a:lnTo>
                <a:lnTo>
                  <a:pt x="5084" y="5072"/>
                </a:lnTo>
                <a:lnTo>
                  <a:pt x="5132" y="5092"/>
                </a:lnTo>
                <a:lnTo>
                  <a:pt x="5086" y="5123"/>
                </a:lnTo>
                <a:close/>
                <a:moveTo>
                  <a:pt x="2811" y="2582"/>
                </a:moveTo>
                <a:lnTo>
                  <a:pt x="2811" y="2582"/>
                </a:lnTo>
                <a:lnTo>
                  <a:pt x="2842" y="2543"/>
                </a:lnTo>
                <a:lnTo>
                  <a:pt x="2875" y="2503"/>
                </a:lnTo>
                <a:lnTo>
                  <a:pt x="2909" y="2465"/>
                </a:lnTo>
                <a:lnTo>
                  <a:pt x="2946" y="2426"/>
                </a:lnTo>
                <a:lnTo>
                  <a:pt x="2963" y="2474"/>
                </a:lnTo>
                <a:lnTo>
                  <a:pt x="2977" y="2522"/>
                </a:lnTo>
                <a:lnTo>
                  <a:pt x="2989" y="2571"/>
                </a:lnTo>
                <a:lnTo>
                  <a:pt x="2999" y="2621"/>
                </a:lnTo>
                <a:lnTo>
                  <a:pt x="3007" y="2672"/>
                </a:lnTo>
                <a:lnTo>
                  <a:pt x="3012" y="2722"/>
                </a:lnTo>
                <a:lnTo>
                  <a:pt x="3013" y="2747"/>
                </a:lnTo>
                <a:lnTo>
                  <a:pt x="3014" y="2773"/>
                </a:lnTo>
                <a:lnTo>
                  <a:pt x="3015" y="2799"/>
                </a:lnTo>
                <a:lnTo>
                  <a:pt x="3014" y="2824"/>
                </a:lnTo>
                <a:lnTo>
                  <a:pt x="3006" y="2807"/>
                </a:lnTo>
                <a:lnTo>
                  <a:pt x="2997" y="2789"/>
                </a:lnTo>
                <a:lnTo>
                  <a:pt x="2987" y="2772"/>
                </a:lnTo>
                <a:lnTo>
                  <a:pt x="2976" y="2755"/>
                </a:lnTo>
                <a:lnTo>
                  <a:pt x="2965" y="2740"/>
                </a:lnTo>
                <a:lnTo>
                  <a:pt x="2954" y="2723"/>
                </a:lnTo>
                <a:lnTo>
                  <a:pt x="2929" y="2694"/>
                </a:lnTo>
                <a:lnTo>
                  <a:pt x="2902" y="2664"/>
                </a:lnTo>
                <a:lnTo>
                  <a:pt x="2873" y="2636"/>
                </a:lnTo>
                <a:lnTo>
                  <a:pt x="2843" y="2609"/>
                </a:lnTo>
                <a:lnTo>
                  <a:pt x="2811" y="2582"/>
                </a:lnTo>
                <a:close/>
                <a:moveTo>
                  <a:pt x="830" y="3024"/>
                </a:moveTo>
                <a:lnTo>
                  <a:pt x="830" y="3024"/>
                </a:lnTo>
                <a:lnTo>
                  <a:pt x="842" y="2998"/>
                </a:lnTo>
                <a:lnTo>
                  <a:pt x="857" y="2972"/>
                </a:lnTo>
                <a:lnTo>
                  <a:pt x="872" y="2947"/>
                </a:lnTo>
                <a:lnTo>
                  <a:pt x="888" y="2920"/>
                </a:lnTo>
                <a:lnTo>
                  <a:pt x="905" y="2894"/>
                </a:lnTo>
                <a:lnTo>
                  <a:pt x="923" y="2866"/>
                </a:lnTo>
                <a:lnTo>
                  <a:pt x="962" y="2812"/>
                </a:lnTo>
                <a:lnTo>
                  <a:pt x="1004" y="2757"/>
                </a:lnTo>
                <a:lnTo>
                  <a:pt x="1047" y="2703"/>
                </a:lnTo>
                <a:lnTo>
                  <a:pt x="1093" y="2648"/>
                </a:lnTo>
                <a:lnTo>
                  <a:pt x="1140" y="2595"/>
                </a:lnTo>
                <a:lnTo>
                  <a:pt x="1231" y="2490"/>
                </a:lnTo>
                <a:lnTo>
                  <a:pt x="1318" y="2390"/>
                </a:lnTo>
                <a:lnTo>
                  <a:pt x="1357" y="2343"/>
                </a:lnTo>
                <a:lnTo>
                  <a:pt x="1394" y="2298"/>
                </a:lnTo>
                <a:lnTo>
                  <a:pt x="1426" y="2256"/>
                </a:lnTo>
                <a:lnTo>
                  <a:pt x="1453" y="2216"/>
                </a:lnTo>
                <a:lnTo>
                  <a:pt x="1544" y="2075"/>
                </a:lnTo>
                <a:lnTo>
                  <a:pt x="1614" y="1971"/>
                </a:lnTo>
                <a:lnTo>
                  <a:pt x="1643" y="1927"/>
                </a:lnTo>
                <a:lnTo>
                  <a:pt x="1672" y="1886"/>
                </a:lnTo>
                <a:lnTo>
                  <a:pt x="1701" y="1846"/>
                </a:lnTo>
                <a:lnTo>
                  <a:pt x="1731" y="1806"/>
                </a:lnTo>
                <a:lnTo>
                  <a:pt x="1719" y="1846"/>
                </a:lnTo>
                <a:lnTo>
                  <a:pt x="1709" y="1886"/>
                </a:lnTo>
                <a:lnTo>
                  <a:pt x="1701" y="1925"/>
                </a:lnTo>
                <a:lnTo>
                  <a:pt x="1692" y="1963"/>
                </a:lnTo>
                <a:lnTo>
                  <a:pt x="1685" y="2002"/>
                </a:lnTo>
                <a:lnTo>
                  <a:pt x="1680" y="2039"/>
                </a:lnTo>
                <a:lnTo>
                  <a:pt x="1675" y="2076"/>
                </a:lnTo>
                <a:lnTo>
                  <a:pt x="1672" y="2113"/>
                </a:lnTo>
                <a:lnTo>
                  <a:pt x="1670" y="2149"/>
                </a:lnTo>
                <a:lnTo>
                  <a:pt x="1669" y="2185"/>
                </a:lnTo>
                <a:lnTo>
                  <a:pt x="1668" y="2221"/>
                </a:lnTo>
                <a:lnTo>
                  <a:pt x="1669" y="2256"/>
                </a:lnTo>
                <a:lnTo>
                  <a:pt x="1670" y="2290"/>
                </a:lnTo>
                <a:lnTo>
                  <a:pt x="1672" y="2324"/>
                </a:lnTo>
                <a:lnTo>
                  <a:pt x="1674" y="2358"/>
                </a:lnTo>
                <a:lnTo>
                  <a:pt x="1679" y="2391"/>
                </a:lnTo>
                <a:lnTo>
                  <a:pt x="1682" y="2425"/>
                </a:lnTo>
                <a:lnTo>
                  <a:pt x="1687" y="2457"/>
                </a:lnTo>
                <a:lnTo>
                  <a:pt x="1698" y="2522"/>
                </a:lnTo>
                <a:lnTo>
                  <a:pt x="1713" y="2586"/>
                </a:lnTo>
                <a:lnTo>
                  <a:pt x="1728" y="2650"/>
                </a:lnTo>
                <a:lnTo>
                  <a:pt x="1745" y="2711"/>
                </a:lnTo>
                <a:lnTo>
                  <a:pt x="1763" y="2773"/>
                </a:lnTo>
                <a:lnTo>
                  <a:pt x="1782" y="2833"/>
                </a:lnTo>
                <a:lnTo>
                  <a:pt x="1801" y="2894"/>
                </a:lnTo>
                <a:lnTo>
                  <a:pt x="1839" y="3013"/>
                </a:lnTo>
                <a:lnTo>
                  <a:pt x="1859" y="3072"/>
                </a:lnTo>
                <a:lnTo>
                  <a:pt x="1877" y="3133"/>
                </a:lnTo>
                <a:lnTo>
                  <a:pt x="1893" y="3192"/>
                </a:lnTo>
                <a:lnTo>
                  <a:pt x="1909" y="3251"/>
                </a:lnTo>
                <a:lnTo>
                  <a:pt x="1922" y="3312"/>
                </a:lnTo>
                <a:lnTo>
                  <a:pt x="1934" y="3372"/>
                </a:lnTo>
                <a:lnTo>
                  <a:pt x="1938" y="3403"/>
                </a:lnTo>
                <a:lnTo>
                  <a:pt x="1943" y="3434"/>
                </a:lnTo>
                <a:lnTo>
                  <a:pt x="1946" y="3465"/>
                </a:lnTo>
                <a:lnTo>
                  <a:pt x="1949" y="3497"/>
                </a:lnTo>
                <a:lnTo>
                  <a:pt x="1951" y="3527"/>
                </a:lnTo>
                <a:lnTo>
                  <a:pt x="1953" y="3559"/>
                </a:lnTo>
                <a:lnTo>
                  <a:pt x="1953" y="3591"/>
                </a:lnTo>
                <a:lnTo>
                  <a:pt x="1953" y="3623"/>
                </a:lnTo>
                <a:lnTo>
                  <a:pt x="1950" y="3655"/>
                </a:lnTo>
                <a:lnTo>
                  <a:pt x="1948" y="3688"/>
                </a:lnTo>
                <a:lnTo>
                  <a:pt x="1945" y="3721"/>
                </a:lnTo>
                <a:lnTo>
                  <a:pt x="1940" y="3754"/>
                </a:lnTo>
                <a:lnTo>
                  <a:pt x="1935" y="3788"/>
                </a:lnTo>
                <a:lnTo>
                  <a:pt x="1927" y="3822"/>
                </a:lnTo>
                <a:lnTo>
                  <a:pt x="1920" y="3856"/>
                </a:lnTo>
                <a:lnTo>
                  <a:pt x="1911" y="3891"/>
                </a:lnTo>
                <a:lnTo>
                  <a:pt x="1955" y="3804"/>
                </a:lnTo>
                <a:lnTo>
                  <a:pt x="1975" y="3762"/>
                </a:lnTo>
                <a:lnTo>
                  <a:pt x="1994" y="3719"/>
                </a:lnTo>
                <a:lnTo>
                  <a:pt x="2012" y="3677"/>
                </a:lnTo>
                <a:lnTo>
                  <a:pt x="2030" y="3636"/>
                </a:lnTo>
                <a:lnTo>
                  <a:pt x="2046" y="3596"/>
                </a:lnTo>
                <a:lnTo>
                  <a:pt x="2063" y="3555"/>
                </a:lnTo>
                <a:lnTo>
                  <a:pt x="2077" y="3515"/>
                </a:lnTo>
                <a:lnTo>
                  <a:pt x="2091" y="3476"/>
                </a:lnTo>
                <a:lnTo>
                  <a:pt x="2104" y="3437"/>
                </a:lnTo>
                <a:lnTo>
                  <a:pt x="2117" y="3399"/>
                </a:lnTo>
                <a:lnTo>
                  <a:pt x="2128" y="3361"/>
                </a:lnTo>
                <a:lnTo>
                  <a:pt x="2139" y="3323"/>
                </a:lnTo>
                <a:lnTo>
                  <a:pt x="2147" y="3287"/>
                </a:lnTo>
                <a:lnTo>
                  <a:pt x="2157" y="3249"/>
                </a:lnTo>
                <a:lnTo>
                  <a:pt x="2173" y="3178"/>
                </a:lnTo>
                <a:lnTo>
                  <a:pt x="2185" y="3106"/>
                </a:lnTo>
                <a:lnTo>
                  <a:pt x="2195" y="3037"/>
                </a:lnTo>
                <a:lnTo>
                  <a:pt x="2202" y="2970"/>
                </a:lnTo>
                <a:lnTo>
                  <a:pt x="2207" y="2903"/>
                </a:lnTo>
                <a:lnTo>
                  <a:pt x="2209" y="2838"/>
                </a:lnTo>
                <a:lnTo>
                  <a:pt x="2208" y="2774"/>
                </a:lnTo>
                <a:lnTo>
                  <a:pt x="2206" y="2711"/>
                </a:lnTo>
                <a:lnTo>
                  <a:pt x="2201" y="2651"/>
                </a:lnTo>
                <a:lnTo>
                  <a:pt x="2195" y="2590"/>
                </a:lnTo>
                <a:lnTo>
                  <a:pt x="2186" y="2531"/>
                </a:lnTo>
                <a:lnTo>
                  <a:pt x="2175" y="2472"/>
                </a:lnTo>
                <a:lnTo>
                  <a:pt x="2163" y="2415"/>
                </a:lnTo>
                <a:lnTo>
                  <a:pt x="2150" y="2358"/>
                </a:lnTo>
                <a:lnTo>
                  <a:pt x="2134" y="2303"/>
                </a:lnTo>
                <a:lnTo>
                  <a:pt x="2118" y="2248"/>
                </a:lnTo>
                <a:lnTo>
                  <a:pt x="2100" y="2193"/>
                </a:lnTo>
                <a:lnTo>
                  <a:pt x="2081" y="2139"/>
                </a:lnTo>
                <a:lnTo>
                  <a:pt x="2062" y="2086"/>
                </a:lnTo>
                <a:lnTo>
                  <a:pt x="2041" y="2033"/>
                </a:lnTo>
                <a:lnTo>
                  <a:pt x="2020" y="1982"/>
                </a:lnTo>
                <a:lnTo>
                  <a:pt x="1998" y="1930"/>
                </a:lnTo>
                <a:lnTo>
                  <a:pt x="1953" y="1827"/>
                </a:lnTo>
                <a:lnTo>
                  <a:pt x="1972" y="1860"/>
                </a:lnTo>
                <a:lnTo>
                  <a:pt x="1993" y="1890"/>
                </a:lnTo>
                <a:lnTo>
                  <a:pt x="2015" y="1920"/>
                </a:lnTo>
                <a:lnTo>
                  <a:pt x="2036" y="1950"/>
                </a:lnTo>
                <a:lnTo>
                  <a:pt x="2058" y="1978"/>
                </a:lnTo>
                <a:lnTo>
                  <a:pt x="2080" y="2005"/>
                </a:lnTo>
                <a:lnTo>
                  <a:pt x="2103" y="2031"/>
                </a:lnTo>
                <a:lnTo>
                  <a:pt x="2126" y="2057"/>
                </a:lnTo>
                <a:lnTo>
                  <a:pt x="2148" y="2082"/>
                </a:lnTo>
                <a:lnTo>
                  <a:pt x="2172" y="2105"/>
                </a:lnTo>
                <a:lnTo>
                  <a:pt x="2219" y="2150"/>
                </a:lnTo>
                <a:lnTo>
                  <a:pt x="2266" y="2193"/>
                </a:lnTo>
                <a:lnTo>
                  <a:pt x="2313" y="2233"/>
                </a:lnTo>
                <a:lnTo>
                  <a:pt x="2327" y="2173"/>
                </a:lnTo>
                <a:lnTo>
                  <a:pt x="2341" y="2116"/>
                </a:lnTo>
                <a:lnTo>
                  <a:pt x="2356" y="2060"/>
                </a:lnTo>
                <a:lnTo>
                  <a:pt x="2373" y="2006"/>
                </a:lnTo>
                <a:lnTo>
                  <a:pt x="2390" y="1953"/>
                </a:lnTo>
                <a:lnTo>
                  <a:pt x="2409" y="1901"/>
                </a:lnTo>
                <a:lnTo>
                  <a:pt x="2430" y="1851"/>
                </a:lnTo>
                <a:lnTo>
                  <a:pt x="2451" y="1802"/>
                </a:lnTo>
                <a:lnTo>
                  <a:pt x="2423" y="1785"/>
                </a:lnTo>
                <a:lnTo>
                  <a:pt x="2396" y="1767"/>
                </a:lnTo>
                <a:lnTo>
                  <a:pt x="2368" y="1752"/>
                </a:lnTo>
                <a:lnTo>
                  <a:pt x="2340" y="1736"/>
                </a:lnTo>
                <a:lnTo>
                  <a:pt x="2311" y="1722"/>
                </a:lnTo>
                <a:lnTo>
                  <a:pt x="2283" y="1709"/>
                </a:lnTo>
                <a:lnTo>
                  <a:pt x="2254" y="1697"/>
                </a:lnTo>
                <a:lnTo>
                  <a:pt x="2225" y="1686"/>
                </a:lnTo>
                <a:lnTo>
                  <a:pt x="2196" y="1676"/>
                </a:lnTo>
                <a:lnTo>
                  <a:pt x="2167" y="1667"/>
                </a:lnTo>
                <a:lnTo>
                  <a:pt x="2139" y="1658"/>
                </a:lnTo>
                <a:lnTo>
                  <a:pt x="2109" y="1652"/>
                </a:lnTo>
                <a:lnTo>
                  <a:pt x="2080" y="1646"/>
                </a:lnTo>
                <a:lnTo>
                  <a:pt x="2052" y="1642"/>
                </a:lnTo>
                <a:lnTo>
                  <a:pt x="2023" y="1639"/>
                </a:lnTo>
                <a:lnTo>
                  <a:pt x="1994" y="1636"/>
                </a:lnTo>
                <a:lnTo>
                  <a:pt x="2013" y="1639"/>
                </a:lnTo>
                <a:lnTo>
                  <a:pt x="2033" y="1641"/>
                </a:lnTo>
                <a:lnTo>
                  <a:pt x="2071" y="1642"/>
                </a:lnTo>
                <a:lnTo>
                  <a:pt x="2111" y="1642"/>
                </a:lnTo>
                <a:lnTo>
                  <a:pt x="2150" y="1639"/>
                </a:lnTo>
                <a:lnTo>
                  <a:pt x="2189" y="1634"/>
                </a:lnTo>
                <a:lnTo>
                  <a:pt x="2229" y="1628"/>
                </a:lnTo>
                <a:lnTo>
                  <a:pt x="2268" y="1620"/>
                </a:lnTo>
                <a:lnTo>
                  <a:pt x="2308" y="1611"/>
                </a:lnTo>
                <a:lnTo>
                  <a:pt x="2346" y="1600"/>
                </a:lnTo>
                <a:lnTo>
                  <a:pt x="2386" y="1589"/>
                </a:lnTo>
                <a:lnTo>
                  <a:pt x="2465" y="1564"/>
                </a:lnTo>
                <a:lnTo>
                  <a:pt x="2620" y="1511"/>
                </a:lnTo>
                <a:lnTo>
                  <a:pt x="2649" y="1475"/>
                </a:lnTo>
                <a:lnTo>
                  <a:pt x="2678" y="1438"/>
                </a:lnTo>
                <a:lnTo>
                  <a:pt x="2706" y="1403"/>
                </a:lnTo>
                <a:lnTo>
                  <a:pt x="2737" y="1370"/>
                </a:lnTo>
                <a:lnTo>
                  <a:pt x="2767" y="1337"/>
                </a:lnTo>
                <a:lnTo>
                  <a:pt x="2799" y="1305"/>
                </a:lnTo>
                <a:lnTo>
                  <a:pt x="2831" y="1276"/>
                </a:lnTo>
                <a:lnTo>
                  <a:pt x="2862" y="1246"/>
                </a:lnTo>
                <a:lnTo>
                  <a:pt x="2836" y="1238"/>
                </a:lnTo>
                <a:lnTo>
                  <a:pt x="2809" y="1232"/>
                </a:lnTo>
                <a:lnTo>
                  <a:pt x="2781" y="1226"/>
                </a:lnTo>
                <a:lnTo>
                  <a:pt x="2752" y="1222"/>
                </a:lnTo>
                <a:lnTo>
                  <a:pt x="2723" y="1217"/>
                </a:lnTo>
                <a:lnTo>
                  <a:pt x="2694" y="1214"/>
                </a:lnTo>
                <a:lnTo>
                  <a:pt x="2664" y="1211"/>
                </a:lnTo>
                <a:lnTo>
                  <a:pt x="2634" y="1210"/>
                </a:lnTo>
                <a:lnTo>
                  <a:pt x="2604" y="1208"/>
                </a:lnTo>
                <a:lnTo>
                  <a:pt x="2573" y="1210"/>
                </a:lnTo>
                <a:lnTo>
                  <a:pt x="2542" y="1211"/>
                </a:lnTo>
                <a:lnTo>
                  <a:pt x="2512" y="1213"/>
                </a:lnTo>
                <a:lnTo>
                  <a:pt x="2480" y="1216"/>
                </a:lnTo>
                <a:lnTo>
                  <a:pt x="2449" y="1221"/>
                </a:lnTo>
                <a:lnTo>
                  <a:pt x="2418" y="1226"/>
                </a:lnTo>
                <a:lnTo>
                  <a:pt x="2387" y="1233"/>
                </a:lnTo>
                <a:lnTo>
                  <a:pt x="2356" y="1240"/>
                </a:lnTo>
                <a:lnTo>
                  <a:pt x="2326" y="1249"/>
                </a:lnTo>
                <a:lnTo>
                  <a:pt x="2295" y="1259"/>
                </a:lnTo>
                <a:lnTo>
                  <a:pt x="2265" y="1270"/>
                </a:lnTo>
                <a:lnTo>
                  <a:pt x="2235" y="1282"/>
                </a:lnTo>
                <a:lnTo>
                  <a:pt x="2206" y="1295"/>
                </a:lnTo>
                <a:lnTo>
                  <a:pt x="2177" y="1311"/>
                </a:lnTo>
                <a:lnTo>
                  <a:pt x="2148" y="1327"/>
                </a:lnTo>
                <a:lnTo>
                  <a:pt x="2121" y="1344"/>
                </a:lnTo>
                <a:lnTo>
                  <a:pt x="2093" y="1364"/>
                </a:lnTo>
                <a:lnTo>
                  <a:pt x="2067" y="1383"/>
                </a:lnTo>
                <a:lnTo>
                  <a:pt x="2041" y="1404"/>
                </a:lnTo>
                <a:lnTo>
                  <a:pt x="2015" y="1427"/>
                </a:lnTo>
                <a:lnTo>
                  <a:pt x="1991" y="1453"/>
                </a:lnTo>
                <a:lnTo>
                  <a:pt x="1968" y="1478"/>
                </a:lnTo>
                <a:lnTo>
                  <a:pt x="1945" y="1505"/>
                </a:lnTo>
                <a:lnTo>
                  <a:pt x="1959" y="1475"/>
                </a:lnTo>
                <a:lnTo>
                  <a:pt x="1972" y="1444"/>
                </a:lnTo>
                <a:lnTo>
                  <a:pt x="1982" y="1414"/>
                </a:lnTo>
                <a:lnTo>
                  <a:pt x="1991" y="1384"/>
                </a:lnTo>
                <a:lnTo>
                  <a:pt x="1998" y="1355"/>
                </a:lnTo>
                <a:lnTo>
                  <a:pt x="2002" y="1326"/>
                </a:lnTo>
                <a:lnTo>
                  <a:pt x="2005" y="1298"/>
                </a:lnTo>
                <a:lnTo>
                  <a:pt x="2007" y="1269"/>
                </a:lnTo>
                <a:lnTo>
                  <a:pt x="2007" y="1241"/>
                </a:lnTo>
                <a:lnTo>
                  <a:pt x="2005" y="1213"/>
                </a:lnTo>
                <a:lnTo>
                  <a:pt x="2003" y="1185"/>
                </a:lnTo>
                <a:lnTo>
                  <a:pt x="1999" y="1159"/>
                </a:lnTo>
                <a:lnTo>
                  <a:pt x="1993" y="1131"/>
                </a:lnTo>
                <a:lnTo>
                  <a:pt x="1987" y="1105"/>
                </a:lnTo>
                <a:lnTo>
                  <a:pt x="1980" y="1079"/>
                </a:lnTo>
                <a:lnTo>
                  <a:pt x="1971" y="1052"/>
                </a:lnTo>
                <a:lnTo>
                  <a:pt x="1963" y="1026"/>
                </a:lnTo>
                <a:lnTo>
                  <a:pt x="1954" y="1000"/>
                </a:lnTo>
                <a:lnTo>
                  <a:pt x="1933" y="950"/>
                </a:lnTo>
                <a:lnTo>
                  <a:pt x="1910" y="900"/>
                </a:lnTo>
                <a:lnTo>
                  <a:pt x="1887" y="851"/>
                </a:lnTo>
                <a:lnTo>
                  <a:pt x="1840" y="755"/>
                </a:lnTo>
                <a:lnTo>
                  <a:pt x="1818" y="708"/>
                </a:lnTo>
                <a:lnTo>
                  <a:pt x="1799" y="661"/>
                </a:lnTo>
                <a:lnTo>
                  <a:pt x="1783" y="680"/>
                </a:lnTo>
                <a:lnTo>
                  <a:pt x="1770" y="700"/>
                </a:lnTo>
                <a:lnTo>
                  <a:pt x="1756" y="721"/>
                </a:lnTo>
                <a:lnTo>
                  <a:pt x="1744" y="741"/>
                </a:lnTo>
                <a:lnTo>
                  <a:pt x="1731" y="762"/>
                </a:lnTo>
                <a:lnTo>
                  <a:pt x="1720" y="783"/>
                </a:lnTo>
                <a:lnTo>
                  <a:pt x="1709" y="805"/>
                </a:lnTo>
                <a:lnTo>
                  <a:pt x="1700" y="826"/>
                </a:lnTo>
                <a:lnTo>
                  <a:pt x="1691" y="848"/>
                </a:lnTo>
                <a:lnTo>
                  <a:pt x="1682" y="870"/>
                </a:lnTo>
                <a:lnTo>
                  <a:pt x="1674" y="892"/>
                </a:lnTo>
                <a:lnTo>
                  <a:pt x="1668" y="914"/>
                </a:lnTo>
                <a:lnTo>
                  <a:pt x="1661" y="937"/>
                </a:lnTo>
                <a:lnTo>
                  <a:pt x="1656" y="960"/>
                </a:lnTo>
                <a:lnTo>
                  <a:pt x="1651" y="983"/>
                </a:lnTo>
                <a:lnTo>
                  <a:pt x="1647" y="1006"/>
                </a:lnTo>
                <a:lnTo>
                  <a:pt x="1642" y="1029"/>
                </a:lnTo>
                <a:lnTo>
                  <a:pt x="1640" y="1052"/>
                </a:lnTo>
                <a:lnTo>
                  <a:pt x="1638" y="1076"/>
                </a:lnTo>
                <a:lnTo>
                  <a:pt x="1636" y="1101"/>
                </a:lnTo>
                <a:lnTo>
                  <a:pt x="1635" y="1125"/>
                </a:lnTo>
                <a:lnTo>
                  <a:pt x="1635" y="1149"/>
                </a:lnTo>
                <a:lnTo>
                  <a:pt x="1636" y="1198"/>
                </a:lnTo>
                <a:lnTo>
                  <a:pt x="1640" y="1248"/>
                </a:lnTo>
                <a:lnTo>
                  <a:pt x="1647" y="1299"/>
                </a:lnTo>
                <a:lnTo>
                  <a:pt x="1656" y="1349"/>
                </a:lnTo>
                <a:lnTo>
                  <a:pt x="1668" y="1401"/>
                </a:lnTo>
                <a:lnTo>
                  <a:pt x="1640" y="1365"/>
                </a:lnTo>
                <a:lnTo>
                  <a:pt x="1613" y="1329"/>
                </a:lnTo>
                <a:lnTo>
                  <a:pt x="1582" y="1294"/>
                </a:lnTo>
                <a:lnTo>
                  <a:pt x="1550" y="1261"/>
                </a:lnTo>
                <a:lnTo>
                  <a:pt x="1516" y="1229"/>
                </a:lnTo>
                <a:lnTo>
                  <a:pt x="1481" y="1197"/>
                </a:lnTo>
                <a:lnTo>
                  <a:pt x="1443" y="1168"/>
                </a:lnTo>
                <a:lnTo>
                  <a:pt x="1405" y="1139"/>
                </a:lnTo>
                <a:lnTo>
                  <a:pt x="1365" y="1113"/>
                </a:lnTo>
                <a:lnTo>
                  <a:pt x="1323" y="1086"/>
                </a:lnTo>
                <a:lnTo>
                  <a:pt x="1280" y="1062"/>
                </a:lnTo>
                <a:lnTo>
                  <a:pt x="1236" y="1040"/>
                </a:lnTo>
                <a:lnTo>
                  <a:pt x="1192" y="1019"/>
                </a:lnTo>
                <a:lnTo>
                  <a:pt x="1146" y="999"/>
                </a:lnTo>
                <a:lnTo>
                  <a:pt x="1099" y="982"/>
                </a:lnTo>
                <a:lnTo>
                  <a:pt x="1050" y="965"/>
                </a:lnTo>
                <a:lnTo>
                  <a:pt x="1002" y="952"/>
                </a:lnTo>
                <a:lnTo>
                  <a:pt x="952" y="940"/>
                </a:lnTo>
                <a:lnTo>
                  <a:pt x="902" y="929"/>
                </a:lnTo>
                <a:lnTo>
                  <a:pt x="851" y="921"/>
                </a:lnTo>
                <a:lnTo>
                  <a:pt x="800" y="915"/>
                </a:lnTo>
                <a:lnTo>
                  <a:pt x="747" y="910"/>
                </a:lnTo>
                <a:lnTo>
                  <a:pt x="695" y="909"/>
                </a:lnTo>
                <a:lnTo>
                  <a:pt x="641" y="909"/>
                </a:lnTo>
                <a:lnTo>
                  <a:pt x="588" y="911"/>
                </a:lnTo>
                <a:lnTo>
                  <a:pt x="536" y="917"/>
                </a:lnTo>
                <a:lnTo>
                  <a:pt x="482" y="925"/>
                </a:lnTo>
                <a:lnTo>
                  <a:pt x="428" y="934"/>
                </a:lnTo>
                <a:lnTo>
                  <a:pt x="375" y="947"/>
                </a:lnTo>
                <a:lnTo>
                  <a:pt x="321" y="961"/>
                </a:lnTo>
                <a:lnTo>
                  <a:pt x="267" y="978"/>
                </a:lnTo>
                <a:lnTo>
                  <a:pt x="214" y="999"/>
                </a:lnTo>
                <a:lnTo>
                  <a:pt x="247" y="1000"/>
                </a:lnTo>
                <a:lnTo>
                  <a:pt x="280" y="1004"/>
                </a:lnTo>
                <a:lnTo>
                  <a:pt x="314" y="1009"/>
                </a:lnTo>
                <a:lnTo>
                  <a:pt x="348" y="1017"/>
                </a:lnTo>
                <a:lnTo>
                  <a:pt x="383" y="1026"/>
                </a:lnTo>
                <a:lnTo>
                  <a:pt x="417" y="1037"/>
                </a:lnTo>
                <a:lnTo>
                  <a:pt x="452" y="1050"/>
                </a:lnTo>
                <a:lnTo>
                  <a:pt x="487" y="1064"/>
                </a:lnTo>
                <a:lnTo>
                  <a:pt x="523" y="1080"/>
                </a:lnTo>
                <a:lnTo>
                  <a:pt x="560" y="1096"/>
                </a:lnTo>
                <a:lnTo>
                  <a:pt x="596" y="1114"/>
                </a:lnTo>
                <a:lnTo>
                  <a:pt x="633" y="1132"/>
                </a:lnTo>
                <a:lnTo>
                  <a:pt x="710" y="1173"/>
                </a:lnTo>
                <a:lnTo>
                  <a:pt x="789" y="1215"/>
                </a:lnTo>
                <a:lnTo>
                  <a:pt x="871" y="1260"/>
                </a:lnTo>
                <a:lnTo>
                  <a:pt x="956" y="1304"/>
                </a:lnTo>
                <a:lnTo>
                  <a:pt x="1044" y="1349"/>
                </a:lnTo>
                <a:lnTo>
                  <a:pt x="1089" y="1371"/>
                </a:lnTo>
                <a:lnTo>
                  <a:pt x="1135" y="1392"/>
                </a:lnTo>
                <a:lnTo>
                  <a:pt x="1182" y="1413"/>
                </a:lnTo>
                <a:lnTo>
                  <a:pt x="1231" y="1433"/>
                </a:lnTo>
                <a:lnTo>
                  <a:pt x="1280" y="1453"/>
                </a:lnTo>
                <a:lnTo>
                  <a:pt x="1331" y="1470"/>
                </a:lnTo>
                <a:lnTo>
                  <a:pt x="1382" y="1488"/>
                </a:lnTo>
                <a:lnTo>
                  <a:pt x="1434" y="1504"/>
                </a:lnTo>
                <a:lnTo>
                  <a:pt x="1488" y="1519"/>
                </a:lnTo>
                <a:lnTo>
                  <a:pt x="1542" y="1532"/>
                </a:lnTo>
                <a:lnTo>
                  <a:pt x="1529" y="1535"/>
                </a:lnTo>
                <a:lnTo>
                  <a:pt x="1516" y="1538"/>
                </a:lnTo>
                <a:lnTo>
                  <a:pt x="1502" y="1540"/>
                </a:lnTo>
                <a:lnTo>
                  <a:pt x="1486" y="1540"/>
                </a:lnTo>
                <a:lnTo>
                  <a:pt x="1470" y="1540"/>
                </a:lnTo>
                <a:lnTo>
                  <a:pt x="1453" y="1538"/>
                </a:lnTo>
                <a:lnTo>
                  <a:pt x="1417" y="1534"/>
                </a:lnTo>
                <a:lnTo>
                  <a:pt x="1377" y="1527"/>
                </a:lnTo>
                <a:lnTo>
                  <a:pt x="1334" y="1520"/>
                </a:lnTo>
                <a:lnTo>
                  <a:pt x="1239" y="1501"/>
                </a:lnTo>
                <a:lnTo>
                  <a:pt x="1186" y="1491"/>
                </a:lnTo>
                <a:lnTo>
                  <a:pt x="1129" y="1482"/>
                </a:lnTo>
                <a:lnTo>
                  <a:pt x="1067" y="1475"/>
                </a:lnTo>
                <a:lnTo>
                  <a:pt x="1035" y="1471"/>
                </a:lnTo>
                <a:lnTo>
                  <a:pt x="1002" y="1469"/>
                </a:lnTo>
                <a:lnTo>
                  <a:pt x="968" y="1468"/>
                </a:lnTo>
                <a:lnTo>
                  <a:pt x="933" y="1467"/>
                </a:lnTo>
                <a:lnTo>
                  <a:pt x="897" y="1466"/>
                </a:lnTo>
                <a:lnTo>
                  <a:pt x="860" y="1467"/>
                </a:lnTo>
                <a:lnTo>
                  <a:pt x="822" y="1468"/>
                </a:lnTo>
                <a:lnTo>
                  <a:pt x="783" y="1470"/>
                </a:lnTo>
                <a:lnTo>
                  <a:pt x="742" y="1474"/>
                </a:lnTo>
                <a:lnTo>
                  <a:pt x="701" y="1479"/>
                </a:lnTo>
                <a:lnTo>
                  <a:pt x="660" y="1485"/>
                </a:lnTo>
                <a:lnTo>
                  <a:pt x="619" y="1492"/>
                </a:lnTo>
                <a:lnTo>
                  <a:pt x="581" y="1502"/>
                </a:lnTo>
                <a:lnTo>
                  <a:pt x="542" y="1513"/>
                </a:lnTo>
                <a:lnTo>
                  <a:pt x="506" y="1526"/>
                </a:lnTo>
                <a:lnTo>
                  <a:pt x="469" y="1541"/>
                </a:lnTo>
                <a:lnTo>
                  <a:pt x="435" y="1557"/>
                </a:lnTo>
                <a:lnTo>
                  <a:pt x="402" y="1575"/>
                </a:lnTo>
                <a:lnTo>
                  <a:pt x="370" y="1593"/>
                </a:lnTo>
                <a:lnTo>
                  <a:pt x="340" y="1613"/>
                </a:lnTo>
                <a:lnTo>
                  <a:pt x="311" y="1634"/>
                </a:lnTo>
                <a:lnTo>
                  <a:pt x="282" y="1656"/>
                </a:lnTo>
                <a:lnTo>
                  <a:pt x="256" y="1679"/>
                </a:lnTo>
                <a:lnTo>
                  <a:pt x="231" y="1703"/>
                </a:lnTo>
                <a:lnTo>
                  <a:pt x="205" y="1729"/>
                </a:lnTo>
                <a:lnTo>
                  <a:pt x="183" y="1755"/>
                </a:lnTo>
                <a:lnTo>
                  <a:pt x="161" y="1782"/>
                </a:lnTo>
                <a:lnTo>
                  <a:pt x="141" y="1809"/>
                </a:lnTo>
                <a:lnTo>
                  <a:pt x="122" y="1837"/>
                </a:lnTo>
                <a:lnTo>
                  <a:pt x="104" y="1865"/>
                </a:lnTo>
                <a:lnTo>
                  <a:pt x="88" y="1895"/>
                </a:lnTo>
                <a:lnTo>
                  <a:pt x="73" y="1925"/>
                </a:lnTo>
                <a:lnTo>
                  <a:pt x="59" y="1954"/>
                </a:lnTo>
                <a:lnTo>
                  <a:pt x="47" y="1985"/>
                </a:lnTo>
                <a:lnTo>
                  <a:pt x="36" y="2015"/>
                </a:lnTo>
                <a:lnTo>
                  <a:pt x="27" y="2046"/>
                </a:lnTo>
                <a:lnTo>
                  <a:pt x="18" y="2076"/>
                </a:lnTo>
                <a:lnTo>
                  <a:pt x="12" y="2107"/>
                </a:lnTo>
                <a:lnTo>
                  <a:pt x="7" y="2138"/>
                </a:lnTo>
                <a:lnTo>
                  <a:pt x="3" y="2169"/>
                </a:lnTo>
                <a:lnTo>
                  <a:pt x="1" y="2200"/>
                </a:lnTo>
                <a:lnTo>
                  <a:pt x="0" y="2229"/>
                </a:lnTo>
                <a:lnTo>
                  <a:pt x="11" y="2213"/>
                </a:lnTo>
                <a:lnTo>
                  <a:pt x="21" y="2197"/>
                </a:lnTo>
                <a:lnTo>
                  <a:pt x="33" y="2183"/>
                </a:lnTo>
                <a:lnTo>
                  <a:pt x="44" y="2169"/>
                </a:lnTo>
                <a:lnTo>
                  <a:pt x="56" y="2156"/>
                </a:lnTo>
                <a:lnTo>
                  <a:pt x="69" y="2142"/>
                </a:lnTo>
                <a:lnTo>
                  <a:pt x="82" y="2131"/>
                </a:lnTo>
                <a:lnTo>
                  <a:pt x="97" y="2119"/>
                </a:lnTo>
                <a:lnTo>
                  <a:pt x="110" y="2109"/>
                </a:lnTo>
                <a:lnTo>
                  <a:pt x="125" y="2098"/>
                </a:lnTo>
                <a:lnTo>
                  <a:pt x="141" y="2090"/>
                </a:lnTo>
                <a:lnTo>
                  <a:pt x="156" y="2081"/>
                </a:lnTo>
                <a:lnTo>
                  <a:pt x="172" y="2072"/>
                </a:lnTo>
                <a:lnTo>
                  <a:pt x="189" y="2064"/>
                </a:lnTo>
                <a:lnTo>
                  <a:pt x="224" y="2049"/>
                </a:lnTo>
                <a:lnTo>
                  <a:pt x="262" y="2036"/>
                </a:lnTo>
                <a:lnTo>
                  <a:pt x="300" y="2025"/>
                </a:lnTo>
                <a:lnTo>
                  <a:pt x="341" y="2014"/>
                </a:lnTo>
                <a:lnTo>
                  <a:pt x="384" y="2005"/>
                </a:lnTo>
                <a:lnTo>
                  <a:pt x="429" y="1996"/>
                </a:lnTo>
                <a:lnTo>
                  <a:pt x="475" y="1988"/>
                </a:lnTo>
                <a:lnTo>
                  <a:pt x="574" y="1973"/>
                </a:lnTo>
                <a:lnTo>
                  <a:pt x="681" y="1956"/>
                </a:lnTo>
                <a:lnTo>
                  <a:pt x="795" y="1939"/>
                </a:lnTo>
                <a:lnTo>
                  <a:pt x="855" y="1929"/>
                </a:lnTo>
                <a:lnTo>
                  <a:pt x="917" y="1917"/>
                </a:lnTo>
                <a:lnTo>
                  <a:pt x="980" y="1905"/>
                </a:lnTo>
                <a:lnTo>
                  <a:pt x="1046" y="1890"/>
                </a:lnTo>
                <a:lnTo>
                  <a:pt x="1112" y="1874"/>
                </a:lnTo>
                <a:lnTo>
                  <a:pt x="1181" y="1856"/>
                </a:lnTo>
                <a:lnTo>
                  <a:pt x="1252" y="1835"/>
                </a:lnTo>
                <a:lnTo>
                  <a:pt x="1324" y="1812"/>
                </a:lnTo>
                <a:lnTo>
                  <a:pt x="1398" y="1787"/>
                </a:lnTo>
                <a:lnTo>
                  <a:pt x="1474" y="1760"/>
                </a:lnTo>
                <a:lnTo>
                  <a:pt x="1552" y="1728"/>
                </a:lnTo>
                <a:lnTo>
                  <a:pt x="1631" y="1694"/>
                </a:lnTo>
                <a:lnTo>
                  <a:pt x="1577" y="1727"/>
                </a:lnTo>
                <a:lnTo>
                  <a:pt x="1525" y="1760"/>
                </a:lnTo>
                <a:lnTo>
                  <a:pt x="1474" y="1793"/>
                </a:lnTo>
                <a:lnTo>
                  <a:pt x="1424" y="1826"/>
                </a:lnTo>
                <a:lnTo>
                  <a:pt x="1377" y="1859"/>
                </a:lnTo>
                <a:lnTo>
                  <a:pt x="1332" y="1892"/>
                </a:lnTo>
                <a:lnTo>
                  <a:pt x="1289" y="1926"/>
                </a:lnTo>
                <a:lnTo>
                  <a:pt x="1247" y="1960"/>
                </a:lnTo>
                <a:lnTo>
                  <a:pt x="1207" y="1994"/>
                </a:lnTo>
                <a:lnTo>
                  <a:pt x="1169" y="2029"/>
                </a:lnTo>
                <a:lnTo>
                  <a:pt x="1133" y="2064"/>
                </a:lnTo>
                <a:lnTo>
                  <a:pt x="1099" y="2100"/>
                </a:lnTo>
                <a:lnTo>
                  <a:pt x="1067" y="2136"/>
                </a:lnTo>
                <a:lnTo>
                  <a:pt x="1036" y="2173"/>
                </a:lnTo>
                <a:lnTo>
                  <a:pt x="1007" y="2211"/>
                </a:lnTo>
                <a:lnTo>
                  <a:pt x="981" y="2249"/>
                </a:lnTo>
                <a:lnTo>
                  <a:pt x="957" y="2289"/>
                </a:lnTo>
                <a:lnTo>
                  <a:pt x="934" y="2329"/>
                </a:lnTo>
                <a:lnTo>
                  <a:pt x="914" y="2370"/>
                </a:lnTo>
                <a:lnTo>
                  <a:pt x="895" y="2413"/>
                </a:lnTo>
                <a:lnTo>
                  <a:pt x="879" y="2456"/>
                </a:lnTo>
                <a:lnTo>
                  <a:pt x="863" y="2501"/>
                </a:lnTo>
                <a:lnTo>
                  <a:pt x="851" y="2546"/>
                </a:lnTo>
                <a:lnTo>
                  <a:pt x="840" y="2593"/>
                </a:lnTo>
                <a:lnTo>
                  <a:pt x="833" y="2642"/>
                </a:lnTo>
                <a:lnTo>
                  <a:pt x="826" y="2691"/>
                </a:lnTo>
                <a:lnTo>
                  <a:pt x="822" y="2743"/>
                </a:lnTo>
                <a:lnTo>
                  <a:pt x="819" y="2796"/>
                </a:lnTo>
                <a:lnTo>
                  <a:pt x="818" y="2850"/>
                </a:lnTo>
                <a:lnTo>
                  <a:pt x="820" y="2906"/>
                </a:lnTo>
                <a:lnTo>
                  <a:pt x="825" y="2964"/>
                </a:lnTo>
                <a:lnTo>
                  <a:pt x="830" y="3024"/>
                </a:lnTo>
                <a:close/>
                <a:moveTo>
                  <a:pt x="3909" y="1201"/>
                </a:moveTo>
                <a:lnTo>
                  <a:pt x="3909" y="1201"/>
                </a:lnTo>
                <a:lnTo>
                  <a:pt x="3887" y="1263"/>
                </a:lnTo>
                <a:lnTo>
                  <a:pt x="3867" y="1328"/>
                </a:lnTo>
                <a:lnTo>
                  <a:pt x="3848" y="1394"/>
                </a:lnTo>
                <a:lnTo>
                  <a:pt x="3832" y="1463"/>
                </a:lnTo>
                <a:lnTo>
                  <a:pt x="3816" y="1532"/>
                </a:lnTo>
                <a:lnTo>
                  <a:pt x="3802" y="1603"/>
                </a:lnTo>
                <a:lnTo>
                  <a:pt x="3791" y="1675"/>
                </a:lnTo>
                <a:lnTo>
                  <a:pt x="3781" y="1749"/>
                </a:lnTo>
                <a:lnTo>
                  <a:pt x="3772" y="1822"/>
                </a:lnTo>
                <a:lnTo>
                  <a:pt x="3766" y="1897"/>
                </a:lnTo>
                <a:lnTo>
                  <a:pt x="3761" y="1972"/>
                </a:lnTo>
                <a:lnTo>
                  <a:pt x="3758" y="2049"/>
                </a:lnTo>
                <a:lnTo>
                  <a:pt x="3756" y="2125"/>
                </a:lnTo>
                <a:lnTo>
                  <a:pt x="3757" y="2202"/>
                </a:lnTo>
                <a:lnTo>
                  <a:pt x="3759" y="2279"/>
                </a:lnTo>
                <a:lnTo>
                  <a:pt x="3764" y="2357"/>
                </a:lnTo>
                <a:lnTo>
                  <a:pt x="3769" y="2434"/>
                </a:lnTo>
                <a:lnTo>
                  <a:pt x="3777" y="2511"/>
                </a:lnTo>
                <a:lnTo>
                  <a:pt x="3787" y="2588"/>
                </a:lnTo>
                <a:lnTo>
                  <a:pt x="3798" y="2664"/>
                </a:lnTo>
                <a:lnTo>
                  <a:pt x="3811" y="2740"/>
                </a:lnTo>
                <a:lnTo>
                  <a:pt x="3826" y="2816"/>
                </a:lnTo>
                <a:lnTo>
                  <a:pt x="3843" y="2889"/>
                </a:lnTo>
                <a:lnTo>
                  <a:pt x="3861" y="2963"/>
                </a:lnTo>
                <a:lnTo>
                  <a:pt x="3882" y="3037"/>
                </a:lnTo>
                <a:lnTo>
                  <a:pt x="3904" y="3108"/>
                </a:lnTo>
                <a:lnTo>
                  <a:pt x="3930" y="3179"/>
                </a:lnTo>
                <a:lnTo>
                  <a:pt x="3956" y="3247"/>
                </a:lnTo>
                <a:lnTo>
                  <a:pt x="3984" y="3315"/>
                </a:lnTo>
                <a:lnTo>
                  <a:pt x="4014" y="3380"/>
                </a:lnTo>
                <a:lnTo>
                  <a:pt x="4046" y="3445"/>
                </a:lnTo>
                <a:lnTo>
                  <a:pt x="4064" y="3476"/>
                </a:lnTo>
                <a:lnTo>
                  <a:pt x="4080" y="3507"/>
                </a:lnTo>
                <a:lnTo>
                  <a:pt x="4069" y="3467"/>
                </a:lnTo>
                <a:lnTo>
                  <a:pt x="4060" y="3428"/>
                </a:lnTo>
                <a:lnTo>
                  <a:pt x="4051" y="3390"/>
                </a:lnTo>
                <a:lnTo>
                  <a:pt x="4044" y="3351"/>
                </a:lnTo>
                <a:lnTo>
                  <a:pt x="4039" y="3313"/>
                </a:lnTo>
                <a:lnTo>
                  <a:pt x="4034" y="3276"/>
                </a:lnTo>
                <a:lnTo>
                  <a:pt x="4031" y="3238"/>
                </a:lnTo>
                <a:lnTo>
                  <a:pt x="4029" y="3202"/>
                </a:lnTo>
                <a:lnTo>
                  <a:pt x="4029" y="3164"/>
                </a:lnTo>
                <a:lnTo>
                  <a:pt x="4029" y="3128"/>
                </a:lnTo>
                <a:lnTo>
                  <a:pt x="4030" y="3093"/>
                </a:lnTo>
                <a:lnTo>
                  <a:pt x="4032" y="3057"/>
                </a:lnTo>
                <a:lnTo>
                  <a:pt x="4035" y="3021"/>
                </a:lnTo>
                <a:lnTo>
                  <a:pt x="4040" y="2986"/>
                </a:lnTo>
                <a:lnTo>
                  <a:pt x="4044" y="2951"/>
                </a:lnTo>
                <a:lnTo>
                  <a:pt x="4050" y="2917"/>
                </a:lnTo>
                <a:lnTo>
                  <a:pt x="4056" y="2882"/>
                </a:lnTo>
                <a:lnTo>
                  <a:pt x="4064" y="2848"/>
                </a:lnTo>
                <a:lnTo>
                  <a:pt x="4079" y="2779"/>
                </a:lnTo>
                <a:lnTo>
                  <a:pt x="4097" y="2711"/>
                </a:lnTo>
                <a:lnTo>
                  <a:pt x="4117" y="2644"/>
                </a:lnTo>
                <a:lnTo>
                  <a:pt x="4138" y="2577"/>
                </a:lnTo>
                <a:lnTo>
                  <a:pt x="4159" y="2510"/>
                </a:lnTo>
                <a:lnTo>
                  <a:pt x="4201" y="2376"/>
                </a:lnTo>
                <a:lnTo>
                  <a:pt x="4223" y="2309"/>
                </a:lnTo>
                <a:lnTo>
                  <a:pt x="4243" y="2240"/>
                </a:lnTo>
                <a:lnTo>
                  <a:pt x="4262" y="2172"/>
                </a:lnTo>
                <a:lnTo>
                  <a:pt x="4278" y="2104"/>
                </a:lnTo>
                <a:lnTo>
                  <a:pt x="4293" y="2035"/>
                </a:lnTo>
                <a:lnTo>
                  <a:pt x="4299" y="1999"/>
                </a:lnTo>
                <a:lnTo>
                  <a:pt x="4305" y="1963"/>
                </a:lnTo>
                <a:lnTo>
                  <a:pt x="4310" y="1928"/>
                </a:lnTo>
                <a:lnTo>
                  <a:pt x="4315" y="1893"/>
                </a:lnTo>
                <a:lnTo>
                  <a:pt x="4317" y="1856"/>
                </a:lnTo>
                <a:lnTo>
                  <a:pt x="4319" y="1820"/>
                </a:lnTo>
                <a:lnTo>
                  <a:pt x="4321" y="1783"/>
                </a:lnTo>
                <a:lnTo>
                  <a:pt x="4321" y="1746"/>
                </a:lnTo>
                <a:lnTo>
                  <a:pt x="4320" y="1709"/>
                </a:lnTo>
                <a:lnTo>
                  <a:pt x="4318" y="1670"/>
                </a:lnTo>
                <a:lnTo>
                  <a:pt x="4315" y="1632"/>
                </a:lnTo>
                <a:lnTo>
                  <a:pt x="4310" y="1593"/>
                </a:lnTo>
                <a:lnTo>
                  <a:pt x="4305" y="1555"/>
                </a:lnTo>
                <a:lnTo>
                  <a:pt x="4298" y="1515"/>
                </a:lnTo>
                <a:lnTo>
                  <a:pt x="4289" y="1476"/>
                </a:lnTo>
                <a:lnTo>
                  <a:pt x="4280" y="1435"/>
                </a:lnTo>
                <a:lnTo>
                  <a:pt x="4269" y="1394"/>
                </a:lnTo>
                <a:lnTo>
                  <a:pt x="4255" y="1354"/>
                </a:lnTo>
                <a:lnTo>
                  <a:pt x="4241" y="1312"/>
                </a:lnTo>
                <a:lnTo>
                  <a:pt x="4225" y="1270"/>
                </a:lnTo>
                <a:lnTo>
                  <a:pt x="4207" y="1227"/>
                </a:lnTo>
                <a:lnTo>
                  <a:pt x="4187" y="1183"/>
                </a:lnTo>
                <a:lnTo>
                  <a:pt x="4247" y="1296"/>
                </a:lnTo>
                <a:lnTo>
                  <a:pt x="4282" y="1358"/>
                </a:lnTo>
                <a:lnTo>
                  <a:pt x="4300" y="1390"/>
                </a:lnTo>
                <a:lnTo>
                  <a:pt x="4321" y="1423"/>
                </a:lnTo>
                <a:lnTo>
                  <a:pt x="4342" y="1456"/>
                </a:lnTo>
                <a:lnTo>
                  <a:pt x="4367" y="1490"/>
                </a:lnTo>
                <a:lnTo>
                  <a:pt x="4392" y="1525"/>
                </a:lnTo>
                <a:lnTo>
                  <a:pt x="4419" y="1560"/>
                </a:lnTo>
                <a:lnTo>
                  <a:pt x="4449" y="1596"/>
                </a:lnTo>
                <a:lnTo>
                  <a:pt x="4482" y="1632"/>
                </a:lnTo>
                <a:lnTo>
                  <a:pt x="4517" y="1668"/>
                </a:lnTo>
                <a:lnTo>
                  <a:pt x="4555" y="1705"/>
                </a:lnTo>
                <a:lnTo>
                  <a:pt x="4635" y="1780"/>
                </a:lnTo>
                <a:lnTo>
                  <a:pt x="4679" y="1821"/>
                </a:lnTo>
                <a:lnTo>
                  <a:pt x="4723" y="1864"/>
                </a:lnTo>
                <a:lnTo>
                  <a:pt x="4767" y="1909"/>
                </a:lnTo>
                <a:lnTo>
                  <a:pt x="4811" y="1956"/>
                </a:lnTo>
                <a:lnTo>
                  <a:pt x="4833" y="1982"/>
                </a:lnTo>
                <a:lnTo>
                  <a:pt x="4855" y="2007"/>
                </a:lnTo>
                <a:lnTo>
                  <a:pt x="4876" y="2033"/>
                </a:lnTo>
                <a:lnTo>
                  <a:pt x="4897" y="2060"/>
                </a:lnTo>
                <a:lnTo>
                  <a:pt x="4917" y="2087"/>
                </a:lnTo>
                <a:lnTo>
                  <a:pt x="4935" y="2115"/>
                </a:lnTo>
                <a:lnTo>
                  <a:pt x="4954" y="2144"/>
                </a:lnTo>
                <a:lnTo>
                  <a:pt x="4972" y="2172"/>
                </a:lnTo>
                <a:lnTo>
                  <a:pt x="4988" y="2202"/>
                </a:lnTo>
                <a:lnTo>
                  <a:pt x="5005" y="2233"/>
                </a:lnTo>
                <a:lnTo>
                  <a:pt x="5019" y="2263"/>
                </a:lnTo>
                <a:lnTo>
                  <a:pt x="5032" y="2295"/>
                </a:lnTo>
                <a:lnTo>
                  <a:pt x="5044" y="2328"/>
                </a:lnTo>
                <a:lnTo>
                  <a:pt x="5055" y="2361"/>
                </a:lnTo>
                <a:lnTo>
                  <a:pt x="5065" y="2395"/>
                </a:lnTo>
                <a:lnTo>
                  <a:pt x="5073" y="2430"/>
                </a:lnTo>
                <a:lnTo>
                  <a:pt x="5078" y="2465"/>
                </a:lnTo>
                <a:lnTo>
                  <a:pt x="5084" y="2501"/>
                </a:lnTo>
                <a:lnTo>
                  <a:pt x="5086" y="2538"/>
                </a:lnTo>
                <a:lnTo>
                  <a:pt x="5087" y="2576"/>
                </a:lnTo>
                <a:lnTo>
                  <a:pt x="5099" y="2538"/>
                </a:lnTo>
                <a:lnTo>
                  <a:pt x="5109" y="2502"/>
                </a:lnTo>
                <a:lnTo>
                  <a:pt x="5119" y="2466"/>
                </a:lnTo>
                <a:lnTo>
                  <a:pt x="5128" y="2431"/>
                </a:lnTo>
                <a:lnTo>
                  <a:pt x="5136" y="2395"/>
                </a:lnTo>
                <a:lnTo>
                  <a:pt x="5142" y="2361"/>
                </a:lnTo>
                <a:lnTo>
                  <a:pt x="5149" y="2327"/>
                </a:lnTo>
                <a:lnTo>
                  <a:pt x="5153" y="2294"/>
                </a:lnTo>
                <a:lnTo>
                  <a:pt x="5158" y="2261"/>
                </a:lnTo>
                <a:lnTo>
                  <a:pt x="5161" y="2228"/>
                </a:lnTo>
                <a:lnTo>
                  <a:pt x="5163" y="2196"/>
                </a:lnTo>
                <a:lnTo>
                  <a:pt x="5164" y="2166"/>
                </a:lnTo>
                <a:lnTo>
                  <a:pt x="5165" y="2135"/>
                </a:lnTo>
                <a:lnTo>
                  <a:pt x="5165" y="2104"/>
                </a:lnTo>
                <a:lnTo>
                  <a:pt x="5164" y="2074"/>
                </a:lnTo>
                <a:lnTo>
                  <a:pt x="5162" y="2045"/>
                </a:lnTo>
                <a:lnTo>
                  <a:pt x="5160" y="2016"/>
                </a:lnTo>
                <a:lnTo>
                  <a:pt x="5156" y="1987"/>
                </a:lnTo>
                <a:lnTo>
                  <a:pt x="5152" y="1959"/>
                </a:lnTo>
                <a:lnTo>
                  <a:pt x="5147" y="1931"/>
                </a:lnTo>
                <a:lnTo>
                  <a:pt x="5141" y="1904"/>
                </a:lnTo>
                <a:lnTo>
                  <a:pt x="5134" y="1877"/>
                </a:lnTo>
                <a:lnTo>
                  <a:pt x="5128" y="1851"/>
                </a:lnTo>
                <a:lnTo>
                  <a:pt x="5119" y="1826"/>
                </a:lnTo>
                <a:lnTo>
                  <a:pt x="5110" y="1800"/>
                </a:lnTo>
                <a:lnTo>
                  <a:pt x="5101" y="1775"/>
                </a:lnTo>
                <a:lnTo>
                  <a:pt x="5090" y="1751"/>
                </a:lnTo>
                <a:lnTo>
                  <a:pt x="5081" y="1727"/>
                </a:lnTo>
                <a:lnTo>
                  <a:pt x="5068" y="1702"/>
                </a:lnTo>
                <a:lnTo>
                  <a:pt x="5056" y="1679"/>
                </a:lnTo>
                <a:lnTo>
                  <a:pt x="5043" y="1656"/>
                </a:lnTo>
                <a:lnTo>
                  <a:pt x="5030" y="1633"/>
                </a:lnTo>
                <a:lnTo>
                  <a:pt x="5016" y="1611"/>
                </a:lnTo>
                <a:lnTo>
                  <a:pt x="5000" y="1589"/>
                </a:lnTo>
                <a:lnTo>
                  <a:pt x="4985" y="1568"/>
                </a:lnTo>
                <a:lnTo>
                  <a:pt x="4968" y="1547"/>
                </a:lnTo>
                <a:lnTo>
                  <a:pt x="4952" y="1526"/>
                </a:lnTo>
                <a:lnTo>
                  <a:pt x="4934" y="1507"/>
                </a:lnTo>
                <a:lnTo>
                  <a:pt x="4917" y="1486"/>
                </a:lnTo>
                <a:lnTo>
                  <a:pt x="4898" y="1467"/>
                </a:lnTo>
                <a:lnTo>
                  <a:pt x="4859" y="1428"/>
                </a:lnTo>
                <a:lnTo>
                  <a:pt x="4819" y="1392"/>
                </a:lnTo>
                <a:lnTo>
                  <a:pt x="4775" y="1356"/>
                </a:lnTo>
                <a:lnTo>
                  <a:pt x="4730" y="1322"/>
                </a:lnTo>
                <a:lnTo>
                  <a:pt x="4682" y="1289"/>
                </a:lnTo>
                <a:lnTo>
                  <a:pt x="4634" y="1258"/>
                </a:lnTo>
                <a:lnTo>
                  <a:pt x="4583" y="1227"/>
                </a:lnTo>
                <a:lnTo>
                  <a:pt x="4530" y="1197"/>
                </a:lnTo>
                <a:lnTo>
                  <a:pt x="4477" y="1170"/>
                </a:lnTo>
                <a:lnTo>
                  <a:pt x="4420" y="1142"/>
                </a:lnTo>
                <a:lnTo>
                  <a:pt x="4363" y="1116"/>
                </a:lnTo>
                <a:lnTo>
                  <a:pt x="4305" y="1091"/>
                </a:lnTo>
                <a:lnTo>
                  <a:pt x="4409" y="1129"/>
                </a:lnTo>
                <a:lnTo>
                  <a:pt x="4511" y="1164"/>
                </a:lnTo>
                <a:lnTo>
                  <a:pt x="4609" y="1195"/>
                </a:lnTo>
                <a:lnTo>
                  <a:pt x="4702" y="1224"/>
                </a:lnTo>
                <a:lnTo>
                  <a:pt x="4793" y="1249"/>
                </a:lnTo>
                <a:lnTo>
                  <a:pt x="4880" y="1272"/>
                </a:lnTo>
                <a:lnTo>
                  <a:pt x="4964" y="1292"/>
                </a:lnTo>
                <a:lnTo>
                  <a:pt x="5044" y="1310"/>
                </a:lnTo>
                <a:lnTo>
                  <a:pt x="5121" y="1326"/>
                </a:lnTo>
                <a:lnTo>
                  <a:pt x="5195" y="1340"/>
                </a:lnTo>
                <a:lnTo>
                  <a:pt x="5266" y="1353"/>
                </a:lnTo>
                <a:lnTo>
                  <a:pt x="5335" y="1365"/>
                </a:lnTo>
                <a:lnTo>
                  <a:pt x="5462" y="1384"/>
                </a:lnTo>
                <a:lnTo>
                  <a:pt x="5580" y="1402"/>
                </a:lnTo>
                <a:lnTo>
                  <a:pt x="5689" y="1420"/>
                </a:lnTo>
                <a:lnTo>
                  <a:pt x="5740" y="1428"/>
                </a:lnTo>
                <a:lnTo>
                  <a:pt x="5788" y="1438"/>
                </a:lnTo>
                <a:lnTo>
                  <a:pt x="5834" y="1449"/>
                </a:lnTo>
                <a:lnTo>
                  <a:pt x="5879" y="1460"/>
                </a:lnTo>
                <a:lnTo>
                  <a:pt x="5921" y="1474"/>
                </a:lnTo>
                <a:lnTo>
                  <a:pt x="5963" y="1489"/>
                </a:lnTo>
                <a:lnTo>
                  <a:pt x="6001" y="1505"/>
                </a:lnTo>
                <a:lnTo>
                  <a:pt x="6021" y="1514"/>
                </a:lnTo>
                <a:lnTo>
                  <a:pt x="6040" y="1524"/>
                </a:lnTo>
                <a:lnTo>
                  <a:pt x="6058" y="1534"/>
                </a:lnTo>
                <a:lnTo>
                  <a:pt x="6076" y="1545"/>
                </a:lnTo>
                <a:lnTo>
                  <a:pt x="6094" y="1556"/>
                </a:lnTo>
                <a:lnTo>
                  <a:pt x="6110" y="1568"/>
                </a:lnTo>
                <a:lnTo>
                  <a:pt x="6128" y="1581"/>
                </a:lnTo>
                <a:lnTo>
                  <a:pt x="6144" y="1595"/>
                </a:lnTo>
                <a:lnTo>
                  <a:pt x="6161" y="1609"/>
                </a:lnTo>
                <a:lnTo>
                  <a:pt x="6176" y="1623"/>
                </a:lnTo>
                <a:lnTo>
                  <a:pt x="6193" y="1640"/>
                </a:lnTo>
                <a:lnTo>
                  <a:pt x="6208" y="1656"/>
                </a:lnTo>
                <a:lnTo>
                  <a:pt x="6224" y="1674"/>
                </a:lnTo>
                <a:lnTo>
                  <a:pt x="6238" y="1692"/>
                </a:lnTo>
                <a:lnTo>
                  <a:pt x="6230" y="1657"/>
                </a:lnTo>
                <a:lnTo>
                  <a:pt x="6221" y="1621"/>
                </a:lnTo>
                <a:lnTo>
                  <a:pt x="6209" y="1585"/>
                </a:lnTo>
                <a:lnTo>
                  <a:pt x="6195" y="1548"/>
                </a:lnTo>
                <a:lnTo>
                  <a:pt x="6180" y="1512"/>
                </a:lnTo>
                <a:lnTo>
                  <a:pt x="6162" y="1476"/>
                </a:lnTo>
                <a:lnTo>
                  <a:pt x="6143" y="1439"/>
                </a:lnTo>
                <a:lnTo>
                  <a:pt x="6121" y="1403"/>
                </a:lnTo>
                <a:lnTo>
                  <a:pt x="6098" y="1367"/>
                </a:lnTo>
                <a:lnTo>
                  <a:pt x="6073" y="1331"/>
                </a:lnTo>
                <a:lnTo>
                  <a:pt x="6045" y="1294"/>
                </a:lnTo>
                <a:lnTo>
                  <a:pt x="6016" y="1259"/>
                </a:lnTo>
                <a:lnTo>
                  <a:pt x="5985" y="1224"/>
                </a:lnTo>
                <a:lnTo>
                  <a:pt x="5951" y="1190"/>
                </a:lnTo>
                <a:lnTo>
                  <a:pt x="5916" y="1156"/>
                </a:lnTo>
                <a:lnTo>
                  <a:pt x="5879" y="1123"/>
                </a:lnTo>
                <a:lnTo>
                  <a:pt x="5840" y="1091"/>
                </a:lnTo>
                <a:lnTo>
                  <a:pt x="5799" y="1059"/>
                </a:lnTo>
                <a:lnTo>
                  <a:pt x="5755" y="1028"/>
                </a:lnTo>
                <a:lnTo>
                  <a:pt x="5710" y="999"/>
                </a:lnTo>
                <a:lnTo>
                  <a:pt x="5664" y="971"/>
                </a:lnTo>
                <a:lnTo>
                  <a:pt x="5614" y="943"/>
                </a:lnTo>
                <a:lnTo>
                  <a:pt x="5564" y="918"/>
                </a:lnTo>
                <a:lnTo>
                  <a:pt x="5510" y="894"/>
                </a:lnTo>
                <a:lnTo>
                  <a:pt x="5455" y="871"/>
                </a:lnTo>
                <a:lnTo>
                  <a:pt x="5397" y="850"/>
                </a:lnTo>
                <a:lnTo>
                  <a:pt x="5339" y="830"/>
                </a:lnTo>
                <a:lnTo>
                  <a:pt x="5277" y="812"/>
                </a:lnTo>
                <a:lnTo>
                  <a:pt x="5215" y="796"/>
                </a:lnTo>
                <a:lnTo>
                  <a:pt x="5150" y="782"/>
                </a:lnTo>
                <a:lnTo>
                  <a:pt x="5083" y="769"/>
                </a:lnTo>
                <a:lnTo>
                  <a:pt x="5013" y="758"/>
                </a:lnTo>
                <a:lnTo>
                  <a:pt x="4964" y="753"/>
                </a:lnTo>
                <a:lnTo>
                  <a:pt x="4914" y="749"/>
                </a:lnTo>
                <a:lnTo>
                  <a:pt x="4864" y="746"/>
                </a:lnTo>
                <a:lnTo>
                  <a:pt x="4814" y="745"/>
                </a:lnTo>
                <a:lnTo>
                  <a:pt x="4764" y="746"/>
                </a:lnTo>
                <a:lnTo>
                  <a:pt x="4715" y="747"/>
                </a:lnTo>
                <a:lnTo>
                  <a:pt x="4667" y="750"/>
                </a:lnTo>
                <a:lnTo>
                  <a:pt x="4620" y="753"/>
                </a:lnTo>
                <a:lnTo>
                  <a:pt x="4574" y="757"/>
                </a:lnTo>
                <a:lnTo>
                  <a:pt x="4530" y="762"/>
                </a:lnTo>
                <a:lnTo>
                  <a:pt x="4489" y="767"/>
                </a:lnTo>
                <a:lnTo>
                  <a:pt x="4449" y="774"/>
                </a:lnTo>
                <a:lnTo>
                  <a:pt x="4413" y="779"/>
                </a:lnTo>
                <a:lnTo>
                  <a:pt x="4379" y="786"/>
                </a:lnTo>
                <a:lnTo>
                  <a:pt x="4349" y="793"/>
                </a:lnTo>
                <a:lnTo>
                  <a:pt x="4322" y="799"/>
                </a:lnTo>
                <a:lnTo>
                  <a:pt x="4373" y="775"/>
                </a:lnTo>
                <a:lnTo>
                  <a:pt x="4424" y="750"/>
                </a:lnTo>
                <a:lnTo>
                  <a:pt x="4472" y="724"/>
                </a:lnTo>
                <a:lnTo>
                  <a:pt x="4519" y="699"/>
                </a:lnTo>
                <a:lnTo>
                  <a:pt x="4612" y="648"/>
                </a:lnTo>
                <a:lnTo>
                  <a:pt x="4700" y="597"/>
                </a:lnTo>
                <a:lnTo>
                  <a:pt x="4786" y="546"/>
                </a:lnTo>
                <a:lnTo>
                  <a:pt x="4867" y="496"/>
                </a:lnTo>
                <a:lnTo>
                  <a:pt x="5023" y="401"/>
                </a:lnTo>
                <a:lnTo>
                  <a:pt x="5098" y="356"/>
                </a:lnTo>
                <a:lnTo>
                  <a:pt x="5172" y="314"/>
                </a:lnTo>
                <a:lnTo>
                  <a:pt x="5208" y="294"/>
                </a:lnTo>
                <a:lnTo>
                  <a:pt x="5244" y="275"/>
                </a:lnTo>
                <a:lnTo>
                  <a:pt x="5281" y="258"/>
                </a:lnTo>
                <a:lnTo>
                  <a:pt x="5316" y="241"/>
                </a:lnTo>
                <a:lnTo>
                  <a:pt x="5352" y="226"/>
                </a:lnTo>
                <a:lnTo>
                  <a:pt x="5389" y="211"/>
                </a:lnTo>
                <a:lnTo>
                  <a:pt x="5424" y="197"/>
                </a:lnTo>
                <a:lnTo>
                  <a:pt x="5460" y="185"/>
                </a:lnTo>
                <a:lnTo>
                  <a:pt x="5496" y="174"/>
                </a:lnTo>
                <a:lnTo>
                  <a:pt x="5533" y="165"/>
                </a:lnTo>
                <a:lnTo>
                  <a:pt x="5569" y="157"/>
                </a:lnTo>
                <a:lnTo>
                  <a:pt x="5606" y="150"/>
                </a:lnTo>
                <a:lnTo>
                  <a:pt x="5544" y="136"/>
                </a:lnTo>
                <a:lnTo>
                  <a:pt x="5481" y="124"/>
                </a:lnTo>
                <a:lnTo>
                  <a:pt x="5421" y="114"/>
                </a:lnTo>
                <a:lnTo>
                  <a:pt x="5360" y="106"/>
                </a:lnTo>
                <a:lnTo>
                  <a:pt x="5301" y="99"/>
                </a:lnTo>
                <a:lnTo>
                  <a:pt x="5242" y="95"/>
                </a:lnTo>
                <a:lnTo>
                  <a:pt x="5185" y="94"/>
                </a:lnTo>
                <a:lnTo>
                  <a:pt x="5129" y="94"/>
                </a:lnTo>
                <a:lnTo>
                  <a:pt x="5074" y="96"/>
                </a:lnTo>
                <a:lnTo>
                  <a:pt x="5020" y="99"/>
                </a:lnTo>
                <a:lnTo>
                  <a:pt x="4966" y="106"/>
                </a:lnTo>
                <a:lnTo>
                  <a:pt x="4914" y="114"/>
                </a:lnTo>
                <a:lnTo>
                  <a:pt x="4864" y="124"/>
                </a:lnTo>
                <a:lnTo>
                  <a:pt x="4814" y="136"/>
                </a:lnTo>
                <a:lnTo>
                  <a:pt x="4767" y="150"/>
                </a:lnTo>
                <a:lnTo>
                  <a:pt x="4720" y="165"/>
                </a:lnTo>
                <a:lnTo>
                  <a:pt x="4675" y="183"/>
                </a:lnTo>
                <a:lnTo>
                  <a:pt x="4629" y="203"/>
                </a:lnTo>
                <a:lnTo>
                  <a:pt x="4587" y="225"/>
                </a:lnTo>
                <a:lnTo>
                  <a:pt x="4545" y="248"/>
                </a:lnTo>
                <a:lnTo>
                  <a:pt x="4505" y="273"/>
                </a:lnTo>
                <a:lnTo>
                  <a:pt x="4466" y="301"/>
                </a:lnTo>
                <a:lnTo>
                  <a:pt x="4428" y="329"/>
                </a:lnTo>
                <a:lnTo>
                  <a:pt x="4393" y="360"/>
                </a:lnTo>
                <a:lnTo>
                  <a:pt x="4358" y="393"/>
                </a:lnTo>
                <a:lnTo>
                  <a:pt x="4325" y="427"/>
                </a:lnTo>
                <a:lnTo>
                  <a:pt x="4293" y="465"/>
                </a:lnTo>
                <a:lnTo>
                  <a:pt x="4263" y="502"/>
                </a:lnTo>
                <a:lnTo>
                  <a:pt x="4236" y="543"/>
                </a:lnTo>
                <a:lnTo>
                  <a:pt x="4208" y="584"/>
                </a:lnTo>
                <a:lnTo>
                  <a:pt x="4183" y="628"/>
                </a:lnTo>
                <a:lnTo>
                  <a:pt x="4160" y="673"/>
                </a:lnTo>
                <a:lnTo>
                  <a:pt x="4163" y="648"/>
                </a:lnTo>
                <a:lnTo>
                  <a:pt x="4165" y="624"/>
                </a:lnTo>
                <a:lnTo>
                  <a:pt x="4166" y="601"/>
                </a:lnTo>
                <a:lnTo>
                  <a:pt x="4166" y="577"/>
                </a:lnTo>
                <a:lnTo>
                  <a:pt x="4165" y="554"/>
                </a:lnTo>
                <a:lnTo>
                  <a:pt x="4164" y="531"/>
                </a:lnTo>
                <a:lnTo>
                  <a:pt x="4159" y="485"/>
                </a:lnTo>
                <a:lnTo>
                  <a:pt x="4151" y="439"/>
                </a:lnTo>
                <a:lnTo>
                  <a:pt x="4143" y="394"/>
                </a:lnTo>
                <a:lnTo>
                  <a:pt x="4135" y="351"/>
                </a:lnTo>
                <a:lnTo>
                  <a:pt x="4128" y="307"/>
                </a:lnTo>
                <a:lnTo>
                  <a:pt x="4123" y="266"/>
                </a:lnTo>
                <a:lnTo>
                  <a:pt x="4122" y="245"/>
                </a:lnTo>
                <a:lnTo>
                  <a:pt x="4121" y="225"/>
                </a:lnTo>
                <a:lnTo>
                  <a:pt x="4121" y="205"/>
                </a:lnTo>
                <a:lnTo>
                  <a:pt x="4123" y="184"/>
                </a:lnTo>
                <a:lnTo>
                  <a:pt x="4126" y="165"/>
                </a:lnTo>
                <a:lnTo>
                  <a:pt x="4129" y="146"/>
                </a:lnTo>
                <a:lnTo>
                  <a:pt x="4134" y="127"/>
                </a:lnTo>
                <a:lnTo>
                  <a:pt x="4141" y="107"/>
                </a:lnTo>
                <a:lnTo>
                  <a:pt x="4150" y="90"/>
                </a:lnTo>
                <a:lnTo>
                  <a:pt x="4160" y="71"/>
                </a:lnTo>
                <a:lnTo>
                  <a:pt x="4172" y="53"/>
                </a:lnTo>
                <a:lnTo>
                  <a:pt x="4186" y="36"/>
                </a:lnTo>
                <a:lnTo>
                  <a:pt x="4203" y="18"/>
                </a:lnTo>
                <a:lnTo>
                  <a:pt x="4220" y="0"/>
                </a:lnTo>
                <a:lnTo>
                  <a:pt x="4203" y="2"/>
                </a:lnTo>
                <a:lnTo>
                  <a:pt x="4185" y="3"/>
                </a:lnTo>
                <a:lnTo>
                  <a:pt x="4167" y="4"/>
                </a:lnTo>
                <a:lnTo>
                  <a:pt x="4150" y="7"/>
                </a:lnTo>
                <a:lnTo>
                  <a:pt x="4133" y="10"/>
                </a:lnTo>
                <a:lnTo>
                  <a:pt x="4117" y="14"/>
                </a:lnTo>
                <a:lnTo>
                  <a:pt x="4100" y="18"/>
                </a:lnTo>
                <a:lnTo>
                  <a:pt x="4084" y="24"/>
                </a:lnTo>
                <a:lnTo>
                  <a:pt x="4053" y="35"/>
                </a:lnTo>
                <a:lnTo>
                  <a:pt x="4023" y="49"/>
                </a:lnTo>
                <a:lnTo>
                  <a:pt x="3995" y="65"/>
                </a:lnTo>
                <a:lnTo>
                  <a:pt x="3967" y="84"/>
                </a:lnTo>
                <a:lnTo>
                  <a:pt x="3942" y="104"/>
                </a:lnTo>
                <a:lnTo>
                  <a:pt x="3917" y="126"/>
                </a:lnTo>
                <a:lnTo>
                  <a:pt x="3895" y="150"/>
                </a:lnTo>
                <a:lnTo>
                  <a:pt x="3873" y="175"/>
                </a:lnTo>
                <a:lnTo>
                  <a:pt x="3854" y="202"/>
                </a:lnTo>
                <a:lnTo>
                  <a:pt x="3835" y="230"/>
                </a:lnTo>
                <a:lnTo>
                  <a:pt x="3820" y="260"/>
                </a:lnTo>
                <a:lnTo>
                  <a:pt x="3805" y="290"/>
                </a:lnTo>
                <a:lnTo>
                  <a:pt x="3792" y="322"/>
                </a:lnTo>
                <a:lnTo>
                  <a:pt x="3782" y="355"/>
                </a:lnTo>
                <a:lnTo>
                  <a:pt x="3773" y="388"/>
                </a:lnTo>
                <a:lnTo>
                  <a:pt x="3767" y="422"/>
                </a:lnTo>
                <a:lnTo>
                  <a:pt x="3762" y="456"/>
                </a:lnTo>
                <a:lnTo>
                  <a:pt x="3760" y="490"/>
                </a:lnTo>
                <a:lnTo>
                  <a:pt x="3759" y="525"/>
                </a:lnTo>
                <a:lnTo>
                  <a:pt x="3761" y="560"/>
                </a:lnTo>
                <a:lnTo>
                  <a:pt x="3766" y="597"/>
                </a:lnTo>
                <a:lnTo>
                  <a:pt x="3772" y="632"/>
                </a:lnTo>
                <a:lnTo>
                  <a:pt x="3781" y="667"/>
                </a:lnTo>
                <a:lnTo>
                  <a:pt x="3793" y="702"/>
                </a:lnTo>
                <a:lnTo>
                  <a:pt x="3806" y="736"/>
                </a:lnTo>
                <a:lnTo>
                  <a:pt x="3823" y="771"/>
                </a:lnTo>
                <a:lnTo>
                  <a:pt x="3842" y="804"/>
                </a:lnTo>
                <a:lnTo>
                  <a:pt x="3853" y="820"/>
                </a:lnTo>
                <a:lnTo>
                  <a:pt x="3864" y="837"/>
                </a:lnTo>
                <a:lnTo>
                  <a:pt x="3841" y="815"/>
                </a:lnTo>
                <a:lnTo>
                  <a:pt x="3817" y="794"/>
                </a:lnTo>
                <a:lnTo>
                  <a:pt x="3793" y="774"/>
                </a:lnTo>
                <a:lnTo>
                  <a:pt x="3769" y="755"/>
                </a:lnTo>
                <a:lnTo>
                  <a:pt x="3744" y="738"/>
                </a:lnTo>
                <a:lnTo>
                  <a:pt x="3718" y="721"/>
                </a:lnTo>
                <a:lnTo>
                  <a:pt x="3692" y="705"/>
                </a:lnTo>
                <a:lnTo>
                  <a:pt x="3667" y="689"/>
                </a:lnTo>
                <a:lnTo>
                  <a:pt x="3639" y="675"/>
                </a:lnTo>
                <a:lnTo>
                  <a:pt x="3613" y="662"/>
                </a:lnTo>
                <a:lnTo>
                  <a:pt x="3585" y="650"/>
                </a:lnTo>
                <a:lnTo>
                  <a:pt x="3558" y="639"/>
                </a:lnTo>
                <a:lnTo>
                  <a:pt x="3529" y="628"/>
                </a:lnTo>
                <a:lnTo>
                  <a:pt x="3502" y="618"/>
                </a:lnTo>
                <a:lnTo>
                  <a:pt x="3473" y="609"/>
                </a:lnTo>
                <a:lnTo>
                  <a:pt x="3445" y="601"/>
                </a:lnTo>
                <a:lnTo>
                  <a:pt x="3415" y="593"/>
                </a:lnTo>
                <a:lnTo>
                  <a:pt x="3386" y="588"/>
                </a:lnTo>
                <a:lnTo>
                  <a:pt x="3356" y="582"/>
                </a:lnTo>
                <a:lnTo>
                  <a:pt x="3328" y="577"/>
                </a:lnTo>
                <a:lnTo>
                  <a:pt x="3298" y="574"/>
                </a:lnTo>
                <a:lnTo>
                  <a:pt x="3268" y="570"/>
                </a:lnTo>
                <a:lnTo>
                  <a:pt x="3240" y="568"/>
                </a:lnTo>
                <a:lnTo>
                  <a:pt x="3210" y="566"/>
                </a:lnTo>
                <a:lnTo>
                  <a:pt x="3180" y="566"/>
                </a:lnTo>
                <a:lnTo>
                  <a:pt x="3151" y="566"/>
                </a:lnTo>
                <a:lnTo>
                  <a:pt x="3121" y="566"/>
                </a:lnTo>
                <a:lnTo>
                  <a:pt x="3092" y="567"/>
                </a:lnTo>
                <a:lnTo>
                  <a:pt x="3063" y="569"/>
                </a:lnTo>
                <a:lnTo>
                  <a:pt x="3034" y="573"/>
                </a:lnTo>
                <a:lnTo>
                  <a:pt x="3006" y="576"/>
                </a:lnTo>
                <a:lnTo>
                  <a:pt x="2976" y="580"/>
                </a:lnTo>
                <a:lnTo>
                  <a:pt x="2947" y="585"/>
                </a:lnTo>
                <a:lnTo>
                  <a:pt x="2920" y="591"/>
                </a:lnTo>
                <a:lnTo>
                  <a:pt x="2891" y="597"/>
                </a:lnTo>
                <a:lnTo>
                  <a:pt x="2864" y="603"/>
                </a:lnTo>
                <a:lnTo>
                  <a:pt x="2836" y="611"/>
                </a:lnTo>
                <a:lnTo>
                  <a:pt x="2809" y="620"/>
                </a:lnTo>
                <a:lnTo>
                  <a:pt x="2782" y="629"/>
                </a:lnTo>
                <a:lnTo>
                  <a:pt x="2756" y="637"/>
                </a:lnTo>
                <a:lnTo>
                  <a:pt x="2729" y="647"/>
                </a:lnTo>
                <a:lnTo>
                  <a:pt x="2704" y="658"/>
                </a:lnTo>
                <a:lnTo>
                  <a:pt x="2679" y="669"/>
                </a:lnTo>
                <a:lnTo>
                  <a:pt x="2655" y="681"/>
                </a:lnTo>
                <a:lnTo>
                  <a:pt x="2630" y="694"/>
                </a:lnTo>
                <a:lnTo>
                  <a:pt x="2606" y="707"/>
                </a:lnTo>
                <a:lnTo>
                  <a:pt x="2583" y="720"/>
                </a:lnTo>
                <a:lnTo>
                  <a:pt x="2561" y="734"/>
                </a:lnTo>
                <a:lnTo>
                  <a:pt x="2539" y="749"/>
                </a:lnTo>
                <a:lnTo>
                  <a:pt x="2517" y="763"/>
                </a:lnTo>
                <a:lnTo>
                  <a:pt x="2496" y="778"/>
                </a:lnTo>
                <a:lnTo>
                  <a:pt x="2476" y="795"/>
                </a:lnTo>
                <a:lnTo>
                  <a:pt x="2458" y="811"/>
                </a:lnTo>
                <a:lnTo>
                  <a:pt x="2439" y="828"/>
                </a:lnTo>
                <a:lnTo>
                  <a:pt x="2420" y="845"/>
                </a:lnTo>
                <a:lnTo>
                  <a:pt x="2404" y="863"/>
                </a:lnTo>
                <a:lnTo>
                  <a:pt x="2387" y="882"/>
                </a:lnTo>
                <a:lnTo>
                  <a:pt x="2372" y="900"/>
                </a:lnTo>
                <a:lnTo>
                  <a:pt x="2357" y="919"/>
                </a:lnTo>
                <a:lnTo>
                  <a:pt x="2343" y="939"/>
                </a:lnTo>
                <a:lnTo>
                  <a:pt x="2330" y="959"/>
                </a:lnTo>
                <a:lnTo>
                  <a:pt x="2319" y="980"/>
                </a:lnTo>
                <a:lnTo>
                  <a:pt x="2308" y="1000"/>
                </a:lnTo>
                <a:lnTo>
                  <a:pt x="2297" y="1021"/>
                </a:lnTo>
                <a:lnTo>
                  <a:pt x="2327" y="1010"/>
                </a:lnTo>
                <a:lnTo>
                  <a:pt x="2359" y="1000"/>
                </a:lnTo>
                <a:lnTo>
                  <a:pt x="2393" y="993"/>
                </a:lnTo>
                <a:lnTo>
                  <a:pt x="2429" y="986"/>
                </a:lnTo>
                <a:lnTo>
                  <a:pt x="2468" y="982"/>
                </a:lnTo>
                <a:lnTo>
                  <a:pt x="2507" y="977"/>
                </a:lnTo>
                <a:lnTo>
                  <a:pt x="2550" y="975"/>
                </a:lnTo>
                <a:lnTo>
                  <a:pt x="2593" y="973"/>
                </a:lnTo>
                <a:lnTo>
                  <a:pt x="2638" y="973"/>
                </a:lnTo>
                <a:lnTo>
                  <a:pt x="2684" y="973"/>
                </a:lnTo>
                <a:lnTo>
                  <a:pt x="2781" y="975"/>
                </a:lnTo>
                <a:lnTo>
                  <a:pt x="2882" y="981"/>
                </a:lnTo>
                <a:lnTo>
                  <a:pt x="2987" y="986"/>
                </a:lnTo>
                <a:lnTo>
                  <a:pt x="3201" y="1000"/>
                </a:lnTo>
                <a:lnTo>
                  <a:pt x="3310" y="1006"/>
                </a:lnTo>
                <a:lnTo>
                  <a:pt x="3419" y="1009"/>
                </a:lnTo>
                <a:lnTo>
                  <a:pt x="3473" y="1010"/>
                </a:lnTo>
                <a:lnTo>
                  <a:pt x="3526" y="1011"/>
                </a:lnTo>
                <a:lnTo>
                  <a:pt x="3579" y="1010"/>
                </a:lnTo>
                <a:lnTo>
                  <a:pt x="3630" y="1009"/>
                </a:lnTo>
                <a:lnTo>
                  <a:pt x="3682" y="1007"/>
                </a:lnTo>
                <a:lnTo>
                  <a:pt x="3733" y="1004"/>
                </a:lnTo>
                <a:lnTo>
                  <a:pt x="3782" y="998"/>
                </a:lnTo>
                <a:lnTo>
                  <a:pt x="3831" y="993"/>
                </a:lnTo>
                <a:lnTo>
                  <a:pt x="3780" y="1007"/>
                </a:lnTo>
                <a:lnTo>
                  <a:pt x="3727" y="1022"/>
                </a:lnTo>
                <a:lnTo>
                  <a:pt x="3673" y="1040"/>
                </a:lnTo>
                <a:lnTo>
                  <a:pt x="3617" y="1061"/>
                </a:lnTo>
                <a:lnTo>
                  <a:pt x="3561" y="1083"/>
                </a:lnTo>
                <a:lnTo>
                  <a:pt x="3503" y="1107"/>
                </a:lnTo>
                <a:lnTo>
                  <a:pt x="3445" y="1134"/>
                </a:lnTo>
                <a:lnTo>
                  <a:pt x="3385" y="1163"/>
                </a:lnTo>
                <a:lnTo>
                  <a:pt x="3326" y="1195"/>
                </a:lnTo>
                <a:lnTo>
                  <a:pt x="3266" y="1229"/>
                </a:lnTo>
                <a:lnTo>
                  <a:pt x="3208" y="1267"/>
                </a:lnTo>
                <a:lnTo>
                  <a:pt x="3178" y="1285"/>
                </a:lnTo>
                <a:lnTo>
                  <a:pt x="3149" y="1306"/>
                </a:lnTo>
                <a:lnTo>
                  <a:pt x="3120" y="1327"/>
                </a:lnTo>
                <a:lnTo>
                  <a:pt x="3091" y="1349"/>
                </a:lnTo>
                <a:lnTo>
                  <a:pt x="3063" y="1371"/>
                </a:lnTo>
                <a:lnTo>
                  <a:pt x="3034" y="1394"/>
                </a:lnTo>
                <a:lnTo>
                  <a:pt x="3006" y="1419"/>
                </a:lnTo>
                <a:lnTo>
                  <a:pt x="2978" y="1443"/>
                </a:lnTo>
                <a:lnTo>
                  <a:pt x="2951" y="1469"/>
                </a:lnTo>
                <a:lnTo>
                  <a:pt x="2924" y="1494"/>
                </a:lnTo>
                <a:lnTo>
                  <a:pt x="2898" y="1522"/>
                </a:lnTo>
                <a:lnTo>
                  <a:pt x="2871" y="1551"/>
                </a:lnTo>
                <a:lnTo>
                  <a:pt x="2846" y="1579"/>
                </a:lnTo>
                <a:lnTo>
                  <a:pt x="2821" y="1609"/>
                </a:lnTo>
                <a:lnTo>
                  <a:pt x="2795" y="1639"/>
                </a:lnTo>
                <a:lnTo>
                  <a:pt x="2772" y="1670"/>
                </a:lnTo>
                <a:lnTo>
                  <a:pt x="2748" y="1702"/>
                </a:lnTo>
                <a:lnTo>
                  <a:pt x="2725" y="1735"/>
                </a:lnTo>
                <a:lnTo>
                  <a:pt x="2703" y="1769"/>
                </a:lnTo>
                <a:lnTo>
                  <a:pt x="2682" y="1805"/>
                </a:lnTo>
                <a:lnTo>
                  <a:pt x="2661" y="1840"/>
                </a:lnTo>
                <a:lnTo>
                  <a:pt x="2641" y="1877"/>
                </a:lnTo>
                <a:lnTo>
                  <a:pt x="2622" y="1915"/>
                </a:lnTo>
                <a:lnTo>
                  <a:pt x="2603" y="1953"/>
                </a:lnTo>
                <a:lnTo>
                  <a:pt x="2585" y="1993"/>
                </a:lnTo>
                <a:lnTo>
                  <a:pt x="2569" y="2033"/>
                </a:lnTo>
                <a:lnTo>
                  <a:pt x="2553" y="2075"/>
                </a:lnTo>
                <a:lnTo>
                  <a:pt x="2538" y="2118"/>
                </a:lnTo>
                <a:lnTo>
                  <a:pt x="2524" y="2161"/>
                </a:lnTo>
                <a:lnTo>
                  <a:pt x="2512" y="2206"/>
                </a:lnTo>
                <a:lnTo>
                  <a:pt x="2499" y="2251"/>
                </a:lnTo>
                <a:lnTo>
                  <a:pt x="2488" y="2299"/>
                </a:lnTo>
                <a:lnTo>
                  <a:pt x="2479" y="2346"/>
                </a:lnTo>
                <a:lnTo>
                  <a:pt x="2470" y="2394"/>
                </a:lnTo>
                <a:lnTo>
                  <a:pt x="2462" y="2445"/>
                </a:lnTo>
                <a:lnTo>
                  <a:pt x="2455" y="2496"/>
                </a:lnTo>
                <a:lnTo>
                  <a:pt x="2450" y="2547"/>
                </a:lnTo>
                <a:lnTo>
                  <a:pt x="2447" y="2601"/>
                </a:lnTo>
                <a:lnTo>
                  <a:pt x="2443" y="2655"/>
                </a:lnTo>
                <a:lnTo>
                  <a:pt x="2442" y="2711"/>
                </a:lnTo>
                <a:lnTo>
                  <a:pt x="2441" y="2767"/>
                </a:lnTo>
                <a:lnTo>
                  <a:pt x="2443" y="2824"/>
                </a:lnTo>
                <a:lnTo>
                  <a:pt x="2451" y="2794"/>
                </a:lnTo>
                <a:lnTo>
                  <a:pt x="2461" y="2763"/>
                </a:lnTo>
                <a:lnTo>
                  <a:pt x="2471" y="2732"/>
                </a:lnTo>
                <a:lnTo>
                  <a:pt x="2482" y="2702"/>
                </a:lnTo>
                <a:lnTo>
                  <a:pt x="2494" y="2673"/>
                </a:lnTo>
                <a:lnTo>
                  <a:pt x="2506" y="2644"/>
                </a:lnTo>
                <a:lnTo>
                  <a:pt x="2519" y="2617"/>
                </a:lnTo>
                <a:lnTo>
                  <a:pt x="2534" y="2589"/>
                </a:lnTo>
                <a:lnTo>
                  <a:pt x="2549" y="2562"/>
                </a:lnTo>
                <a:lnTo>
                  <a:pt x="2564" y="2535"/>
                </a:lnTo>
                <a:lnTo>
                  <a:pt x="2581" y="2509"/>
                </a:lnTo>
                <a:lnTo>
                  <a:pt x="2598" y="2482"/>
                </a:lnTo>
                <a:lnTo>
                  <a:pt x="2616" y="2457"/>
                </a:lnTo>
                <a:lnTo>
                  <a:pt x="2635" y="2432"/>
                </a:lnTo>
                <a:lnTo>
                  <a:pt x="2653" y="2408"/>
                </a:lnTo>
                <a:lnTo>
                  <a:pt x="2673" y="2383"/>
                </a:lnTo>
                <a:lnTo>
                  <a:pt x="2714" y="2335"/>
                </a:lnTo>
                <a:lnTo>
                  <a:pt x="2758" y="2289"/>
                </a:lnTo>
                <a:lnTo>
                  <a:pt x="2803" y="2243"/>
                </a:lnTo>
                <a:lnTo>
                  <a:pt x="2850" y="2199"/>
                </a:lnTo>
                <a:lnTo>
                  <a:pt x="2899" y="2153"/>
                </a:lnTo>
                <a:lnTo>
                  <a:pt x="2949" y="2109"/>
                </a:lnTo>
                <a:lnTo>
                  <a:pt x="3001" y="2067"/>
                </a:lnTo>
                <a:lnTo>
                  <a:pt x="3054" y="2022"/>
                </a:lnTo>
                <a:lnTo>
                  <a:pt x="3162" y="1934"/>
                </a:lnTo>
                <a:lnTo>
                  <a:pt x="3272" y="1845"/>
                </a:lnTo>
                <a:lnTo>
                  <a:pt x="3328" y="1800"/>
                </a:lnTo>
                <a:lnTo>
                  <a:pt x="3384" y="1754"/>
                </a:lnTo>
                <a:lnTo>
                  <a:pt x="3439" y="1706"/>
                </a:lnTo>
                <a:lnTo>
                  <a:pt x="3495" y="1657"/>
                </a:lnTo>
                <a:lnTo>
                  <a:pt x="3550" y="1607"/>
                </a:lnTo>
                <a:lnTo>
                  <a:pt x="3604" y="1555"/>
                </a:lnTo>
                <a:lnTo>
                  <a:pt x="3658" y="1501"/>
                </a:lnTo>
                <a:lnTo>
                  <a:pt x="3711" y="1446"/>
                </a:lnTo>
                <a:lnTo>
                  <a:pt x="3762" y="1388"/>
                </a:lnTo>
                <a:lnTo>
                  <a:pt x="3813" y="1328"/>
                </a:lnTo>
                <a:lnTo>
                  <a:pt x="3837" y="1298"/>
                </a:lnTo>
                <a:lnTo>
                  <a:pt x="3861" y="1266"/>
                </a:lnTo>
                <a:lnTo>
                  <a:pt x="3886" y="1234"/>
                </a:lnTo>
                <a:lnTo>
                  <a:pt x="3909" y="1201"/>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5" name="MH_Text_2"/>
          <p:cNvSpPr txBox="1">
            <a:spLocks noChangeArrowheads="1"/>
          </p:cNvSpPr>
          <p:nvPr>
            <p:custDataLst>
              <p:tags r:id="rId1"/>
            </p:custDataLst>
          </p:nvPr>
        </p:nvSpPr>
        <p:spPr bwMode="auto">
          <a:xfrm>
            <a:off x="1187624" y="4725144"/>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rm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1800" b="1" dirty="0" smtClean="0">
                <a:solidFill>
                  <a:schemeClr val="bg1"/>
                </a:solidFill>
                <a:latin typeface="华文中宋" panose="02010600040101010101" pitchFamily="2" charset="-122"/>
                <a:ea typeface="华文中宋" panose="02010600040101010101" pitchFamily="2" charset="-122"/>
              </a:rPr>
              <a:t>  24.1%                            21.1%                              12.8% </a:t>
            </a:r>
            <a:endParaRPr lang="zh-CN" altLang="en-US" sz="1800" b="1" dirty="0">
              <a:solidFill>
                <a:schemeClr val="bg1"/>
              </a:solidFill>
              <a:latin typeface="华文中宋" panose="02010600040101010101" pitchFamily="2" charset="-122"/>
              <a:ea typeface="华文中宋" panose="02010600040101010101" pitchFamily="2" charset="-122"/>
            </a:endParaRPr>
          </a:p>
        </p:txBody>
      </p:sp>
      <p:sp>
        <p:nvSpPr>
          <p:cNvPr id="16" name="KSO_Shape"/>
          <p:cNvSpPr>
            <a:spLocks/>
          </p:cNvSpPr>
          <p:nvPr/>
        </p:nvSpPr>
        <p:spPr bwMode="auto">
          <a:xfrm>
            <a:off x="1023928" y="3136823"/>
            <a:ext cx="1315824" cy="1007547"/>
          </a:xfrm>
          <a:custGeom>
            <a:avLst/>
            <a:gdLst>
              <a:gd name="T0" fmla="*/ 2147483646 w 5708"/>
              <a:gd name="T1" fmla="*/ 2147483646 h 4804"/>
              <a:gd name="T2" fmla="*/ 2147483646 w 5708"/>
              <a:gd name="T3" fmla="*/ 2147483646 h 4804"/>
              <a:gd name="T4" fmla="*/ 2147483646 w 5708"/>
              <a:gd name="T5" fmla="*/ 2147483646 h 4804"/>
              <a:gd name="T6" fmla="*/ 2147483646 w 5708"/>
              <a:gd name="T7" fmla="*/ 2147483646 h 4804"/>
              <a:gd name="T8" fmla="*/ 2147483646 w 5708"/>
              <a:gd name="T9" fmla="*/ 2147483646 h 4804"/>
              <a:gd name="T10" fmla="*/ 2147483646 w 5708"/>
              <a:gd name="T11" fmla="*/ 2147483646 h 4804"/>
              <a:gd name="T12" fmla="*/ 2147483646 w 5708"/>
              <a:gd name="T13" fmla="*/ 2147483646 h 4804"/>
              <a:gd name="T14" fmla="*/ 2147483646 w 5708"/>
              <a:gd name="T15" fmla="*/ 2147483646 h 4804"/>
              <a:gd name="T16" fmla="*/ 2147483646 w 5708"/>
              <a:gd name="T17" fmla="*/ 2147483646 h 4804"/>
              <a:gd name="T18" fmla="*/ 2147483646 w 5708"/>
              <a:gd name="T19" fmla="*/ 2147483646 h 4804"/>
              <a:gd name="T20" fmla="*/ 2147483646 w 5708"/>
              <a:gd name="T21" fmla="*/ 2147483646 h 4804"/>
              <a:gd name="T22" fmla="*/ 2147483646 w 5708"/>
              <a:gd name="T23" fmla="*/ 2147483646 h 4804"/>
              <a:gd name="T24" fmla="*/ 2147483646 w 5708"/>
              <a:gd name="T25" fmla="*/ 2147483646 h 4804"/>
              <a:gd name="T26" fmla="*/ 2147483646 w 5708"/>
              <a:gd name="T27" fmla="*/ 2147483646 h 4804"/>
              <a:gd name="T28" fmla="*/ 2147483646 w 5708"/>
              <a:gd name="T29" fmla="*/ 2147483646 h 4804"/>
              <a:gd name="T30" fmla="*/ 2147483646 w 5708"/>
              <a:gd name="T31" fmla="*/ 2147483646 h 4804"/>
              <a:gd name="T32" fmla="*/ 2147483646 w 5708"/>
              <a:gd name="T33" fmla="*/ 2147483646 h 4804"/>
              <a:gd name="T34" fmla="*/ 2147483646 w 5708"/>
              <a:gd name="T35" fmla="*/ 2147483646 h 4804"/>
              <a:gd name="T36" fmla="*/ 2147483646 w 5708"/>
              <a:gd name="T37" fmla="*/ 2147483646 h 4804"/>
              <a:gd name="T38" fmla="*/ 2147483646 w 5708"/>
              <a:gd name="T39" fmla="*/ 2147483646 h 4804"/>
              <a:gd name="T40" fmla="*/ 2147483646 w 5708"/>
              <a:gd name="T41" fmla="*/ 2147483646 h 4804"/>
              <a:gd name="T42" fmla="*/ 2147483646 w 5708"/>
              <a:gd name="T43" fmla="*/ 2147483646 h 4804"/>
              <a:gd name="T44" fmla="*/ 2147483646 w 5708"/>
              <a:gd name="T45" fmla="*/ 2147483646 h 4804"/>
              <a:gd name="T46" fmla="*/ 2147483646 w 5708"/>
              <a:gd name="T47" fmla="*/ 2147483646 h 4804"/>
              <a:gd name="T48" fmla="*/ 2147483646 w 5708"/>
              <a:gd name="T49" fmla="*/ 2147483646 h 4804"/>
              <a:gd name="T50" fmla="*/ 2147483646 w 5708"/>
              <a:gd name="T51" fmla="*/ 2147483646 h 4804"/>
              <a:gd name="T52" fmla="*/ 2147483646 w 5708"/>
              <a:gd name="T53" fmla="*/ 2147483646 h 4804"/>
              <a:gd name="T54" fmla="*/ 2147483646 w 5708"/>
              <a:gd name="T55" fmla="*/ 2147483646 h 4804"/>
              <a:gd name="T56" fmla="*/ 2147483646 w 5708"/>
              <a:gd name="T57" fmla="*/ 2147483646 h 4804"/>
              <a:gd name="T58" fmla="*/ 2147483646 w 5708"/>
              <a:gd name="T59" fmla="*/ 2147483646 h 4804"/>
              <a:gd name="T60" fmla="*/ 2147483646 w 5708"/>
              <a:gd name="T61" fmla="*/ 2147483646 h 4804"/>
              <a:gd name="T62" fmla="*/ 2147483646 w 5708"/>
              <a:gd name="T63" fmla="*/ 2147483646 h 4804"/>
              <a:gd name="T64" fmla="*/ 2147483646 w 5708"/>
              <a:gd name="T65" fmla="*/ 2147483646 h 4804"/>
              <a:gd name="T66" fmla="*/ 2147483646 w 5708"/>
              <a:gd name="T67" fmla="*/ 2147483646 h 4804"/>
              <a:gd name="T68" fmla="*/ 2147483646 w 5708"/>
              <a:gd name="T69" fmla="*/ 2147483646 h 4804"/>
              <a:gd name="T70" fmla="*/ 2147483646 w 5708"/>
              <a:gd name="T71" fmla="*/ 2147483646 h 4804"/>
              <a:gd name="T72" fmla="*/ 2147483646 w 5708"/>
              <a:gd name="T73" fmla="*/ 2147483646 h 4804"/>
              <a:gd name="T74" fmla="*/ 2147483646 w 5708"/>
              <a:gd name="T75" fmla="*/ 2147483646 h 4804"/>
              <a:gd name="T76" fmla="*/ 2147483646 w 5708"/>
              <a:gd name="T77" fmla="*/ 2147483646 h 4804"/>
              <a:gd name="T78" fmla="*/ 2147483646 w 5708"/>
              <a:gd name="T79" fmla="*/ 2147483646 h 4804"/>
              <a:gd name="T80" fmla="*/ 2147483646 w 5708"/>
              <a:gd name="T81" fmla="*/ 2147483646 h 4804"/>
              <a:gd name="T82" fmla="*/ 2147483646 w 5708"/>
              <a:gd name="T83" fmla="*/ 2147483646 h 4804"/>
              <a:gd name="T84" fmla="*/ 2147483646 w 5708"/>
              <a:gd name="T85" fmla="*/ 2147483646 h 4804"/>
              <a:gd name="T86" fmla="*/ 2147483646 w 5708"/>
              <a:gd name="T87" fmla="*/ 2147483646 h 4804"/>
              <a:gd name="T88" fmla="*/ 2147483646 w 5708"/>
              <a:gd name="T89" fmla="*/ 2147483646 h 4804"/>
              <a:gd name="T90" fmla="*/ 2147483646 w 5708"/>
              <a:gd name="T91" fmla="*/ 2147483646 h 4804"/>
              <a:gd name="T92" fmla="*/ 2147483646 w 5708"/>
              <a:gd name="T93" fmla="*/ 2147483646 h 4804"/>
              <a:gd name="T94" fmla="*/ 2147483646 w 5708"/>
              <a:gd name="T95" fmla="*/ 2147483646 h 4804"/>
              <a:gd name="T96" fmla="*/ 2147483646 w 5708"/>
              <a:gd name="T97" fmla="*/ 2147483646 h 4804"/>
              <a:gd name="T98" fmla="*/ 2147483646 w 5708"/>
              <a:gd name="T99" fmla="*/ 2147483646 h 4804"/>
              <a:gd name="T100" fmla="*/ 2147483646 w 5708"/>
              <a:gd name="T101" fmla="*/ 2147483646 h 4804"/>
              <a:gd name="T102" fmla="*/ 2147483646 w 5708"/>
              <a:gd name="T103" fmla="*/ 2147483646 h 4804"/>
              <a:gd name="T104" fmla="*/ 2147483646 w 5708"/>
              <a:gd name="T105" fmla="*/ 2147483646 h 4804"/>
              <a:gd name="T106" fmla="*/ 2147483646 w 5708"/>
              <a:gd name="T107" fmla="*/ 2147483646 h 4804"/>
              <a:gd name="T108" fmla="*/ 2147483646 w 5708"/>
              <a:gd name="T109" fmla="*/ 2147483646 h 4804"/>
              <a:gd name="T110" fmla="*/ 2147483646 w 5708"/>
              <a:gd name="T111" fmla="*/ 2147483646 h 4804"/>
              <a:gd name="T112" fmla="*/ 2147483646 w 5708"/>
              <a:gd name="T113" fmla="*/ 2147483646 h 4804"/>
              <a:gd name="T114" fmla="*/ 2147483646 w 5708"/>
              <a:gd name="T115" fmla="*/ 2147483646 h 4804"/>
              <a:gd name="T116" fmla="*/ 2147483646 w 5708"/>
              <a:gd name="T117" fmla="*/ 2147483646 h 4804"/>
              <a:gd name="T118" fmla="*/ 2147483646 w 5708"/>
              <a:gd name="T119" fmla="*/ 2147483646 h 4804"/>
              <a:gd name="T120" fmla="*/ 2147483646 w 5708"/>
              <a:gd name="T121" fmla="*/ 2147483646 h 480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708" h="4804">
                <a:moveTo>
                  <a:pt x="4435" y="1627"/>
                </a:moveTo>
                <a:lnTo>
                  <a:pt x="4430" y="1619"/>
                </a:lnTo>
                <a:lnTo>
                  <a:pt x="4415" y="1588"/>
                </a:lnTo>
                <a:lnTo>
                  <a:pt x="4413" y="1586"/>
                </a:lnTo>
                <a:lnTo>
                  <a:pt x="4396" y="1552"/>
                </a:lnTo>
                <a:lnTo>
                  <a:pt x="4393" y="1548"/>
                </a:lnTo>
                <a:lnTo>
                  <a:pt x="4379" y="1522"/>
                </a:lnTo>
                <a:lnTo>
                  <a:pt x="4377" y="1516"/>
                </a:lnTo>
                <a:lnTo>
                  <a:pt x="4376" y="1516"/>
                </a:lnTo>
                <a:lnTo>
                  <a:pt x="4374" y="1512"/>
                </a:lnTo>
                <a:lnTo>
                  <a:pt x="4358" y="1484"/>
                </a:lnTo>
                <a:lnTo>
                  <a:pt x="4357" y="1480"/>
                </a:lnTo>
                <a:lnTo>
                  <a:pt x="4339" y="1451"/>
                </a:lnTo>
                <a:lnTo>
                  <a:pt x="4335" y="1443"/>
                </a:lnTo>
                <a:lnTo>
                  <a:pt x="4319" y="1416"/>
                </a:lnTo>
                <a:lnTo>
                  <a:pt x="4315" y="1410"/>
                </a:lnTo>
                <a:lnTo>
                  <a:pt x="4299" y="1382"/>
                </a:lnTo>
                <a:lnTo>
                  <a:pt x="4298" y="1380"/>
                </a:lnTo>
                <a:lnTo>
                  <a:pt x="4296" y="1379"/>
                </a:lnTo>
                <a:lnTo>
                  <a:pt x="4279" y="1348"/>
                </a:lnTo>
                <a:lnTo>
                  <a:pt x="4276" y="1345"/>
                </a:lnTo>
                <a:lnTo>
                  <a:pt x="4259" y="1316"/>
                </a:lnTo>
                <a:lnTo>
                  <a:pt x="4254" y="1309"/>
                </a:lnTo>
                <a:lnTo>
                  <a:pt x="4237" y="1283"/>
                </a:lnTo>
                <a:lnTo>
                  <a:pt x="4235" y="1281"/>
                </a:lnTo>
                <a:lnTo>
                  <a:pt x="4234" y="1279"/>
                </a:lnTo>
                <a:lnTo>
                  <a:pt x="4217" y="1254"/>
                </a:lnTo>
                <a:lnTo>
                  <a:pt x="4211" y="1244"/>
                </a:lnTo>
                <a:lnTo>
                  <a:pt x="4196" y="1222"/>
                </a:lnTo>
                <a:lnTo>
                  <a:pt x="4190" y="1212"/>
                </a:lnTo>
                <a:lnTo>
                  <a:pt x="4172" y="1186"/>
                </a:lnTo>
                <a:lnTo>
                  <a:pt x="4168" y="1182"/>
                </a:lnTo>
                <a:lnTo>
                  <a:pt x="4151" y="1158"/>
                </a:lnTo>
                <a:lnTo>
                  <a:pt x="4144" y="1147"/>
                </a:lnTo>
                <a:lnTo>
                  <a:pt x="4129" y="1127"/>
                </a:lnTo>
                <a:lnTo>
                  <a:pt x="4124" y="1120"/>
                </a:lnTo>
                <a:lnTo>
                  <a:pt x="4106" y="1096"/>
                </a:lnTo>
                <a:lnTo>
                  <a:pt x="4100" y="1088"/>
                </a:lnTo>
                <a:lnTo>
                  <a:pt x="4083" y="1066"/>
                </a:lnTo>
                <a:lnTo>
                  <a:pt x="4076" y="1057"/>
                </a:lnTo>
                <a:lnTo>
                  <a:pt x="4059" y="1035"/>
                </a:lnTo>
                <a:lnTo>
                  <a:pt x="4052" y="1026"/>
                </a:lnTo>
                <a:lnTo>
                  <a:pt x="4035" y="1006"/>
                </a:lnTo>
                <a:lnTo>
                  <a:pt x="4031" y="999"/>
                </a:lnTo>
                <a:lnTo>
                  <a:pt x="4013" y="977"/>
                </a:lnTo>
                <a:lnTo>
                  <a:pt x="4004" y="966"/>
                </a:lnTo>
                <a:lnTo>
                  <a:pt x="4002" y="964"/>
                </a:lnTo>
                <a:lnTo>
                  <a:pt x="3988" y="948"/>
                </a:lnTo>
                <a:lnTo>
                  <a:pt x="3987" y="947"/>
                </a:lnTo>
                <a:lnTo>
                  <a:pt x="3979" y="936"/>
                </a:lnTo>
                <a:lnTo>
                  <a:pt x="3962" y="917"/>
                </a:lnTo>
                <a:lnTo>
                  <a:pt x="3960" y="914"/>
                </a:lnTo>
                <a:lnTo>
                  <a:pt x="3955" y="909"/>
                </a:lnTo>
                <a:lnTo>
                  <a:pt x="3941" y="892"/>
                </a:lnTo>
                <a:lnTo>
                  <a:pt x="3930" y="882"/>
                </a:lnTo>
                <a:lnTo>
                  <a:pt x="3913" y="862"/>
                </a:lnTo>
                <a:lnTo>
                  <a:pt x="3904" y="852"/>
                </a:lnTo>
                <a:lnTo>
                  <a:pt x="3887" y="833"/>
                </a:lnTo>
                <a:lnTo>
                  <a:pt x="3876" y="822"/>
                </a:lnTo>
                <a:lnTo>
                  <a:pt x="3867" y="811"/>
                </a:lnTo>
                <a:lnTo>
                  <a:pt x="3849" y="792"/>
                </a:lnTo>
                <a:lnTo>
                  <a:pt x="3838" y="781"/>
                </a:lnTo>
                <a:lnTo>
                  <a:pt x="3826" y="770"/>
                </a:lnTo>
                <a:lnTo>
                  <a:pt x="3810" y="752"/>
                </a:lnTo>
                <a:lnTo>
                  <a:pt x="3799" y="742"/>
                </a:lnTo>
                <a:lnTo>
                  <a:pt x="3782" y="725"/>
                </a:lnTo>
                <a:lnTo>
                  <a:pt x="3772" y="715"/>
                </a:lnTo>
                <a:lnTo>
                  <a:pt x="3759" y="702"/>
                </a:lnTo>
                <a:lnTo>
                  <a:pt x="3738" y="682"/>
                </a:lnTo>
                <a:lnTo>
                  <a:pt x="3732" y="678"/>
                </a:lnTo>
                <a:lnTo>
                  <a:pt x="3719" y="665"/>
                </a:lnTo>
                <a:lnTo>
                  <a:pt x="3700" y="647"/>
                </a:lnTo>
                <a:lnTo>
                  <a:pt x="3691" y="639"/>
                </a:lnTo>
                <a:lnTo>
                  <a:pt x="3675" y="624"/>
                </a:lnTo>
                <a:lnTo>
                  <a:pt x="3659" y="610"/>
                </a:lnTo>
                <a:lnTo>
                  <a:pt x="3649" y="601"/>
                </a:lnTo>
                <a:lnTo>
                  <a:pt x="3629" y="584"/>
                </a:lnTo>
                <a:lnTo>
                  <a:pt x="3617" y="574"/>
                </a:lnTo>
                <a:lnTo>
                  <a:pt x="3607" y="564"/>
                </a:lnTo>
                <a:lnTo>
                  <a:pt x="3606" y="563"/>
                </a:lnTo>
                <a:lnTo>
                  <a:pt x="3589" y="549"/>
                </a:lnTo>
                <a:lnTo>
                  <a:pt x="3539" y="508"/>
                </a:lnTo>
                <a:lnTo>
                  <a:pt x="3489" y="467"/>
                </a:lnTo>
                <a:lnTo>
                  <a:pt x="3437" y="428"/>
                </a:lnTo>
                <a:lnTo>
                  <a:pt x="3385" y="391"/>
                </a:lnTo>
                <a:lnTo>
                  <a:pt x="3332" y="353"/>
                </a:lnTo>
                <a:lnTo>
                  <a:pt x="3278" y="316"/>
                </a:lnTo>
                <a:lnTo>
                  <a:pt x="3224" y="281"/>
                </a:lnTo>
                <a:lnTo>
                  <a:pt x="3169" y="247"/>
                </a:lnTo>
                <a:lnTo>
                  <a:pt x="3112" y="212"/>
                </a:lnTo>
                <a:lnTo>
                  <a:pt x="3054" y="179"/>
                </a:lnTo>
                <a:lnTo>
                  <a:pt x="2996" y="147"/>
                </a:lnTo>
                <a:lnTo>
                  <a:pt x="2938" y="117"/>
                </a:lnTo>
                <a:lnTo>
                  <a:pt x="2878" y="86"/>
                </a:lnTo>
                <a:lnTo>
                  <a:pt x="2818" y="56"/>
                </a:lnTo>
                <a:lnTo>
                  <a:pt x="2757" y="28"/>
                </a:lnTo>
                <a:lnTo>
                  <a:pt x="2694" y="0"/>
                </a:lnTo>
                <a:lnTo>
                  <a:pt x="1387" y="1384"/>
                </a:lnTo>
                <a:lnTo>
                  <a:pt x="1422" y="1454"/>
                </a:lnTo>
                <a:lnTo>
                  <a:pt x="1459" y="1525"/>
                </a:lnTo>
                <a:lnTo>
                  <a:pt x="1496" y="1594"/>
                </a:lnTo>
                <a:lnTo>
                  <a:pt x="1535" y="1661"/>
                </a:lnTo>
                <a:lnTo>
                  <a:pt x="1576" y="1728"/>
                </a:lnTo>
                <a:lnTo>
                  <a:pt x="1617" y="1793"/>
                </a:lnTo>
                <a:lnTo>
                  <a:pt x="1661" y="1857"/>
                </a:lnTo>
                <a:lnTo>
                  <a:pt x="1704" y="1921"/>
                </a:lnTo>
                <a:lnTo>
                  <a:pt x="0" y="3724"/>
                </a:lnTo>
                <a:lnTo>
                  <a:pt x="68" y="4282"/>
                </a:lnTo>
                <a:lnTo>
                  <a:pt x="281" y="4323"/>
                </a:lnTo>
                <a:lnTo>
                  <a:pt x="1585" y="2945"/>
                </a:lnTo>
                <a:lnTo>
                  <a:pt x="1694" y="3047"/>
                </a:lnTo>
                <a:lnTo>
                  <a:pt x="458" y="4356"/>
                </a:lnTo>
                <a:lnTo>
                  <a:pt x="723" y="4406"/>
                </a:lnTo>
                <a:lnTo>
                  <a:pt x="794" y="4331"/>
                </a:lnTo>
                <a:lnTo>
                  <a:pt x="1026" y="4366"/>
                </a:lnTo>
                <a:lnTo>
                  <a:pt x="1124" y="4262"/>
                </a:lnTo>
                <a:lnTo>
                  <a:pt x="1061" y="4049"/>
                </a:lnTo>
                <a:lnTo>
                  <a:pt x="1109" y="3997"/>
                </a:lnTo>
                <a:lnTo>
                  <a:pt x="1342" y="4033"/>
                </a:lnTo>
                <a:lnTo>
                  <a:pt x="1440" y="3929"/>
                </a:lnTo>
                <a:lnTo>
                  <a:pt x="1376" y="3714"/>
                </a:lnTo>
                <a:lnTo>
                  <a:pt x="1424" y="3664"/>
                </a:lnTo>
                <a:lnTo>
                  <a:pt x="1657" y="3699"/>
                </a:lnTo>
                <a:lnTo>
                  <a:pt x="1755" y="3595"/>
                </a:lnTo>
                <a:lnTo>
                  <a:pt x="1691" y="3381"/>
                </a:lnTo>
                <a:lnTo>
                  <a:pt x="1963" y="3093"/>
                </a:lnTo>
                <a:lnTo>
                  <a:pt x="2114" y="3237"/>
                </a:lnTo>
                <a:lnTo>
                  <a:pt x="2575" y="2750"/>
                </a:lnTo>
                <a:lnTo>
                  <a:pt x="2641" y="2791"/>
                </a:lnTo>
                <a:lnTo>
                  <a:pt x="2708" y="2831"/>
                </a:lnTo>
                <a:lnTo>
                  <a:pt x="2777" y="2869"/>
                </a:lnTo>
                <a:lnTo>
                  <a:pt x="2847" y="2907"/>
                </a:lnTo>
                <a:lnTo>
                  <a:pt x="2918" y="2942"/>
                </a:lnTo>
                <a:lnTo>
                  <a:pt x="2992" y="2976"/>
                </a:lnTo>
                <a:lnTo>
                  <a:pt x="3066" y="3011"/>
                </a:lnTo>
                <a:lnTo>
                  <a:pt x="3143" y="3043"/>
                </a:lnTo>
                <a:lnTo>
                  <a:pt x="3666" y="2489"/>
                </a:lnTo>
                <a:lnTo>
                  <a:pt x="3630" y="2419"/>
                </a:lnTo>
                <a:lnTo>
                  <a:pt x="3601" y="2359"/>
                </a:lnTo>
                <a:lnTo>
                  <a:pt x="3573" y="2296"/>
                </a:lnTo>
                <a:lnTo>
                  <a:pt x="3545" y="2233"/>
                </a:lnTo>
                <a:lnTo>
                  <a:pt x="3519" y="2169"/>
                </a:lnTo>
                <a:lnTo>
                  <a:pt x="3496" y="2104"/>
                </a:lnTo>
                <a:lnTo>
                  <a:pt x="3473" y="2038"/>
                </a:lnTo>
                <a:lnTo>
                  <a:pt x="3453" y="1972"/>
                </a:lnTo>
                <a:lnTo>
                  <a:pt x="3434" y="1904"/>
                </a:lnTo>
                <a:lnTo>
                  <a:pt x="2426" y="951"/>
                </a:lnTo>
                <a:lnTo>
                  <a:pt x="2785" y="572"/>
                </a:lnTo>
                <a:lnTo>
                  <a:pt x="3284" y="1045"/>
                </a:lnTo>
                <a:lnTo>
                  <a:pt x="3890" y="1616"/>
                </a:lnTo>
                <a:lnTo>
                  <a:pt x="3845" y="1667"/>
                </a:lnTo>
                <a:lnTo>
                  <a:pt x="3847" y="1667"/>
                </a:lnTo>
                <a:lnTo>
                  <a:pt x="3850" y="1695"/>
                </a:lnTo>
                <a:lnTo>
                  <a:pt x="3855" y="1723"/>
                </a:lnTo>
                <a:lnTo>
                  <a:pt x="3860" y="1751"/>
                </a:lnTo>
                <a:lnTo>
                  <a:pt x="3872" y="1808"/>
                </a:lnTo>
                <a:lnTo>
                  <a:pt x="3888" y="1864"/>
                </a:lnTo>
                <a:lnTo>
                  <a:pt x="3907" y="1921"/>
                </a:lnTo>
                <a:lnTo>
                  <a:pt x="3927" y="1978"/>
                </a:lnTo>
                <a:lnTo>
                  <a:pt x="3948" y="2033"/>
                </a:lnTo>
                <a:lnTo>
                  <a:pt x="3971" y="2087"/>
                </a:lnTo>
                <a:lnTo>
                  <a:pt x="3995" y="2139"/>
                </a:lnTo>
                <a:lnTo>
                  <a:pt x="4098" y="2031"/>
                </a:lnTo>
                <a:lnTo>
                  <a:pt x="4097" y="2028"/>
                </a:lnTo>
                <a:lnTo>
                  <a:pt x="4425" y="1684"/>
                </a:lnTo>
                <a:lnTo>
                  <a:pt x="4450" y="1659"/>
                </a:lnTo>
                <a:lnTo>
                  <a:pt x="4435" y="1627"/>
                </a:lnTo>
                <a:close/>
                <a:moveTo>
                  <a:pt x="3784" y="1717"/>
                </a:moveTo>
                <a:lnTo>
                  <a:pt x="3784" y="1717"/>
                </a:lnTo>
                <a:lnTo>
                  <a:pt x="3783" y="1740"/>
                </a:lnTo>
                <a:lnTo>
                  <a:pt x="3784" y="1766"/>
                </a:lnTo>
                <a:lnTo>
                  <a:pt x="3786" y="1797"/>
                </a:lnTo>
                <a:lnTo>
                  <a:pt x="3791" y="1829"/>
                </a:lnTo>
                <a:lnTo>
                  <a:pt x="3799" y="1878"/>
                </a:lnTo>
                <a:lnTo>
                  <a:pt x="3811" y="1929"/>
                </a:lnTo>
                <a:lnTo>
                  <a:pt x="3826" y="1983"/>
                </a:lnTo>
                <a:lnTo>
                  <a:pt x="3843" y="2039"/>
                </a:lnTo>
                <a:lnTo>
                  <a:pt x="3864" y="2097"/>
                </a:lnTo>
                <a:lnTo>
                  <a:pt x="3888" y="2156"/>
                </a:lnTo>
                <a:lnTo>
                  <a:pt x="3914" y="2216"/>
                </a:lnTo>
                <a:lnTo>
                  <a:pt x="3942" y="2276"/>
                </a:lnTo>
                <a:lnTo>
                  <a:pt x="3959" y="2311"/>
                </a:lnTo>
                <a:lnTo>
                  <a:pt x="3976" y="2342"/>
                </a:lnTo>
                <a:lnTo>
                  <a:pt x="3994" y="2374"/>
                </a:lnTo>
                <a:lnTo>
                  <a:pt x="4012" y="2405"/>
                </a:lnTo>
                <a:lnTo>
                  <a:pt x="4047" y="2462"/>
                </a:lnTo>
                <a:lnTo>
                  <a:pt x="4065" y="2489"/>
                </a:lnTo>
                <a:lnTo>
                  <a:pt x="4084" y="2515"/>
                </a:lnTo>
                <a:lnTo>
                  <a:pt x="4164" y="2432"/>
                </a:lnTo>
                <a:lnTo>
                  <a:pt x="4234" y="2360"/>
                </a:lnTo>
                <a:lnTo>
                  <a:pt x="4448" y="2139"/>
                </a:lnTo>
                <a:lnTo>
                  <a:pt x="4710" y="2411"/>
                </a:lnTo>
                <a:lnTo>
                  <a:pt x="4988" y="2698"/>
                </a:lnTo>
                <a:lnTo>
                  <a:pt x="4988" y="2497"/>
                </a:lnTo>
                <a:lnTo>
                  <a:pt x="4920" y="2497"/>
                </a:lnTo>
                <a:lnTo>
                  <a:pt x="4920" y="2325"/>
                </a:lnTo>
                <a:lnTo>
                  <a:pt x="5088" y="2325"/>
                </a:lnTo>
                <a:lnTo>
                  <a:pt x="5403" y="2325"/>
                </a:lnTo>
                <a:lnTo>
                  <a:pt x="5403" y="2497"/>
                </a:lnTo>
                <a:lnTo>
                  <a:pt x="5327" y="2497"/>
                </a:lnTo>
                <a:lnTo>
                  <a:pt x="5327" y="2643"/>
                </a:lnTo>
                <a:lnTo>
                  <a:pt x="5327" y="3047"/>
                </a:lnTo>
                <a:lnTo>
                  <a:pt x="5425" y="3149"/>
                </a:lnTo>
                <a:lnTo>
                  <a:pt x="5708" y="3441"/>
                </a:lnTo>
                <a:lnTo>
                  <a:pt x="5614" y="3612"/>
                </a:lnTo>
                <a:lnTo>
                  <a:pt x="5383" y="3612"/>
                </a:lnTo>
                <a:lnTo>
                  <a:pt x="5383" y="4804"/>
                </a:lnTo>
                <a:lnTo>
                  <a:pt x="3508" y="4804"/>
                </a:lnTo>
                <a:lnTo>
                  <a:pt x="3508" y="3612"/>
                </a:lnTo>
                <a:lnTo>
                  <a:pt x="3267" y="3612"/>
                </a:lnTo>
                <a:lnTo>
                  <a:pt x="3165" y="3463"/>
                </a:lnTo>
                <a:lnTo>
                  <a:pt x="3734" y="2875"/>
                </a:lnTo>
                <a:lnTo>
                  <a:pt x="3837" y="2769"/>
                </a:lnTo>
                <a:lnTo>
                  <a:pt x="3861" y="2802"/>
                </a:lnTo>
                <a:lnTo>
                  <a:pt x="3885" y="2835"/>
                </a:lnTo>
                <a:lnTo>
                  <a:pt x="3910" y="2867"/>
                </a:lnTo>
                <a:lnTo>
                  <a:pt x="3936" y="2897"/>
                </a:lnTo>
                <a:lnTo>
                  <a:pt x="3962" y="2928"/>
                </a:lnTo>
                <a:lnTo>
                  <a:pt x="3989" y="2958"/>
                </a:lnTo>
                <a:lnTo>
                  <a:pt x="4017" y="2985"/>
                </a:lnTo>
                <a:lnTo>
                  <a:pt x="4044" y="3013"/>
                </a:lnTo>
                <a:lnTo>
                  <a:pt x="4080" y="3046"/>
                </a:lnTo>
                <a:lnTo>
                  <a:pt x="4120" y="3078"/>
                </a:lnTo>
                <a:lnTo>
                  <a:pt x="4141" y="3093"/>
                </a:lnTo>
                <a:lnTo>
                  <a:pt x="4162" y="3109"/>
                </a:lnTo>
                <a:lnTo>
                  <a:pt x="4184" y="3123"/>
                </a:lnTo>
                <a:lnTo>
                  <a:pt x="4207" y="3137"/>
                </a:lnTo>
                <a:lnTo>
                  <a:pt x="4216" y="3150"/>
                </a:lnTo>
                <a:lnTo>
                  <a:pt x="4226" y="3162"/>
                </a:lnTo>
                <a:lnTo>
                  <a:pt x="4237" y="3174"/>
                </a:lnTo>
                <a:lnTo>
                  <a:pt x="4248" y="3185"/>
                </a:lnTo>
                <a:lnTo>
                  <a:pt x="4261" y="3196"/>
                </a:lnTo>
                <a:lnTo>
                  <a:pt x="4273" y="3206"/>
                </a:lnTo>
                <a:lnTo>
                  <a:pt x="4287" y="3214"/>
                </a:lnTo>
                <a:lnTo>
                  <a:pt x="4301" y="3222"/>
                </a:lnTo>
                <a:lnTo>
                  <a:pt x="4315" y="3229"/>
                </a:lnTo>
                <a:lnTo>
                  <a:pt x="4330" y="3236"/>
                </a:lnTo>
                <a:lnTo>
                  <a:pt x="4345" y="3242"/>
                </a:lnTo>
                <a:lnTo>
                  <a:pt x="4361" y="3246"/>
                </a:lnTo>
                <a:lnTo>
                  <a:pt x="4378" y="3250"/>
                </a:lnTo>
                <a:lnTo>
                  <a:pt x="4394" y="3253"/>
                </a:lnTo>
                <a:lnTo>
                  <a:pt x="4411" y="3254"/>
                </a:lnTo>
                <a:lnTo>
                  <a:pt x="4428" y="3255"/>
                </a:lnTo>
                <a:lnTo>
                  <a:pt x="4444" y="3254"/>
                </a:lnTo>
                <a:lnTo>
                  <a:pt x="4458" y="3253"/>
                </a:lnTo>
                <a:lnTo>
                  <a:pt x="4474" y="3250"/>
                </a:lnTo>
                <a:lnTo>
                  <a:pt x="4489" y="3248"/>
                </a:lnTo>
                <a:lnTo>
                  <a:pt x="4503" y="3245"/>
                </a:lnTo>
                <a:lnTo>
                  <a:pt x="4517" y="3240"/>
                </a:lnTo>
                <a:lnTo>
                  <a:pt x="4530" y="3234"/>
                </a:lnTo>
                <a:lnTo>
                  <a:pt x="4544" y="3228"/>
                </a:lnTo>
                <a:lnTo>
                  <a:pt x="4557" y="3221"/>
                </a:lnTo>
                <a:lnTo>
                  <a:pt x="4569" y="3214"/>
                </a:lnTo>
                <a:lnTo>
                  <a:pt x="4582" y="3206"/>
                </a:lnTo>
                <a:lnTo>
                  <a:pt x="4593" y="3197"/>
                </a:lnTo>
                <a:lnTo>
                  <a:pt x="4605" y="3188"/>
                </a:lnTo>
                <a:lnTo>
                  <a:pt x="4615" y="3178"/>
                </a:lnTo>
                <a:lnTo>
                  <a:pt x="4625" y="3168"/>
                </a:lnTo>
                <a:lnTo>
                  <a:pt x="4634" y="3156"/>
                </a:lnTo>
                <a:lnTo>
                  <a:pt x="4638" y="3151"/>
                </a:lnTo>
                <a:lnTo>
                  <a:pt x="4639" y="3151"/>
                </a:lnTo>
                <a:lnTo>
                  <a:pt x="4641" y="3148"/>
                </a:lnTo>
                <a:lnTo>
                  <a:pt x="4641" y="3146"/>
                </a:lnTo>
                <a:lnTo>
                  <a:pt x="4645" y="3143"/>
                </a:lnTo>
                <a:lnTo>
                  <a:pt x="4645" y="3142"/>
                </a:lnTo>
                <a:lnTo>
                  <a:pt x="4654" y="3129"/>
                </a:lnTo>
                <a:lnTo>
                  <a:pt x="4655" y="3128"/>
                </a:lnTo>
                <a:lnTo>
                  <a:pt x="4664" y="3112"/>
                </a:lnTo>
                <a:lnTo>
                  <a:pt x="4672" y="3096"/>
                </a:lnTo>
                <a:lnTo>
                  <a:pt x="4674" y="3090"/>
                </a:lnTo>
                <a:lnTo>
                  <a:pt x="4680" y="3073"/>
                </a:lnTo>
                <a:lnTo>
                  <a:pt x="4686" y="3056"/>
                </a:lnTo>
                <a:lnTo>
                  <a:pt x="4690" y="3037"/>
                </a:lnTo>
                <a:lnTo>
                  <a:pt x="4692" y="3019"/>
                </a:lnTo>
                <a:lnTo>
                  <a:pt x="4693" y="3004"/>
                </a:lnTo>
                <a:lnTo>
                  <a:pt x="4694" y="2988"/>
                </a:lnTo>
                <a:lnTo>
                  <a:pt x="4693" y="2969"/>
                </a:lnTo>
                <a:lnTo>
                  <a:pt x="4692" y="2950"/>
                </a:lnTo>
                <a:lnTo>
                  <a:pt x="4689" y="2932"/>
                </a:lnTo>
                <a:lnTo>
                  <a:pt x="4684" y="2914"/>
                </a:lnTo>
                <a:lnTo>
                  <a:pt x="4678" y="2896"/>
                </a:lnTo>
                <a:lnTo>
                  <a:pt x="4671" y="2878"/>
                </a:lnTo>
                <a:lnTo>
                  <a:pt x="4663" y="2862"/>
                </a:lnTo>
                <a:lnTo>
                  <a:pt x="4653" y="2847"/>
                </a:lnTo>
                <a:lnTo>
                  <a:pt x="4644" y="2831"/>
                </a:lnTo>
                <a:lnTo>
                  <a:pt x="4632" y="2817"/>
                </a:lnTo>
                <a:lnTo>
                  <a:pt x="4620" y="2804"/>
                </a:lnTo>
                <a:lnTo>
                  <a:pt x="4607" y="2791"/>
                </a:lnTo>
                <a:lnTo>
                  <a:pt x="4594" y="2779"/>
                </a:lnTo>
                <a:lnTo>
                  <a:pt x="4579" y="2769"/>
                </a:lnTo>
                <a:lnTo>
                  <a:pt x="4563" y="2759"/>
                </a:lnTo>
                <a:lnTo>
                  <a:pt x="4548" y="2751"/>
                </a:lnTo>
                <a:lnTo>
                  <a:pt x="4557" y="2776"/>
                </a:lnTo>
                <a:lnTo>
                  <a:pt x="4565" y="2802"/>
                </a:lnTo>
                <a:lnTo>
                  <a:pt x="4569" y="2827"/>
                </a:lnTo>
                <a:lnTo>
                  <a:pt x="4572" y="2852"/>
                </a:lnTo>
                <a:lnTo>
                  <a:pt x="4570" y="2877"/>
                </a:lnTo>
                <a:lnTo>
                  <a:pt x="4567" y="2901"/>
                </a:lnTo>
                <a:lnTo>
                  <a:pt x="4561" y="2923"/>
                </a:lnTo>
                <a:lnTo>
                  <a:pt x="4553" y="2946"/>
                </a:lnTo>
                <a:lnTo>
                  <a:pt x="4547" y="2956"/>
                </a:lnTo>
                <a:lnTo>
                  <a:pt x="4541" y="2966"/>
                </a:lnTo>
                <a:lnTo>
                  <a:pt x="4535" y="2975"/>
                </a:lnTo>
                <a:lnTo>
                  <a:pt x="4528" y="2985"/>
                </a:lnTo>
                <a:lnTo>
                  <a:pt x="4520" y="2994"/>
                </a:lnTo>
                <a:lnTo>
                  <a:pt x="4511" y="3002"/>
                </a:lnTo>
                <a:lnTo>
                  <a:pt x="4502" y="3010"/>
                </a:lnTo>
                <a:lnTo>
                  <a:pt x="4492" y="3018"/>
                </a:lnTo>
                <a:lnTo>
                  <a:pt x="4483" y="3024"/>
                </a:lnTo>
                <a:lnTo>
                  <a:pt x="4472" y="3031"/>
                </a:lnTo>
                <a:lnTo>
                  <a:pt x="4461" y="3036"/>
                </a:lnTo>
                <a:lnTo>
                  <a:pt x="4449" y="3040"/>
                </a:lnTo>
                <a:lnTo>
                  <a:pt x="4436" y="3045"/>
                </a:lnTo>
                <a:lnTo>
                  <a:pt x="4423" y="3048"/>
                </a:lnTo>
                <a:lnTo>
                  <a:pt x="4410" y="3052"/>
                </a:lnTo>
                <a:lnTo>
                  <a:pt x="4396" y="3053"/>
                </a:lnTo>
                <a:lnTo>
                  <a:pt x="4379" y="3054"/>
                </a:lnTo>
                <a:lnTo>
                  <a:pt x="4363" y="3054"/>
                </a:lnTo>
                <a:lnTo>
                  <a:pt x="4346" y="3053"/>
                </a:lnTo>
                <a:lnTo>
                  <a:pt x="4328" y="3050"/>
                </a:lnTo>
                <a:lnTo>
                  <a:pt x="4312" y="3046"/>
                </a:lnTo>
                <a:lnTo>
                  <a:pt x="4293" y="3040"/>
                </a:lnTo>
                <a:lnTo>
                  <a:pt x="4275" y="3033"/>
                </a:lnTo>
                <a:lnTo>
                  <a:pt x="4257" y="3025"/>
                </a:lnTo>
                <a:lnTo>
                  <a:pt x="4239" y="3014"/>
                </a:lnTo>
                <a:lnTo>
                  <a:pt x="4220" y="3004"/>
                </a:lnTo>
                <a:lnTo>
                  <a:pt x="4201" y="2992"/>
                </a:lnTo>
                <a:lnTo>
                  <a:pt x="4181" y="2978"/>
                </a:lnTo>
                <a:lnTo>
                  <a:pt x="4162" y="2963"/>
                </a:lnTo>
                <a:lnTo>
                  <a:pt x="4142" y="2948"/>
                </a:lnTo>
                <a:lnTo>
                  <a:pt x="4123" y="2930"/>
                </a:lnTo>
                <a:lnTo>
                  <a:pt x="4103" y="2913"/>
                </a:lnTo>
                <a:lnTo>
                  <a:pt x="4082" y="2891"/>
                </a:lnTo>
                <a:lnTo>
                  <a:pt x="4059" y="2868"/>
                </a:lnTo>
                <a:lnTo>
                  <a:pt x="4037" y="2843"/>
                </a:lnTo>
                <a:lnTo>
                  <a:pt x="4014" y="2818"/>
                </a:lnTo>
                <a:lnTo>
                  <a:pt x="3992" y="2791"/>
                </a:lnTo>
                <a:lnTo>
                  <a:pt x="3971" y="2763"/>
                </a:lnTo>
                <a:lnTo>
                  <a:pt x="3948" y="2733"/>
                </a:lnTo>
                <a:lnTo>
                  <a:pt x="3926" y="2701"/>
                </a:lnTo>
                <a:lnTo>
                  <a:pt x="3903" y="2669"/>
                </a:lnTo>
                <a:lnTo>
                  <a:pt x="3882" y="2636"/>
                </a:lnTo>
                <a:lnTo>
                  <a:pt x="3861" y="2602"/>
                </a:lnTo>
                <a:lnTo>
                  <a:pt x="3838" y="2567"/>
                </a:lnTo>
                <a:lnTo>
                  <a:pt x="3818" y="2530"/>
                </a:lnTo>
                <a:lnTo>
                  <a:pt x="3797" y="2492"/>
                </a:lnTo>
                <a:lnTo>
                  <a:pt x="3777" y="2455"/>
                </a:lnTo>
                <a:lnTo>
                  <a:pt x="3757" y="2414"/>
                </a:lnTo>
                <a:lnTo>
                  <a:pt x="3737" y="2375"/>
                </a:lnTo>
                <a:lnTo>
                  <a:pt x="3719" y="2335"/>
                </a:lnTo>
                <a:lnTo>
                  <a:pt x="3701" y="2295"/>
                </a:lnTo>
                <a:lnTo>
                  <a:pt x="3685" y="2255"/>
                </a:lnTo>
                <a:lnTo>
                  <a:pt x="3668" y="2216"/>
                </a:lnTo>
                <a:lnTo>
                  <a:pt x="3654" y="2177"/>
                </a:lnTo>
                <a:lnTo>
                  <a:pt x="3640" y="2138"/>
                </a:lnTo>
                <a:lnTo>
                  <a:pt x="3627" y="2099"/>
                </a:lnTo>
                <a:lnTo>
                  <a:pt x="3614" y="2060"/>
                </a:lnTo>
                <a:lnTo>
                  <a:pt x="3603" y="2022"/>
                </a:lnTo>
                <a:lnTo>
                  <a:pt x="3593" y="1986"/>
                </a:lnTo>
                <a:lnTo>
                  <a:pt x="3583" y="1949"/>
                </a:lnTo>
                <a:lnTo>
                  <a:pt x="3575" y="1913"/>
                </a:lnTo>
                <a:lnTo>
                  <a:pt x="3568" y="1878"/>
                </a:lnTo>
                <a:lnTo>
                  <a:pt x="3561" y="1843"/>
                </a:lnTo>
                <a:lnTo>
                  <a:pt x="3556" y="1810"/>
                </a:lnTo>
                <a:lnTo>
                  <a:pt x="3550" y="1765"/>
                </a:lnTo>
                <a:lnTo>
                  <a:pt x="3545" y="1723"/>
                </a:lnTo>
                <a:lnTo>
                  <a:pt x="3543" y="1681"/>
                </a:lnTo>
                <a:lnTo>
                  <a:pt x="3543" y="1641"/>
                </a:lnTo>
                <a:lnTo>
                  <a:pt x="3544" y="1603"/>
                </a:lnTo>
                <a:lnTo>
                  <a:pt x="3548" y="1568"/>
                </a:lnTo>
                <a:lnTo>
                  <a:pt x="3552" y="1534"/>
                </a:lnTo>
                <a:lnTo>
                  <a:pt x="3560" y="1502"/>
                </a:lnTo>
                <a:lnTo>
                  <a:pt x="3784" y="1717"/>
                </a:lnTo>
                <a:close/>
                <a:moveTo>
                  <a:pt x="4168" y="4304"/>
                </a:moveTo>
                <a:lnTo>
                  <a:pt x="4168" y="3644"/>
                </a:lnTo>
                <a:lnTo>
                  <a:pt x="4717" y="3644"/>
                </a:lnTo>
                <a:lnTo>
                  <a:pt x="4717" y="4304"/>
                </a:lnTo>
                <a:lnTo>
                  <a:pt x="4168" y="4304"/>
                </a:lnTo>
                <a:close/>
              </a:path>
            </a:pathLst>
          </a:custGeom>
          <a:solidFill>
            <a:srgbClr val="FFC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2" name="矩形 11"/>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4" name="标题 1"/>
          <p:cNvSpPr txBox="1">
            <a:spLocks/>
          </p:cNvSpPr>
          <p:nvPr/>
        </p:nvSpPr>
        <p:spPr>
          <a:xfrm>
            <a:off x="1508448" y="184806"/>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投放类别：房屋交易、电商购物类互联网企业是电台花费的两个重点类别</a:t>
            </a:r>
            <a:endParaRPr lang="zh-CN" altLang="en-US" b="1" dirty="0">
              <a:solidFill>
                <a:srgbClr val="FFFFFF"/>
              </a:solidFill>
              <a:latin typeface="Arial Black"/>
              <a:ea typeface="微软雅黑"/>
            </a:endParaRPr>
          </a:p>
        </p:txBody>
      </p:sp>
      <p:sp>
        <p:nvSpPr>
          <p:cNvPr id="18" name="MH_Text_2"/>
          <p:cNvSpPr txBox="1">
            <a:spLocks noChangeArrowheads="1"/>
          </p:cNvSpPr>
          <p:nvPr>
            <p:custDataLst>
              <p:tags r:id="rId2"/>
            </p:custDataLst>
          </p:nvPr>
        </p:nvSpPr>
        <p:spPr bwMode="auto">
          <a:xfrm>
            <a:off x="1187624" y="44481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房屋交易</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9" name="MH_Text_2"/>
          <p:cNvSpPr txBox="1">
            <a:spLocks noChangeArrowheads="1"/>
          </p:cNvSpPr>
          <p:nvPr>
            <p:custDataLst>
              <p:tags r:id="rId3"/>
            </p:custDataLst>
          </p:nvPr>
        </p:nvSpPr>
        <p:spPr bwMode="auto">
          <a:xfrm>
            <a:off x="3910708" y="44481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电商购物</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4"/>
            </p:custDataLst>
          </p:nvPr>
        </p:nvSpPr>
        <p:spPr bwMode="auto">
          <a:xfrm>
            <a:off x="6791003" y="4448108"/>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旅游</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3135929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2003494524"/>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年电台广告花费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0" dirty="0" smtClean="0">
                          <a:solidFill>
                            <a:schemeClr val="bg1"/>
                          </a:solidFill>
                          <a:latin typeface="华文中宋" panose="02010600040101010101" pitchFamily="2" charset="-122"/>
                          <a:ea typeface="华文中宋" panose="02010600040101010101" pitchFamily="2" charset="-122"/>
                        </a:rPr>
                        <a:t>增幅</a:t>
                      </a:r>
                      <a:endParaRPr lang="zh-CN" altLang="en-US" sz="1600" b="0"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973.1%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236.7%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71.5%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汽车保养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205.9%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汽车交易</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561.7%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205.6%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出行软件</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808.2%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外卖</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音乐</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-36.3%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400" kern="1200" dirty="0">
                          <a:solidFill>
                            <a:schemeClr val="bg1"/>
                          </a:solidFill>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52.5%</a:t>
                      </a: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1042550958"/>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491992"/>
                <a:gridCol w="1491992"/>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年电台广告花费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途虎养车网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110.6%</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开买啦电子商城</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爱屋吉屋网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230.3%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凯撒旅游网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58.3%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易贷网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210.3%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链家网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到家美食会网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标题 1"/>
          <p:cNvSpPr txBox="1"/>
          <p:nvPr/>
        </p:nvSpPr>
        <p:spPr>
          <a:xfrm>
            <a:off x="1602511" y="286216"/>
            <a:ext cx="6137841"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Arial Black"/>
                <a:ea typeface="微软雅黑"/>
              </a:rPr>
              <a:t>互联网企业电台广告</a:t>
            </a:r>
            <a:r>
              <a:rPr lang="zh-CN" altLang="en-US" b="1" dirty="0">
                <a:solidFill>
                  <a:srgbClr val="FF0000"/>
                </a:solidFill>
                <a:latin typeface="Arial Black"/>
                <a:ea typeface="微软雅黑"/>
              </a:rPr>
              <a:t>花费</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sp>
        <p:nvSpPr>
          <p:cNvPr id="14" name="KSO_Shape"/>
          <p:cNvSpPr>
            <a:spLocks/>
          </p:cNvSpPr>
          <p:nvPr/>
        </p:nvSpPr>
        <p:spPr bwMode="auto">
          <a:xfrm>
            <a:off x="539552" y="116633"/>
            <a:ext cx="900113" cy="869950"/>
          </a:xfrm>
          <a:custGeom>
            <a:avLst/>
            <a:gdLst>
              <a:gd name="T0" fmla="*/ 1766879 w 3760"/>
              <a:gd name="T1" fmla="*/ 1560699 h 3634"/>
              <a:gd name="T2" fmla="*/ 1586839 w 3760"/>
              <a:gd name="T3" fmla="*/ 1740816 h 3634"/>
              <a:gd name="T4" fmla="*/ 180519 w 3760"/>
              <a:gd name="T5" fmla="*/ 1740816 h 3634"/>
              <a:gd name="T6" fmla="*/ 0 w 3760"/>
              <a:gd name="T7" fmla="*/ 1560699 h 3634"/>
              <a:gd name="T8" fmla="*/ 202066 w 3760"/>
              <a:gd name="T9" fmla="*/ 442150 h 3634"/>
              <a:gd name="T10" fmla="*/ 1565292 w 3760"/>
              <a:gd name="T11" fmla="*/ 442150 h 3634"/>
              <a:gd name="T12" fmla="*/ 1766879 w 3760"/>
              <a:gd name="T13" fmla="*/ 1560699 h 3634"/>
              <a:gd name="T14" fmla="*/ 1514536 w 3760"/>
              <a:gd name="T15" fmla="*/ 731009 h 3634"/>
              <a:gd name="T16" fmla="*/ 1334496 w 3760"/>
              <a:gd name="T17" fmla="*/ 550412 h 3634"/>
              <a:gd name="T18" fmla="*/ 360558 w 3760"/>
              <a:gd name="T19" fmla="*/ 550412 h 3634"/>
              <a:gd name="T20" fmla="*/ 180519 w 3760"/>
              <a:gd name="T21" fmla="*/ 731009 h 3634"/>
              <a:gd name="T22" fmla="*/ 180519 w 3760"/>
              <a:gd name="T23" fmla="*/ 802864 h 3634"/>
              <a:gd name="T24" fmla="*/ 360558 w 3760"/>
              <a:gd name="T25" fmla="*/ 983460 h 3634"/>
              <a:gd name="T26" fmla="*/ 1334496 w 3760"/>
              <a:gd name="T27" fmla="*/ 983460 h 3634"/>
              <a:gd name="T28" fmla="*/ 1514536 w 3760"/>
              <a:gd name="T29" fmla="*/ 802864 h 3634"/>
              <a:gd name="T30" fmla="*/ 1514536 w 3760"/>
              <a:gd name="T31" fmla="*/ 731009 h 3634"/>
              <a:gd name="T32" fmla="*/ 1384773 w 3760"/>
              <a:gd name="T33" fmla="*/ 1106094 h 3634"/>
              <a:gd name="T34" fmla="*/ 1132431 w 3760"/>
              <a:gd name="T35" fmla="*/ 1358545 h 3634"/>
              <a:gd name="T36" fmla="*/ 1384773 w 3760"/>
              <a:gd name="T37" fmla="*/ 1610997 h 3634"/>
              <a:gd name="T38" fmla="*/ 1637116 w 3760"/>
              <a:gd name="T39" fmla="*/ 1358545 h 3634"/>
              <a:gd name="T40" fmla="*/ 1384773 w 3760"/>
              <a:gd name="T41" fmla="*/ 1106094 h 3634"/>
              <a:gd name="T42" fmla="*/ 1384773 w 3760"/>
              <a:gd name="T43" fmla="*/ 1520939 h 3634"/>
              <a:gd name="T44" fmla="*/ 1222450 w 3760"/>
              <a:gd name="T45" fmla="*/ 1358545 h 3634"/>
              <a:gd name="T46" fmla="*/ 1384773 w 3760"/>
              <a:gd name="T47" fmla="*/ 1196152 h 3634"/>
              <a:gd name="T48" fmla="*/ 1547096 w 3760"/>
              <a:gd name="T49" fmla="*/ 1358545 h 3634"/>
              <a:gd name="T50" fmla="*/ 1384773 w 3760"/>
              <a:gd name="T51" fmla="*/ 1520939 h 3634"/>
              <a:gd name="T52" fmla="*/ 288255 w 3760"/>
              <a:gd name="T53" fmla="*/ 802864 h 3634"/>
              <a:gd name="T54" fmla="*/ 1009850 w 3760"/>
              <a:gd name="T55" fmla="*/ 802864 h 3634"/>
              <a:gd name="T56" fmla="*/ 1009850 w 3760"/>
              <a:gd name="T57" fmla="*/ 875198 h 3634"/>
              <a:gd name="T58" fmla="*/ 1081675 w 3760"/>
              <a:gd name="T59" fmla="*/ 875198 h 3634"/>
              <a:gd name="T60" fmla="*/ 1081675 w 3760"/>
              <a:gd name="T61" fmla="*/ 802864 h 3634"/>
              <a:gd name="T62" fmla="*/ 1262193 w 3760"/>
              <a:gd name="T63" fmla="*/ 802864 h 3634"/>
              <a:gd name="T64" fmla="*/ 1262193 w 3760"/>
              <a:gd name="T65" fmla="*/ 875198 h 3634"/>
              <a:gd name="T66" fmla="*/ 1334496 w 3760"/>
              <a:gd name="T67" fmla="*/ 875198 h 3634"/>
              <a:gd name="T68" fmla="*/ 1334496 w 3760"/>
              <a:gd name="T69" fmla="*/ 802864 h 3634"/>
              <a:gd name="T70" fmla="*/ 1406321 w 3760"/>
              <a:gd name="T71" fmla="*/ 802864 h 3634"/>
              <a:gd name="T72" fmla="*/ 1406321 w 3760"/>
              <a:gd name="T73" fmla="*/ 911126 h 3634"/>
              <a:gd name="T74" fmla="*/ 288255 w 3760"/>
              <a:gd name="T75" fmla="*/ 911126 h 3634"/>
              <a:gd name="T76" fmla="*/ 288255 w 3760"/>
              <a:gd name="T77" fmla="*/ 802864 h 3634"/>
              <a:gd name="T78" fmla="*/ 829332 w 3760"/>
              <a:gd name="T79" fmla="*/ 658674 h 3634"/>
              <a:gd name="T80" fmla="*/ 757507 w 3760"/>
              <a:gd name="T81" fmla="*/ 658674 h 3634"/>
              <a:gd name="T82" fmla="*/ 757507 w 3760"/>
              <a:gd name="T83" fmla="*/ 731009 h 3634"/>
              <a:gd name="T84" fmla="*/ 612901 w 3760"/>
              <a:gd name="T85" fmla="*/ 731009 h 3634"/>
              <a:gd name="T86" fmla="*/ 612901 w 3760"/>
              <a:gd name="T87" fmla="*/ 658674 h 3634"/>
              <a:gd name="T88" fmla="*/ 541077 w 3760"/>
              <a:gd name="T89" fmla="*/ 658674 h 3634"/>
              <a:gd name="T90" fmla="*/ 541077 w 3760"/>
              <a:gd name="T91" fmla="*/ 731009 h 3634"/>
              <a:gd name="T92" fmla="*/ 288255 w 3760"/>
              <a:gd name="T93" fmla="*/ 731009 h 3634"/>
              <a:gd name="T94" fmla="*/ 288255 w 3760"/>
              <a:gd name="T95" fmla="*/ 622747 h 3634"/>
              <a:gd name="T96" fmla="*/ 1406321 w 3760"/>
              <a:gd name="T97" fmla="*/ 622747 h 3634"/>
              <a:gd name="T98" fmla="*/ 1406321 w 3760"/>
              <a:gd name="T99" fmla="*/ 731009 h 3634"/>
              <a:gd name="T100" fmla="*/ 829332 w 3760"/>
              <a:gd name="T101" fmla="*/ 731009 h 3634"/>
              <a:gd name="T102" fmla="*/ 829332 w 3760"/>
              <a:gd name="T103" fmla="*/ 658674 h 3634"/>
              <a:gd name="T104" fmla="*/ 332307 w 3760"/>
              <a:gd name="T105" fmla="*/ 182513 h 3634"/>
              <a:gd name="T106" fmla="*/ 265750 w 3760"/>
              <a:gd name="T107" fmla="*/ 206943 h 3634"/>
              <a:gd name="T108" fmla="*/ 162323 w 3760"/>
              <a:gd name="T109" fmla="*/ 103472 h 3634"/>
              <a:gd name="T110" fmla="*/ 265750 w 3760"/>
              <a:gd name="T111" fmla="*/ 0 h 3634"/>
              <a:gd name="T112" fmla="*/ 366783 w 3760"/>
              <a:gd name="T113" fmla="*/ 81436 h 3634"/>
              <a:gd name="T114" fmla="*/ 1578220 w 3760"/>
              <a:gd name="T115" fmla="*/ 406222 h 3634"/>
              <a:gd name="T116" fmla="*/ 1165949 w 3760"/>
              <a:gd name="T117" fmla="*/ 406222 h 3634"/>
              <a:gd name="T118" fmla="*/ 332307 w 3760"/>
              <a:gd name="T119" fmla="*/ 182513 h 36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60" h="3634">
                <a:moveTo>
                  <a:pt x="3690" y="3258"/>
                </a:moveTo>
                <a:cubicBezTo>
                  <a:pt x="3690" y="3466"/>
                  <a:pt x="3522" y="3634"/>
                  <a:pt x="3314" y="3634"/>
                </a:cubicBezTo>
                <a:cubicBezTo>
                  <a:pt x="377" y="3634"/>
                  <a:pt x="377" y="3634"/>
                  <a:pt x="377" y="3634"/>
                </a:cubicBezTo>
                <a:cubicBezTo>
                  <a:pt x="169" y="3634"/>
                  <a:pt x="0" y="3466"/>
                  <a:pt x="0" y="3258"/>
                </a:cubicBezTo>
                <a:cubicBezTo>
                  <a:pt x="0" y="3258"/>
                  <a:pt x="6" y="923"/>
                  <a:pt x="422" y="923"/>
                </a:cubicBezTo>
                <a:cubicBezTo>
                  <a:pt x="3269" y="923"/>
                  <a:pt x="3269" y="923"/>
                  <a:pt x="3269" y="923"/>
                </a:cubicBezTo>
                <a:cubicBezTo>
                  <a:pt x="3760" y="923"/>
                  <a:pt x="3690" y="3258"/>
                  <a:pt x="3690" y="3258"/>
                </a:cubicBezTo>
                <a:close/>
                <a:moveTo>
                  <a:pt x="3163" y="1526"/>
                </a:moveTo>
                <a:cubicBezTo>
                  <a:pt x="3163" y="1318"/>
                  <a:pt x="2995" y="1149"/>
                  <a:pt x="2787" y="1149"/>
                </a:cubicBezTo>
                <a:cubicBezTo>
                  <a:pt x="753" y="1149"/>
                  <a:pt x="753" y="1149"/>
                  <a:pt x="753" y="1149"/>
                </a:cubicBezTo>
                <a:cubicBezTo>
                  <a:pt x="545" y="1149"/>
                  <a:pt x="377" y="1318"/>
                  <a:pt x="377" y="1526"/>
                </a:cubicBezTo>
                <a:cubicBezTo>
                  <a:pt x="377" y="1676"/>
                  <a:pt x="377" y="1676"/>
                  <a:pt x="377" y="1676"/>
                </a:cubicBezTo>
                <a:cubicBezTo>
                  <a:pt x="377" y="1884"/>
                  <a:pt x="545" y="2053"/>
                  <a:pt x="753" y="2053"/>
                </a:cubicBezTo>
                <a:cubicBezTo>
                  <a:pt x="2787" y="2053"/>
                  <a:pt x="2787" y="2053"/>
                  <a:pt x="2787" y="2053"/>
                </a:cubicBezTo>
                <a:cubicBezTo>
                  <a:pt x="2995" y="2053"/>
                  <a:pt x="3163" y="1884"/>
                  <a:pt x="3163" y="1676"/>
                </a:cubicBezTo>
                <a:lnTo>
                  <a:pt x="3163" y="1526"/>
                </a:lnTo>
                <a:close/>
                <a:moveTo>
                  <a:pt x="2892" y="2309"/>
                </a:moveTo>
                <a:cubicBezTo>
                  <a:pt x="2601" y="2309"/>
                  <a:pt x="2365" y="2545"/>
                  <a:pt x="2365" y="2836"/>
                </a:cubicBezTo>
                <a:cubicBezTo>
                  <a:pt x="2365" y="3127"/>
                  <a:pt x="2601" y="3363"/>
                  <a:pt x="2892" y="3363"/>
                </a:cubicBezTo>
                <a:cubicBezTo>
                  <a:pt x="3183" y="3363"/>
                  <a:pt x="3419" y="3127"/>
                  <a:pt x="3419" y="2836"/>
                </a:cubicBezTo>
                <a:cubicBezTo>
                  <a:pt x="3419" y="2545"/>
                  <a:pt x="3183" y="2309"/>
                  <a:pt x="2892" y="2309"/>
                </a:cubicBezTo>
                <a:close/>
                <a:moveTo>
                  <a:pt x="2892" y="3175"/>
                </a:moveTo>
                <a:cubicBezTo>
                  <a:pt x="2705" y="3175"/>
                  <a:pt x="2553" y="3023"/>
                  <a:pt x="2553" y="2836"/>
                </a:cubicBezTo>
                <a:cubicBezTo>
                  <a:pt x="2553" y="2649"/>
                  <a:pt x="2705" y="2497"/>
                  <a:pt x="2892" y="2497"/>
                </a:cubicBezTo>
                <a:cubicBezTo>
                  <a:pt x="3079" y="2497"/>
                  <a:pt x="3231" y="2649"/>
                  <a:pt x="3231" y="2836"/>
                </a:cubicBezTo>
                <a:cubicBezTo>
                  <a:pt x="3231" y="3023"/>
                  <a:pt x="3079" y="3175"/>
                  <a:pt x="2892" y="3175"/>
                </a:cubicBezTo>
                <a:close/>
                <a:moveTo>
                  <a:pt x="602" y="1676"/>
                </a:moveTo>
                <a:cubicBezTo>
                  <a:pt x="2109" y="1676"/>
                  <a:pt x="2109" y="1676"/>
                  <a:pt x="2109" y="1676"/>
                </a:cubicBezTo>
                <a:cubicBezTo>
                  <a:pt x="2109" y="1827"/>
                  <a:pt x="2109" y="1827"/>
                  <a:pt x="2109" y="1827"/>
                </a:cubicBezTo>
                <a:cubicBezTo>
                  <a:pt x="2259" y="1827"/>
                  <a:pt x="2259" y="1827"/>
                  <a:pt x="2259" y="1827"/>
                </a:cubicBezTo>
                <a:cubicBezTo>
                  <a:pt x="2259" y="1676"/>
                  <a:pt x="2259" y="1676"/>
                  <a:pt x="2259" y="1676"/>
                </a:cubicBezTo>
                <a:cubicBezTo>
                  <a:pt x="2636" y="1676"/>
                  <a:pt x="2636" y="1676"/>
                  <a:pt x="2636" y="1676"/>
                </a:cubicBezTo>
                <a:cubicBezTo>
                  <a:pt x="2636" y="1827"/>
                  <a:pt x="2636" y="1827"/>
                  <a:pt x="2636" y="1827"/>
                </a:cubicBezTo>
                <a:cubicBezTo>
                  <a:pt x="2787" y="1827"/>
                  <a:pt x="2787" y="1827"/>
                  <a:pt x="2787" y="1827"/>
                </a:cubicBezTo>
                <a:cubicBezTo>
                  <a:pt x="2787" y="1676"/>
                  <a:pt x="2787" y="1676"/>
                  <a:pt x="2787" y="1676"/>
                </a:cubicBezTo>
                <a:cubicBezTo>
                  <a:pt x="2937" y="1676"/>
                  <a:pt x="2937" y="1676"/>
                  <a:pt x="2937" y="1676"/>
                </a:cubicBezTo>
                <a:cubicBezTo>
                  <a:pt x="2937" y="1902"/>
                  <a:pt x="2937" y="1902"/>
                  <a:pt x="2937" y="1902"/>
                </a:cubicBezTo>
                <a:cubicBezTo>
                  <a:pt x="602" y="1902"/>
                  <a:pt x="602" y="1902"/>
                  <a:pt x="602" y="1902"/>
                </a:cubicBezTo>
                <a:lnTo>
                  <a:pt x="602" y="1676"/>
                </a:lnTo>
                <a:close/>
                <a:moveTo>
                  <a:pt x="1732" y="1375"/>
                </a:moveTo>
                <a:cubicBezTo>
                  <a:pt x="1582" y="1375"/>
                  <a:pt x="1582" y="1375"/>
                  <a:pt x="1582" y="1375"/>
                </a:cubicBezTo>
                <a:cubicBezTo>
                  <a:pt x="1582" y="1526"/>
                  <a:pt x="1582" y="1526"/>
                  <a:pt x="1582" y="1526"/>
                </a:cubicBezTo>
                <a:cubicBezTo>
                  <a:pt x="1280" y="1526"/>
                  <a:pt x="1280" y="1526"/>
                  <a:pt x="1280" y="1526"/>
                </a:cubicBezTo>
                <a:cubicBezTo>
                  <a:pt x="1280" y="1375"/>
                  <a:pt x="1280" y="1375"/>
                  <a:pt x="1280" y="1375"/>
                </a:cubicBezTo>
                <a:cubicBezTo>
                  <a:pt x="1130" y="1375"/>
                  <a:pt x="1130" y="1375"/>
                  <a:pt x="1130" y="1375"/>
                </a:cubicBezTo>
                <a:cubicBezTo>
                  <a:pt x="1130" y="1526"/>
                  <a:pt x="1130" y="1526"/>
                  <a:pt x="1130" y="1526"/>
                </a:cubicBezTo>
                <a:cubicBezTo>
                  <a:pt x="602" y="1526"/>
                  <a:pt x="602" y="1526"/>
                  <a:pt x="602" y="1526"/>
                </a:cubicBezTo>
                <a:cubicBezTo>
                  <a:pt x="602" y="1300"/>
                  <a:pt x="602" y="1300"/>
                  <a:pt x="602" y="1300"/>
                </a:cubicBezTo>
                <a:cubicBezTo>
                  <a:pt x="2937" y="1300"/>
                  <a:pt x="2937" y="1300"/>
                  <a:pt x="2937" y="1300"/>
                </a:cubicBezTo>
                <a:cubicBezTo>
                  <a:pt x="2937" y="1526"/>
                  <a:pt x="2937" y="1526"/>
                  <a:pt x="2937" y="1526"/>
                </a:cubicBezTo>
                <a:cubicBezTo>
                  <a:pt x="1732" y="1526"/>
                  <a:pt x="1732" y="1526"/>
                  <a:pt x="1732" y="1526"/>
                </a:cubicBezTo>
                <a:lnTo>
                  <a:pt x="1732" y="1375"/>
                </a:lnTo>
                <a:close/>
                <a:moveTo>
                  <a:pt x="694" y="381"/>
                </a:moveTo>
                <a:cubicBezTo>
                  <a:pt x="657" y="413"/>
                  <a:pt x="608" y="432"/>
                  <a:pt x="555" y="432"/>
                </a:cubicBezTo>
                <a:cubicBezTo>
                  <a:pt x="436" y="432"/>
                  <a:pt x="339" y="336"/>
                  <a:pt x="339" y="216"/>
                </a:cubicBezTo>
                <a:cubicBezTo>
                  <a:pt x="339" y="97"/>
                  <a:pt x="436" y="0"/>
                  <a:pt x="555" y="0"/>
                </a:cubicBezTo>
                <a:cubicBezTo>
                  <a:pt x="658" y="0"/>
                  <a:pt x="744" y="73"/>
                  <a:pt x="766" y="170"/>
                </a:cubicBezTo>
                <a:cubicBezTo>
                  <a:pt x="3296" y="848"/>
                  <a:pt x="3296" y="848"/>
                  <a:pt x="3296" y="848"/>
                </a:cubicBezTo>
                <a:cubicBezTo>
                  <a:pt x="2435" y="848"/>
                  <a:pt x="2435" y="848"/>
                  <a:pt x="2435" y="848"/>
                </a:cubicBezTo>
                <a:lnTo>
                  <a:pt x="694" y="381"/>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0" name="矩形 9"/>
          <p:cNvSpPr/>
          <p:nvPr/>
        </p:nvSpPr>
        <p:spPr>
          <a:xfrm>
            <a:off x="899587" y="6525344"/>
            <a:ext cx="8352933" cy="259045"/>
          </a:xfrm>
          <a:prstGeom prst="rect">
            <a:avLst/>
          </a:prstGeom>
        </p:spPr>
        <p:txBody>
          <a:bodyPr wrap="square">
            <a:spAutoFit/>
          </a:bodyPr>
          <a:lstStyle/>
          <a:p>
            <a:pPr algn="r" latinLnBrk="1">
              <a:lnSpc>
                <a:spcPts val="1300"/>
              </a:lnSpc>
            </a:pPr>
            <a:r>
              <a:rPr lang="zh-CN" altLang="en-US" sz="12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032095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互联网企业电台广告</a:t>
            </a:r>
            <a:r>
              <a:rPr lang="zh-CN" altLang="en-US" b="1" dirty="0">
                <a:solidFill>
                  <a:srgbClr val="FFFFFF"/>
                </a:solidFill>
                <a:latin typeface="微软雅黑" panose="020B0503020204020204" pitchFamily="34" charset="-122"/>
                <a:ea typeface="微软雅黑" panose="020B0503020204020204" pitchFamily="34" charset="-122"/>
              </a:rPr>
              <a:t>花费</a:t>
            </a:r>
            <a:r>
              <a:rPr lang="zh-CN" altLang="en-US" b="1" dirty="0" smtClean="0">
                <a:solidFill>
                  <a:srgbClr val="FF0000"/>
                </a:solidFill>
                <a:latin typeface="微软雅黑" panose="020B0503020204020204" pitchFamily="34" charset="-122"/>
                <a:ea typeface="微软雅黑" panose="020B0503020204020204" pitchFamily="34" charset="-122"/>
              </a:rPr>
              <a:t>增幅榜单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3437100302"/>
              </p:ext>
            </p:extLst>
          </p:nvPr>
        </p:nvGraphicFramePr>
        <p:xfrm>
          <a:off x="467545" y="1340768"/>
          <a:ext cx="8208912" cy="4727312"/>
        </p:xfrm>
        <a:graphic>
          <a:graphicData uri="http://schemas.openxmlformats.org/drawingml/2006/table">
            <a:tbl>
              <a:tblPr firstRow="1" bandRow="1">
                <a:tableStyleId>{3B4B98B0-60AC-42C2-AFA5-B58CD77FA1E5}</a:tableStyleId>
              </a:tblPr>
              <a:tblGrid>
                <a:gridCol w="902659"/>
                <a:gridCol w="3084526"/>
                <a:gridCol w="1172701"/>
                <a:gridCol w="3049026"/>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年电台广告花费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dirty="0" smtClean="0">
                          <a:solidFill>
                            <a:schemeClr val="bg1"/>
                          </a:solidFill>
                          <a:latin typeface="华文中宋" panose="02010600040101010101" pitchFamily="2" charset="-122"/>
                          <a:ea typeface="华文中宋" panose="02010600040101010101" pitchFamily="2" charset="-122"/>
                        </a:rPr>
                        <a:t>前</a:t>
                      </a:r>
                      <a:r>
                        <a:rPr lang="en-US" altLang="zh-CN" sz="1600" b="1" dirty="0" smtClean="0">
                          <a:solidFill>
                            <a:schemeClr val="bg1"/>
                          </a:solidFill>
                          <a:latin typeface="华文中宋" panose="02010600040101010101" pitchFamily="2" charset="-122"/>
                          <a:ea typeface="华文中宋" panose="02010600040101010101" pitchFamily="2" charset="-122"/>
                        </a:rPr>
                        <a:t>20</a:t>
                      </a:r>
                      <a:r>
                        <a:rPr lang="zh-CN" altLang="en-US" sz="1600" b="1" dirty="0" smtClean="0">
                          <a:solidFill>
                            <a:schemeClr val="bg1"/>
                          </a:solidFill>
                          <a:latin typeface="华文中宋" panose="02010600040101010101" pitchFamily="2" charset="-122"/>
                          <a:ea typeface="华文中宋" panose="02010600040101010101" pitchFamily="2" charset="-122"/>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易车网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号店网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遨游网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唱吧手机软件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国美在线网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搜房网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众信旅游网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淘当铺网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链家网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齐家网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代驾手机客户端</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中华英才网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钱宝网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中国平安保险好车主手机客户端</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养车无忧网</a:t>
                      </a:r>
                    </a:p>
                  </a:txBody>
                  <a:tcPr marL="9525" marR="9525" marT="9525" marB="0" anchor="ctr"/>
                </a:tc>
              </a:tr>
            </a:tbl>
          </a:graphicData>
        </a:graphic>
      </p:graphicFrame>
      <p:sp>
        <p:nvSpPr>
          <p:cNvPr id="12" name="KSO_Shape"/>
          <p:cNvSpPr>
            <a:spLocks/>
          </p:cNvSpPr>
          <p:nvPr/>
        </p:nvSpPr>
        <p:spPr bwMode="auto">
          <a:xfrm>
            <a:off x="539552" y="116633"/>
            <a:ext cx="900113" cy="869950"/>
          </a:xfrm>
          <a:custGeom>
            <a:avLst/>
            <a:gdLst>
              <a:gd name="T0" fmla="*/ 1766879 w 3760"/>
              <a:gd name="T1" fmla="*/ 1560699 h 3634"/>
              <a:gd name="T2" fmla="*/ 1586839 w 3760"/>
              <a:gd name="T3" fmla="*/ 1740816 h 3634"/>
              <a:gd name="T4" fmla="*/ 180519 w 3760"/>
              <a:gd name="T5" fmla="*/ 1740816 h 3634"/>
              <a:gd name="T6" fmla="*/ 0 w 3760"/>
              <a:gd name="T7" fmla="*/ 1560699 h 3634"/>
              <a:gd name="T8" fmla="*/ 202066 w 3760"/>
              <a:gd name="T9" fmla="*/ 442150 h 3634"/>
              <a:gd name="T10" fmla="*/ 1565292 w 3760"/>
              <a:gd name="T11" fmla="*/ 442150 h 3634"/>
              <a:gd name="T12" fmla="*/ 1766879 w 3760"/>
              <a:gd name="T13" fmla="*/ 1560699 h 3634"/>
              <a:gd name="T14" fmla="*/ 1514536 w 3760"/>
              <a:gd name="T15" fmla="*/ 731009 h 3634"/>
              <a:gd name="T16" fmla="*/ 1334496 w 3760"/>
              <a:gd name="T17" fmla="*/ 550412 h 3634"/>
              <a:gd name="T18" fmla="*/ 360558 w 3760"/>
              <a:gd name="T19" fmla="*/ 550412 h 3634"/>
              <a:gd name="T20" fmla="*/ 180519 w 3760"/>
              <a:gd name="T21" fmla="*/ 731009 h 3634"/>
              <a:gd name="T22" fmla="*/ 180519 w 3760"/>
              <a:gd name="T23" fmla="*/ 802864 h 3634"/>
              <a:gd name="T24" fmla="*/ 360558 w 3760"/>
              <a:gd name="T25" fmla="*/ 983460 h 3634"/>
              <a:gd name="T26" fmla="*/ 1334496 w 3760"/>
              <a:gd name="T27" fmla="*/ 983460 h 3634"/>
              <a:gd name="T28" fmla="*/ 1514536 w 3760"/>
              <a:gd name="T29" fmla="*/ 802864 h 3634"/>
              <a:gd name="T30" fmla="*/ 1514536 w 3760"/>
              <a:gd name="T31" fmla="*/ 731009 h 3634"/>
              <a:gd name="T32" fmla="*/ 1384773 w 3760"/>
              <a:gd name="T33" fmla="*/ 1106094 h 3634"/>
              <a:gd name="T34" fmla="*/ 1132431 w 3760"/>
              <a:gd name="T35" fmla="*/ 1358545 h 3634"/>
              <a:gd name="T36" fmla="*/ 1384773 w 3760"/>
              <a:gd name="T37" fmla="*/ 1610997 h 3634"/>
              <a:gd name="T38" fmla="*/ 1637116 w 3760"/>
              <a:gd name="T39" fmla="*/ 1358545 h 3634"/>
              <a:gd name="T40" fmla="*/ 1384773 w 3760"/>
              <a:gd name="T41" fmla="*/ 1106094 h 3634"/>
              <a:gd name="T42" fmla="*/ 1384773 w 3760"/>
              <a:gd name="T43" fmla="*/ 1520939 h 3634"/>
              <a:gd name="T44" fmla="*/ 1222450 w 3760"/>
              <a:gd name="T45" fmla="*/ 1358545 h 3634"/>
              <a:gd name="T46" fmla="*/ 1384773 w 3760"/>
              <a:gd name="T47" fmla="*/ 1196152 h 3634"/>
              <a:gd name="T48" fmla="*/ 1547096 w 3760"/>
              <a:gd name="T49" fmla="*/ 1358545 h 3634"/>
              <a:gd name="T50" fmla="*/ 1384773 w 3760"/>
              <a:gd name="T51" fmla="*/ 1520939 h 3634"/>
              <a:gd name="T52" fmla="*/ 288255 w 3760"/>
              <a:gd name="T53" fmla="*/ 802864 h 3634"/>
              <a:gd name="T54" fmla="*/ 1009850 w 3760"/>
              <a:gd name="T55" fmla="*/ 802864 h 3634"/>
              <a:gd name="T56" fmla="*/ 1009850 w 3760"/>
              <a:gd name="T57" fmla="*/ 875198 h 3634"/>
              <a:gd name="T58" fmla="*/ 1081675 w 3760"/>
              <a:gd name="T59" fmla="*/ 875198 h 3634"/>
              <a:gd name="T60" fmla="*/ 1081675 w 3760"/>
              <a:gd name="T61" fmla="*/ 802864 h 3634"/>
              <a:gd name="T62" fmla="*/ 1262193 w 3760"/>
              <a:gd name="T63" fmla="*/ 802864 h 3634"/>
              <a:gd name="T64" fmla="*/ 1262193 w 3760"/>
              <a:gd name="T65" fmla="*/ 875198 h 3634"/>
              <a:gd name="T66" fmla="*/ 1334496 w 3760"/>
              <a:gd name="T67" fmla="*/ 875198 h 3634"/>
              <a:gd name="T68" fmla="*/ 1334496 w 3760"/>
              <a:gd name="T69" fmla="*/ 802864 h 3634"/>
              <a:gd name="T70" fmla="*/ 1406321 w 3760"/>
              <a:gd name="T71" fmla="*/ 802864 h 3634"/>
              <a:gd name="T72" fmla="*/ 1406321 w 3760"/>
              <a:gd name="T73" fmla="*/ 911126 h 3634"/>
              <a:gd name="T74" fmla="*/ 288255 w 3760"/>
              <a:gd name="T75" fmla="*/ 911126 h 3634"/>
              <a:gd name="T76" fmla="*/ 288255 w 3760"/>
              <a:gd name="T77" fmla="*/ 802864 h 3634"/>
              <a:gd name="T78" fmla="*/ 829332 w 3760"/>
              <a:gd name="T79" fmla="*/ 658674 h 3634"/>
              <a:gd name="T80" fmla="*/ 757507 w 3760"/>
              <a:gd name="T81" fmla="*/ 658674 h 3634"/>
              <a:gd name="T82" fmla="*/ 757507 w 3760"/>
              <a:gd name="T83" fmla="*/ 731009 h 3634"/>
              <a:gd name="T84" fmla="*/ 612901 w 3760"/>
              <a:gd name="T85" fmla="*/ 731009 h 3634"/>
              <a:gd name="T86" fmla="*/ 612901 w 3760"/>
              <a:gd name="T87" fmla="*/ 658674 h 3634"/>
              <a:gd name="T88" fmla="*/ 541077 w 3760"/>
              <a:gd name="T89" fmla="*/ 658674 h 3634"/>
              <a:gd name="T90" fmla="*/ 541077 w 3760"/>
              <a:gd name="T91" fmla="*/ 731009 h 3634"/>
              <a:gd name="T92" fmla="*/ 288255 w 3760"/>
              <a:gd name="T93" fmla="*/ 731009 h 3634"/>
              <a:gd name="T94" fmla="*/ 288255 w 3760"/>
              <a:gd name="T95" fmla="*/ 622747 h 3634"/>
              <a:gd name="T96" fmla="*/ 1406321 w 3760"/>
              <a:gd name="T97" fmla="*/ 622747 h 3634"/>
              <a:gd name="T98" fmla="*/ 1406321 w 3760"/>
              <a:gd name="T99" fmla="*/ 731009 h 3634"/>
              <a:gd name="T100" fmla="*/ 829332 w 3760"/>
              <a:gd name="T101" fmla="*/ 731009 h 3634"/>
              <a:gd name="T102" fmla="*/ 829332 w 3760"/>
              <a:gd name="T103" fmla="*/ 658674 h 3634"/>
              <a:gd name="T104" fmla="*/ 332307 w 3760"/>
              <a:gd name="T105" fmla="*/ 182513 h 3634"/>
              <a:gd name="T106" fmla="*/ 265750 w 3760"/>
              <a:gd name="T107" fmla="*/ 206943 h 3634"/>
              <a:gd name="T108" fmla="*/ 162323 w 3760"/>
              <a:gd name="T109" fmla="*/ 103472 h 3634"/>
              <a:gd name="T110" fmla="*/ 265750 w 3760"/>
              <a:gd name="T111" fmla="*/ 0 h 3634"/>
              <a:gd name="T112" fmla="*/ 366783 w 3760"/>
              <a:gd name="T113" fmla="*/ 81436 h 3634"/>
              <a:gd name="T114" fmla="*/ 1578220 w 3760"/>
              <a:gd name="T115" fmla="*/ 406222 h 3634"/>
              <a:gd name="T116" fmla="*/ 1165949 w 3760"/>
              <a:gd name="T117" fmla="*/ 406222 h 3634"/>
              <a:gd name="T118" fmla="*/ 332307 w 3760"/>
              <a:gd name="T119" fmla="*/ 182513 h 36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60" h="3634">
                <a:moveTo>
                  <a:pt x="3690" y="3258"/>
                </a:moveTo>
                <a:cubicBezTo>
                  <a:pt x="3690" y="3466"/>
                  <a:pt x="3522" y="3634"/>
                  <a:pt x="3314" y="3634"/>
                </a:cubicBezTo>
                <a:cubicBezTo>
                  <a:pt x="377" y="3634"/>
                  <a:pt x="377" y="3634"/>
                  <a:pt x="377" y="3634"/>
                </a:cubicBezTo>
                <a:cubicBezTo>
                  <a:pt x="169" y="3634"/>
                  <a:pt x="0" y="3466"/>
                  <a:pt x="0" y="3258"/>
                </a:cubicBezTo>
                <a:cubicBezTo>
                  <a:pt x="0" y="3258"/>
                  <a:pt x="6" y="923"/>
                  <a:pt x="422" y="923"/>
                </a:cubicBezTo>
                <a:cubicBezTo>
                  <a:pt x="3269" y="923"/>
                  <a:pt x="3269" y="923"/>
                  <a:pt x="3269" y="923"/>
                </a:cubicBezTo>
                <a:cubicBezTo>
                  <a:pt x="3760" y="923"/>
                  <a:pt x="3690" y="3258"/>
                  <a:pt x="3690" y="3258"/>
                </a:cubicBezTo>
                <a:close/>
                <a:moveTo>
                  <a:pt x="3163" y="1526"/>
                </a:moveTo>
                <a:cubicBezTo>
                  <a:pt x="3163" y="1318"/>
                  <a:pt x="2995" y="1149"/>
                  <a:pt x="2787" y="1149"/>
                </a:cubicBezTo>
                <a:cubicBezTo>
                  <a:pt x="753" y="1149"/>
                  <a:pt x="753" y="1149"/>
                  <a:pt x="753" y="1149"/>
                </a:cubicBezTo>
                <a:cubicBezTo>
                  <a:pt x="545" y="1149"/>
                  <a:pt x="377" y="1318"/>
                  <a:pt x="377" y="1526"/>
                </a:cubicBezTo>
                <a:cubicBezTo>
                  <a:pt x="377" y="1676"/>
                  <a:pt x="377" y="1676"/>
                  <a:pt x="377" y="1676"/>
                </a:cubicBezTo>
                <a:cubicBezTo>
                  <a:pt x="377" y="1884"/>
                  <a:pt x="545" y="2053"/>
                  <a:pt x="753" y="2053"/>
                </a:cubicBezTo>
                <a:cubicBezTo>
                  <a:pt x="2787" y="2053"/>
                  <a:pt x="2787" y="2053"/>
                  <a:pt x="2787" y="2053"/>
                </a:cubicBezTo>
                <a:cubicBezTo>
                  <a:pt x="2995" y="2053"/>
                  <a:pt x="3163" y="1884"/>
                  <a:pt x="3163" y="1676"/>
                </a:cubicBezTo>
                <a:lnTo>
                  <a:pt x="3163" y="1526"/>
                </a:lnTo>
                <a:close/>
                <a:moveTo>
                  <a:pt x="2892" y="2309"/>
                </a:moveTo>
                <a:cubicBezTo>
                  <a:pt x="2601" y="2309"/>
                  <a:pt x="2365" y="2545"/>
                  <a:pt x="2365" y="2836"/>
                </a:cubicBezTo>
                <a:cubicBezTo>
                  <a:pt x="2365" y="3127"/>
                  <a:pt x="2601" y="3363"/>
                  <a:pt x="2892" y="3363"/>
                </a:cubicBezTo>
                <a:cubicBezTo>
                  <a:pt x="3183" y="3363"/>
                  <a:pt x="3419" y="3127"/>
                  <a:pt x="3419" y="2836"/>
                </a:cubicBezTo>
                <a:cubicBezTo>
                  <a:pt x="3419" y="2545"/>
                  <a:pt x="3183" y="2309"/>
                  <a:pt x="2892" y="2309"/>
                </a:cubicBezTo>
                <a:close/>
                <a:moveTo>
                  <a:pt x="2892" y="3175"/>
                </a:moveTo>
                <a:cubicBezTo>
                  <a:pt x="2705" y="3175"/>
                  <a:pt x="2553" y="3023"/>
                  <a:pt x="2553" y="2836"/>
                </a:cubicBezTo>
                <a:cubicBezTo>
                  <a:pt x="2553" y="2649"/>
                  <a:pt x="2705" y="2497"/>
                  <a:pt x="2892" y="2497"/>
                </a:cubicBezTo>
                <a:cubicBezTo>
                  <a:pt x="3079" y="2497"/>
                  <a:pt x="3231" y="2649"/>
                  <a:pt x="3231" y="2836"/>
                </a:cubicBezTo>
                <a:cubicBezTo>
                  <a:pt x="3231" y="3023"/>
                  <a:pt x="3079" y="3175"/>
                  <a:pt x="2892" y="3175"/>
                </a:cubicBezTo>
                <a:close/>
                <a:moveTo>
                  <a:pt x="602" y="1676"/>
                </a:moveTo>
                <a:cubicBezTo>
                  <a:pt x="2109" y="1676"/>
                  <a:pt x="2109" y="1676"/>
                  <a:pt x="2109" y="1676"/>
                </a:cubicBezTo>
                <a:cubicBezTo>
                  <a:pt x="2109" y="1827"/>
                  <a:pt x="2109" y="1827"/>
                  <a:pt x="2109" y="1827"/>
                </a:cubicBezTo>
                <a:cubicBezTo>
                  <a:pt x="2259" y="1827"/>
                  <a:pt x="2259" y="1827"/>
                  <a:pt x="2259" y="1827"/>
                </a:cubicBezTo>
                <a:cubicBezTo>
                  <a:pt x="2259" y="1676"/>
                  <a:pt x="2259" y="1676"/>
                  <a:pt x="2259" y="1676"/>
                </a:cubicBezTo>
                <a:cubicBezTo>
                  <a:pt x="2636" y="1676"/>
                  <a:pt x="2636" y="1676"/>
                  <a:pt x="2636" y="1676"/>
                </a:cubicBezTo>
                <a:cubicBezTo>
                  <a:pt x="2636" y="1827"/>
                  <a:pt x="2636" y="1827"/>
                  <a:pt x="2636" y="1827"/>
                </a:cubicBezTo>
                <a:cubicBezTo>
                  <a:pt x="2787" y="1827"/>
                  <a:pt x="2787" y="1827"/>
                  <a:pt x="2787" y="1827"/>
                </a:cubicBezTo>
                <a:cubicBezTo>
                  <a:pt x="2787" y="1676"/>
                  <a:pt x="2787" y="1676"/>
                  <a:pt x="2787" y="1676"/>
                </a:cubicBezTo>
                <a:cubicBezTo>
                  <a:pt x="2937" y="1676"/>
                  <a:pt x="2937" y="1676"/>
                  <a:pt x="2937" y="1676"/>
                </a:cubicBezTo>
                <a:cubicBezTo>
                  <a:pt x="2937" y="1902"/>
                  <a:pt x="2937" y="1902"/>
                  <a:pt x="2937" y="1902"/>
                </a:cubicBezTo>
                <a:cubicBezTo>
                  <a:pt x="602" y="1902"/>
                  <a:pt x="602" y="1902"/>
                  <a:pt x="602" y="1902"/>
                </a:cubicBezTo>
                <a:lnTo>
                  <a:pt x="602" y="1676"/>
                </a:lnTo>
                <a:close/>
                <a:moveTo>
                  <a:pt x="1732" y="1375"/>
                </a:moveTo>
                <a:cubicBezTo>
                  <a:pt x="1582" y="1375"/>
                  <a:pt x="1582" y="1375"/>
                  <a:pt x="1582" y="1375"/>
                </a:cubicBezTo>
                <a:cubicBezTo>
                  <a:pt x="1582" y="1526"/>
                  <a:pt x="1582" y="1526"/>
                  <a:pt x="1582" y="1526"/>
                </a:cubicBezTo>
                <a:cubicBezTo>
                  <a:pt x="1280" y="1526"/>
                  <a:pt x="1280" y="1526"/>
                  <a:pt x="1280" y="1526"/>
                </a:cubicBezTo>
                <a:cubicBezTo>
                  <a:pt x="1280" y="1375"/>
                  <a:pt x="1280" y="1375"/>
                  <a:pt x="1280" y="1375"/>
                </a:cubicBezTo>
                <a:cubicBezTo>
                  <a:pt x="1130" y="1375"/>
                  <a:pt x="1130" y="1375"/>
                  <a:pt x="1130" y="1375"/>
                </a:cubicBezTo>
                <a:cubicBezTo>
                  <a:pt x="1130" y="1526"/>
                  <a:pt x="1130" y="1526"/>
                  <a:pt x="1130" y="1526"/>
                </a:cubicBezTo>
                <a:cubicBezTo>
                  <a:pt x="602" y="1526"/>
                  <a:pt x="602" y="1526"/>
                  <a:pt x="602" y="1526"/>
                </a:cubicBezTo>
                <a:cubicBezTo>
                  <a:pt x="602" y="1300"/>
                  <a:pt x="602" y="1300"/>
                  <a:pt x="602" y="1300"/>
                </a:cubicBezTo>
                <a:cubicBezTo>
                  <a:pt x="2937" y="1300"/>
                  <a:pt x="2937" y="1300"/>
                  <a:pt x="2937" y="1300"/>
                </a:cubicBezTo>
                <a:cubicBezTo>
                  <a:pt x="2937" y="1526"/>
                  <a:pt x="2937" y="1526"/>
                  <a:pt x="2937" y="1526"/>
                </a:cubicBezTo>
                <a:cubicBezTo>
                  <a:pt x="1732" y="1526"/>
                  <a:pt x="1732" y="1526"/>
                  <a:pt x="1732" y="1526"/>
                </a:cubicBezTo>
                <a:lnTo>
                  <a:pt x="1732" y="1375"/>
                </a:lnTo>
                <a:close/>
                <a:moveTo>
                  <a:pt x="694" y="381"/>
                </a:moveTo>
                <a:cubicBezTo>
                  <a:pt x="657" y="413"/>
                  <a:pt x="608" y="432"/>
                  <a:pt x="555" y="432"/>
                </a:cubicBezTo>
                <a:cubicBezTo>
                  <a:pt x="436" y="432"/>
                  <a:pt x="339" y="336"/>
                  <a:pt x="339" y="216"/>
                </a:cubicBezTo>
                <a:cubicBezTo>
                  <a:pt x="339" y="97"/>
                  <a:pt x="436" y="0"/>
                  <a:pt x="555" y="0"/>
                </a:cubicBezTo>
                <a:cubicBezTo>
                  <a:pt x="658" y="0"/>
                  <a:pt x="744" y="73"/>
                  <a:pt x="766" y="170"/>
                </a:cubicBezTo>
                <a:cubicBezTo>
                  <a:pt x="3296" y="848"/>
                  <a:pt x="3296" y="848"/>
                  <a:pt x="3296" y="848"/>
                </a:cubicBezTo>
                <a:cubicBezTo>
                  <a:pt x="2435" y="848"/>
                  <a:pt x="2435" y="848"/>
                  <a:pt x="2435" y="848"/>
                </a:cubicBezTo>
                <a:lnTo>
                  <a:pt x="694" y="381"/>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8" name="矩形 7"/>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8722945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互联网企业电台广告投放特点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077766"/>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区域性的投放类别</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房屋</a:t>
            </a:r>
            <a:r>
              <a:rPr lang="zh-CN" altLang="en-US" sz="2000" dirty="0">
                <a:solidFill>
                  <a:prstClr val="white"/>
                </a:solidFill>
                <a:latin typeface="华文中宋" panose="02010600040101010101" pitchFamily="2" charset="-122"/>
                <a:ea typeface="华文中宋" panose="02010600040101010101" pitchFamily="2" charset="-122"/>
              </a:rPr>
              <a:t>交易等对区域性传播能力要求</a:t>
            </a:r>
            <a:r>
              <a:rPr lang="zh-CN" altLang="en-US" sz="2000" dirty="0" smtClean="0">
                <a:solidFill>
                  <a:prstClr val="white"/>
                </a:solidFill>
                <a:latin typeface="华文中宋" panose="02010600040101010101" pitchFamily="2" charset="-122"/>
                <a:ea typeface="华文中宋" panose="02010600040101010101" pitchFamily="2" charset="-122"/>
              </a:rPr>
              <a:t>较强的互联网企业，在</a:t>
            </a:r>
            <a:r>
              <a:rPr lang="zh-CN" altLang="en-US" sz="2000" dirty="0">
                <a:solidFill>
                  <a:prstClr val="white"/>
                </a:solidFill>
                <a:latin typeface="华文中宋" panose="02010600040101010101" pitchFamily="2" charset="-122"/>
                <a:ea typeface="华文中宋" panose="02010600040101010101" pitchFamily="2" charset="-122"/>
              </a:rPr>
              <a:t>电台广告花费的占比较大</a:t>
            </a:r>
            <a:r>
              <a:rPr lang="zh-CN" altLang="en-US" sz="2000" dirty="0" smtClean="0">
                <a:solidFill>
                  <a:prstClr val="white"/>
                </a:solidFill>
                <a:latin typeface="华文中宋" panose="02010600040101010101" pitchFamily="2" charset="-122"/>
                <a:ea typeface="华文中宋" panose="02010600040101010101" pitchFamily="2" charset="-122"/>
              </a:rPr>
              <a:t>。</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zh-CN" altLang="en-US"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关联性的投放类别</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a:solidFill>
                  <a:prstClr val="white"/>
                </a:solidFill>
                <a:latin typeface="华文中宋" panose="02010600040101010101" pitchFamily="2" charset="-122"/>
                <a:ea typeface="华文中宋" panose="02010600040101010101" pitchFamily="2" charset="-122"/>
              </a:rPr>
              <a:t> </a:t>
            </a:r>
            <a:r>
              <a:rPr lang="en-US" altLang="zh-CN" sz="2000" dirty="0" smtClean="0">
                <a:solidFill>
                  <a:prstClr val="white"/>
                </a:solidFill>
                <a:latin typeface="华文中宋" panose="02010600040101010101" pitchFamily="2" charset="-122"/>
                <a:ea typeface="华文中宋" panose="02010600040101010101" pitchFamily="2" charset="-122"/>
              </a:rPr>
              <a:t>    </a:t>
            </a:r>
            <a:r>
              <a:rPr lang="zh-CN" altLang="en-US" sz="2000" dirty="0" smtClean="0">
                <a:solidFill>
                  <a:prstClr val="white"/>
                </a:solidFill>
                <a:latin typeface="华文中宋" panose="02010600040101010101" pitchFamily="2" charset="-122"/>
                <a:ea typeface="华文中宋" panose="02010600040101010101" pitchFamily="2" charset="-122"/>
              </a:rPr>
              <a:t>由于</a:t>
            </a:r>
            <a:r>
              <a:rPr lang="zh-CN" altLang="en-US" sz="2000" dirty="0">
                <a:solidFill>
                  <a:prstClr val="white"/>
                </a:solidFill>
                <a:latin typeface="华文中宋" panose="02010600040101010101" pitchFamily="2" charset="-122"/>
                <a:ea typeface="华文中宋" panose="02010600040101010101" pitchFamily="2" charset="-122"/>
              </a:rPr>
              <a:t>电台媒体的主要受众之一为私家车主，因此吸引不少汽车交易、汽车保养等汽车后互联网产品投放大量电台媒体广告</a:t>
            </a:r>
            <a:r>
              <a:rPr lang="zh-CN" altLang="en-US" sz="2000" dirty="0" smtClean="0">
                <a:solidFill>
                  <a:prstClr val="white"/>
                </a:solidFill>
                <a:latin typeface="华文中宋" panose="02010600040101010101" pitchFamily="2" charset="-122"/>
                <a:ea typeface="华文中宋" panose="02010600040101010101" pitchFamily="2" charset="-122"/>
              </a:rPr>
              <a:t>。</a:t>
            </a:r>
            <a:endParaRPr lang="zh-CN" altLang="en-US" sz="2000" dirty="0">
              <a:solidFill>
                <a:prstClr val="white"/>
              </a:solidFill>
              <a:latin typeface="华文中宋" panose="02010600040101010101" pitchFamily="2" charset="-122"/>
              <a:ea typeface="华文中宋" panose="02010600040101010101" pitchFamily="2" charset="-122"/>
            </a:endParaRPr>
          </a:p>
        </p:txBody>
      </p:sp>
      <p:sp>
        <p:nvSpPr>
          <p:cNvPr id="9" name="KSO_Shape"/>
          <p:cNvSpPr>
            <a:spLocks/>
          </p:cNvSpPr>
          <p:nvPr/>
        </p:nvSpPr>
        <p:spPr bwMode="auto">
          <a:xfrm>
            <a:off x="539552" y="116633"/>
            <a:ext cx="900113" cy="869950"/>
          </a:xfrm>
          <a:custGeom>
            <a:avLst/>
            <a:gdLst>
              <a:gd name="T0" fmla="*/ 1766879 w 3760"/>
              <a:gd name="T1" fmla="*/ 1560699 h 3634"/>
              <a:gd name="T2" fmla="*/ 1586839 w 3760"/>
              <a:gd name="T3" fmla="*/ 1740816 h 3634"/>
              <a:gd name="T4" fmla="*/ 180519 w 3760"/>
              <a:gd name="T5" fmla="*/ 1740816 h 3634"/>
              <a:gd name="T6" fmla="*/ 0 w 3760"/>
              <a:gd name="T7" fmla="*/ 1560699 h 3634"/>
              <a:gd name="T8" fmla="*/ 202066 w 3760"/>
              <a:gd name="T9" fmla="*/ 442150 h 3634"/>
              <a:gd name="T10" fmla="*/ 1565292 w 3760"/>
              <a:gd name="T11" fmla="*/ 442150 h 3634"/>
              <a:gd name="T12" fmla="*/ 1766879 w 3760"/>
              <a:gd name="T13" fmla="*/ 1560699 h 3634"/>
              <a:gd name="T14" fmla="*/ 1514536 w 3760"/>
              <a:gd name="T15" fmla="*/ 731009 h 3634"/>
              <a:gd name="T16" fmla="*/ 1334496 w 3760"/>
              <a:gd name="T17" fmla="*/ 550412 h 3634"/>
              <a:gd name="T18" fmla="*/ 360558 w 3760"/>
              <a:gd name="T19" fmla="*/ 550412 h 3634"/>
              <a:gd name="T20" fmla="*/ 180519 w 3760"/>
              <a:gd name="T21" fmla="*/ 731009 h 3634"/>
              <a:gd name="T22" fmla="*/ 180519 w 3760"/>
              <a:gd name="T23" fmla="*/ 802864 h 3634"/>
              <a:gd name="T24" fmla="*/ 360558 w 3760"/>
              <a:gd name="T25" fmla="*/ 983460 h 3634"/>
              <a:gd name="T26" fmla="*/ 1334496 w 3760"/>
              <a:gd name="T27" fmla="*/ 983460 h 3634"/>
              <a:gd name="T28" fmla="*/ 1514536 w 3760"/>
              <a:gd name="T29" fmla="*/ 802864 h 3634"/>
              <a:gd name="T30" fmla="*/ 1514536 w 3760"/>
              <a:gd name="T31" fmla="*/ 731009 h 3634"/>
              <a:gd name="T32" fmla="*/ 1384773 w 3760"/>
              <a:gd name="T33" fmla="*/ 1106094 h 3634"/>
              <a:gd name="T34" fmla="*/ 1132431 w 3760"/>
              <a:gd name="T35" fmla="*/ 1358545 h 3634"/>
              <a:gd name="T36" fmla="*/ 1384773 w 3760"/>
              <a:gd name="T37" fmla="*/ 1610997 h 3634"/>
              <a:gd name="T38" fmla="*/ 1637116 w 3760"/>
              <a:gd name="T39" fmla="*/ 1358545 h 3634"/>
              <a:gd name="T40" fmla="*/ 1384773 w 3760"/>
              <a:gd name="T41" fmla="*/ 1106094 h 3634"/>
              <a:gd name="T42" fmla="*/ 1384773 w 3760"/>
              <a:gd name="T43" fmla="*/ 1520939 h 3634"/>
              <a:gd name="T44" fmla="*/ 1222450 w 3760"/>
              <a:gd name="T45" fmla="*/ 1358545 h 3634"/>
              <a:gd name="T46" fmla="*/ 1384773 w 3760"/>
              <a:gd name="T47" fmla="*/ 1196152 h 3634"/>
              <a:gd name="T48" fmla="*/ 1547096 w 3760"/>
              <a:gd name="T49" fmla="*/ 1358545 h 3634"/>
              <a:gd name="T50" fmla="*/ 1384773 w 3760"/>
              <a:gd name="T51" fmla="*/ 1520939 h 3634"/>
              <a:gd name="T52" fmla="*/ 288255 w 3760"/>
              <a:gd name="T53" fmla="*/ 802864 h 3634"/>
              <a:gd name="T54" fmla="*/ 1009850 w 3760"/>
              <a:gd name="T55" fmla="*/ 802864 h 3634"/>
              <a:gd name="T56" fmla="*/ 1009850 w 3760"/>
              <a:gd name="T57" fmla="*/ 875198 h 3634"/>
              <a:gd name="T58" fmla="*/ 1081675 w 3760"/>
              <a:gd name="T59" fmla="*/ 875198 h 3634"/>
              <a:gd name="T60" fmla="*/ 1081675 w 3760"/>
              <a:gd name="T61" fmla="*/ 802864 h 3634"/>
              <a:gd name="T62" fmla="*/ 1262193 w 3760"/>
              <a:gd name="T63" fmla="*/ 802864 h 3634"/>
              <a:gd name="T64" fmla="*/ 1262193 w 3760"/>
              <a:gd name="T65" fmla="*/ 875198 h 3634"/>
              <a:gd name="T66" fmla="*/ 1334496 w 3760"/>
              <a:gd name="T67" fmla="*/ 875198 h 3634"/>
              <a:gd name="T68" fmla="*/ 1334496 w 3760"/>
              <a:gd name="T69" fmla="*/ 802864 h 3634"/>
              <a:gd name="T70" fmla="*/ 1406321 w 3760"/>
              <a:gd name="T71" fmla="*/ 802864 h 3634"/>
              <a:gd name="T72" fmla="*/ 1406321 w 3760"/>
              <a:gd name="T73" fmla="*/ 911126 h 3634"/>
              <a:gd name="T74" fmla="*/ 288255 w 3760"/>
              <a:gd name="T75" fmla="*/ 911126 h 3634"/>
              <a:gd name="T76" fmla="*/ 288255 w 3760"/>
              <a:gd name="T77" fmla="*/ 802864 h 3634"/>
              <a:gd name="T78" fmla="*/ 829332 w 3760"/>
              <a:gd name="T79" fmla="*/ 658674 h 3634"/>
              <a:gd name="T80" fmla="*/ 757507 w 3760"/>
              <a:gd name="T81" fmla="*/ 658674 h 3634"/>
              <a:gd name="T82" fmla="*/ 757507 w 3760"/>
              <a:gd name="T83" fmla="*/ 731009 h 3634"/>
              <a:gd name="T84" fmla="*/ 612901 w 3760"/>
              <a:gd name="T85" fmla="*/ 731009 h 3634"/>
              <a:gd name="T86" fmla="*/ 612901 w 3760"/>
              <a:gd name="T87" fmla="*/ 658674 h 3634"/>
              <a:gd name="T88" fmla="*/ 541077 w 3760"/>
              <a:gd name="T89" fmla="*/ 658674 h 3634"/>
              <a:gd name="T90" fmla="*/ 541077 w 3760"/>
              <a:gd name="T91" fmla="*/ 731009 h 3634"/>
              <a:gd name="T92" fmla="*/ 288255 w 3760"/>
              <a:gd name="T93" fmla="*/ 731009 h 3634"/>
              <a:gd name="T94" fmla="*/ 288255 w 3760"/>
              <a:gd name="T95" fmla="*/ 622747 h 3634"/>
              <a:gd name="T96" fmla="*/ 1406321 w 3760"/>
              <a:gd name="T97" fmla="*/ 622747 h 3634"/>
              <a:gd name="T98" fmla="*/ 1406321 w 3760"/>
              <a:gd name="T99" fmla="*/ 731009 h 3634"/>
              <a:gd name="T100" fmla="*/ 829332 w 3760"/>
              <a:gd name="T101" fmla="*/ 731009 h 3634"/>
              <a:gd name="T102" fmla="*/ 829332 w 3760"/>
              <a:gd name="T103" fmla="*/ 658674 h 3634"/>
              <a:gd name="T104" fmla="*/ 332307 w 3760"/>
              <a:gd name="T105" fmla="*/ 182513 h 3634"/>
              <a:gd name="T106" fmla="*/ 265750 w 3760"/>
              <a:gd name="T107" fmla="*/ 206943 h 3634"/>
              <a:gd name="T108" fmla="*/ 162323 w 3760"/>
              <a:gd name="T109" fmla="*/ 103472 h 3634"/>
              <a:gd name="T110" fmla="*/ 265750 w 3760"/>
              <a:gd name="T111" fmla="*/ 0 h 3634"/>
              <a:gd name="T112" fmla="*/ 366783 w 3760"/>
              <a:gd name="T113" fmla="*/ 81436 h 3634"/>
              <a:gd name="T114" fmla="*/ 1578220 w 3760"/>
              <a:gd name="T115" fmla="*/ 406222 h 3634"/>
              <a:gd name="T116" fmla="*/ 1165949 w 3760"/>
              <a:gd name="T117" fmla="*/ 406222 h 3634"/>
              <a:gd name="T118" fmla="*/ 332307 w 3760"/>
              <a:gd name="T119" fmla="*/ 182513 h 36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760" h="3634">
                <a:moveTo>
                  <a:pt x="3690" y="3258"/>
                </a:moveTo>
                <a:cubicBezTo>
                  <a:pt x="3690" y="3466"/>
                  <a:pt x="3522" y="3634"/>
                  <a:pt x="3314" y="3634"/>
                </a:cubicBezTo>
                <a:cubicBezTo>
                  <a:pt x="377" y="3634"/>
                  <a:pt x="377" y="3634"/>
                  <a:pt x="377" y="3634"/>
                </a:cubicBezTo>
                <a:cubicBezTo>
                  <a:pt x="169" y="3634"/>
                  <a:pt x="0" y="3466"/>
                  <a:pt x="0" y="3258"/>
                </a:cubicBezTo>
                <a:cubicBezTo>
                  <a:pt x="0" y="3258"/>
                  <a:pt x="6" y="923"/>
                  <a:pt x="422" y="923"/>
                </a:cubicBezTo>
                <a:cubicBezTo>
                  <a:pt x="3269" y="923"/>
                  <a:pt x="3269" y="923"/>
                  <a:pt x="3269" y="923"/>
                </a:cubicBezTo>
                <a:cubicBezTo>
                  <a:pt x="3760" y="923"/>
                  <a:pt x="3690" y="3258"/>
                  <a:pt x="3690" y="3258"/>
                </a:cubicBezTo>
                <a:close/>
                <a:moveTo>
                  <a:pt x="3163" y="1526"/>
                </a:moveTo>
                <a:cubicBezTo>
                  <a:pt x="3163" y="1318"/>
                  <a:pt x="2995" y="1149"/>
                  <a:pt x="2787" y="1149"/>
                </a:cubicBezTo>
                <a:cubicBezTo>
                  <a:pt x="753" y="1149"/>
                  <a:pt x="753" y="1149"/>
                  <a:pt x="753" y="1149"/>
                </a:cubicBezTo>
                <a:cubicBezTo>
                  <a:pt x="545" y="1149"/>
                  <a:pt x="377" y="1318"/>
                  <a:pt x="377" y="1526"/>
                </a:cubicBezTo>
                <a:cubicBezTo>
                  <a:pt x="377" y="1676"/>
                  <a:pt x="377" y="1676"/>
                  <a:pt x="377" y="1676"/>
                </a:cubicBezTo>
                <a:cubicBezTo>
                  <a:pt x="377" y="1884"/>
                  <a:pt x="545" y="2053"/>
                  <a:pt x="753" y="2053"/>
                </a:cubicBezTo>
                <a:cubicBezTo>
                  <a:pt x="2787" y="2053"/>
                  <a:pt x="2787" y="2053"/>
                  <a:pt x="2787" y="2053"/>
                </a:cubicBezTo>
                <a:cubicBezTo>
                  <a:pt x="2995" y="2053"/>
                  <a:pt x="3163" y="1884"/>
                  <a:pt x="3163" y="1676"/>
                </a:cubicBezTo>
                <a:lnTo>
                  <a:pt x="3163" y="1526"/>
                </a:lnTo>
                <a:close/>
                <a:moveTo>
                  <a:pt x="2892" y="2309"/>
                </a:moveTo>
                <a:cubicBezTo>
                  <a:pt x="2601" y="2309"/>
                  <a:pt x="2365" y="2545"/>
                  <a:pt x="2365" y="2836"/>
                </a:cubicBezTo>
                <a:cubicBezTo>
                  <a:pt x="2365" y="3127"/>
                  <a:pt x="2601" y="3363"/>
                  <a:pt x="2892" y="3363"/>
                </a:cubicBezTo>
                <a:cubicBezTo>
                  <a:pt x="3183" y="3363"/>
                  <a:pt x="3419" y="3127"/>
                  <a:pt x="3419" y="2836"/>
                </a:cubicBezTo>
                <a:cubicBezTo>
                  <a:pt x="3419" y="2545"/>
                  <a:pt x="3183" y="2309"/>
                  <a:pt x="2892" y="2309"/>
                </a:cubicBezTo>
                <a:close/>
                <a:moveTo>
                  <a:pt x="2892" y="3175"/>
                </a:moveTo>
                <a:cubicBezTo>
                  <a:pt x="2705" y="3175"/>
                  <a:pt x="2553" y="3023"/>
                  <a:pt x="2553" y="2836"/>
                </a:cubicBezTo>
                <a:cubicBezTo>
                  <a:pt x="2553" y="2649"/>
                  <a:pt x="2705" y="2497"/>
                  <a:pt x="2892" y="2497"/>
                </a:cubicBezTo>
                <a:cubicBezTo>
                  <a:pt x="3079" y="2497"/>
                  <a:pt x="3231" y="2649"/>
                  <a:pt x="3231" y="2836"/>
                </a:cubicBezTo>
                <a:cubicBezTo>
                  <a:pt x="3231" y="3023"/>
                  <a:pt x="3079" y="3175"/>
                  <a:pt x="2892" y="3175"/>
                </a:cubicBezTo>
                <a:close/>
                <a:moveTo>
                  <a:pt x="602" y="1676"/>
                </a:moveTo>
                <a:cubicBezTo>
                  <a:pt x="2109" y="1676"/>
                  <a:pt x="2109" y="1676"/>
                  <a:pt x="2109" y="1676"/>
                </a:cubicBezTo>
                <a:cubicBezTo>
                  <a:pt x="2109" y="1827"/>
                  <a:pt x="2109" y="1827"/>
                  <a:pt x="2109" y="1827"/>
                </a:cubicBezTo>
                <a:cubicBezTo>
                  <a:pt x="2259" y="1827"/>
                  <a:pt x="2259" y="1827"/>
                  <a:pt x="2259" y="1827"/>
                </a:cubicBezTo>
                <a:cubicBezTo>
                  <a:pt x="2259" y="1676"/>
                  <a:pt x="2259" y="1676"/>
                  <a:pt x="2259" y="1676"/>
                </a:cubicBezTo>
                <a:cubicBezTo>
                  <a:pt x="2636" y="1676"/>
                  <a:pt x="2636" y="1676"/>
                  <a:pt x="2636" y="1676"/>
                </a:cubicBezTo>
                <a:cubicBezTo>
                  <a:pt x="2636" y="1827"/>
                  <a:pt x="2636" y="1827"/>
                  <a:pt x="2636" y="1827"/>
                </a:cubicBezTo>
                <a:cubicBezTo>
                  <a:pt x="2787" y="1827"/>
                  <a:pt x="2787" y="1827"/>
                  <a:pt x="2787" y="1827"/>
                </a:cubicBezTo>
                <a:cubicBezTo>
                  <a:pt x="2787" y="1676"/>
                  <a:pt x="2787" y="1676"/>
                  <a:pt x="2787" y="1676"/>
                </a:cubicBezTo>
                <a:cubicBezTo>
                  <a:pt x="2937" y="1676"/>
                  <a:pt x="2937" y="1676"/>
                  <a:pt x="2937" y="1676"/>
                </a:cubicBezTo>
                <a:cubicBezTo>
                  <a:pt x="2937" y="1902"/>
                  <a:pt x="2937" y="1902"/>
                  <a:pt x="2937" y="1902"/>
                </a:cubicBezTo>
                <a:cubicBezTo>
                  <a:pt x="602" y="1902"/>
                  <a:pt x="602" y="1902"/>
                  <a:pt x="602" y="1902"/>
                </a:cubicBezTo>
                <a:lnTo>
                  <a:pt x="602" y="1676"/>
                </a:lnTo>
                <a:close/>
                <a:moveTo>
                  <a:pt x="1732" y="1375"/>
                </a:moveTo>
                <a:cubicBezTo>
                  <a:pt x="1582" y="1375"/>
                  <a:pt x="1582" y="1375"/>
                  <a:pt x="1582" y="1375"/>
                </a:cubicBezTo>
                <a:cubicBezTo>
                  <a:pt x="1582" y="1526"/>
                  <a:pt x="1582" y="1526"/>
                  <a:pt x="1582" y="1526"/>
                </a:cubicBezTo>
                <a:cubicBezTo>
                  <a:pt x="1280" y="1526"/>
                  <a:pt x="1280" y="1526"/>
                  <a:pt x="1280" y="1526"/>
                </a:cubicBezTo>
                <a:cubicBezTo>
                  <a:pt x="1280" y="1375"/>
                  <a:pt x="1280" y="1375"/>
                  <a:pt x="1280" y="1375"/>
                </a:cubicBezTo>
                <a:cubicBezTo>
                  <a:pt x="1130" y="1375"/>
                  <a:pt x="1130" y="1375"/>
                  <a:pt x="1130" y="1375"/>
                </a:cubicBezTo>
                <a:cubicBezTo>
                  <a:pt x="1130" y="1526"/>
                  <a:pt x="1130" y="1526"/>
                  <a:pt x="1130" y="1526"/>
                </a:cubicBezTo>
                <a:cubicBezTo>
                  <a:pt x="602" y="1526"/>
                  <a:pt x="602" y="1526"/>
                  <a:pt x="602" y="1526"/>
                </a:cubicBezTo>
                <a:cubicBezTo>
                  <a:pt x="602" y="1300"/>
                  <a:pt x="602" y="1300"/>
                  <a:pt x="602" y="1300"/>
                </a:cubicBezTo>
                <a:cubicBezTo>
                  <a:pt x="2937" y="1300"/>
                  <a:pt x="2937" y="1300"/>
                  <a:pt x="2937" y="1300"/>
                </a:cubicBezTo>
                <a:cubicBezTo>
                  <a:pt x="2937" y="1526"/>
                  <a:pt x="2937" y="1526"/>
                  <a:pt x="2937" y="1526"/>
                </a:cubicBezTo>
                <a:cubicBezTo>
                  <a:pt x="1732" y="1526"/>
                  <a:pt x="1732" y="1526"/>
                  <a:pt x="1732" y="1526"/>
                </a:cubicBezTo>
                <a:lnTo>
                  <a:pt x="1732" y="1375"/>
                </a:lnTo>
                <a:close/>
                <a:moveTo>
                  <a:pt x="694" y="381"/>
                </a:moveTo>
                <a:cubicBezTo>
                  <a:pt x="657" y="413"/>
                  <a:pt x="608" y="432"/>
                  <a:pt x="555" y="432"/>
                </a:cubicBezTo>
                <a:cubicBezTo>
                  <a:pt x="436" y="432"/>
                  <a:pt x="339" y="336"/>
                  <a:pt x="339" y="216"/>
                </a:cubicBezTo>
                <a:cubicBezTo>
                  <a:pt x="339" y="97"/>
                  <a:pt x="436" y="0"/>
                  <a:pt x="555" y="0"/>
                </a:cubicBezTo>
                <a:cubicBezTo>
                  <a:pt x="658" y="0"/>
                  <a:pt x="744" y="73"/>
                  <a:pt x="766" y="170"/>
                </a:cubicBezTo>
                <a:cubicBezTo>
                  <a:pt x="3296" y="848"/>
                  <a:pt x="3296" y="848"/>
                  <a:pt x="3296" y="848"/>
                </a:cubicBezTo>
                <a:cubicBezTo>
                  <a:pt x="2435" y="848"/>
                  <a:pt x="2435" y="848"/>
                  <a:pt x="2435" y="848"/>
                </a:cubicBezTo>
                <a:lnTo>
                  <a:pt x="694" y="381"/>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2442191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smtClean="0">
                <a:latin typeface="Century Gothic"/>
              </a:rPr>
              <a:t>8</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a:latin typeface="Arial Black"/>
                <a:ea typeface="微软雅黑"/>
              </a:rPr>
              <a:t>传统户外</a:t>
            </a:r>
            <a:r>
              <a:rPr lang="zh-CN" altLang="en-US" sz="4800" dirty="0" smtClean="0">
                <a:latin typeface="Arial Black"/>
                <a:ea typeface="微软雅黑"/>
              </a:rPr>
              <a:t>广告</a:t>
            </a:r>
            <a:endParaRPr lang="zh-CN" altLang="en-US" sz="4800" dirty="0">
              <a:latin typeface="Arial Black"/>
              <a:ea typeface="微软雅黑"/>
            </a:endParaRPr>
          </a:p>
        </p:txBody>
      </p:sp>
    </p:spTree>
    <p:extLst>
      <p:ext uri="{BB962C8B-B14F-4D97-AF65-F5344CB8AC3E}">
        <p14:creationId xmlns:p14="http://schemas.microsoft.com/office/powerpoint/2010/main" val="48177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8460" y="213285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企业传统户外广告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1116428065"/>
              </p:ext>
            </p:extLst>
          </p:nvPr>
        </p:nvGraphicFramePr>
        <p:xfrm>
          <a:off x="-180528" y="2348880"/>
          <a:ext cx="9218855" cy="4480272"/>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3261256" y="2780928"/>
            <a:ext cx="1462190"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2015</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322.2%</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12" name="TextBox 11"/>
          <p:cNvSpPr txBox="1"/>
          <p:nvPr/>
        </p:nvSpPr>
        <p:spPr>
          <a:xfrm>
            <a:off x="7308304" y="4754622"/>
            <a:ext cx="1418738" cy="738664"/>
          </a:xfrm>
          <a:prstGeom prst="rect">
            <a:avLst/>
          </a:prstGeom>
          <a:solidFill>
            <a:srgbClr val="F1B015"/>
          </a:solidFill>
        </p:spPr>
        <p:txBody>
          <a:bodyPr wrap="square" rtlCol="0">
            <a:spAutoFit/>
          </a:bodyPr>
          <a:lstStyle/>
          <a:p>
            <a:pPr algn="ctr"/>
            <a:r>
              <a:rPr lang="en-US" altLang="zh-CN" sz="1400" b="1" dirty="0" smtClean="0">
                <a:solidFill>
                  <a:schemeClr val="bg1"/>
                </a:solidFill>
                <a:latin typeface="华文中宋" panose="02010600040101010101" pitchFamily="2" charset="-122"/>
                <a:ea typeface="华文中宋" panose="02010600040101010101" pitchFamily="2" charset="-122"/>
              </a:rPr>
              <a:t>2016</a:t>
            </a:r>
            <a:r>
              <a:rPr lang="zh-CN" altLang="en-US" sz="1400" b="1" dirty="0" smtClean="0">
                <a:solidFill>
                  <a:schemeClr val="bg1"/>
                </a:solidFill>
                <a:latin typeface="华文中宋" panose="02010600040101010101" pitchFamily="2" charset="-122"/>
                <a:ea typeface="华文中宋" panose="02010600040101010101" pitchFamily="2" charset="-122"/>
              </a:rPr>
              <a:t>年</a:t>
            </a:r>
            <a:r>
              <a:rPr lang="en-US" altLang="zh-CN" sz="1400" b="1" dirty="0" smtClean="0">
                <a:solidFill>
                  <a:schemeClr val="bg1"/>
                </a:solidFill>
                <a:latin typeface="华文中宋" panose="02010600040101010101" pitchFamily="2" charset="-122"/>
                <a:ea typeface="华文中宋" panose="02010600040101010101" pitchFamily="2" charset="-122"/>
              </a:rPr>
              <a:t>1-3</a:t>
            </a:r>
            <a:r>
              <a:rPr lang="zh-CN" altLang="en-US" sz="1400" b="1" dirty="0" smtClean="0">
                <a:solidFill>
                  <a:schemeClr val="bg1"/>
                </a:solidFill>
                <a:latin typeface="华文中宋" panose="02010600040101010101" pitchFamily="2" charset="-122"/>
                <a:ea typeface="华文中宋" panose="02010600040101010101" pitchFamily="2" charset="-122"/>
              </a:rPr>
              <a:t>月</a:t>
            </a:r>
            <a:endParaRPr lang="en-US" altLang="zh-CN" sz="14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400" b="1" dirty="0" smtClean="0">
                <a:solidFill>
                  <a:schemeClr val="bg1"/>
                </a:solidFill>
                <a:latin typeface="华文中宋" panose="02010600040101010101" pitchFamily="2" charset="-122"/>
                <a:ea typeface="华文中宋" panose="02010600040101010101" pitchFamily="2" charset="-122"/>
              </a:rPr>
              <a:t>同比增幅</a:t>
            </a:r>
            <a:r>
              <a:rPr lang="en-US" altLang="zh-CN" sz="1400" b="1" dirty="0" smtClean="0">
                <a:solidFill>
                  <a:schemeClr val="bg1"/>
                </a:solidFill>
                <a:latin typeface="华文中宋" panose="02010600040101010101" pitchFamily="2" charset="-122"/>
                <a:ea typeface="华文中宋" panose="02010600040101010101" pitchFamily="2" charset="-122"/>
              </a:rPr>
              <a:t>45.3%</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9"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互联网企业传统</a:t>
            </a:r>
            <a:r>
              <a:rPr lang="zh-CN" altLang="en-US" b="1" dirty="0">
                <a:solidFill>
                  <a:srgbClr val="FFFFFF"/>
                </a:solidFill>
                <a:latin typeface="Arial Black"/>
                <a:ea typeface="微软雅黑"/>
              </a:rPr>
              <a:t>户外</a:t>
            </a:r>
            <a:r>
              <a:rPr lang="zh-CN" altLang="en-US" b="1" dirty="0" smtClean="0">
                <a:solidFill>
                  <a:srgbClr val="FFFFFF"/>
                </a:solidFill>
                <a:latin typeface="Arial Black"/>
                <a:ea typeface="微软雅黑"/>
              </a:rPr>
              <a:t>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4" name="内容占位符 2"/>
          <p:cNvSpPr txBox="1"/>
          <p:nvPr/>
        </p:nvSpPr>
        <p:spPr>
          <a:xfrm>
            <a:off x="251522" y="1065510"/>
            <a:ext cx="8612740" cy="92333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互联网企业在传统户外的广告投放呈现波动中增长的趋势</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从</a:t>
            </a:r>
            <a:r>
              <a:rPr lang="en-US" altLang="zh-CN" sz="2000" dirty="0" smtClean="0">
                <a:solidFill>
                  <a:prstClr val="white"/>
                </a:solidFill>
                <a:latin typeface="华文中宋" panose="02010600040101010101" pitchFamily="2" charset="-122"/>
                <a:ea typeface="华文中宋" panose="02010600040101010101" pitchFamily="2" charset="-122"/>
              </a:rPr>
              <a:t>2015</a:t>
            </a:r>
            <a:r>
              <a:rPr lang="zh-CN" altLang="en-US" sz="2000" dirty="0" smtClean="0">
                <a:solidFill>
                  <a:prstClr val="white"/>
                </a:solidFill>
                <a:latin typeface="华文中宋" panose="02010600040101010101" pitchFamily="2" charset="-122"/>
                <a:ea typeface="华文中宋" panose="02010600040101010101" pitchFamily="2" charset="-122"/>
              </a:rPr>
              <a:t>年</a:t>
            </a:r>
            <a:r>
              <a:rPr lang="en-US" altLang="zh-CN" sz="2000" dirty="0" smtClean="0">
                <a:solidFill>
                  <a:prstClr val="white"/>
                </a:solidFill>
                <a:latin typeface="华文中宋" panose="02010600040101010101" pitchFamily="2" charset="-122"/>
                <a:ea typeface="华文中宋" panose="02010600040101010101" pitchFamily="2" charset="-122"/>
              </a:rPr>
              <a:t>7</a:t>
            </a:r>
            <a:r>
              <a:rPr lang="zh-CN" altLang="en-US" sz="2000" dirty="0" smtClean="0">
                <a:solidFill>
                  <a:prstClr val="white"/>
                </a:solidFill>
                <a:latin typeface="华文中宋" panose="02010600040101010101" pitchFamily="2" charset="-122"/>
                <a:ea typeface="华文中宋" panose="02010600040101010101" pitchFamily="2" charset="-122"/>
              </a:rPr>
              <a:t>月之后，互联网企业在传统户外的增长更加明显</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
        <p:nvSpPr>
          <p:cNvPr id="15" name="KSO_Shape"/>
          <p:cNvSpPr>
            <a:spLocks/>
          </p:cNvSpPr>
          <p:nvPr/>
        </p:nvSpPr>
        <p:spPr bwMode="auto">
          <a:xfrm>
            <a:off x="611559" y="199781"/>
            <a:ext cx="995939" cy="592947"/>
          </a:xfrm>
          <a:custGeom>
            <a:avLst/>
            <a:gdLst>
              <a:gd name="T0" fmla="*/ 192479 w 4892"/>
              <a:gd name="T1" fmla="*/ 95349 h 2558"/>
              <a:gd name="T2" fmla="*/ 171869 w 4892"/>
              <a:gd name="T3" fmla="*/ 611116 h 2558"/>
              <a:gd name="T4" fmla="*/ 140955 w 4892"/>
              <a:gd name="T5" fmla="*/ 464596 h 2558"/>
              <a:gd name="T6" fmla="*/ 140955 w 4892"/>
              <a:gd name="T7" fmla="*/ 644985 h 2558"/>
              <a:gd name="T8" fmla="*/ 192479 w 4892"/>
              <a:gd name="T9" fmla="*/ 640568 h 2558"/>
              <a:gd name="T10" fmla="*/ 0 w 4892"/>
              <a:gd name="T11" fmla="*/ 939867 h 2558"/>
              <a:gd name="T12" fmla="*/ 567500 w 4892"/>
              <a:gd name="T13" fmla="*/ 2209 h 2558"/>
              <a:gd name="T14" fmla="*/ 1800397 w 4892"/>
              <a:gd name="T15" fmla="*/ 941708 h 2558"/>
              <a:gd name="T16" fmla="*/ 567500 w 4892"/>
              <a:gd name="T17" fmla="*/ 2209 h 2558"/>
              <a:gd name="T18" fmla="*/ 677173 w 4892"/>
              <a:gd name="T19" fmla="*/ 830529 h 2558"/>
              <a:gd name="T20" fmla="*/ 769916 w 4892"/>
              <a:gd name="T21" fmla="*/ 830529 h 2558"/>
              <a:gd name="T22" fmla="*/ 723545 w 4892"/>
              <a:gd name="T23" fmla="*/ 103816 h 2558"/>
              <a:gd name="T24" fmla="*/ 1643617 w 4892"/>
              <a:gd name="T25" fmla="*/ 281261 h 2558"/>
              <a:gd name="T26" fmla="*/ 1681524 w 4892"/>
              <a:gd name="T27" fmla="*/ 876915 h 2558"/>
              <a:gd name="T28" fmla="*/ 1719431 w 4892"/>
              <a:gd name="T29" fmla="*/ 281261 h 2558"/>
              <a:gd name="T30" fmla="*/ 1643617 w 4892"/>
              <a:gd name="T31" fmla="*/ 281261 h 2558"/>
              <a:gd name="T32" fmla="*/ 1473955 w 4892"/>
              <a:gd name="T33" fmla="*/ 837524 h 2558"/>
              <a:gd name="T34" fmla="*/ 1552346 w 4892"/>
              <a:gd name="T35" fmla="*/ 837524 h 2558"/>
              <a:gd name="T36" fmla="*/ 1513335 w 4892"/>
              <a:gd name="T37" fmla="*/ 220885 h 2558"/>
              <a:gd name="T38" fmla="*/ 1285893 w 4892"/>
              <a:gd name="T39" fmla="*/ 238556 h 2558"/>
              <a:gd name="T40" fmla="*/ 1326744 w 4892"/>
              <a:gd name="T41" fmla="*/ 876915 h 2558"/>
              <a:gd name="T42" fmla="*/ 1367227 w 4892"/>
              <a:gd name="T43" fmla="*/ 238556 h 2558"/>
              <a:gd name="T44" fmla="*/ 1285893 w 4892"/>
              <a:gd name="T45" fmla="*/ 238556 h 2558"/>
              <a:gd name="T46" fmla="*/ 1097830 w 4892"/>
              <a:gd name="T47" fmla="*/ 834579 h 2558"/>
              <a:gd name="T48" fmla="*/ 1182477 w 4892"/>
              <a:gd name="T49" fmla="*/ 834579 h 2558"/>
              <a:gd name="T50" fmla="*/ 1140153 w 4892"/>
              <a:gd name="T51" fmla="*/ 169714 h 2558"/>
              <a:gd name="T52" fmla="*/ 893942 w 4892"/>
              <a:gd name="T53" fmla="*/ 181494 h 2558"/>
              <a:gd name="T54" fmla="*/ 938105 w 4892"/>
              <a:gd name="T55" fmla="*/ 876915 h 2558"/>
              <a:gd name="T56" fmla="*/ 982269 w 4892"/>
              <a:gd name="T57" fmla="*/ 181494 h 2558"/>
              <a:gd name="T58" fmla="*/ 893942 w 4892"/>
              <a:gd name="T59" fmla="*/ 181494 h 2558"/>
              <a:gd name="T60" fmla="*/ 497943 w 4892"/>
              <a:gd name="T61" fmla="*/ 0 h 2558"/>
              <a:gd name="T62" fmla="*/ 223393 w 4892"/>
              <a:gd name="T63" fmla="*/ 939867 h 25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92" h="2558">
                <a:moveTo>
                  <a:pt x="0" y="422"/>
                </a:moveTo>
                <a:cubicBezTo>
                  <a:pt x="523" y="259"/>
                  <a:pt x="523" y="259"/>
                  <a:pt x="523" y="259"/>
                </a:cubicBezTo>
                <a:cubicBezTo>
                  <a:pt x="523" y="1655"/>
                  <a:pt x="523" y="1655"/>
                  <a:pt x="523" y="1655"/>
                </a:cubicBezTo>
                <a:cubicBezTo>
                  <a:pt x="467" y="1660"/>
                  <a:pt x="467" y="1660"/>
                  <a:pt x="467" y="1660"/>
                </a:cubicBezTo>
                <a:cubicBezTo>
                  <a:pt x="467" y="1262"/>
                  <a:pt x="467" y="1262"/>
                  <a:pt x="467" y="1262"/>
                </a:cubicBezTo>
                <a:cubicBezTo>
                  <a:pt x="383" y="1262"/>
                  <a:pt x="383" y="1262"/>
                  <a:pt x="383" y="1262"/>
                </a:cubicBezTo>
                <a:cubicBezTo>
                  <a:pt x="383" y="1706"/>
                  <a:pt x="383" y="1706"/>
                  <a:pt x="383" y="1706"/>
                </a:cubicBezTo>
                <a:cubicBezTo>
                  <a:pt x="383" y="1752"/>
                  <a:pt x="383" y="1752"/>
                  <a:pt x="383" y="1752"/>
                </a:cubicBezTo>
                <a:cubicBezTo>
                  <a:pt x="429" y="1748"/>
                  <a:pt x="429" y="1748"/>
                  <a:pt x="429" y="1748"/>
                </a:cubicBezTo>
                <a:cubicBezTo>
                  <a:pt x="523" y="1740"/>
                  <a:pt x="523" y="1740"/>
                  <a:pt x="523" y="1740"/>
                </a:cubicBezTo>
                <a:cubicBezTo>
                  <a:pt x="523" y="2553"/>
                  <a:pt x="523" y="2553"/>
                  <a:pt x="523" y="2553"/>
                </a:cubicBezTo>
                <a:cubicBezTo>
                  <a:pt x="0" y="2553"/>
                  <a:pt x="0" y="2553"/>
                  <a:pt x="0" y="2553"/>
                </a:cubicBezTo>
                <a:lnTo>
                  <a:pt x="0" y="422"/>
                </a:lnTo>
                <a:close/>
                <a:moveTo>
                  <a:pt x="1542" y="6"/>
                </a:moveTo>
                <a:cubicBezTo>
                  <a:pt x="4892" y="577"/>
                  <a:pt x="4892" y="577"/>
                  <a:pt x="4892" y="577"/>
                </a:cubicBezTo>
                <a:cubicBezTo>
                  <a:pt x="4892" y="2558"/>
                  <a:pt x="4892" y="2558"/>
                  <a:pt x="4892" y="2558"/>
                </a:cubicBezTo>
                <a:cubicBezTo>
                  <a:pt x="1542" y="2558"/>
                  <a:pt x="1542" y="2558"/>
                  <a:pt x="1542" y="2558"/>
                </a:cubicBezTo>
                <a:lnTo>
                  <a:pt x="1542" y="6"/>
                </a:lnTo>
                <a:close/>
                <a:moveTo>
                  <a:pt x="1840" y="408"/>
                </a:moveTo>
                <a:cubicBezTo>
                  <a:pt x="1840" y="2256"/>
                  <a:pt x="1840" y="2256"/>
                  <a:pt x="1840" y="2256"/>
                </a:cubicBezTo>
                <a:cubicBezTo>
                  <a:pt x="1840" y="2325"/>
                  <a:pt x="1896" y="2382"/>
                  <a:pt x="1966" y="2382"/>
                </a:cubicBezTo>
                <a:cubicBezTo>
                  <a:pt x="2035" y="2382"/>
                  <a:pt x="2092" y="2325"/>
                  <a:pt x="2092" y="2256"/>
                </a:cubicBezTo>
                <a:cubicBezTo>
                  <a:pt x="2092" y="408"/>
                  <a:pt x="2092" y="408"/>
                  <a:pt x="2092" y="408"/>
                </a:cubicBezTo>
                <a:cubicBezTo>
                  <a:pt x="2092" y="339"/>
                  <a:pt x="2035" y="282"/>
                  <a:pt x="1966" y="282"/>
                </a:cubicBezTo>
                <a:cubicBezTo>
                  <a:pt x="1896" y="282"/>
                  <a:pt x="1840" y="339"/>
                  <a:pt x="1840" y="408"/>
                </a:cubicBezTo>
                <a:close/>
                <a:moveTo>
                  <a:pt x="4466" y="764"/>
                </a:moveTo>
                <a:cubicBezTo>
                  <a:pt x="4466" y="2279"/>
                  <a:pt x="4466" y="2279"/>
                  <a:pt x="4466" y="2279"/>
                </a:cubicBezTo>
                <a:cubicBezTo>
                  <a:pt x="4466" y="2336"/>
                  <a:pt x="4511" y="2382"/>
                  <a:pt x="4569" y="2382"/>
                </a:cubicBezTo>
                <a:cubicBezTo>
                  <a:pt x="4626" y="2382"/>
                  <a:pt x="4672" y="2336"/>
                  <a:pt x="4672" y="2279"/>
                </a:cubicBezTo>
                <a:cubicBezTo>
                  <a:pt x="4672" y="764"/>
                  <a:pt x="4672" y="764"/>
                  <a:pt x="4672" y="764"/>
                </a:cubicBezTo>
                <a:cubicBezTo>
                  <a:pt x="4672" y="708"/>
                  <a:pt x="4626" y="661"/>
                  <a:pt x="4569" y="661"/>
                </a:cubicBezTo>
                <a:cubicBezTo>
                  <a:pt x="4511" y="661"/>
                  <a:pt x="4466" y="708"/>
                  <a:pt x="4466" y="764"/>
                </a:cubicBezTo>
                <a:close/>
                <a:moveTo>
                  <a:pt x="4005" y="707"/>
                </a:moveTo>
                <a:cubicBezTo>
                  <a:pt x="4005" y="2275"/>
                  <a:pt x="4005" y="2275"/>
                  <a:pt x="4005" y="2275"/>
                </a:cubicBezTo>
                <a:cubicBezTo>
                  <a:pt x="4005" y="2334"/>
                  <a:pt x="4053" y="2382"/>
                  <a:pt x="4112" y="2382"/>
                </a:cubicBezTo>
                <a:cubicBezTo>
                  <a:pt x="4171" y="2382"/>
                  <a:pt x="4218" y="2334"/>
                  <a:pt x="4218" y="2275"/>
                </a:cubicBezTo>
                <a:cubicBezTo>
                  <a:pt x="4218" y="707"/>
                  <a:pt x="4218" y="707"/>
                  <a:pt x="4218" y="707"/>
                </a:cubicBezTo>
                <a:cubicBezTo>
                  <a:pt x="4218" y="648"/>
                  <a:pt x="4171" y="600"/>
                  <a:pt x="4112" y="600"/>
                </a:cubicBezTo>
                <a:cubicBezTo>
                  <a:pt x="4053" y="600"/>
                  <a:pt x="4005" y="648"/>
                  <a:pt x="4005" y="707"/>
                </a:cubicBezTo>
                <a:close/>
                <a:moveTo>
                  <a:pt x="3494" y="648"/>
                </a:moveTo>
                <a:cubicBezTo>
                  <a:pt x="3494" y="2271"/>
                  <a:pt x="3494" y="2271"/>
                  <a:pt x="3494" y="2271"/>
                </a:cubicBezTo>
                <a:cubicBezTo>
                  <a:pt x="3494" y="2332"/>
                  <a:pt x="3544" y="2382"/>
                  <a:pt x="3605" y="2382"/>
                </a:cubicBezTo>
                <a:cubicBezTo>
                  <a:pt x="3666" y="2382"/>
                  <a:pt x="3715" y="2332"/>
                  <a:pt x="3715" y="2271"/>
                </a:cubicBezTo>
                <a:cubicBezTo>
                  <a:pt x="3715" y="648"/>
                  <a:pt x="3715" y="648"/>
                  <a:pt x="3715" y="648"/>
                </a:cubicBezTo>
                <a:cubicBezTo>
                  <a:pt x="3715" y="587"/>
                  <a:pt x="3666" y="537"/>
                  <a:pt x="3605" y="537"/>
                </a:cubicBezTo>
                <a:cubicBezTo>
                  <a:pt x="3544" y="537"/>
                  <a:pt x="3494" y="587"/>
                  <a:pt x="3494" y="648"/>
                </a:cubicBezTo>
                <a:close/>
                <a:moveTo>
                  <a:pt x="2983" y="576"/>
                </a:moveTo>
                <a:cubicBezTo>
                  <a:pt x="2983" y="2267"/>
                  <a:pt x="2983" y="2267"/>
                  <a:pt x="2983" y="2267"/>
                </a:cubicBezTo>
                <a:cubicBezTo>
                  <a:pt x="2983" y="2330"/>
                  <a:pt x="3035" y="2382"/>
                  <a:pt x="3098" y="2382"/>
                </a:cubicBezTo>
                <a:cubicBezTo>
                  <a:pt x="3162" y="2382"/>
                  <a:pt x="3213" y="2330"/>
                  <a:pt x="3213" y="2267"/>
                </a:cubicBezTo>
                <a:cubicBezTo>
                  <a:pt x="3213" y="576"/>
                  <a:pt x="3213" y="576"/>
                  <a:pt x="3213" y="576"/>
                </a:cubicBezTo>
                <a:cubicBezTo>
                  <a:pt x="3213" y="513"/>
                  <a:pt x="3162" y="461"/>
                  <a:pt x="3098" y="461"/>
                </a:cubicBezTo>
                <a:cubicBezTo>
                  <a:pt x="3035" y="461"/>
                  <a:pt x="2983" y="513"/>
                  <a:pt x="2983" y="576"/>
                </a:cubicBezTo>
                <a:close/>
                <a:moveTo>
                  <a:pt x="2429" y="493"/>
                </a:moveTo>
                <a:cubicBezTo>
                  <a:pt x="2429" y="2261"/>
                  <a:pt x="2429" y="2261"/>
                  <a:pt x="2429" y="2261"/>
                </a:cubicBezTo>
                <a:cubicBezTo>
                  <a:pt x="2429" y="2328"/>
                  <a:pt x="2482" y="2382"/>
                  <a:pt x="2549" y="2382"/>
                </a:cubicBezTo>
                <a:cubicBezTo>
                  <a:pt x="2616" y="2382"/>
                  <a:pt x="2669" y="2328"/>
                  <a:pt x="2669" y="2261"/>
                </a:cubicBezTo>
                <a:cubicBezTo>
                  <a:pt x="2669" y="493"/>
                  <a:pt x="2669" y="493"/>
                  <a:pt x="2669" y="493"/>
                </a:cubicBezTo>
                <a:cubicBezTo>
                  <a:pt x="2669" y="426"/>
                  <a:pt x="2616" y="372"/>
                  <a:pt x="2549" y="372"/>
                </a:cubicBezTo>
                <a:cubicBezTo>
                  <a:pt x="2482" y="372"/>
                  <a:pt x="2429" y="426"/>
                  <a:pt x="2429" y="493"/>
                </a:cubicBezTo>
                <a:close/>
                <a:moveTo>
                  <a:pt x="607" y="233"/>
                </a:moveTo>
                <a:cubicBezTo>
                  <a:pt x="1353" y="0"/>
                  <a:pt x="1353" y="0"/>
                  <a:pt x="1353" y="0"/>
                </a:cubicBezTo>
                <a:cubicBezTo>
                  <a:pt x="1353" y="2553"/>
                  <a:pt x="1353" y="2553"/>
                  <a:pt x="1353" y="2553"/>
                </a:cubicBezTo>
                <a:cubicBezTo>
                  <a:pt x="607" y="2553"/>
                  <a:pt x="607" y="2553"/>
                  <a:pt x="607" y="2553"/>
                </a:cubicBezTo>
                <a:lnTo>
                  <a:pt x="607" y="233"/>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742838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0" name="KSO_Shape"/>
          <p:cNvSpPr>
            <a:spLocks/>
          </p:cNvSpPr>
          <p:nvPr/>
        </p:nvSpPr>
        <p:spPr bwMode="auto">
          <a:xfrm>
            <a:off x="1043608" y="3208389"/>
            <a:ext cx="1080145" cy="972195"/>
          </a:xfrm>
          <a:custGeom>
            <a:avLst/>
            <a:gdLst>
              <a:gd name="T0" fmla="*/ 179780 w 2774"/>
              <a:gd name="T1" fmla="*/ 1297485 h 2607"/>
              <a:gd name="T2" fmla="*/ 0 w 2774"/>
              <a:gd name="T3" fmla="*/ 179972 h 2607"/>
              <a:gd name="T4" fmla="*/ 1620617 w 2774"/>
              <a:gd name="T5" fmla="*/ 0 h 2607"/>
              <a:gd name="T6" fmla="*/ 1800397 w 2774"/>
              <a:gd name="T7" fmla="*/ 1117513 h 2607"/>
              <a:gd name="T8" fmla="*/ 1728355 w 2774"/>
              <a:gd name="T9" fmla="*/ 179972 h 2607"/>
              <a:gd name="T10" fmla="*/ 179780 w 2774"/>
              <a:gd name="T11" fmla="*/ 71469 h 2607"/>
              <a:gd name="T12" fmla="*/ 72042 w 2774"/>
              <a:gd name="T13" fmla="*/ 1117513 h 2607"/>
              <a:gd name="T14" fmla="*/ 1620617 w 2774"/>
              <a:gd name="T15" fmla="*/ 1225366 h 2607"/>
              <a:gd name="T16" fmla="*/ 1728355 w 2774"/>
              <a:gd name="T17" fmla="*/ 179972 h 2607"/>
              <a:gd name="T18" fmla="*/ 1437592 w 2774"/>
              <a:gd name="T19" fmla="*/ 973926 h 2607"/>
              <a:gd name="T20" fmla="*/ 1251321 w 2774"/>
              <a:gd name="T21" fmla="*/ 901157 h 2607"/>
              <a:gd name="T22" fmla="*/ 1496653 w 2774"/>
              <a:gd name="T23" fmla="*/ 745225 h 2607"/>
              <a:gd name="T24" fmla="*/ 1496004 w 2774"/>
              <a:gd name="T25" fmla="*/ 932344 h 2607"/>
              <a:gd name="T26" fmla="*/ 1110483 w 2774"/>
              <a:gd name="T27" fmla="*/ 432062 h 2607"/>
              <a:gd name="T28" fmla="*/ 900199 w 2774"/>
              <a:gd name="T29" fmla="*/ 792655 h 2607"/>
              <a:gd name="T30" fmla="*/ 576335 w 2774"/>
              <a:gd name="T31" fmla="*/ 792655 h 2607"/>
              <a:gd name="T32" fmla="*/ 397853 w 2774"/>
              <a:gd name="T33" fmla="*/ 432062 h 2607"/>
              <a:gd name="T34" fmla="*/ 395906 w 2774"/>
              <a:gd name="T35" fmla="*/ 422316 h 2607"/>
              <a:gd name="T36" fmla="*/ 216126 w 2774"/>
              <a:gd name="T37" fmla="*/ 324209 h 2607"/>
              <a:gd name="T38" fmla="*/ 467947 w 2774"/>
              <a:gd name="T39" fmla="*/ 215706 h 2607"/>
              <a:gd name="T40" fmla="*/ 1059859 w 2774"/>
              <a:gd name="T41" fmla="*/ 324209 h 2607"/>
              <a:gd name="T42" fmla="*/ 1168246 w 2774"/>
              <a:gd name="T43" fmla="*/ 324209 h 2607"/>
              <a:gd name="T44" fmla="*/ 1116324 w 2774"/>
              <a:gd name="T45" fmla="*/ 432062 h 2607"/>
              <a:gd name="T46" fmla="*/ 867098 w 2774"/>
              <a:gd name="T47" fmla="*/ 684802 h 2607"/>
              <a:gd name="T48" fmla="*/ 541287 w 2774"/>
              <a:gd name="T49" fmla="*/ 612683 h 2607"/>
              <a:gd name="T50" fmla="*/ 506240 w 2774"/>
              <a:gd name="T51" fmla="*/ 432062 h 2607"/>
              <a:gd name="T52" fmla="*/ 935895 w 2774"/>
              <a:gd name="T53" fmla="*/ 504180 h 2607"/>
              <a:gd name="T54" fmla="*/ 1002096 w 2774"/>
              <a:gd name="T55" fmla="*/ 432062 h 2607"/>
              <a:gd name="T56" fmla="*/ 535446 w 2774"/>
              <a:gd name="T57" fmla="*/ 838135 h 2607"/>
              <a:gd name="T58" fmla="*/ 535446 w 2774"/>
              <a:gd name="T59" fmla="*/ 1022654 h 2607"/>
              <a:gd name="T60" fmla="*/ 535446 w 2774"/>
              <a:gd name="T61" fmla="*/ 838135 h 2607"/>
              <a:gd name="T62" fmla="*/ 952121 w 2774"/>
              <a:gd name="T63" fmla="*/ 930395 h 2607"/>
              <a:gd name="T64" fmla="*/ 767797 w 2774"/>
              <a:gd name="T65" fmla="*/ 930395 h 2607"/>
              <a:gd name="T66" fmla="*/ 576335 w 2774"/>
              <a:gd name="T67" fmla="*/ 1513840 h 2607"/>
              <a:gd name="T68" fmla="*/ 648377 w 2774"/>
              <a:gd name="T69" fmla="*/ 1369603 h 2607"/>
              <a:gd name="T70" fmla="*/ 1152669 w 2774"/>
              <a:gd name="T71" fmla="*/ 1513840 h 2607"/>
              <a:gd name="T72" fmla="*/ 1404491 w 2774"/>
              <a:gd name="T73" fmla="*/ 1693812 h 2607"/>
              <a:gd name="T74" fmla="*/ 576335 w 2774"/>
              <a:gd name="T75" fmla="*/ 1513840 h 260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74" h="2607">
                <a:moveTo>
                  <a:pt x="2497" y="1997"/>
                </a:moveTo>
                <a:cubicBezTo>
                  <a:pt x="277" y="1997"/>
                  <a:pt x="277" y="1997"/>
                  <a:pt x="277" y="1997"/>
                </a:cubicBezTo>
                <a:cubicBezTo>
                  <a:pt x="124" y="1997"/>
                  <a:pt x="0" y="1873"/>
                  <a:pt x="0" y="1720"/>
                </a:cubicBezTo>
                <a:cubicBezTo>
                  <a:pt x="0" y="277"/>
                  <a:pt x="0" y="277"/>
                  <a:pt x="0" y="277"/>
                </a:cubicBezTo>
                <a:cubicBezTo>
                  <a:pt x="0" y="124"/>
                  <a:pt x="124" y="0"/>
                  <a:pt x="277" y="0"/>
                </a:cubicBezTo>
                <a:cubicBezTo>
                  <a:pt x="2497" y="0"/>
                  <a:pt x="2497" y="0"/>
                  <a:pt x="2497" y="0"/>
                </a:cubicBezTo>
                <a:cubicBezTo>
                  <a:pt x="2650" y="0"/>
                  <a:pt x="2774" y="124"/>
                  <a:pt x="2774" y="277"/>
                </a:cubicBezTo>
                <a:cubicBezTo>
                  <a:pt x="2774" y="1720"/>
                  <a:pt x="2774" y="1720"/>
                  <a:pt x="2774" y="1720"/>
                </a:cubicBezTo>
                <a:cubicBezTo>
                  <a:pt x="2774" y="1873"/>
                  <a:pt x="2650" y="1997"/>
                  <a:pt x="2497" y="1997"/>
                </a:cubicBezTo>
                <a:close/>
                <a:moveTo>
                  <a:pt x="2663" y="277"/>
                </a:moveTo>
                <a:cubicBezTo>
                  <a:pt x="2663" y="185"/>
                  <a:pt x="2589" y="110"/>
                  <a:pt x="2497" y="110"/>
                </a:cubicBezTo>
                <a:cubicBezTo>
                  <a:pt x="277" y="110"/>
                  <a:pt x="277" y="110"/>
                  <a:pt x="277" y="110"/>
                </a:cubicBezTo>
                <a:cubicBezTo>
                  <a:pt x="185" y="110"/>
                  <a:pt x="111" y="185"/>
                  <a:pt x="111" y="277"/>
                </a:cubicBezTo>
                <a:cubicBezTo>
                  <a:pt x="111" y="1720"/>
                  <a:pt x="111" y="1720"/>
                  <a:pt x="111" y="1720"/>
                </a:cubicBezTo>
                <a:cubicBezTo>
                  <a:pt x="111" y="1812"/>
                  <a:pt x="185" y="1886"/>
                  <a:pt x="277" y="1886"/>
                </a:cubicBezTo>
                <a:cubicBezTo>
                  <a:pt x="2497" y="1886"/>
                  <a:pt x="2497" y="1886"/>
                  <a:pt x="2497" y="1886"/>
                </a:cubicBezTo>
                <a:cubicBezTo>
                  <a:pt x="2589" y="1886"/>
                  <a:pt x="2663" y="1812"/>
                  <a:pt x="2663" y="1720"/>
                </a:cubicBezTo>
                <a:lnTo>
                  <a:pt x="2663" y="277"/>
                </a:lnTo>
                <a:close/>
                <a:moveTo>
                  <a:pt x="2305" y="1435"/>
                </a:moveTo>
                <a:cubicBezTo>
                  <a:pt x="2215" y="1499"/>
                  <a:pt x="2215" y="1499"/>
                  <a:pt x="2215" y="1499"/>
                </a:cubicBezTo>
                <a:cubicBezTo>
                  <a:pt x="2066" y="1289"/>
                  <a:pt x="2066" y="1289"/>
                  <a:pt x="2066" y="1289"/>
                </a:cubicBezTo>
                <a:cubicBezTo>
                  <a:pt x="1928" y="1387"/>
                  <a:pt x="1928" y="1387"/>
                  <a:pt x="1928" y="1387"/>
                </a:cubicBezTo>
                <a:cubicBezTo>
                  <a:pt x="1828" y="880"/>
                  <a:pt x="1828" y="880"/>
                  <a:pt x="1828" y="880"/>
                </a:cubicBezTo>
                <a:cubicBezTo>
                  <a:pt x="2306" y="1147"/>
                  <a:pt x="2306" y="1147"/>
                  <a:pt x="2306" y="1147"/>
                </a:cubicBezTo>
                <a:cubicBezTo>
                  <a:pt x="2162" y="1232"/>
                  <a:pt x="2162" y="1232"/>
                  <a:pt x="2162" y="1232"/>
                </a:cubicBezTo>
                <a:lnTo>
                  <a:pt x="2305" y="1435"/>
                </a:lnTo>
                <a:close/>
                <a:moveTo>
                  <a:pt x="1720" y="665"/>
                </a:moveTo>
                <a:cubicBezTo>
                  <a:pt x="1711" y="665"/>
                  <a:pt x="1711" y="665"/>
                  <a:pt x="1711" y="665"/>
                </a:cubicBezTo>
                <a:cubicBezTo>
                  <a:pt x="1413" y="1220"/>
                  <a:pt x="1413" y="1220"/>
                  <a:pt x="1413" y="1220"/>
                </a:cubicBezTo>
                <a:cubicBezTo>
                  <a:pt x="1387" y="1220"/>
                  <a:pt x="1387" y="1220"/>
                  <a:pt x="1387" y="1220"/>
                </a:cubicBezTo>
                <a:cubicBezTo>
                  <a:pt x="1247" y="1220"/>
                  <a:pt x="1247" y="1220"/>
                  <a:pt x="1247" y="1220"/>
                </a:cubicBezTo>
                <a:cubicBezTo>
                  <a:pt x="888" y="1220"/>
                  <a:pt x="888" y="1220"/>
                  <a:pt x="888" y="1220"/>
                </a:cubicBezTo>
                <a:cubicBezTo>
                  <a:pt x="721" y="1220"/>
                  <a:pt x="721" y="1220"/>
                  <a:pt x="721" y="1220"/>
                </a:cubicBezTo>
                <a:cubicBezTo>
                  <a:pt x="613" y="665"/>
                  <a:pt x="613" y="665"/>
                  <a:pt x="613" y="665"/>
                </a:cubicBezTo>
                <a:cubicBezTo>
                  <a:pt x="610" y="665"/>
                  <a:pt x="610" y="665"/>
                  <a:pt x="610" y="665"/>
                </a:cubicBezTo>
                <a:cubicBezTo>
                  <a:pt x="610" y="650"/>
                  <a:pt x="610" y="650"/>
                  <a:pt x="610" y="650"/>
                </a:cubicBezTo>
                <a:cubicBezTo>
                  <a:pt x="581" y="499"/>
                  <a:pt x="581" y="499"/>
                  <a:pt x="581" y="499"/>
                </a:cubicBezTo>
                <a:cubicBezTo>
                  <a:pt x="333" y="499"/>
                  <a:pt x="333" y="499"/>
                  <a:pt x="333" y="499"/>
                </a:cubicBezTo>
                <a:cubicBezTo>
                  <a:pt x="333" y="332"/>
                  <a:pt x="333" y="332"/>
                  <a:pt x="333" y="332"/>
                </a:cubicBezTo>
                <a:cubicBezTo>
                  <a:pt x="721" y="332"/>
                  <a:pt x="721" y="332"/>
                  <a:pt x="721" y="332"/>
                </a:cubicBezTo>
                <a:cubicBezTo>
                  <a:pt x="783" y="499"/>
                  <a:pt x="783" y="499"/>
                  <a:pt x="783" y="499"/>
                </a:cubicBezTo>
                <a:cubicBezTo>
                  <a:pt x="1633" y="499"/>
                  <a:pt x="1633" y="499"/>
                  <a:pt x="1633" y="499"/>
                </a:cubicBezTo>
                <a:cubicBezTo>
                  <a:pt x="1720" y="499"/>
                  <a:pt x="1720" y="499"/>
                  <a:pt x="1720" y="499"/>
                </a:cubicBezTo>
                <a:cubicBezTo>
                  <a:pt x="1800" y="499"/>
                  <a:pt x="1800" y="499"/>
                  <a:pt x="1800" y="499"/>
                </a:cubicBezTo>
                <a:cubicBezTo>
                  <a:pt x="1720" y="648"/>
                  <a:pt x="1720" y="648"/>
                  <a:pt x="1720" y="648"/>
                </a:cubicBezTo>
                <a:lnTo>
                  <a:pt x="1720" y="665"/>
                </a:lnTo>
                <a:close/>
                <a:moveTo>
                  <a:pt x="855" y="1054"/>
                </a:moveTo>
                <a:cubicBezTo>
                  <a:pt x="1336" y="1054"/>
                  <a:pt x="1336" y="1054"/>
                  <a:pt x="1336" y="1054"/>
                </a:cubicBezTo>
                <a:cubicBezTo>
                  <a:pt x="1395" y="943"/>
                  <a:pt x="1395" y="943"/>
                  <a:pt x="1395" y="943"/>
                </a:cubicBezTo>
                <a:cubicBezTo>
                  <a:pt x="834" y="943"/>
                  <a:pt x="834" y="943"/>
                  <a:pt x="834" y="943"/>
                </a:cubicBezTo>
                <a:lnTo>
                  <a:pt x="855" y="1054"/>
                </a:lnTo>
                <a:close/>
                <a:moveTo>
                  <a:pt x="780" y="665"/>
                </a:moveTo>
                <a:cubicBezTo>
                  <a:pt x="801" y="776"/>
                  <a:pt x="801" y="776"/>
                  <a:pt x="801" y="776"/>
                </a:cubicBezTo>
                <a:cubicBezTo>
                  <a:pt x="1442" y="776"/>
                  <a:pt x="1442" y="776"/>
                  <a:pt x="1442" y="776"/>
                </a:cubicBezTo>
                <a:cubicBezTo>
                  <a:pt x="1442" y="856"/>
                  <a:pt x="1442" y="856"/>
                  <a:pt x="1442" y="856"/>
                </a:cubicBezTo>
                <a:cubicBezTo>
                  <a:pt x="1544" y="665"/>
                  <a:pt x="1544" y="665"/>
                  <a:pt x="1544" y="665"/>
                </a:cubicBezTo>
                <a:lnTo>
                  <a:pt x="780" y="665"/>
                </a:lnTo>
                <a:close/>
                <a:moveTo>
                  <a:pt x="825" y="1290"/>
                </a:moveTo>
                <a:cubicBezTo>
                  <a:pt x="904" y="1290"/>
                  <a:pt x="968" y="1353"/>
                  <a:pt x="968" y="1432"/>
                </a:cubicBezTo>
                <a:cubicBezTo>
                  <a:pt x="968" y="1510"/>
                  <a:pt x="904" y="1574"/>
                  <a:pt x="825" y="1574"/>
                </a:cubicBezTo>
                <a:cubicBezTo>
                  <a:pt x="747" y="1574"/>
                  <a:pt x="683" y="1510"/>
                  <a:pt x="683" y="1432"/>
                </a:cubicBezTo>
                <a:cubicBezTo>
                  <a:pt x="683" y="1353"/>
                  <a:pt x="747" y="1290"/>
                  <a:pt x="825" y="1290"/>
                </a:cubicBezTo>
                <a:close/>
                <a:moveTo>
                  <a:pt x="1325" y="1290"/>
                </a:moveTo>
                <a:cubicBezTo>
                  <a:pt x="1403" y="1290"/>
                  <a:pt x="1467" y="1353"/>
                  <a:pt x="1467" y="1432"/>
                </a:cubicBezTo>
                <a:cubicBezTo>
                  <a:pt x="1467" y="1510"/>
                  <a:pt x="1403" y="1574"/>
                  <a:pt x="1325" y="1574"/>
                </a:cubicBezTo>
                <a:cubicBezTo>
                  <a:pt x="1246" y="1574"/>
                  <a:pt x="1183" y="1510"/>
                  <a:pt x="1183" y="1432"/>
                </a:cubicBezTo>
                <a:cubicBezTo>
                  <a:pt x="1183" y="1353"/>
                  <a:pt x="1246" y="1290"/>
                  <a:pt x="1325" y="1290"/>
                </a:cubicBezTo>
                <a:close/>
                <a:moveTo>
                  <a:pt x="888" y="2330"/>
                </a:moveTo>
                <a:cubicBezTo>
                  <a:pt x="999" y="2330"/>
                  <a:pt x="999" y="2330"/>
                  <a:pt x="999" y="2330"/>
                </a:cubicBezTo>
                <a:cubicBezTo>
                  <a:pt x="999" y="2108"/>
                  <a:pt x="999" y="2108"/>
                  <a:pt x="999" y="2108"/>
                </a:cubicBezTo>
                <a:cubicBezTo>
                  <a:pt x="1776" y="2108"/>
                  <a:pt x="1776" y="2108"/>
                  <a:pt x="1776" y="2108"/>
                </a:cubicBezTo>
                <a:cubicBezTo>
                  <a:pt x="1776" y="2330"/>
                  <a:pt x="1776" y="2330"/>
                  <a:pt x="1776" y="2330"/>
                </a:cubicBezTo>
                <a:cubicBezTo>
                  <a:pt x="1887" y="2330"/>
                  <a:pt x="1887" y="2330"/>
                  <a:pt x="1887" y="2330"/>
                </a:cubicBezTo>
                <a:cubicBezTo>
                  <a:pt x="2040" y="2330"/>
                  <a:pt x="2164" y="2454"/>
                  <a:pt x="2164" y="2607"/>
                </a:cubicBezTo>
                <a:cubicBezTo>
                  <a:pt x="610" y="2607"/>
                  <a:pt x="610" y="2607"/>
                  <a:pt x="610" y="2607"/>
                </a:cubicBezTo>
                <a:cubicBezTo>
                  <a:pt x="610" y="2454"/>
                  <a:pt x="734" y="2330"/>
                  <a:pt x="888" y="2330"/>
                </a:cubicBez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5" name="MH_Text_2"/>
          <p:cNvSpPr txBox="1">
            <a:spLocks noChangeArrowheads="1"/>
          </p:cNvSpPr>
          <p:nvPr>
            <p:custDataLst>
              <p:tags r:id="rId1"/>
            </p:custDataLst>
          </p:nvPr>
        </p:nvSpPr>
        <p:spPr bwMode="auto">
          <a:xfrm>
            <a:off x="1115616" y="4941168"/>
            <a:ext cx="701082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56.1%                          16.1%                          4.9%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2" name="KSO_Shape"/>
          <p:cNvSpPr>
            <a:spLocks/>
          </p:cNvSpPr>
          <p:nvPr/>
        </p:nvSpPr>
        <p:spPr bwMode="auto">
          <a:xfrm>
            <a:off x="3959919" y="3065651"/>
            <a:ext cx="1188145" cy="1227445"/>
          </a:xfrm>
          <a:custGeom>
            <a:avLst/>
            <a:gdLst>
              <a:gd name="T0" fmla="*/ 893205 w 2703"/>
              <a:gd name="T1" fmla="*/ 454036 h 2697"/>
              <a:gd name="T2" fmla="*/ 1800397 w 2703"/>
              <a:gd name="T3" fmla="*/ 454036 h 2697"/>
              <a:gd name="T4" fmla="*/ 1240229 w 2703"/>
              <a:gd name="T5" fmla="*/ 374696 h 2697"/>
              <a:gd name="T6" fmla="*/ 1199599 w 2703"/>
              <a:gd name="T7" fmla="*/ 454702 h 2697"/>
              <a:gd name="T8" fmla="*/ 1304838 w 2703"/>
              <a:gd name="T9" fmla="*/ 398698 h 2697"/>
              <a:gd name="T10" fmla="*/ 1200931 w 2703"/>
              <a:gd name="T11" fmla="*/ 700055 h 2697"/>
              <a:gd name="T12" fmla="*/ 1461366 w 2703"/>
              <a:gd name="T13" fmla="*/ 608714 h 2697"/>
              <a:gd name="T14" fmla="*/ 1357458 w 2703"/>
              <a:gd name="T15" fmla="*/ 674053 h 2697"/>
              <a:gd name="T16" fmla="*/ 1362121 w 2703"/>
              <a:gd name="T17" fmla="*/ 608714 h 2697"/>
              <a:gd name="T18" fmla="*/ 1380105 w 2703"/>
              <a:gd name="T19" fmla="*/ 312024 h 2697"/>
              <a:gd name="T20" fmla="*/ 1431392 w 2703"/>
              <a:gd name="T21" fmla="*/ 140011 h 2697"/>
              <a:gd name="T22" fmla="*/ 1418071 w 2703"/>
              <a:gd name="T23" fmla="*/ 278022 h 2697"/>
              <a:gd name="T24" fmla="*/ 1431392 w 2703"/>
              <a:gd name="T25" fmla="*/ 140011 h 2697"/>
              <a:gd name="T26" fmla="*/ 841917 w 2703"/>
              <a:gd name="T27" fmla="*/ 651384 h 2697"/>
              <a:gd name="T28" fmla="*/ 803951 w 2703"/>
              <a:gd name="T29" fmla="*/ 726724 h 2697"/>
              <a:gd name="T30" fmla="*/ 1124998 w 2703"/>
              <a:gd name="T31" fmla="*/ 980077 h 2697"/>
              <a:gd name="T32" fmla="*/ 1192938 w 2703"/>
              <a:gd name="T33" fmla="*/ 975410 h 2697"/>
              <a:gd name="T34" fmla="*/ 1212254 w 2703"/>
              <a:gd name="T35" fmla="*/ 980077 h 2697"/>
              <a:gd name="T36" fmla="*/ 1540628 w 2703"/>
              <a:gd name="T37" fmla="*/ 961409 h 2697"/>
              <a:gd name="T38" fmla="*/ 769981 w 2703"/>
              <a:gd name="T39" fmla="*/ 1797474 h 2697"/>
              <a:gd name="T40" fmla="*/ 767317 w 2703"/>
              <a:gd name="T41" fmla="*/ 1798141 h 2697"/>
              <a:gd name="T42" fmla="*/ 763986 w 2703"/>
              <a:gd name="T43" fmla="*/ 1797474 h 2697"/>
              <a:gd name="T44" fmla="*/ 763986 w 2703"/>
              <a:gd name="T45" fmla="*/ 242019 h 2697"/>
              <a:gd name="T46" fmla="*/ 767317 w 2703"/>
              <a:gd name="T47" fmla="*/ 241352 h 2697"/>
              <a:gd name="T48" fmla="*/ 769981 w 2703"/>
              <a:gd name="T49" fmla="*/ 242019 h 2697"/>
              <a:gd name="T50" fmla="*/ 823267 w 2703"/>
              <a:gd name="T51" fmla="*/ 312691 h 2697"/>
              <a:gd name="T52" fmla="*/ 803951 w 2703"/>
              <a:gd name="T53" fmla="*/ 452035 h 2697"/>
              <a:gd name="T54" fmla="*/ 803951 w 2703"/>
              <a:gd name="T55" fmla="*/ 456702 h 2697"/>
              <a:gd name="T56" fmla="*/ 1470024 w 2703"/>
              <a:gd name="T57" fmla="*/ 1054083 h 2697"/>
              <a:gd name="T58" fmla="*/ 1115673 w 2703"/>
              <a:gd name="T59" fmla="*/ 1400110 h 2697"/>
              <a:gd name="T60" fmla="*/ 1470024 w 2703"/>
              <a:gd name="T61" fmla="*/ 1054083 h 2697"/>
              <a:gd name="T62" fmla="*/ 1090363 w 2703"/>
              <a:gd name="T63" fmla="*/ 1457448 h 2697"/>
              <a:gd name="T64" fmla="*/ 1246224 w 2703"/>
              <a:gd name="T65" fmla="*/ 1544121 h 2697"/>
              <a:gd name="T66" fmla="*/ 870558 w 2703"/>
              <a:gd name="T67" fmla="*/ 1720802 h 2697"/>
              <a:gd name="T68" fmla="*/ 803951 w 2703"/>
              <a:gd name="T69" fmla="*/ 1384109 h 2697"/>
              <a:gd name="T70" fmla="*/ 803951 w 2703"/>
              <a:gd name="T71" fmla="*/ 1312770 h 2697"/>
              <a:gd name="T72" fmla="*/ 1124998 w 2703"/>
              <a:gd name="T73" fmla="*/ 1054083 h 2697"/>
              <a:gd name="T74" fmla="*/ 803951 w 2703"/>
              <a:gd name="T75" fmla="*/ 1312770 h 2697"/>
              <a:gd name="T76" fmla="*/ 452930 w 2703"/>
              <a:gd name="T77" fmla="*/ 1457448 h 2697"/>
              <a:gd name="T78" fmla="*/ 580816 w 2703"/>
              <a:gd name="T79" fmla="*/ 1697466 h 2697"/>
              <a:gd name="T80" fmla="*/ 427619 w 2703"/>
              <a:gd name="T81" fmla="*/ 1400110 h 2697"/>
              <a:gd name="T82" fmla="*/ 72602 w 2703"/>
              <a:gd name="T83" fmla="*/ 1054083 h 2697"/>
              <a:gd name="T84" fmla="*/ 72602 w 2703"/>
              <a:gd name="T85" fmla="*/ 980077 h 2697"/>
              <a:gd name="T86" fmla="*/ 427619 w 2703"/>
              <a:gd name="T87" fmla="*/ 639383 h 2697"/>
              <a:gd name="T88" fmla="*/ 72602 w 2703"/>
              <a:gd name="T89" fmla="*/ 980077 h 2697"/>
              <a:gd name="T90" fmla="*/ 450266 w 2703"/>
              <a:gd name="T91" fmla="*/ 580045 h 2697"/>
              <a:gd name="T92" fmla="*/ 297069 w 2703"/>
              <a:gd name="T93" fmla="*/ 495372 h 2697"/>
              <a:gd name="T94" fmla="*/ 672734 w 2703"/>
              <a:gd name="T95" fmla="*/ 318692 h 2697"/>
              <a:gd name="T96" fmla="*/ 732681 w 2703"/>
              <a:gd name="T97" fmla="*/ 655385 h 2697"/>
              <a:gd name="T98" fmla="*/ 732681 w 2703"/>
              <a:gd name="T99" fmla="*/ 726724 h 2697"/>
              <a:gd name="T100" fmla="*/ 418294 w 2703"/>
              <a:gd name="T101" fmla="*/ 980077 h 2697"/>
              <a:gd name="T102" fmla="*/ 732681 w 2703"/>
              <a:gd name="T103" fmla="*/ 726724 h 2697"/>
              <a:gd name="T104" fmla="*/ 418294 w 2703"/>
              <a:gd name="T105" fmla="*/ 1054083 h 2697"/>
              <a:gd name="T106" fmla="*/ 732681 w 2703"/>
              <a:gd name="T107" fmla="*/ 1312770 h 2697"/>
              <a:gd name="T108" fmla="*/ 732681 w 2703"/>
              <a:gd name="T109" fmla="*/ 1384109 h 2697"/>
              <a:gd name="T110" fmla="*/ 672734 w 2703"/>
              <a:gd name="T111" fmla="*/ 1720802 h 2697"/>
              <a:gd name="T112" fmla="*/ 732681 w 2703"/>
              <a:gd name="T113" fmla="*/ 1384109 h 26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703" h="2697">
                <a:moveTo>
                  <a:pt x="2022" y="1362"/>
                </a:moveTo>
                <a:cubicBezTo>
                  <a:pt x="1646" y="1362"/>
                  <a:pt x="1341" y="1057"/>
                  <a:pt x="1341" y="681"/>
                </a:cubicBezTo>
                <a:cubicBezTo>
                  <a:pt x="1341" y="305"/>
                  <a:pt x="1646" y="0"/>
                  <a:pt x="2022" y="0"/>
                </a:cubicBezTo>
                <a:cubicBezTo>
                  <a:pt x="2398" y="0"/>
                  <a:pt x="2703" y="305"/>
                  <a:pt x="2703" y="681"/>
                </a:cubicBezTo>
                <a:cubicBezTo>
                  <a:pt x="2703" y="1057"/>
                  <a:pt x="2398" y="1362"/>
                  <a:pt x="2022" y="1362"/>
                </a:cubicBezTo>
                <a:close/>
                <a:moveTo>
                  <a:pt x="1862" y="562"/>
                </a:moveTo>
                <a:cubicBezTo>
                  <a:pt x="1844" y="580"/>
                  <a:pt x="1782" y="638"/>
                  <a:pt x="1782" y="664"/>
                </a:cubicBezTo>
                <a:cubicBezTo>
                  <a:pt x="1782" y="672"/>
                  <a:pt x="1791" y="682"/>
                  <a:pt x="1801" y="682"/>
                </a:cubicBezTo>
                <a:cubicBezTo>
                  <a:pt x="1826" y="682"/>
                  <a:pt x="1893" y="560"/>
                  <a:pt x="1945" y="560"/>
                </a:cubicBezTo>
                <a:cubicBezTo>
                  <a:pt x="1956" y="560"/>
                  <a:pt x="1968" y="573"/>
                  <a:pt x="1959" y="598"/>
                </a:cubicBezTo>
                <a:cubicBezTo>
                  <a:pt x="1861" y="844"/>
                  <a:pt x="1861" y="844"/>
                  <a:pt x="1861" y="844"/>
                </a:cubicBezTo>
                <a:cubicBezTo>
                  <a:pt x="1851" y="868"/>
                  <a:pt x="1803" y="983"/>
                  <a:pt x="1803" y="1050"/>
                </a:cubicBezTo>
                <a:cubicBezTo>
                  <a:pt x="1803" y="1103"/>
                  <a:pt x="1838" y="1127"/>
                  <a:pt x="1889" y="1127"/>
                </a:cubicBezTo>
                <a:cubicBezTo>
                  <a:pt x="2030" y="1127"/>
                  <a:pt x="2194" y="953"/>
                  <a:pt x="2194" y="913"/>
                </a:cubicBezTo>
                <a:cubicBezTo>
                  <a:pt x="2194" y="900"/>
                  <a:pt x="2184" y="892"/>
                  <a:pt x="2177" y="892"/>
                </a:cubicBezTo>
                <a:cubicBezTo>
                  <a:pt x="2157" y="892"/>
                  <a:pt x="2080" y="1011"/>
                  <a:pt x="2038" y="1011"/>
                </a:cubicBezTo>
                <a:cubicBezTo>
                  <a:pt x="2027" y="1011"/>
                  <a:pt x="2022" y="1001"/>
                  <a:pt x="2022" y="991"/>
                </a:cubicBezTo>
                <a:cubicBezTo>
                  <a:pt x="2022" y="969"/>
                  <a:pt x="2037" y="934"/>
                  <a:pt x="2045" y="913"/>
                </a:cubicBezTo>
                <a:cubicBezTo>
                  <a:pt x="2146" y="640"/>
                  <a:pt x="2146" y="640"/>
                  <a:pt x="2146" y="640"/>
                </a:cubicBezTo>
                <a:cubicBezTo>
                  <a:pt x="2197" y="504"/>
                  <a:pt x="2132" y="468"/>
                  <a:pt x="2072" y="468"/>
                </a:cubicBezTo>
                <a:cubicBezTo>
                  <a:pt x="1991" y="468"/>
                  <a:pt x="1918" y="508"/>
                  <a:pt x="1862" y="562"/>
                </a:cubicBezTo>
                <a:close/>
                <a:moveTo>
                  <a:pt x="2149" y="210"/>
                </a:moveTo>
                <a:cubicBezTo>
                  <a:pt x="2087" y="210"/>
                  <a:pt x="2034" y="261"/>
                  <a:pt x="2034" y="322"/>
                </a:cubicBezTo>
                <a:cubicBezTo>
                  <a:pt x="2034" y="380"/>
                  <a:pt x="2072" y="417"/>
                  <a:pt x="2129" y="417"/>
                </a:cubicBezTo>
                <a:cubicBezTo>
                  <a:pt x="2192" y="417"/>
                  <a:pt x="2246" y="370"/>
                  <a:pt x="2246" y="306"/>
                </a:cubicBezTo>
                <a:cubicBezTo>
                  <a:pt x="2246" y="248"/>
                  <a:pt x="2205" y="210"/>
                  <a:pt x="2149" y="210"/>
                </a:cubicBezTo>
                <a:close/>
                <a:moveTo>
                  <a:pt x="1207" y="983"/>
                </a:moveTo>
                <a:cubicBezTo>
                  <a:pt x="1226" y="982"/>
                  <a:pt x="1245" y="979"/>
                  <a:pt x="1264" y="977"/>
                </a:cubicBezTo>
                <a:cubicBezTo>
                  <a:pt x="1277" y="1012"/>
                  <a:pt x="1292" y="1045"/>
                  <a:pt x="1310" y="1077"/>
                </a:cubicBezTo>
                <a:cubicBezTo>
                  <a:pt x="1275" y="1083"/>
                  <a:pt x="1241" y="1088"/>
                  <a:pt x="1207" y="1090"/>
                </a:cubicBezTo>
                <a:cubicBezTo>
                  <a:pt x="1207" y="1470"/>
                  <a:pt x="1207" y="1470"/>
                  <a:pt x="1207" y="1470"/>
                </a:cubicBezTo>
                <a:cubicBezTo>
                  <a:pt x="1689" y="1470"/>
                  <a:pt x="1689" y="1470"/>
                  <a:pt x="1689" y="1470"/>
                </a:cubicBezTo>
                <a:cubicBezTo>
                  <a:pt x="1688" y="1454"/>
                  <a:pt x="1686" y="1438"/>
                  <a:pt x="1684" y="1422"/>
                </a:cubicBezTo>
                <a:cubicBezTo>
                  <a:pt x="1719" y="1438"/>
                  <a:pt x="1754" y="1452"/>
                  <a:pt x="1791" y="1463"/>
                </a:cubicBezTo>
                <a:cubicBezTo>
                  <a:pt x="1791" y="1465"/>
                  <a:pt x="1792" y="1468"/>
                  <a:pt x="1792" y="1470"/>
                </a:cubicBezTo>
                <a:cubicBezTo>
                  <a:pt x="1820" y="1470"/>
                  <a:pt x="1820" y="1470"/>
                  <a:pt x="1820" y="1470"/>
                </a:cubicBezTo>
                <a:cubicBezTo>
                  <a:pt x="1885" y="1487"/>
                  <a:pt x="1952" y="1496"/>
                  <a:pt x="2022" y="1496"/>
                </a:cubicBezTo>
                <a:cubicBezTo>
                  <a:pt x="2125" y="1496"/>
                  <a:pt x="2223" y="1476"/>
                  <a:pt x="2313" y="1442"/>
                </a:cubicBezTo>
                <a:cubicBezTo>
                  <a:pt x="2315" y="1471"/>
                  <a:pt x="2317" y="1500"/>
                  <a:pt x="2317" y="1529"/>
                </a:cubicBezTo>
                <a:cubicBezTo>
                  <a:pt x="2317" y="2174"/>
                  <a:pt x="1797" y="2683"/>
                  <a:pt x="1156" y="2696"/>
                </a:cubicBezTo>
                <a:cubicBezTo>
                  <a:pt x="1156" y="2697"/>
                  <a:pt x="1156" y="2697"/>
                  <a:pt x="1156" y="2697"/>
                </a:cubicBezTo>
                <a:cubicBezTo>
                  <a:pt x="1155" y="2697"/>
                  <a:pt x="1153" y="2697"/>
                  <a:pt x="1152" y="2697"/>
                </a:cubicBezTo>
                <a:cubicBezTo>
                  <a:pt x="1150" y="2697"/>
                  <a:pt x="1149" y="2697"/>
                  <a:pt x="1147" y="2697"/>
                </a:cubicBezTo>
                <a:cubicBezTo>
                  <a:pt x="1147" y="2696"/>
                  <a:pt x="1147" y="2696"/>
                  <a:pt x="1147" y="2696"/>
                </a:cubicBezTo>
                <a:cubicBezTo>
                  <a:pt x="506" y="2683"/>
                  <a:pt x="0" y="2174"/>
                  <a:pt x="0" y="1529"/>
                </a:cubicBezTo>
                <a:cubicBezTo>
                  <a:pt x="0" y="885"/>
                  <a:pt x="506" y="376"/>
                  <a:pt x="1147" y="363"/>
                </a:cubicBezTo>
                <a:cubicBezTo>
                  <a:pt x="1147" y="362"/>
                  <a:pt x="1147" y="362"/>
                  <a:pt x="1147" y="362"/>
                </a:cubicBezTo>
                <a:cubicBezTo>
                  <a:pt x="1149" y="362"/>
                  <a:pt x="1150" y="362"/>
                  <a:pt x="1152" y="362"/>
                </a:cubicBezTo>
                <a:cubicBezTo>
                  <a:pt x="1153" y="362"/>
                  <a:pt x="1155" y="362"/>
                  <a:pt x="1156" y="362"/>
                </a:cubicBezTo>
                <a:cubicBezTo>
                  <a:pt x="1156" y="363"/>
                  <a:pt x="1156" y="363"/>
                  <a:pt x="1156" y="363"/>
                </a:cubicBezTo>
                <a:cubicBezTo>
                  <a:pt x="1194" y="363"/>
                  <a:pt x="1232" y="366"/>
                  <a:pt x="1269" y="370"/>
                </a:cubicBezTo>
                <a:cubicBezTo>
                  <a:pt x="1256" y="402"/>
                  <a:pt x="1245" y="435"/>
                  <a:pt x="1236" y="469"/>
                </a:cubicBezTo>
                <a:cubicBezTo>
                  <a:pt x="1227" y="469"/>
                  <a:pt x="1218" y="468"/>
                  <a:pt x="1207" y="468"/>
                </a:cubicBezTo>
                <a:cubicBezTo>
                  <a:pt x="1207" y="678"/>
                  <a:pt x="1207" y="678"/>
                  <a:pt x="1207" y="678"/>
                </a:cubicBezTo>
                <a:cubicBezTo>
                  <a:pt x="1207" y="679"/>
                  <a:pt x="1207" y="680"/>
                  <a:pt x="1207" y="681"/>
                </a:cubicBezTo>
                <a:cubicBezTo>
                  <a:pt x="1207" y="682"/>
                  <a:pt x="1207" y="683"/>
                  <a:pt x="1207" y="685"/>
                </a:cubicBezTo>
                <a:lnTo>
                  <a:pt x="1207" y="983"/>
                </a:lnTo>
                <a:close/>
                <a:moveTo>
                  <a:pt x="2207" y="1581"/>
                </a:moveTo>
                <a:cubicBezTo>
                  <a:pt x="1792" y="1581"/>
                  <a:pt x="1792" y="1581"/>
                  <a:pt x="1792" y="1581"/>
                </a:cubicBezTo>
                <a:cubicBezTo>
                  <a:pt x="1788" y="1725"/>
                  <a:pt x="1747" y="1914"/>
                  <a:pt x="1675" y="2100"/>
                </a:cubicBezTo>
                <a:cubicBezTo>
                  <a:pt x="1778" y="2144"/>
                  <a:pt x="1871" y="2193"/>
                  <a:pt x="1943" y="2244"/>
                </a:cubicBezTo>
                <a:cubicBezTo>
                  <a:pt x="2101" y="2069"/>
                  <a:pt x="2197" y="1839"/>
                  <a:pt x="2207" y="1581"/>
                </a:cubicBezTo>
                <a:close/>
                <a:moveTo>
                  <a:pt x="1871" y="2316"/>
                </a:moveTo>
                <a:cubicBezTo>
                  <a:pt x="1806" y="2268"/>
                  <a:pt x="1726" y="2223"/>
                  <a:pt x="1637" y="2186"/>
                </a:cubicBezTo>
                <a:cubicBezTo>
                  <a:pt x="1589" y="2316"/>
                  <a:pt x="1524" y="2440"/>
                  <a:pt x="1445" y="2546"/>
                </a:cubicBezTo>
                <a:cubicBezTo>
                  <a:pt x="1606" y="2509"/>
                  <a:pt x="1751" y="2426"/>
                  <a:pt x="1871" y="2316"/>
                </a:cubicBezTo>
                <a:close/>
                <a:moveTo>
                  <a:pt x="1207" y="2591"/>
                </a:moveTo>
                <a:cubicBezTo>
                  <a:pt x="1242" y="2591"/>
                  <a:pt x="1270" y="2588"/>
                  <a:pt x="1307" y="2581"/>
                </a:cubicBezTo>
                <a:cubicBezTo>
                  <a:pt x="1404" y="2454"/>
                  <a:pt x="1486" y="2302"/>
                  <a:pt x="1548" y="2148"/>
                </a:cubicBezTo>
                <a:cubicBezTo>
                  <a:pt x="1431" y="2107"/>
                  <a:pt x="1317" y="2083"/>
                  <a:pt x="1207" y="2076"/>
                </a:cubicBezTo>
                <a:lnTo>
                  <a:pt x="1207" y="2591"/>
                </a:lnTo>
                <a:close/>
                <a:moveTo>
                  <a:pt x="1207" y="1969"/>
                </a:moveTo>
                <a:cubicBezTo>
                  <a:pt x="1324" y="1976"/>
                  <a:pt x="1452" y="2010"/>
                  <a:pt x="1582" y="2065"/>
                </a:cubicBezTo>
                <a:cubicBezTo>
                  <a:pt x="1644" y="1900"/>
                  <a:pt x="1682" y="1736"/>
                  <a:pt x="1689" y="1581"/>
                </a:cubicBezTo>
                <a:cubicBezTo>
                  <a:pt x="1207" y="1581"/>
                  <a:pt x="1207" y="1581"/>
                  <a:pt x="1207" y="1581"/>
                </a:cubicBezTo>
                <a:lnTo>
                  <a:pt x="1207" y="1969"/>
                </a:lnTo>
                <a:close/>
                <a:moveTo>
                  <a:pt x="872" y="2546"/>
                </a:moveTo>
                <a:cubicBezTo>
                  <a:pt x="793" y="2440"/>
                  <a:pt x="728" y="2316"/>
                  <a:pt x="680" y="2186"/>
                </a:cubicBezTo>
                <a:cubicBezTo>
                  <a:pt x="590" y="2223"/>
                  <a:pt x="511" y="2268"/>
                  <a:pt x="446" y="2316"/>
                </a:cubicBezTo>
                <a:cubicBezTo>
                  <a:pt x="566" y="2426"/>
                  <a:pt x="711" y="2509"/>
                  <a:pt x="872" y="2546"/>
                </a:cubicBezTo>
                <a:close/>
                <a:moveTo>
                  <a:pt x="374" y="2244"/>
                </a:moveTo>
                <a:cubicBezTo>
                  <a:pt x="446" y="2193"/>
                  <a:pt x="539" y="2144"/>
                  <a:pt x="642" y="2100"/>
                </a:cubicBezTo>
                <a:cubicBezTo>
                  <a:pt x="570" y="1914"/>
                  <a:pt x="529" y="1725"/>
                  <a:pt x="525" y="1581"/>
                </a:cubicBezTo>
                <a:cubicBezTo>
                  <a:pt x="109" y="1581"/>
                  <a:pt x="109" y="1581"/>
                  <a:pt x="109" y="1581"/>
                </a:cubicBezTo>
                <a:cubicBezTo>
                  <a:pt x="120" y="1839"/>
                  <a:pt x="216" y="2069"/>
                  <a:pt x="374" y="2244"/>
                </a:cubicBezTo>
                <a:close/>
                <a:moveTo>
                  <a:pt x="109" y="1470"/>
                </a:moveTo>
                <a:cubicBezTo>
                  <a:pt x="525" y="1470"/>
                  <a:pt x="525" y="1470"/>
                  <a:pt x="525" y="1470"/>
                </a:cubicBezTo>
                <a:cubicBezTo>
                  <a:pt x="532" y="1322"/>
                  <a:pt x="573" y="1145"/>
                  <a:pt x="642" y="959"/>
                </a:cubicBezTo>
                <a:cubicBezTo>
                  <a:pt x="539" y="914"/>
                  <a:pt x="446" y="866"/>
                  <a:pt x="374" y="815"/>
                </a:cubicBezTo>
                <a:cubicBezTo>
                  <a:pt x="216" y="990"/>
                  <a:pt x="120" y="1212"/>
                  <a:pt x="109" y="1470"/>
                </a:cubicBezTo>
                <a:close/>
                <a:moveTo>
                  <a:pt x="446" y="743"/>
                </a:moveTo>
                <a:cubicBezTo>
                  <a:pt x="508" y="787"/>
                  <a:pt x="587" y="832"/>
                  <a:pt x="676" y="870"/>
                </a:cubicBezTo>
                <a:cubicBezTo>
                  <a:pt x="728" y="739"/>
                  <a:pt x="797" y="612"/>
                  <a:pt x="872" y="509"/>
                </a:cubicBezTo>
                <a:cubicBezTo>
                  <a:pt x="711" y="550"/>
                  <a:pt x="566" y="633"/>
                  <a:pt x="446" y="743"/>
                </a:cubicBezTo>
                <a:close/>
                <a:moveTo>
                  <a:pt x="1100" y="468"/>
                </a:moveTo>
                <a:cubicBezTo>
                  <a:pt x="1066" y="468"/>
                  <a:pt x="1047" y="471"/>
                  <a:pt x="1010" y="478"/>
                </a:cubicBezTo>
                <a:cubicBezTo>
                  <a:pt x="917" y="605"/>
                  <a:pt x="831" y="750"/>
                  <a:pt x="766" y="908"/>
                </a:cubicBezTo>
                <a:cubicBezTo>
                  <a:pt x="879" y="949"/>
                  <a:pt x="987" y="976"/>
                  <a:pt x="1100" y="983"/>
                </a:cubicBezTo>
                <a:lnTo>
                  <a:pt x="1100" y="468"/>
                </a:lnTo>
                <a:close/>
                <a:moveTo>
                  <a:pt x="1100" y="1090"/>
                </a:moveTo>
                <a:cubicBezTo>
                  <a:pt x="983" y="1083"/>
                  <a:pt x="865" y="1048"/>
                  <a:pt x="735" y="993"/>
                </a:cubicBezTo>
                <a:cubicBezTo>
                  <a:pt x="673" y="1155"/>
                  <a:pt x="635" y="1308"/>
                  <a:pt x="628" y="1470"/>
                </a:cubicBezTo>
                <a:cubicBezTo>
                  <a:pt x="1100" y="1470"/>
                  <a:pt x="1100" y="1470"/>
                  <a:pt x="1100" y="1470"/>
                </a:cubicBezTo>
                <a:lnTo>
                  <a:pt x="1100" y="1090"/>
                </a:lnTo>
                <a:close/>
                <a:moveTo>
                  <a:pt x="1100" y="1581"/>
                </a:moveTo>
                <a:cubicBezTo>
                  <a:pt x="628" y="1581"/>
                  <a:pt x="628" y="1581"/>
                  <a:pt x="628" y="1581"/>
                </a:cubicBezTo>
                <a:cubicBezTo>
                  <a:pt x="635" y="1736"/>
                  <a:pt x="673" y="1900"/>
                  <a:pt x="735" y="2065"/>
                </a:cubicBezTo>
                <a:cubicBezTo>
                  <a:pt x="865" y="2010"/>
                  <a:pt x="983" y="1976"/>
                  <a:pt x="1100" y="1969"/>
                </a:cubicBezTo>
                <a:lnTo>
                  <a:pt x="1100" y="1581"/>
                </a:lnTo>
                <a:close/>
                <a:moveTo>
                  <a:pt x="1100" y="2076"/>
                </a:moveTo>
                <a:cubicBezTo>
                  <a:pt x="990" y="2083"/>
                  <a:pt x="886" y="2107"/>
                  <a:pt x="769" y="2148"/>
                </a:cubicBezTo>
                <a:cubicBezTo>
                  <a:pt x="831" y="2302"/>
                  <a:pt x="913" y="2454"/>
                  <a:pt x="1010" y="2581"/>
                </a:cubicBezTo>
                <a:cubicBezTo>
                  <a:pt x="1047" y="2588"/>
                  <a:pt x="1066" y="2591"/>
                  <a:pt x="1100" y="2591"/>
                </a:cubicBezTo>
                <a:lnTo>
                  <a:pt x="1100" y="2076"/>
                </a:lnTo>
                <a:close/>
              </a:path>
            </a:pathLst>
          </a:custGeom>
          <a:solidFill>
            <a:srgbClr val="FFC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4" name="KSO_Shape"/>
          <p:cNvSpPr>
            <a:spLocks/>
          </p:cNvSpPr>
          <p:nvPr/>
        </p:nvSpPr>
        <p:spPr bwMode="auto">
          <a:xfrm>
            <a:off x="467544" y="188640"/>
            <a:ext cx="995939" cy="592947"/>
          </a:xfrm>
          <a:custGeom>
            <a:avLst/>
            <a:gdLst>
              <a:gd name="T0" fmla="*/ 192479 w 4892"/>
              <a:gd name="T1" fmla="*/ 95349 h 2558"/>
              <a:gd name="T2" fmla="*/ 171869 w 4892"/>
              <a:gd name="T3" fmla="*/ 611116 h 2558"/>
              <a:gd name="T4" fmla="*/ 140955 w 4892"/>
              <a:gd name="T5" fmla="*/ 464596 h 2558"/>
              <a:gd name="T6" fmla="*/ 140955 w 4892"/>
              <a:gd name="T7" fmla="*/ 644985 h 2558"/>
              <a:gd name="T8" fmla="*/ 192479 w 4892"/>
              <a:gd name="T9" fmla="*/ 640568 h 2558"/>
              <a:gd name="T10" fmla="*/ 0 w 4892"/>
              <a:gd name="T11" fmla="*/ 939867 h 2558"/>
              <a:gd name="T12" fmla="*/ 567500 w 4892"/>
              <a:gd name="T13" fmla="*/ 2209 h 2558"/>
              <a:gd name="T14" fmla="*/ 1800397 w 4892"/>
              <a:gd name="T15" fmla="*/ 941708 h 2558"/>
              <a:gd name="T16" fmla="*/ 567500 w 4892"/>
              <a:gd name="T17" fmla="*/ 2209 h 2558"/>
              <a:gd name="T18" fmla="*/ 677173 w 4892"/>
              <a:gd name="T19" fmla="*/ 830529 h 2558"/>
              <a:gd name="T20" fmla="*/ 769916 w 4892"/>
              <a:gd name="T21" fmla="*/ 830529 h 2558"/>
              <a:gd name="T22" fmla="*/ 723545 w 4892"/>
              <a:gd name="T23" fmla="*/ 103816 h 2558"/>
              <a:gd name="T24" fmla="*/ 1643617 w 4892"/>
              <a:gd name="T25" fmla="*/ 281261 h 2558"/>
              <a:gd name="T26" fmla="*/ 1681524 w 4892"/>
              <a:gd name="T27" fmla="*/ 876915 h 2558"/>
              <a:gd name="T28" fmla="*/ 1719431 w 4892"/>
              <a:gd name="T29" fmla="*/ 281261 h 2558"/>
              <a:gd name="T30" fmla="*/ 1643617 w 4892"/>
              <a:gd name="T31" fmla="*/ 281261 h 2558"/>
              <a:gd name="T32" fmla="*/ 1473955 w 4892"/>
              <a:gd name="T33" fmla="*/ 837524 h 2558"/>
              <a:gd name="T34" fmla="*/ 1552346 w 4892"/>
              <a:gd name="T35" fmla="*/ 837524 h 2558"/>
              <a:gd name="T36" fmla="*/ 1513335 w 4892"/>
              <a:gd name="T37" fmla="*/ 220885 h 2558"/>
              <a:gd name="T38" fmla="*/ 1285893 w 4892"/>
              <a:gd name="T39" fmla="*/ 238556 h 2558"/>
              <a:gd name="T40" fmla="*/ 1326744 w 4892"/>
              <a:gd name="T41" fmla="*/ 876915 h 2558"/>
              <a:gd name="T42" fmla="*/ 1367227 w 4892"/>
              <a:gd name="T43" fmla="*/ 238556 h 2558"/>
              <a:gd name="T44" fmla="*/ 1285893 w 4892"/>
              <a:gd name="T45" fmla="*/ 238556 h 2558"/>
              <a:gd name="T46" fmla="*/ 1097830 w 4892"/>
              <a:gd name="T47" fmla="*/ 834579 h 2558"/>
              <a:gd name="T48" fmla="*/ 1182477 w 4892"/>
              <a:gd name="T49" fmla="*/ 834579 h 2558"/>
              <a:gd name="T50" fmla="*/ 1140153 w 4892"/>
              <a:gd name="T51" fmla="*/ 169714 h 2558"/>
              <a:gd name="T52" fmla="*/ 893942 w 4892"/>
              <a:gd name="T53" fmla="*/ 181494 h 2558"/>
              <a:gd name="T54" fmla="*/ 938105 w 4892"/>
              <a:gd name="T55" fmla="*/ 876915 h 2558"/>
              <a:gd name="T56" fmla="*/ 982269 w 4892"/>
              <a:gd name="T57" fmla="*/ 181494 h 2558"/>
              <a:gd name="T58" fmla="*/ 893942 w 4892"/>
              <a:gd name="T59" fmla="*/ 181494 h 2558"/>
              <a:gd name="T60" fmla="*/ 497943 w 4892"/>
              <a:gd name="T61" fmla="*/ 0 h 2558"/>
              <a:gd name="T62" fmla="*/ 223393 w 4892"/>
              <a:gd name="T63" fmla="*/ 939867 h 25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92" h="2558">
                <a:moveTo>
                  <a:pt x="0" y="422"/>
                </a:moveTo>
                <a:cubicBezTo>
                  <a:pt x="523" y="259"/>
                  <a:pt x="523" y="259"/>
                  <a:pt x="523" y="259"/>
                </a:cubicBezTo>
                <a:cubicBezTo>
                  <a:pt x="523" y="1655"/>
                  <a:pt x="523" y="1655"/>
                  <a:pt x="523" y="1655"/>
                </a:cubicBezTo>
                <a:cubicBezTo>
                  <a:pt x="467" y="1660"/>
                  <a:pt x="467" y="1660"/>
                  <a:pt x="467" y="1660"/>
                </a:cubicBezTo>
                <a:cubicBezTo>
                  <a:pt x="467" y="1262"/>
                  <a:pt x="467" y="1262"/>
                  <a:pt x="467" y="1262"/>
                </a:cubicBezTo>
                <a:cubicBezTo>
                  <a:pt x="383" y="1262"/>
                  <a:pt x="383" y="1262"/>
                  <a:pt x="383" y="1262"/>
                </a:cubicBezTo>
                <a:cubicBezTo>
                  <a:pt x="383" y="1706"/>
                  <a:pt x="383" y="1706"/>
                  <a:pt x="383" y="1706"/>
                </a:cubicBezTo>
                <a:cubicBezTo>
                  <a:pt x="383" y="1752"/>
                  <a:pt x="383" y="1752"/>
                  <a:pt x="383" y="1752"/>
                </a:cubicBezTo>
                <a:cubicBezTo>
                  <a:pt x="429" y="1748"/>
                  <a:pt x="429" y="1748"/>
                  <a:pt x="429" y="1748"/>
                </a:cubicBezTo>
                <a:cubicBezTo>
                  <a:pt x="523" y="1740"/>
                  <a:pt x="523" y="1740"/>
                  <a:pt x="523" y="1740"/>
                </a:cubicBezTo>
                <a:cubicBezTo>
                  <a:pt x="523" y="2553"/>
                  <a:pt x="523" y="2553"/>
                  <a:pt x="523" y="2553"/>
                </a:cubicBezTo>
                <a:cubicBezTo>
                  <a:pt x="0" y="2553"/>
                  <a:pt x="0" y="2553"/>
                  <a:pt x="0" y="2553"/>
                </a:cubicBezTo>
                <a:lnTo>
                  <a:pt x="0" y="422"/>
                </a:lnTo>
                <a:close/>
                <a:moveTo>
                  <a:pt x="1542" y="6"/>
                </a:moveTo>
                <a:cubicBezTo>
                  <a:pt x="4892" y="577"/>
                  <a:pt x="4892" y="577"/>
                  <a:pt x="4892" y="577"/>
                </a:cubicBezTo>
                <a:cubicBezTo>
                  <a:pt x="4892" y="2558"/>
                  <a:pt x="4892" y="2558"/>
                  <a:pt x="4892" y="2558"/>
                </a:cubicBezTo>
                <a:cubicBezTo>
                  <a:pt x="1542" y="2558"/>
                  <a:pt x="1542" y="2558"/>
                  <a:pt x="1542" y="2558"/>
                </a:cubicBezTo>
                <a:lnTo>
                  <a:pt x="1542" y="6"/>
                </a:lnTo>
                <a:close/>
                <a:moveTo>
                  <a:pt x="1840" y="408"/>
                </a:moveTo>
                <a:cubicBezTo>
                  <a:pt x="1840" y="2256"/>
                  <a:pt x="1840" y="2256"/>
                  <a:pt x="1840" y="2256"/>
                </a:cubicBezTo>
                <a:cubicBezTo>
                  <a:pt x="1840" y="2325"/>
                  <a:pt x="1896" y="2382"/>
                  <a:pt x="1966" y="2382"/>
                </a:cubicBezTo>
                <a:cubicBezTo>
                  <a:pt x="2035" y="2382"/>
                  <a:pt x="2092" y="2325"/>
                  <a:pt x="2092" y="2256"/>
                </a:cubicBezTo>
                <a:cubicBezTo>
                  <a:pt x="2092" y="408"/>
                  <a:pt x="2092" y="408"/>
                  <a:pt x="2092" y="408"/>
                </a:cubicBezTo>
                <a:cubicBezTo>
                  <a:pt x="2092" y="339"/>
                  <a:pt x="2035" y="282"/>
                  <a:pt x="1966" y="282"/>
                </a:cubicBezTo>
                <a:cubicBezTo>
                  <a:pt x="1896" y="282"/>
                  <a:pt x="1840" y="339"/>
                  <a:pt x="1840" y="408"/>
                </a:cubicBezTo>
                <a:close/>
                <a:moveTo>
                  <a:pt x="4466" y="764"/>
                </a:moveTo>
                <a:cubicBezTo>
                  <a:pt x="4466" y="2279"/>
                  <a:pt x="4466" y="2279"/>
                  <a:pt x="4466" y="2279"/>
                </a:cubicBezTo>
                <a:cubicBezTo>
                  <a:pt x="4466" y="2336"/>
                  <a:pt x="4511" y="2382"/>
                  <a:pt x="4569" y="2382"/>
                </a:cubicBezTo>
                <a:cubicBezTo>
                  <a:pt x="4626" y="2382"/>
                  <a:pt x="4672" y="2336"/>
                  <a:pt x="4672" y="2279"/>
                </a:cubicBezTo>
                <a:cubicBezTo>
                  <a:pt x="4672" y="764"/>
                  <a:pt x="4672" y="764"/>
                  <a:pt x="4672" y="764"/>
                </a:cubicBezTo>
                <a:cubicBezTo>
                  <a:pt x="4672" y="708"/>
                  <a:pt x="4626" y="661"/>
                  <a:pt x="4569" y="661"/>
                </a:cubicBezTo>
                <a:cubicBezTo>
                  <a:pt x="4511" y="661"/>
                  <a:pt x="4466" y="708"/>
                  <a:pt x="4466" y="764"/>
                </a:cubicBezTo>
                <a:close/>
                <a:moveTo>
                  <a:pt x="4005" y="707"/>
                </a:moveTo>
                <a:cubicBezTo>
                  <a:pt x="4005" y="2275"/>
                  <a:pt x="4005" y="2275"/>
                  <a:pt x="4005" y="2275"/>
                </a:cubicBezTo>
                <a:cubicBezTo>
                  <a:pt x="4005" y="2334"/>
                  <a:pt x="4053" y="2382"/>
                  <a:pt x="4112" y="2382"/>
                </a:cubicBezTo>
                <a:cubicBezTo>
                  <a:pt x="4171" y="2382"/>
                  <a:pt x="4218" y="2334"/>
                  <a:pt x="4218" y="2275"/>
                </a:cubicBezTo>
                <a:cubicBezTo>
                  <a:pt x="4218" y="707"/>
                  <a:pt x="4218" y="707"/>
                  <a:pt x="4218" y="707"/>
                </a:cubicBezTo>
                <a:cubicBezTo>
                  <a:pt x="4218" y="648"/>
                  <a:pt x="4171" y="600"/>
                  <a:pt x="4112" y="600"/>
                </a:cubicBezTo>
                <a:cubicBezTo>
                  <a:pt x="4053" y="600"/>
                  <a:pt x="4005" y="648"/>
                  <a:pt x="4005" y="707"/>
                </a:cubicBezTo>
                <a:close/>
                <a:moveTo>
                  <a:pt x="3494" y="648"/>
                </a:moveTo>
                <a:cubicBezTo>
                  <a:pt x="3494" y="2271"/>
                  <a:pt x="3494" y="2271"/>
                  <a:pt x="3494" y="2271"/>
                </a:cubicBezTo>
                <a:cubicBezTo>
                  <a:pt x="3494" y="2332"/>
                  <a:pt x="3544" y="2382"/>
                  <a:pt x="3605" y="2382"/>
                </a:cubicBezTo>
                <a:cubicBezTo>
                  <a:pt x="3666" y="2382"/>
                  <a:pt x="3715" y="2332"/>
                  <a:pt x="3715" y="2271"/>
                </a:cubicBezTo>
                <a:cubicBezTo>
                  <a:pt x="3715" y="648"/>
                  <a:pt x="3715" y="648"/>
                  <a:pt x="3715" y="648"/>
                </a:cubicBezTo>
                <a:cubicBezTo>
                  <a:pt x="3715" y="587"/>
                  <a:pt x="3666" y="537"/>
                  <a:pt x="3605" y="537"/>
                </a:cubicBezTo>
                <a:cubicBezTo>
                  <a:pt x="3544" y="537"/>
                  <a:pt x="3494" y="587"/>
                  <a:pt x="3494" y="648"/>
                </a:cubicBezTo>
                <a:close/>
                <a:moveTo>
                  <a:pt x="2983" y="576"/>
                </a:moveTo>
                <a:cubicBezTo>
                  <a:pt x="2983" y="2267"/>
                  <a:pt x="2983" y="2267"/>
                  <a:pt x="2983" y="2267"/>
                </a:cubicBezTo>
                <a:cubicBezTo>
                  <a:pt x="2983" y="2330"/>
                  <a:pt x="3035" y="2382"/>
                  <a:pt x="3098" y="2382"/>
                </a:cubicBezTo>
                <a:cubicBezTo>
                  <a:pt x="3162" y="2382"/>
                  <a:pt x="3213" y="2330"/>
                  <a:pt x="3213" y="2267"/>
                </a:cubicBezTo>
                <a:cubicBezTo>
                  <a:pt x="3213" y="576"/>
                  <a:pt x="3213" y="576"/>
                  <a:pt x="3213" y="576"/>
                </a:cubicBezTo>
                <a:cubicBezTo>
                  <a:pt x="3213" y="513"/>
                  <a:pt x="3162" y="461"/>
                  <a:pt x="3098" y="461"/>
                </a:cubicBezTo>
                <a:cubicBezTo>
                  <a:pt x="3035" y="461"/>
                  <a:pt x="2983" y="513"/>
                  <a:pt x="2983" y="576"/>
                </a:cubicBezTo>
                <a:close/>
                <a:moveTo>
                  <a:pt x="2429" y="493"/>
                </a:moveTo>
                <a:cubicBezTo>
                  <a:pt x="2429" y="2261"/>
                  <a:pt x="2429" y="2261"/>
                  <a:pt x="2429" y="2261"/>
                </a:cubicBezTo>
                <a:cubicBezTo>
                  <a:pt x="2429" y="2328"/>
                  <a:pt x="2482" y="2382"/>
                  <a:pt x="2549" y="2382"/>
                </a:cubicBezTo>
                <a:cubicBezTo>
                  <a:pt x="2616" y="2382"/>
                  <a:pt x="2669" y="2328"/>
                  <a:pt x="2669" y="2261"/>
                </a:cubicBezTo>
                <a:cubicBezTo>
                  <a:pt x="2669" y="493"/>
                  <a:pt x="2669" y="493"/>
                  <a:pt x="2669" y="493"/>
                </a:cubicBezTo>
                <a:cubicBezTo>
                  <a:pt x="2669" y="426"/>
                  <a:pt x="2616" y="372"/>
                  <a:pt x="2549" y="372"/>
                </a:cubicBezTo>
                <a:cubicBezTo>
                  <a:pt x="2482" y="372"/>
                  <a:pt x="2429" y="426"/>
                  <a:pt x="2429" y="493"/>
                </a:cubicBezTo>
                <a:close/>
                <a:moveTo>
                  <a:pt x="607" y="233"/>
                </a:moveTo>
                <a:cubicBezTo>
                  <a:pt x="1353" y="0"/>
                  <a:pt x="1353" y="0"/>
                  <a:pt x="1353" y="0"/>
                </a:cubicBezTo>
                <a:cubicBezTo>
                  <a:pt x="1353" y="2553"/>
                  <a:pt x="1353" y="2553"/>
                  <a:pt x="1353" y="2553"/>
                </a:cubicBezTo>
                <a:cubicBezTo>
                  <a:pt x="607" y="2553"/>
                  <a:pt x="607" y="2553"/>
                  <a:pt x="607" y="2553"/>
                </a:cubicBezTo>
                <a:lnTo>
                  <a:pt x="607" y="233"/>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6" name="矩形 15"/>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7" name="TextBox 16"/>
          <p:cNvSpPr txBox="1"/>
          <p:nvPr/>
        </p:nvSpPr>
        <p:spPr>
          <a:xfrm>
            <a:off x="1070328" y="1772816"/>
            <a:ext cx="6617696"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年传统户外广告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8" name="KSO_Shape"/>
          <p:cNvSpPr>
            <a:spLocks/>
          </p:cNvSpPr>
          <p:nvPr/>
        </p:nvSpPr>
        <p:spPr bwMode="auto">
          <a:xfrm>
            <a:off x="6751612" y="3208388"/>
            <a:ext cx="1148844" cy="1019025"/>
          </a:xfrm>
          <a:custGeom>
            <a:avLst/>
            <a:gdLst>
              <a:gd name="T0" fmla="*/ 2147483646 w 5069"/>
              <a:gd name="T1" fmla="*/ 2147483646 h 4548"/>
              <a:gd name="T2" fmla="*/ 2147483646 w 5069"/>
              <a:gd name="T3" fmla="*/ 2147483646 h 4548"/>
              <a:gd name="T4" fmla="*/ 2147483646 w 5069"/>
              <a:gd name="T5" fmla="*/ 2147483646 h 4548"/>
              <a:gd name="T6" fmla="*/ 2147483646 w 5069"/>
              <a:gd name="T7" fmla="*/ 2147483646 h 4548"/>
              <a:gd name="T8" fmla="*/ 2147483646 w 5069"/>
              <a:gd name="T9" fmla="*/ 317954395 h 4548"/>
              <a:gd name="T10" fmla="*/ 2147483646 w 5069"/>
              <a:gd name="T11" fmla="*/ 2147483646 h 4548"/>
              <a:gd name="T12" fmla="*/ 2147483646 w 5069"/>
              <a:gd name="T13" fmla="*/ 2147483646 h 4548"/>
              <a:gd name="T14" fmla="*/ 2147483646 w 5069"/>
              <a:gd name="T15" fmla="*/ 2147483646 h 4548"/>
              <a:gd name="T16" fmla="*/ 2147483646 w 5069"/>
              <a:gd name="T17" fmla="*/ 2147483646 h 4548"/>
              <a:gd name="T18" fmla="*/ 2147483646 w 5069"/>
              <a:gd name="T19" fmla="*/ 2147483646 h 4548"/>
              <a:gd name="T20" fmla="*/ 2147483646 w 5069"/>
              <a:gd name="T21" fmla="*/ 2147483646 h 4548"/>
              <a:gd name="T22" fmla="*/ 2147483646 w 5069"/>
              <a:gd name="T23" fmla="*/ 2147483646 h 4548"/>
              <a:gd name="T24" fmla="*/ 2016991000 w 5069"/>
              <a:gd name="T25" fmla="*/ 2147483646 h 4548"/>
              <a:gd name="T26" fmla="*/ 2147483646 w 5069"/>
              <a:gd name="T27" fmla="*/ 2147483646 h 4548"/>
              <a:gd name="T28" fmla="*/ 2147483646 w 5069"/>
              <a:gd name="T29" fmla="*/ 2147483646 h 4548"/>
              <a:gd name="T30" fmla="*/ 2147483646 w 5069"/>
              <a:gd name="T31" fmla="*/ 2147483646 h 4548"/>
              <a:gd name="T32" fmla="*/ 2147483646 w 5069"/>
              <a:gd name="T33" fmla="*/ 2147483646 h 4548"/>
              <a:gd name="T34" fmla="*/ 2147483646 w 5069"/>
              <a:gd name="T35" fmla="*/ 2147483646 h 4548"/>
              <a:gd name="T36" fmla="*/ 2147483646 w 5069"/>
              <a:gd name="T37" fmla="*/ 2147483646 h 4548"/>
              <a:gd name="T38" fmla="*/ 2147483646 w 5069"/>
              <a:gd name="T39" fmla="*/ 2147483646 h 4548"/>
              <a:gd name="T40" fmla="*/ 2147483646 w 5069"/>
              <a:gd name="T41" fmla="*/ 2147483646 h 4548"/>
              <a:gd name="T42" fmla="*/ 2147483646 w 5069"/>
              <a:gd name="T43" fmla="*/ 2147483646 h 4548"/>
              <a:gd name="T44" fmla="*/ 2147483646 w 5069"/>
              <a:gd name="T45" fmla="*/ 2147483646 h 4548"/>
              <a:gd name="T46" fmla="*/ 2147483646 w 5069"/>
              <a:gd name="T47" fmla="*/ 2147483646 h 4548"/>
              <a:gd name="T48" fmla="*/ 2147483646 w 5069"/>
              <a:gd name="T49" fmla="*/ 2147483646 h 4548"/>
              <a:gd name="T50" fmla="*/ 2147483646 w 5069"/>
              <a:gd name="T51" fmla="*/ 2147483646 h 4548"/>
              <a:gd name="T52" fmla="*/ 2147483646 w 5069"/>
              <a:gd name="T53" fmla="*/ 2147483646 h 4548"/>
              <a:gd name="T54" fmla="*/ 2147483646 w 5069"/>
              <a:gd name="T55" fmla="*/ 2147483646 h 4548"/>
              <a:gd name="T56" fmla="*/ 2147483646 w 5069"/>
              <a:gd name="T57" fmla="*/ 2147483646 h 4548"/>
              <a:gd name="T58" fmla="*/ 2147483646 w 5069"/>
              <a:gd name="T59" fmla="*/ 2147483646 h 4548"/>
              <a:gd name="T60" fmla="*/ 2147483646 w 5069"/>
              <a:gd name="T61" fmla="*/ 2147483646 h 4548"/>
              <a:gd name="T62" fmla="*/ 2147483646 w 5069"/>
              <a:gd name="T63" fmla="*/ 2147483646 h 4548"/>
              <a:gd name="T64" fmla="*/ 2147483646 w 5069"/>
              <a:gd name="T65" fmla="*/ 2147483646 h 4548"/>
              <a:gd name="T66" fmla="*/ 2147483646 w 5069"/>
              <a:gd name="T67" fmla="*/ 2147483646 h 4548"/>
              <a:gd name="T68" fmla="*/ 2147483646 w 5069"/>
              <a:gd name="T69" fmla="*/ 2147483646 h 4548"/>
              <a:gd name="T70" fmla="*/ 2147483646 w 5069"/>
              <a:gd name="T71" fmla="*/ 2147483646 h 4548"/>
              <a:gd name="T72" fmla="*/ 2147483646 w 5069"/>
              <a:gd name="T73" fmla="*/ 2147483646 h 4548"/>
              <a:gd name="T74" fmla="*/ 2147483646 w 5069"/>
              <a:gd name="T75" fmla="*/ 2147483646 h 4548"/>
              <a:gd name="T76" fmla="*/ 2147483646 w 5069"/>
              <a:gd name="T77" fmla="*/ 2147483646 h 4548"/>
              <a:gd name="T78" fmla="*/ 2147483646 w 5069"/>
              <a:gd name="T79" fmla="*/ 2147483646 h 4548"/>
              <a:gd name="T80" fmla="*/ 2147483646 w 5069"/>
              <a:gd name="T81" fmla="*/ 2147483646 h 4548"/>
              <a:gd name="T82" fmla="*/ 2147483646 w 5069"/>
              <a:gd name="T83" fmla="*/ 2147483646 h 4548"/>
              <a:gd name="T84" fmla="*/ 2147483646 w 5069"/>
              <a:gd name="T85" fmla="*/ 2147483646 h 4548"/>
              <a:gd name="T86" fmla="*/ 2147483646 w 5069"/>
              <a:gd name="T87" fmla="*/ 2147483646 h 4548"/>
              <a:gd name="T88" fmla="*/ 2147483646 w 5069"/>
              <a:gd name="T89" fmla="*/ 2147483646 h 4548"/>
              <a:gd name="T90" fmla="*/ 2147483646 w 5069"/>
              <a:gd name="T91" fmla="*/ 2147483646 h 4548"/>
              <a:gd name="T92" fmla="*/ 2147483646 w 5069"/>
              <a:gd name="T93" fmla="*/ 2147483646 h 4548"/>
              <a:gd name="T94" fmla="*/ 2147483646 w 5069"/>
              <a:gd name="T95" fmla="*/ 2147483646 h 4548"/>
              <a:gd name="T96" fmla="*/ 2147483646 w 5069"/>
              <a:gd name="T97" fmla="*/ 2147483646 h 4548"/>
              <a:gd name="T98" fmla="*/ 2147483646 w 5069"/>
              <a:gd name="T99" fmla="*/ 2147483646 h 4548"/>
              <a:gd name="T100" fmla="*/ 2147483646 w 5069"/>
              <a:gd name="T101" fmla="*/ 2147483646 h 4548"/>
              <a:gd name="T102" fmla="*/ 2147483646 w 5069"/>
              <a:gd name="T103" fmla="*/ 2147483646 h 4548"/>
              <a:gd name="T104" fmla="*/ 2147483646 w 5069"/>
              <a:gd name="T105" fmla="*/ 2147483646 h 4548"/>
              <a:gd name="T106" fmla="*/ 2147483646 w 5069"/>
              <a:gd name="T107" fmla="*/ 2147483646 h 4548"/>
              <a:gd name="T108" fmla="*/ 2147483646 w 5069"/>
              <a:gd name="T109" fmla="*/ 2147483646 h 4548"/>
              <a:gd name="T110" fmla="*/ 2147483646 w 5069"/>
              <a:gd name="T111" fmla="*/ 2147483646 h 4548"/>
              <a:gd name="T112" fmla="*/ 2147483646 w 5069"/>
              <a:gd name="T113" fmla="*/ 2147483646 h 4548"/>
              <a:gd name="T114" fmla="*/ 2147483646 w 5069"/>
              <a:gd name="T115" fmla="*/ 2147483646 h 4548"/>
              <a:gd name="T116" fmla="*/ 2147483646 w 5069"/>
              <a:gd name="T117" fmla="*/ 2147483646 h 4548"/>
              <a:gd name="T118" fmla="*/ 2147483646 w 5069"/>
              <a:gd name="T119" fmla="*/ 2147483646 h 4548"/>
              <a:gd name="T120" fmla="*/ 2147483646 w 5069"/>
              <a:gd name="T121" fmla="*/ 2147483646 h 454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069" h="4548">
                <a:moveTo>
                  <a:pt x="4612" y="1885"/>
                </a:moveTo>
                <a:lnTo>
                  <a:pt x="4196" y="822"/>
                </a:lnTo>
                <a:lnTo>
                  <a:pt x="4180" y="784"/>
                </a:lnTo>
                <a:lnTo>
                  <a:pt x="4162" y="747"/>
                </a:lnTo>
                <a:lnTo>
                  <a:pt x="4152" y="730"/>
                </a:lnTo>
                <a:lnTo>
                  <a:pt x="4142" y="712"/>
                </a:lnTo>
                <a:lnTo>
                  <a:pt x="4130" y="694"/>
                </a:lnTo>
                <a:lnTo>
                  <a:pt x="4120" y="677"/>
                </a:lnTo>
                <a:lnTo>
                  <a:pt x="4107" y="661"/>
                </a:lnTo>
                <a:lnTo>
                  <a:pt x="4094" y="645"/>
                </a:lnTo>
                <a:lnTo>
                  <a:pt x="4081" y="630"/>
                </a:lnTo>
                <a:lnTo>
                  <a:pt x="4066" y="613"/>
                </a:lnTo>
                <a:lnTo>
                  <a:pt x="4052" y="599"/>
                </a:lnTo>
                <a:lnTo>
                  <a:pt x="4035" y="585"/>
                </a:lnTo>
                <a:lnTo>
                  <a:pt x="4019" y="571"/>
                </a:lnTo>
                <a:lnTo>
                  <a:pt x="4003" y="558"/>
                </a:lnTo>
                <a:lnTo>
                  <a:pt x="3985" y="545"/>
                </a:lnTo>
                <a:lnTo>
                  <a:pt x="3966" y="534"/>
                </a:lnTo>
                <a:lnTo>
                  <a:pt x="3947" y="522"/>
                </a:lnTo>
                <a:lnTo>
                  <a:pt x="3927" y="512"/>
                </a:lnTo>
                <a:lnTo>
                  <a:pt x="3907" y="501"/>
                </a:lnTo>
                <a:lnTo>
                  <a:pt x="3885" y="493"/>
                </a:lnTo>
                <a:lnTo>
                  <a:pt x="3864" y="484"/>
                </a:lnTo>
                <a:lnTo>
                  <a:pt x="3840" y="476"/>
                </a:lnTo>
                <a:lnTo>
                  <a:pt x="3816" y="470"/>
                </a:lnTo>
                <a:lnTo>
                  <a:pt x="3792" y="463"/>
                </a:lnTo>
                <a:lnTo>
                  <a:pt x="3767" y="458"/>
                </a:lnTo>
                <a:lnTo>
                  <a:pt x="3741" y="454"/>
                </a:lnTo>
                <a:lnTo>
                  <a:pt x="3714" y="450"/>
                </a:lnTo>
                <a:lnTo>
                  <a:pt x="3686" y="448"/>
                </a:lnTo>
                <a:lnTo>
                  <a:pt x="3656" y="446"/>
                </a:lnTo>
                <a:lnTo>
                  <a:pt x="3627" y="446"/>
                </a:lnTo>
                <a:lnTo>
                  <a:pt x="3039" y="446"/>
                </a:lnTo>
                <a:lnTo>
                  <a:pt x="3031" y="427"/>
                </a:lnTo>
                <a:lnTo>
                  <a:pt x="3008" y="377"/>
                </a:lnTo>
                <a:lnTo>
                  <a:pt x="2973" y="305"/>
                </a:lnTo>
                <a:lnTo>
                  <a:pt x="2954" y="265"/>
                </a:lnTo>
                <a:lnTo>
                  <a:pt x="2931" y="224"/>
                </a:lnTo>
                <a:lnTo>
                  <a:pt x="2909" y="182"/>
                </a:lnTo>
                <a:lnTo>
                  <a:pt x="2885" y="142"/>
                </a:lnTo>
                <a:lnTo>
                  <a:pt x="2861" y="104"/>
                </a:lnTo>
                <a:lnTo>
                  <a:pt x="2836" y="71"/>
                </a:lnTo>
                <a:lnTo>
                  <a:pt x="2825" y="55"/>
                </a:lnTo>
                <a:lnTo>
                  <a:pt x="2814" y="42"/>
                </a:lnTo>
                <a:lnTo>
                  <a:pt x="2802" y="31"/>
                </a:lnTo>
                <a:lnTo>
                  <a:pt x="2791" y="20"/>
                </a:lnTo>
                <a:lnTo>
                  <a:pt x="2780" y="12"/>
                </a:lnTo>
                <a:lnTo>
                  <a:pt x="2769" y="6"/>
                </a:lnTo>
                <a:lnTo>
                  <a:pt x="2760" y="3"/>
                </a:lnTo>
                <a:lnTo>
                  <a:pt x="2750" y="0"/>
                </a:lnTo>
                <a:lnTo>
                  <a:pt x="2326" y="0"/>
                </a:lnTo>
                <a:lnTo>
                  <a:pt x="2317" y="3"/>
                </a:lnTo>
                <a:lnTo>
                  <a:pt x="2306" y="6"/>
                </a:lnTo>
                <a:lnTo>
                  <a:pt x="2297" y="12"/>
                </a:lnTo>
                <a:lnTo>
                  <a:pt x="2286" y="20"/>
                </a:lnTo>
                <a:lnTo>
                  <a:pt x="2274" y="31"/>
                </a:lnTo>
                <a:lnTo>
                  <a:pt x="2263" y="42"/>
                </a:lnTo>
                <a:lnTo>
                  <a:pt x="2251" y="55"/>
                </a:lnTo>
                <a:lnTo>
                  <a:pt x="2239" y="71"/>
                </a:lnTo>
                <a:lnTo>
                  <a:pt x="2216" y="104"/>
                </a:lnTo>
                <a:lnTo>
                  <a:pt x="2192" y="142"/>
                </a:lnTo>
                <a:lnTo>
                  <a:pt x="2168" y="182"/>
                </a:lnTo>
                <a:lnTo>
                  <a:pt x="2144" y="224"/>
                </a:lnTo>
                <a:lnTo>
                  <a:pt x="2123" y="265"/>
                </a:lnTo>
                <a:lnTo>
                  <a:pt x="2102" y="305"/>
                </a:lnTo>
                <a:lnTo>
                  <a:pt x="2069" y="377"/>
                </a:lnTo>
                <a:lnTo>
                  <a:pt x="2045" y="427"/>
                </a:lnTo>
                <a:lnTo>
                  <a:pt x="2038" y="446"/>
                </a:lnTo>
                <a:lnTo>
                  <a:pt x="1442" y="446"/>
                </a:lnTo>
                <a:lnTo>
                  <a:pt x="1413" y="446"/>
                </a:lnTo>
                <a:lnTo>
                  <a:pt x="1384" y="448"/>
                </a:lnTo>
                <a:lnTo>
                  <a:pt x="1355" y="450"/>
                </a:lnTo>
                <a:lnTo>
                  <a:pt x="1328" y="454"/>
                </a:lnTo>
                <a:lnTo>
                  <a:pt x="1303" y="458"/>
                </a:lnTo>
                <a:lnTo>
                  <a:pt x="1278" y="463"/>
                </a:lnTo>
                <a:lnTo>
                  <a:pt x="1253" y="470"/>
                </a:lnTo>
                <a:lnTo>
                  <a:pt x="1229" y="476"/>
                </a:lnTo>
                <a:lnTo>
                  <a:pt x="1206" y="484"/>
                </a:lnTo>
                <a:lnTo>
                  <a:pt x="1184" y="493"/>
                </a:lnTo>
                <a:lnTo>
                  <a:pt x="1163" y="501"/>
                </a:lnTo>
                <a:lnTo>
                  <a:pt x="1143" y="512"/>
                </a:lnTo>
                <a:lnTo>
                  <a:pt x="1122" y="522"/>
                </a:lnTo>
                <a:lnTo>
                  <a:pt x="1103" y="534"/>
                </a:lnTo>
                <a:lnTo>
                  <a:pt x="1085" y="545"/>
                </a:lnTo>
                <a:lnTo>
                  <a:pt x="1067" y="558"/>
                </a:lnTo>
                <a:lnTo>
                  <a:pt x="1050" y="571"/>
                </a:lnTo>
                <a:lnTo>
                  <a:pt x="1034" y="585"/>
                </a:lnTo>
                <a:lnTo>
                  <a:pt x="1019" y="599"/>
                </a:lnTo>
                <a:lnTo>
                  <a:pt x="1004" y="613"/>
                </a:lnTo>
                <a:lnTo>
                  <a:pt x="990" y="630"/>
                </a:lnTo>
                <a:lnTo>
                  <a:pt x="976" y="645"/>
                </a:lnTo>
                <a:lnTo>
                  <a:pt x="963" y="661"/>
                </a:lnTo>
                <a:lnTo>
                  <a:pt x="951" y="677"/>
                </a:lnTo>
                <a:lnTo>
                  <a:pt x="939" y="694"/>
                </a:lnTo>
                <a:lnTo>
                  <a:pt x="928" y="712"/>
                </a:lnTo>
                <a:lnTo>
                  <a:pt x="917" y="730"/>
                </a:lnTo>
                <a:lnTo>
                  <a:pt x="908" y="747"/>
                </a:lnTo>
                <a:lnTo>
                  <a:pt x="890" y="784"/>
                </a:lnTo>
                <a:lnTo>
                  <a:pt x="874" y="822"/>
                </a:lnTo>
                <a:lnTo>
                  <a:pt x="457" y="1885"/>
                </a:lnTo>
                <a:lnTo>
                  <a:pt x="441" y="1888"/>
                </a:lnTo>
                <a:lnTo>
                  <a:pt x="425" y="1891"/>
                </a:lnTo>
                <a:lnTo>
                  <a:pt x="408" y="1896"/>
                </a:lnTo>
                <a:lnTo>
                  <a:pt x="391" y="1901"/>
                </a:lnTo>
                <a:lnTo>
                  <a:pt x="372" y="1908"/>
                </a:lnTo>
                <a:lnTo>
                  <a:pt x="354" y="1915"/>
                </a:lnTo>
                <a:lnTo>
                  <a:pt x="336" y="1924"/>
                </a:lnTo>
                <a:lnTo>
                  <a:pt x="316" y="1933"/>
                </a:lnTo>
                <a:lnTo>
                  <a:pt x="298" y="1943"/>
                </a:lnTo>
                <a:lnTo>
                  <a:pt x="278" y="1955"/>
                </a:lnTo>
                <a:lnTo>
                  <a:pt x="259" y="1967"/>
                </a:lnTo>
                <a:lnTo>
                  <a:pt x="241" y="1981"/>
                </a:lnTo>
                <a:lnTo>
                  <a:pt x="221" y="1995"/>
                </a:lnTo>
                <a:lnTo>
                  <a:pt x="203" y="2011"/>
                </a:lnTo>
                <a:lnTo>
                  <a:pt x="184" y="2027"/>
                </a:lnTo>
                <a:lnTo>
                  <a:pt x="167" y="2045"/>
                </a:lnTo>
                <a:lnTo>
                  <a:pt x="150" y="2063"/>
                </a:lnTo>
                <a:lnTo>
                  <a:pt x="133" y="2082"/>
                </a:lnTo>
                <a:lnTo>
                  <a:pt x="116" y="2103"/>
                </a:lnTo>
                <a:lnTo>
                  <a:pt x="101" y="2124"/>
                </a:lnTo>
                <a:lnTo>
                  <a:pt x="87" y="2147"/>
                </a:lnTo>
                <a:lnTo>
                  <a:pt x="73" y="2171"/>
                </a:lnTo>
                <a:lnTo>
                  <a:pt x="60" y="2196"/>
                </a:lnTo>
                <a:lnTo>
                  <a:pt x="48" y="2221"/>
                </a:lnTo>
                <a:lnTo>
                  <a:pt x="38" y="2248"/>
                </a:lnTo>
                <a:lnTo>
                  <a:pt x="28" y="2275"/>
                </a:lnTo>
                <a:lnTo>
                  <a:pt x="20" y="2304"/>
                </a:lnTo>
                <a:lnTo>
                  <a:pt x="13" y="2333"/>
                </a:lnTo>
                <a:lnTo>
                  <a:pt x="7" y="2364"/>
                </a:lnTo>
                <a:lnTo>
                  <a:pt x="3" y="2395"/>
                </a:lnTo>
                <a:lnTo>
                  <a:pt x="1" y="2428"/>
                </a:lnTo>
                <a:lnTo>
                  <a:pt x="0" y="2461"/>
                </a:lnTo>
                <a:lnTo>
                  <a:pt x="0" y="3815"/>
                </a:lnTo>
                <a:lnTo>
                  <a:pt x="468" y="3815"/>
                </a:lnTo>
                <a:lnTo>
                  <a:pt x="468" y="4151"/>
                </a:lnTo>
                <a:lnTo>
                  <a:pt x="469" y="4176"/>
                </a:lnTo>
                <a:lnTo>
                  <a:pt x="470" y="4200"/>
                </a:lnTo>
                <a:lnTo>
                  <a:pt x="473" y="4223"/>
                </a:lnTo>
                <a:lnTo>
                  <a:pt x="476" y="4244"/>
                </a:lnTo>
                <a:lnTo>
                  <a:pt x="480" y="4266"/>
                </a:lnTo>
                <a:lnTo>
                  <a:pt x="484" y="4286"/>
                </a:lnTo>
                <a:lnTo>
                  <a:pt x="490" y="4307"/>
                </a:lnTo>
                <a:lnTo>
                  <a:pt x="496" y="4325"/>
                </a:lnTo>
                <a:lnTo>
                  <a:pt x="503" y="4344"/>
                </a:lnTo>
                <a:lnTo>
                  <a:pt x="510" y="4361"/>
                </a:lnTo>
                <a:lnTo>
                  <a:pt x="518" y="4378"/>
                </a:lnTo>
                <a:lnTo>
                  <a:pt x="528" y="4394"/>
                </a:lnTo>
                <a:lnTo>
                  <a:pt x="536" y="4409"/>
                </a:lnTo>
                <a:lnTo>
                  <a:pt x="546" y="4423"/>
                </a:lnTo>
                <a:lnTo>
                  <a:pt x="557" y="4437"/>
                </a:lnTo>
                <a:lnTo>
                  <a:pt x="568" y="4449"/>
                </a:lnTo>
                <a:lnTo>
                  <a:pt x="579" y="4461"/>
                </a:lnTo>
                <a:lnTo>
                  <a:pt x="591" y="4473"/>
                </a:lnTo>
                <a:lnTo>
                  <a:pt x="603" y="4484"/>
                </a:lnTo>
                <a:lnTo>
                  <a:pt x="616" y="4493"/>
                </a:lnTo>
                <a:lnTo>
                  <a:pt x="629" y="4502"/>
                </a:lnTo>
                <a:lnTo>
                  <a:pt x="642" y="4510"/>
                </a:lnTo>
                <a:lnTo>
                  <a:pt x="655" y="4517"/>
                </a:lnTo>
                <a:lnTo>
                  <a:pt x="669" y="4524"/>
                </a:lnTo>
                <a:lnTo>
                  <a:pt x="683" y="4529"/>
                </a:lnTo>
                <a:lnTo>
                  <a:pt x="697" y="4535"/>
                </a:lnTo>
                <a:lnTo>
                  <a:pt x="712" y="4539"/>
                </a:lnTo>
                <a:lnTo>
                  <a:pt x="726" y="4542"/>
                </a:lnTo>
                <a:lnTo>
                  <a:pt x="741" y="4544"/>
                </a:lnTo>
                <a:lnTo>
                  <a:pt x="756" y="4546"/>
                </a:lnTo>
                <a:lnTo>
                  <a:pt x="770" y="4548"/>
                </a:lnTo>
                <a:lnTo>
                  <a:pt x="786" y="4548"/>
                </a:lnTo>
                <a:lnTo>
                  <a:pt x="801" y="4548"/>
                </a:lnTo>
                <a:lnTo>
                  <a:pt x="816" y="4546"/>
                </a:lnTo>
                <a:lnTo>
                  <a:pt x="830" y="4544"/>
                </a:lnTo>
                <a:lnTo>
                  <a:pt x="845" y="4541"/>
                </a:lnTo>
                <a:lnTo>
                  <a:pt x="859" y="4538"/>
                </a:lnTo>
                <a:lnTo>
                  <a:pt x="874" y="4534"/>
                </a:lnTo>
                <a:lnTo>
                  <a:pt x="888" y="4528"/>
                </a:lnTo>
                <a:lnTo>
                  <a:pt x="902" y="4523"/>
                </a:lnTo>
                <a:lnTo>
                  <a:pt x="916" y="4516"/>
                </a:lnTo>
                <a:lnTo>
                  <a:pt x="929" y="4509"/>
                </a:lnTo>
                <a:lnTo>
                  <a:pt x="942" y="4500"/>
                </a:lnTo>
                <a:lnTo>
                  <a:pt x="955" y="4491"/>
                </a:lnTo>
                <a:lnTo>
                  <a:pt x="968" y="4482"/>
                </a:lnTo>
                <a:lnTo>
                  <a:pt x="980" y="4471"/>
                </a:lnTo>
                <a:lnTo>
                  <a:pt x="992" y="4460"/>
                </a:lnTo>
                <a:lnTo>
                  <a:pt x="1004" y="4448"/>
                </a:lnTo>
                <a:lnTo>
                  <a:pt x="1014" y="4435"/>
                </a:lnTo>
                <a:lnTo>
                  <a:pt x="1025" y="4421"/>
                </a:lnTo>
                <a:lnTo>
                  <a:pt x="1035" y="4407"/>
                </a:lnTo>
                <a:lnTo>
                  <a:pt x="1045" y="4392"/>
                </a:lnTo>
                <a:lnTo>
                  <a:pt x="1053" y="4376"/>
                </a:lnTo>
                <a:lnTo>
                  <a:pt x="1061" y="4360"/>
                </a:lnTo>
                <a:lnTo>
                  <a:pt x="1068" y="4342"/>
                </a:lnTo>
                <a:lnTo>
                  <a:pt x="1075" y="4324"/>
                </a:lnTo>
                <a:lnTo>
                  <a:pt x="1081" y="4305"/>
                </a:lnTo>
                <a:lnTo>
                  <a:pt x="1087" y="4285"/>
                </a:lnTo>
                <a:lnTo>
                  <a:pt x="1092" y="4265"/>
                </a:lnTo>
                <a:lnTo>
                  <a:pt x="1095" y="4244"/>
                </a:lnTo>
                <a:lnTo>
                  <a:pt x="1099" y="4222"/>
                </a:lnTo>
                <a:lnTo>
                  <a:pt x="1101" y="4199"/>
                </a:lnTo>
                <a:lnTo>
                  <a:pt x="1102" y="4175"/>
                </a:lnTo>
                <a:lnTo>
                  <a:pt x="1103" y="4151"/>
                </a:lnTo>
                <a:lnTo>
                  <a:pt x="1103" y="3815"/>
                </a:lnTo>
                <a:lnTo>
                  <a:pt x="3967" y="3815"/>
                </a:lnTo>
                <a:lnTo>
                  <a:pt x="3967" y="4151"/>
                </a:lnTo>
                <a:lnTo>
                  <a:pt x="3967" y="4175"/>
                </a:lnTo>
                <a:lnTo>
                  <a:pt x="3968" y="4199"/>
                </a:lnTo>
                <a:lnTo>
                  <a:pt x="3972" y="4222"/>
                </a:lnTo>
                <a:lnTo>
                  <a:pt x="3974" y="4244"/>
                </a:lnTo>
                <a:lnTo>
                  <a:pt x="3978" y="4265"/>
                </a:lnTo>
                <a:lnTo>
                  <a:pt x="3982" y="4285"/>
                </a:lnTo>
                <a:lnTo>
                  <a:pt x="3988" y="4305"/>
                </a:lnTo>
                <a:lnTo>
                  <a:pt x="3994" y="4324"/>
                </a:lnTo>
                <a:lnTo>
                  <a:pt x="4001" y="4342"/>
                </a:lnTo>
                <a:lnTo>
                  <a:pt x="4008" y="4360"/>
                </a:lnTo>
                <a:lnTo>
                  <a:pt x="4017" y="4376"/>
                </a:lnTo>
                <a:lnTo>
                  <a:pt x="4026" y="4392"/>
                </a:lnTo>
                <a:lnTo>
                  <a:pt x="4035" y="4407"/>
                </a:lnTo>
                <a:lnTo>
                  <a:pt x="4045" y="4421"/>
                </a:lnTo>
                <a:lnTo>
                  <a:pt x="4055" y="4435"/>
                </a:lnTo>
                <a:lnTo>
                  <a:pt x="4067" y="4448"/>
                </a:lnTo>
                <a:lnTo>
                  <a:pt x="4077" y="4460"/>
                </a:lnTo>
                <a:lnTo>
                  <a:pt x="4089" y="4471"/>
                </a:lnTo>
                <a:lnTo>
                  <a:pt x="4101" y="4482"/>
                </a:lnTo>
                <a:lnTo>
                  <a:pt x="4114" y="4491"/>
                </a:lnTo>
                <a:lnTo>
                  <a:pt x="4127" y="4500"/>
                </a:lnTo>
                <a:lnTo>
                  <a:pt x="4140" y="4509"/>
                </a:lnTo>
                <a:lnTo>
                  <a:pt x="4154" y="4516"/>
                </a:lnTo>
                <a:lnTo>
                  <a:pt x="4168" y="4523"/>
                </a:lnTo>
                <a:lnTo>
                  <a:pt x="4182" y="4528"/>
                </a:lnTo>
                <a:lnTo>
                  <a:pt x="4196" y="4534"/>
                </a:lnTo>
                <a:lnTo>
                  <a:pt x="4210" y="4538"/>
                </a:lnTo>
                <a:lnTo>
                  <a:pt x="4225" y="4541"/>
                </a:lnTo>
                <a:lnTo>
                  <a:pt x="4239" y="4544"/>
                </a:lnTo>
                <a:lnTo>
                  <a:pt x="4254" y="4546"/>
                </a:lnTo>
                <a:lnTo>
                  <a:pt x="4270" y="4548"/>
                </a:lnTo>
                <a:lnTo>
                  <a:pt x="4284" y="4548"/>
                </a:lnTo>
                <a:lnTo>
                  <a:pt x="4299" y="4548"/>
                </a:lnTo>
                <a:lnTo>
                  <a:pt x="4314" y="4546"/>
                </a:lnTo>
                <a:lnTo>
                  <a:pt x="4329" y="4544"/>
                </a:lnTo>
                <a:lnTo>
                  <a:pt x="4343" y="4542"/>
                </a:lnTo>
                <a:lnTo>
                  <a:pt x="4358" y="4539"/>
                </a:lnTo>
                <a:lnTo>
                  <a:pt x="4372" y="4535"/>
                </a:lnTo>
                <a:lnTo>
                  <a:pt x="4386" y="4529"/>
                </a:lnTo>
                <a:lnTo>
                  <a:pt x="4400" y="4524"/>
                </a:lnTo>
                <a:lnTo>
                  <a:pt x="4414" y="4517"/>
                </a:lnTo>
                <a:lnTo>
                  <a:pt x="4428" y="4510"/>
                </a:lnTo>
                <a:lnTo>
                  <a:pt x="4441" y="4502"/>
                </a:lnTo>
                <a:lnTo>
                  <a:pt x="4454" y="4493"/>
                </a:lnTo>
                <a:lnTo>
                  <a:pt x="4467" y="4484"/>
                </a:lnTo>
                <a:lnTo>
                  <a:pt x="4479" y="4473"/>
                </a:lnTo>
                <a:lnTo>
                  <a:pt x="4491" y="4461"/>
                </a:lnTo>
                <a:lnTo>
                  <a:pt x="4502" y="4449"/>
                </a:lnTo>
                <a:lnTo>
                  <a:pt x="4512" y="4437"/>
                </a:lnTo>
                <a:lnTo>
                  <a:pt x="4523" y="4423"/>
                </a:lnTo>
                <a:lnTo>
                  <a:pt x="4533" y="4409"/>
                </a:lnTo>
                <a:lnTo>
                  <a:pt x="4543" y="4394"/>
                </a:lnTo>
                <a:lnTo>
                  <a:pt x="4551" y="4378"/>
                </a:lnTo>
                <a:lnTo>
                  <a:pt x="4560" y="4361"/>
                </a:lnTo>
                <a:lnTo>
                  <a:pt x="4567" y="4344"/>
                </a:lnTo>
                <a:lnTo>
                  <a:pt x="4574" y="4325"/>
                </a:lnTo>
                <a:lnTo>
                  <a:pt x="4580" y="4307"/>
                </a:lnTo>
                <a:lnTo>
                  <a:pt x="4586" y="4286"/>
                </a:lnTo>
                <a:lnTo>
                  <a:pt x="4590" y="4266"/>
                </a:lnTo>
                <a:lnTo>
                  <a:pt x="4594" y="4244"/>
                </a:lnTo>
                <a:lnTo>
                  <a:pt x="4597" y="4223"/>
                </a:lnTo>
                <a:lnTo>
                  <a:pt x="4599" y="4200"/>
                </a:lnTo>
                <a:lnTo>
                  <a:pt x="4601" y="4176"/>
                </a:lnTo>
                <a:lnTo>
                  <a:pt x="4601" y="4151"/>
                </a:lnTo>
                <a:lnTo>
                  <a:pt x="4601" y="3815"/>
                </a:lnTo>
                <a:lnTo>
                  <a:pt x="5069" y="3815"/>
                </a:lnTo>
                <a:lnTo>
                  <a:pt x="5069" y="2461"/>
                </a:lnTo>
                <a:lnTo>
                  <a:pt x="5068" y="2428"/>
                </a:lnTo>
                <a:lnTo>
                  <a:pt x="5066" y="2395"/>
                </a:lnTo>
                <a:lnTo>
                  <a:pt x="5062" y="2364"/>
                </a:lnTo>
                <a:lnTo>
                  <a:pt x="5056" y="2333"/>
                </a:lnTo>
                <a:lnTo>
                  <a:pt x="5050" y="2304"/>
                </a:lnTo>
                <a:lnTo>
                  <a:pt x="5041" y="2275"/>
                </a:lnTo>
                <a:lnTo>
                  <a:pt x="5032" y="2248"/>
                </a:lnTo>
                <a:lnTo>
                  <a:pt x="5021" y="2221"/>
                </a:lnTo>
                <a:lnTo>
                  <a:pt x="5010" y="2196"/>
                </a:lnTo>
                <a:lnTo>
                  <a:pt x="4997" y="2171"/>
                </a:lnTo>
                <a:lnTo>
                  <a:pt x="4983" y="2147"/>
                </a:lnTo>
                <a:lnTo>
                  <a:pt x="4968" y="2124"/>
                </a:lnTo>
                <a:lnTo>
                  <a:pt x="4953" y="2103"/>
                </a:lnTo>
                <a:lnTo>
                  <a:pt x="4937" y="2082"/>
                </a:lnTo>
                <a:lnTo>
                  <a:pt x="4920" y="2063"/>
                </a:lnTo>
                <a:lnTo>
                  <a:pt x="4903" y="2045"/>
                </a:lnTo>
                <a:lnTo>
                  <a:pt x="4885" y="2027"/>
                </a:lnTo>
                <a:lnTo>
                  <a:pt x="4866" y="2011"/>
                </a:lnTo>
                <a:lnTo>
                  <a:pt x="4848" y="1995"/>
                </a:lnTo>
                <a:lnTo>
                  <a:pt x="4830" y="1981"/>
                </a:lnTo>
                <a:lnTo>
                  <a:pt x="4810" y="1967"/>
                </a:lnTo>
                <a:lnTo>
                  <a:pt x="4791" y="1955"/>
                </a:lnTo>
                <a:lnTo>
                  <a:pt x="4772" y="1943"/>
                </a:lnTo>
                <a:lnTo>
                  <a:pt x="4753" y="1933"/>
                </a:lnTo>
                <a:lnTo>
                  <a:pt x="4735" y="1924"/>
                </a:lnTo>
                <a:lnTo>
                  <a:pt x="4715" y="1915"/>
                </a:lnTo>
                <a:lnTo>
                  <a:pt x="4697" y="1908"/>
                </a:lnTo>
                <a:lnTo>
                  <a:pt x="4680" y="1901"/>
                </a:lnTo>
                <a:lnTo>
                  <a:pt x="4661" y="1896"/>
                </a:lnTo>
                <a:lnTo>
                  <a:pt x="4644" y="1891"/>
                </a:lnTo>
                <a:lnTo>
                  <a:pt x="4628" y="1888"/>
                </a:lnTo>
                <a:lnTo>
                  <a:pt x="4612" y="1885"/>
                </a:lnTo>
                <a:close/>
                <a:moveTo>
                  <a:pt x="1020" y="2995"/>
                </a:moveTo>
                <a:lnTo>
                  <a:pt x="1020" y="2995"/>
                </a:lnTo>
                <a:lnTo>
                  <a:pt x="1001" y="2994"/>
                </a:lnTo>
                <a:lnTo>
                  <a:pt x="983" y="2993"/>
                </a:lnTo>
                <a:lnTo>
                  <a:pt x="965" y="2991"/>
                </a:lnTo>
                <a:lnTo>
                  <a:pt x="947" y="2988"/>
                </a:lnTo>
                <a:lnTo>
                  <a:pt x="930" y="2984"/>
                </a:lnTo>
                <a:lnTo>
                  <a:pt x="913" y="2978"/>
                </a:lnTo>
                <a:lnTo>
                  <a:pt x="897" y="2973"/>
                </a:lnTo>
                <a:lnTo>
                  <a:pt x="879" y="2966"/>
                </a:lnTo>
                <a:lnTo>
                  <a:pt x="864" y="2959"/>
                </a:lnTo>
                <a:lnTo>
                  <a:pt x="848" y="2951"/>
                </a:lnTo>
                <a:lnTo>
                  <a:pt x="833" y="2942"/>
                </a:lnTo>
                <a:lnTo>
                  <a:pt x="819" y="2933"/>
                </a:lnTo>
                <a:lnTo>
                  <a:pt x="805" y="2922"/>
                </a:lnTo>
                <a:lnTo>
                  <a:pt x="791" y="2911"/>
                </a:lnTo>
                <a:lnTo>
                  <a:pt x="778" y="2899"/>
                </a:lnTo>
                <a:lnTo>
                  <a:pt x="766" y="2888"/>
                </a:lnTo>
                <a:lnTo>
                  <a:pt x="754" y="2875"/>
                </a:lnTo>
                <a:lnTo>
                  <a:pt x="742" y="2862"/>
                </a:lnTo>
                <a:lnTo>
                  <a:pt x="732" y="2848"/>
                </a:lnTo>
                <a:lnTo>
                  <a:pt x="722" y="2834"/>
                </a:lnTo>
                <a:lnTo>
                  <a:pt x="712" y="2818"/>
                </a:lnTo>
                <a:lnTo>
                  <a:pt x="704" y="2803"/>
                </a:lnTo>
                <a:lnTo>
                  <a:pt x="696" y="2787"/>
                </a:lnTo>
                <a:lnTo>
                  <a:pt x="688" y="2771"/>
                </a:lnTo>
                <a:lnTo>
                  <a:pt x="682" y="2755"/>
                </a:lnTo>
                <a:lnTo>
                  <a:pt x="677" y="2738"/>
                </a:lnTo>
                <a:lnTo>
                  <a:pt x="671" y="2720"/>
                </a:lnTo>
                <a:lnTo>
                  <a:pt x="668" y="2703"/>
                </a:lnTo>
                <a:lnTo>
                  <a:pt x="665" y="2685"/>
                </a:lnTo>
                <a:lnTo>
                  <a:pt x="663" y="2666"/>
                </a:lnTo>
                <a:lnTo>
                  <a:pt x="660" y="2648"/>
                </a:lnTo>
                <a:lnTo>
                  <a:pt x="660" y="2629"/>
                </a:lnTo>
                <a:lnTo>
                  <a:pt x="660" y="2610"/>
                </a:lnTo>
                <a:lnTo>
                  <a:pt x="663" y="2591"/>
                </a:lnTo>
                <a:lnTo>
                  <a:pt x="665" y="2572"/>
                </a:lnTo>
                <a:lnTo>
                  <a:pt x="668" y="2555"/>
                </a:lnTo>
                <a:lnTo>
                  <a:pt x="671" y="2537"/>
                </a:lnTo>
                <a:lnTo>
                  <a:pt x="677" y="2520"/>
                </a:lnTo>
                <a:lnTo>
                  <a:pt x="682" y="2502"/>
                </a:lnTo>
                <a:lnTo>
                  <a:pt x="688" y="2486"/>
                </a:lnTo>
                <a:lnTo>
                  <a:pt x="696" y="2470"/>
                </a:lnTo>
                <a:lnTo>
                  <a:pt x="704" y="2454"/>
                </a:lnTo>
                <a:lnTo>
                  <a:pt x="712" y="2439"/>
                </a:lnTo>
                <a:lnTo>
                  <a:pt x="722" y="2423"/>
                </a:lnTo>
                <a:lnTo>
                  <a:pt x="732" y="2409"/>
                </a:lnTo>
                <a:lnTo>
                  <a:pt x="742" y="2395"/>
                </a:lnTo>
                <a:lnTo>
                  <a:pt x="754" y="2382"/>
                </a:lnTo>
                <a:lnTo>
                  <a:pt x="766" y="2369"/>
                </a:lnTo>
                <a:lnTo>
                  <a:pt x="778" y="2358"/>
                </a:lnTo>
                <a:lnTo>
                  <a:pt x="791" y="2346"/>
                </a:lnTo>
                <a:lnTo>
                  <a:pt x="805" y="2335"/>
                </a:lnTo>
                <a:lnTo>
                  <a:pt x="819" y="2325"/>
                </a:lnTo>
                <a:lnTo>
                  <a:pt x="833" y="2316"/>
                </a:lnTo>
                <a:lnTo>
                  <a:pt x="848" y="2307"/>
                </a:lnTo>
                <a:lnTo>
                  <a:pt x="864" y="2298"/>
                </a:lnTo>
                <a:lnTo>
                  <a:pt x="879" y="2291"/>
                </a:lnTo>
                <a:lnTo>
                  <a:pt x="897" y="2284"/>
                </a:lnTo>
                <a:lnTo>
                  <a:pt x="913" y="2279"/>
                </a:lnTo>
                <a:lnTo>
                  <a:pt x="930" y="2273"/>
                </a:lnTo>
                <a:lnTo>
                  <a:pt x="947" y="2269"/>
                </a:lnTo>
                <a:lnTo>
                  <a:pt x="965" y="2267"/>
                </a:lnTo>
                <a:lnTo>
                  <a:pt x="983" y="2264"/>
                </a:lnTo>
                <a:lnTo>
                  <a:pt x="1001" y="2263"/>
                </a:lnTo>
                <a:lnTo>
                  <a:pt x="1020" y="2263"/>
                </a:lnTo>
                <a:lnTo>
                  <a:pt x="1038" y="2263"/>
                </a:lnTo>
                <a:lnTo>
                  <a:pt x="1056" y="2264"/>
                </a:lnTo>
                <a:lnTo>
                  <a:pt x="1075" y="2267"/>
                </a:lnTo>
                <a:lnTo>
                  <a:pt x="1092" y="2269"/>
                </a:lnTo>
                <a:lnTo>
                  <a:pt x="1109" y="2273"/>
                </a:lnTo>
                <a:lnTo>
                  <a:pt x="1127" y="2279"/>
                </a:lnTo>
                <a:lnTo>
                  <a:pt x="1143" y="2284"/>
                </a:lnTo>
                <a:lnTo>
                  <a:pt x="1160" y="2291"/>
                </a:lnTo>
                <a:lnTo>
                  <a:pt x="1175" y="2298"/>
                </a:lnTo>
                <a:lnTo>
                  <a:pt x="1191" y="2307"/>
                </a:lnTo>
                <a:lnTo>
                  <a:pt x="1206" y="2316"/>
                </a:lnTo>
                <a:lnTo>
                  <a:pt x="1221" y="2325"/>
                </a:lnTo>
                <a:lnTo>
                  <a:pt x="1235" y="2335"/>
                </a:lnTo>
                <a:lnTo>
                  <a:pt x="1249" y="2346"/>
                </a:lnTo>
                <a:lnTo>
                  <a:pt x="1262" y="2358"/>
                </a:lnTo>
                <a:lnTo>
                  <a:pt x="1273" y="2369"/>
                </a:lnTo>
                <a:lnTo>
                  <a:pt x="1285" y="2382"/>
                </a:lnTo>
                <a:lnTo>
                  <a:pt x="1297" y="2395"/>
                </a:lnTo>
                <a:lnTo>
                  <a:pt x="1308" y="2409"/>
                </a:lnTo>
                <a:lnTo>
                  <a:pt x="1318" y="2423"/>
                </a:lnTo>
                <a:lnTo>
                  <a:pt x="1327" y="2439"/>
                </a:lnTo>
                <a:lnTo>
                  <a:pt x="1336" y="2454"/>
                </a:lnTo>
                <a:lnTo>
                  <a:pt x="1344" y="2470"/>
                </a:lnTo>
                <a:lnTo>
                  <a:pt x="1351" y="2486"/>
                </a:lnTo>
                <a:lnTo>
                  <a:pt x="1358" y="2502"/>
                </a:lnTo>
                <a:lnTo>
                  <a:pt x="1363" y="2520"/>
                </a:lnTo>
                <a:lnTo>
                  <a:pt x="1367" y="2537"/>
                </a:lnTo>
                <a:lnTo>
                  <a:pt x="1372" y="2555"/>
                </a:lnTo>
                <a:lnTo>
                  <a:pt x="1375" y="2572"/>
                </a:lnTo>
                <a:lnTo>
                  <a:pt x="1377" y="2591"/>
                </a:lnTo>
                <a:lnTo>
                  <a:pt x="1379" y="2610"/>
                </a:lnTo>
                <a:lnTo>
                  <a:pt x="1379" y="2629"/>
                </a:lnTo>
                <a:lnTo>
                  <a:pt x="1379" y="2648"/>
                </a:lnTo>
                <a:lnTo>
                  <a:pt x="1377" y="2666"/>
                </a:lnTo>
                <a:lnTo>
                  <a:pt x="1375" y="2685"/>
                </a:lnTo>
                <a:lnTo>
                  <a:pt x="1372" y="2703"/>
                </a:lnTo>
                <a:lnTo>
                  <a:pt x="1367" y="2720"/>
                </a:lnTo>
                <a:lnTo>
                  <a:pt x="1363" y="2738"/>
                </a:lnTo>
                <a:lnTo>
                  <a:pt x="1358" y="2755"/>
                </a:lnTo>
                <a:lnTo>
                  <a:pt x="1351" y="2771"/>
                </a:lnTo>
                <a:lnTo>
                  <a:pt x="1344" y="2787"/>
                </a:lnTo>
                <a:lnTo>
                  <a:pt x="1336" y="2803"/>
                </a:lnTo>
                <a:lnTo>
                  <a:pt x="1327" y="2818"/>
                </a:lnTo>
                <a:lnTo>
                  <a:pt x="1318" y="2834"/>
                </a:lnTo>
                <a:lnTo>
                  <a:pt x="1308" y="2848"/>
                </a:lnTo>
                <a:lnTo>
                  <a:pt x="1297" y="2862"/>
                </a:lnTo>
                <a:lnTo>
                  <a:pt x="1285" y="2875"/>
                </a:lnTo>
                <a:lnTo>
                  <a:pt x="1273" y="2888"/>
                </a:lnTo>
                <a:lnTo>
                  <a:pt x="1262" y="2899"/>
                </a:lnTo>
                <a:lnTo>
                  <a:pt x="1249" y="2911"/>
                </a:lnTo>
                <a:lnTo>
                  <a:pt x="1235" y="2922"/>
                </a:lnTo>
                <a:lnTo>
                  <a:pt x="1221" y="2933"/>
                </a:lnTo>
                <a:lnTo>
                  <a:pt x="1206" y="2942"/>
                </a:lnTo>
                <a:lnTo>
                  <a:pt x="1191" y="2951"/>
                </a:lnTo>
                <a:lnTo>
                  <a:pt x="1175" y="2959"/>
                </a:lnTo>
                <a:lnTo>
                  <a:pt x="1160" y="2966"/>
                </a:lnTo>
                <a:lnTo>
                  <a:pt x="1143" y="2973"/>
                </a:lnTo>
                <a:lnTo>
                  <a:pt x="1127" y="2978"/>
                </a:lnTo>
                <a:lnTo>
                  <a:pt x="1109" y="2984"/>
                </a:lnTo>
                <a:lnTo>
                  <a:pt x="1092" y="2988"/>
                </a:lnTo>
                <a:lnTo>
                  <a:pt x="1075" y="2991"/>
                </a:lnTo>
                <a:lnTo>
                  <a:pt x="1056" y="2993"/>
                </a:lnTo>
                <a:lnTo>
                  <a:pt x="1038" y="2994"/>
                </a:lnTo>
                <a:lnTo>
                  <a:pt x="1020" y="2995"/>
                </a:lnTo>
                <a:close/>
                <a:moveTo>
                  <a:pt x="888" y="1860"/>
                </a:moveTo>
                <a:lnTo>
                  <a:pt x="1202" y="1038"/>
                </a:lnTo>
                <a:lnTo>
                  <a:pt x="1210" y="1016"/>
                </a:lnTo>
                <a:lnTo>
                  <a:pt x="1218" y="996"/>
                </a:lnTo>
                <a:lnTo>
                  <a:pt x="1227" y="975"/>
                </a:lnTo>
                <a:lnTo>
                  <a:pt x="1236" y="957"/>
                </a:lnTo>
                <a:lnTo>
                  <a:pt x="1246" y="938"/>
                </a:lnTo>
                <a:lnTo>
                  <a:pt x="1257" y="922"/>
                </a:lnTo>
                <a:lnTo>
                  <a:pt x="1270" y="906"/>
                </a:lnTo>
                <a:lnTo>
                  <a:pt x="1283" y="892"/>
                </a:lnTo>
                <a:lnTo>
                  <a:pt x="1297" y="879"/>
                </a:lnTo>
                <a:lnTo>
                  <a:pt x="1313" y="867"/>
                </a:lnTo>
                <a:lnTo>
                  <a:pt x="1330" y="857"/>
                </a:lnTo>
                <a:lnTo>
                  <a:pt x="1348" y="850"/>
                </a:lnTo>
                <a:lnTo>
                  <a:pt x="1368" y="842"/>
                </a:lnTo>
                <a:lnTo>
                  <a:pt x="1390" y="838"/>
                </a:lnTo>
                <a:lnTo>
                  <a:pt x="1413" y="835"/>
                </a:lnTo>
                <a:lnTo>
                  <a:pt x="1437" y="834"/>
                </a:lnTo>
                <a:lnTo>
                  <a:pt x="3633" y="834"/>
                </a:lnTo>
                <a:lnTo>
                  <a:pt x="3658" y="835"/>
                </a:lnTo>
                <a:lnTo>
                  <a:pt x="3680" y="838"/>
                </a:lnTo>
                <a:lnTo>
                  <a:pt x="3702" y="842"/>
                </a:lnTo>
                <a:lnTo>
                  <a:pt x="3721" y="850"/>
                </a:lnTo>
                <a:lnTo>
                  <a:pt x="3740" y="857"/>
                </a:lnTo>
                <a:lnTo>
                  <a:pt x="3757" y="867"/>
                </a:lnTo>
                <a:lnTo>
                  <a:pt x="3772" y="879"/>
                </a:lnTo>
                <a:lnTo>
                  <a:pt x="3786" y="892"/>
                </a:lnTo>
                <a:lnTo>
                  <a:pt x="3800" y="906"/>
                </a:lnTo>
                <a:lnTo>
                  <a:pt x="3812" y="922"/>
                </a:lnTo>
                <a:lnTo>
                  <a:pt x="3823" y="938"/>
                </a:lnTo>
                <a:lnTo>
                  <a:pt x="3834" y="957"/>
                </a:lnTo>
                <a:lnTo>
                  <a:pt x="3843" y="975"/>
                </a:lnTo>
                <a:lnTo>
                  <a:pt x="3852" y="996"/>
                </a:lnTo>
                <a:lnTo>
                  <a:pt x="3859" y="1016"/>
                </a:lnTo>
                <a:lnTo>
                  <a:pt x="3867" y="1038"/>
                </a:lnTo>
                <a:lnTo>
                  <a:pt x="4181" y="1860"/>
                </a:lnTo>
                <a:lnTo>
                  <a:pt x="888" y="1860"/>
                </a:lnTo>
                <a:close/>
                <a:moveTo>
                  <a:pt x="4050" y="2995"/>
                </a:moveTo>
                <a:lnTo>
                  <a:pt x="4050" y="2995"/>
                </a:lnTo>
                <a:lnTo>
                  <a:pt x="4031" y="2994"/>
                </a:lnTo>
                <a:lnTo>
                  <a:pt x="4014" y="2993"/>
                </a:lnTo>
                <a:lnTo>
                  <a:pt x="3995" y="2991"/>
                </a:lnTo>
                <a:lnTo>
                  <a:pt x="3977" y="2988"/>
                </a:lnTo>
                <a:lnTo>
                  <a:pt x="3960" y="2984"/>
                </a:lnTo>
                <a:lnTo>
                  <a:pt x="3944" y="2978"/>
                </a:lnTo>
                <a:lnTo>
                  <a:pt x="3926" y="2973"/>
                </a:lnTo>
                <a:lnTo>
                  <a:pt x="3910" y="2966"/>
                </a:lnTo>
                <a:lnTo>
                  <a:pt x="3894" y="2959"/>
                </a:lnTo>
                <a:lnTo>
                  <a:pt x="3879" y="2951"/>
                </a:lnTo>
                <a:lnTo>
                  <a:pt x="3864" y="2942"/>
                </a:lnTo>
                <a:lnTo>
                  <a:pt x="3849" y="2933"/>
                </a:lnTo>
                <a:lnTo>
                  <a:pt x="3835" y="2922"/>
                </a:lnTo>
                <a:lnTo>
                  <a:pt x="3822" y="2911"/>
                </a:lnTo>
                <a:lnTo>
                  <a:pt x="3809" y="2899"/>
                </a:lnTo>
                <a:lnTo>
                  <a:pt x="3796" y="2888"/>
                </a:lnTo>
                <a:lnTo>
                  <a:pt x="3784" y="2875"/>
                </a:lnTo>
                <a:lnTo>
                  <a:pt x="3773" y="2862"/>
                </a:lnTo>
                <a:lnTo>
                  <a:pt x="3762" y="2848"/>
                </a:lnTo>
                <a:lnTo>
                  <a:pt x="3753" y="2834"/>
                </a:lnTo>
                <a:lnTo>
                  <a:pt x="3743" y="2818"/>
                </a:lnTo>
                <a:lnTo>
                  <a:pt x="3734" y="2803"/>
                </a:lnTo>
                <a:lnTo>
                  <a:pt x="3727" y="2787"/>
                </a:lnTo>
                <a:lnTo>
                  <a:pt x="3719" y="2771"/>
                </a:lnTo>
                <a:lnTo>
                  <a:pt x="3713" y="2755"/>
                </a:lnTo>
                <a:lnTo>
                  <a:pt x="3707" y="2738"/>
                </a:lnTo>
                <a:lnTo>
                  <a:pt x="3702" y="2720"/>
                </a:lnTo>
                <a:lnTo>
                  <a:pt x="3698" y="2703"/>
                </a:lnTo>
                <a:lnTo>
                  <a:pt x="3695" y="2685"/>
                </a:lnTo>
                <a:lnTo>
                  <a:pt x="3692" y="2666"/>
                </a:lnTo>
                <a:lnTo>
                  <a:pt x="3691" y="2648"/>
                </a:lnTo>
                <a:lnTo>
                  <a:pt x="3691" y="2629"/>
                </a:lnTo>
                <a:lnTo>
                  <a:pt x="3691" y="2610"/>
                </a:lnTo>
                <a:lnTo>
                  <a:pt x="3692" y="2591"/>
                </a:lnTo>
                <a:lnTo>
                  <a:pt x="3695" y="2572"/>
                </a:lnTo>
                <a:lnTo>
                  <a:pt x="3698" y="2555"/>
                </a:lnTo>
                <a:lnTo>
                  <a:pt x="3702" y="2537"/>
                </a:lnTo>
                <a:lnTo>
                  <a:pt x="3707" y="2520"/>
                </a:lnTo>
                <a:lnTo>
                  <a:pt x="3713" y="2502"/>
                </a:lnTo>
                <a:lnTo>
                  <a:pt x="3719" y="2486"/>
                </a:lnTo>
                <a:lnTo>
                  <a:pt x="3727" y="2470"/>
                </a:lnTo>
                <a:lnTo>
                  <a:pt x="3734" y="2454"/>
                </a:lnTo>
                <a:lnTo>
                  <a:pt x="3743" y="2439"/>
                </a:lnTo>
                <a:lnTo>
                  <a:pt x="3753" y="2423"/>
                </a:lnTo>
                <a:lnTo>
                  <a:pt x="3762" y="2409"/>
                </a:lnTo>
                <a:lnTo>
                  <a:pt x="3773" y="2395"/>
                </a:lnTo>
                <a:lnTo>
                  <a:pt x="3784" y="2382"/>
                </a:lnTo>
                <a:lnTo>
                  <a:pt x="3796" y="2369"/>
                </a:lnTo>
                <a:lnTo>
                  <a:pt x="3809" y="2358"/>
                </a:lnTo>
                <a:lnTo>
                  <a:pt x="3822" y="2346"/>
                </a:lnTo>
                <a:lnTo>
                  <a:pt x="3835" y="2335"/>
                </a:lnTo>
                <a:lnTo>
                  <a:pt x="3849" y="2325"/>
                </a:lnTo>
                <a:lnTo>
                  <a:pt x="3864" y="2316"/>
                </a:lnTo>
                <a:lnTo>
                  <a:pt x="3879" y="2307"/>
                </a:lnTo>
                <a:lnTo>
                  <a:pt x="3894" y="2298"/>
                </a:lnTo>
                <a:lnTo>
                  <a:pt x="3910" y="2291"/>
                </a:lnTo>
                <a:lnTo>
                  <a:pt x="3926" y="2284"/>
                </a:lnTo>
                <a:lnTo>
                  <a:pt x="3944" y="2279"/>
                </a:lnTo>
                <a:lnTo>
                  <a:pt x="3960" y="2273"/>
                </a:lnTo>
                <a:lnTo>
                  <a:pt x="3977" y="2269"/>
                </a:lnTo>
                <a:lnTo>
                  <a:pt x="3995" y="2267"/>
                </a:lnTo>
                <a:lnTo>
                  <a:pt x="4014" y="2264"/>
                </a:lnTo>
                <a:lnTo>
                  <a:pt x="4031" y="2263"/>
                </a:lnTo>
                <a:lnTo>
                  <a:pt x="4050" y="2263"/>
                </a:lnTo>
                <a:lnTo>
                  <a:pt x="4069" y="2263"/>
                </a:lnTo>
                <a:lnTo>
                  <a:pt x="4087" y="2264"/>
                </a:lnTo>
                <a:lnTo>
                  <a:pt x="4104" y="2267"/>
                </a:lnTo>
                <a:lnTo>
                  <a:pt x="4123" y="2269"/>
                </a:lnTo>
                <a:lnTo>
                  <a:pt x="4140" y="2273"/>
                </a:lnTo>
                <a:lnTo>
                  <a:pt x="4157" y="2279"/>
                </a:lnTo>
                <a:lnTo>
                  <a:pt x="4173" y="2284"/>
                </a:lnTo>
                <a:lnTo>
                  <a:pt x="4190" y="2291"/>
                </a:lnTo>
                <a:lnTo>
                  <a:pt x="4206" y="2298"/>
                </a:lnTo>
                <a:lnTo>
                  <a:pt x="4221" y="2307"/>
                </a:lnTo>
                <a:lnTo>
                  <a:pt x="4236" y="2316"/>
                </a:lnTo>
                <a:lnTo>
                  <a:pt x="4251" y="2325"/>
                </a:lnTo>
                <a:lnTo>
                  <a:pt x="4265" y="2335"/>
                </a:lnTo>
                <a:lnTo>
                  <a:pt x="4278" y="2346"/>
                </a:lnTo>
                <a:lnTo>
                  <a:pt x="4292" y="2358"/>
                </a:lnTo>
                <a:lnTo>
                  <a:pt x="4304" y="2369"/>
                </a:lnTo>
                <a:lnTo>
                  <a:pt x="4316" y="2382"/>
                </a:lnTo>
                <a:lnTo>
                  <a:pt x="4328" y="2395"/>
                </a:lnTo>
                <a:lnTo>
                  <a:pt x="4338" y="2409"/>
                </a:lnTo>
                <a:lnTo>
                  <a:pt x="4348" y="2423"/>
                </a:lnTo>
                <a:lnTo>
                  <a:pt x="4357" y="2439"/>
                </a:lnTo>
                <a:lnTo>
                  <a:pt x="4366" y="2454"/>
                </a:lnTo>
                <a:lnTo>
                  <a:pt x="4374" y="2470"/>
                </a:lnTo>
                <a:lnTo>
                  <a:pt x="4381" y="2486"/>
                </a:lnTo>
                <a:lnTo>
                  <a:pt x="4387" y="2502"/>
                </a:lnTo>
                <a:lnTo>
                  <a:pt x="4394" y="2520"/>
                </a:lnTo>
                <a:lnTo>
                  <a:pt x="4398" y="2537"/>
                </a:lnTo>
                <a:lnTo>
                  <a:pt x="4402" y="2555"/>
                </a:lnTo>
                <a:lnTo>
                  <a:pt x="4406" y="2572"/>
                </a:lnTo>
                <a:lnTo>
                  <a:pt x="4408" y="2591"/>
                </a:lnTo>
                <a:lnTo>
                  <a:pt x="4409" y="2610"/>
                </a:lnTo>
                <a:lnTo>
                  <a:pt x="4410" y="2629"/>
                </a:lnTo>
                <a:lnTo>
                  <a:pt x="4409" y="2648"/>
                </a:lnTo>
                <a:lnTo>
                  <a:pt x="4408" y="2666"/>
                </a:lnTo>
                <a:lnTo>
                  <a:pt x="4406" y="2685"/>
                </a:lnTo>
                <a:lnTo>
                  <a:pt x="4402" y="2703"/>
                </a:lnTo>
                <a:lnTo>
                  <a:pt x="4398" y="2720"/>
                </a:lnTo>
                <a:lnTo>
                  <a:pt x="4394" y="2738"/>
                </a:lnTo>
                <a:lnTo>
                  <a:pt x="4387" y="2755"/>
                </a:lnTo>
                <a:lnTo>
                  <a:pt x="4381" y="2771"/>
                </a:lnTo>
                <a:lnTo>
                  <a:pt x="4374" y="2787"/>
                </a:lnTo>
                <a:lnTo>
                  <a:pt x="4366" y="2803"/>
                </a:lnTo>
                <a:lnTo>
                  <a:pt x="4357" y="2818"/>
                </a:lnTo>
                <a:lnTo>
                  <a:pt x="4348" y="2834"/>
                </a:lnTo>
                <a:lnTo>
                  <a:pt x="4338" y="2848"/>
                </a:lnTo>
                <a:lnTo>
                  <a:pt x="4328" y="2862"/>
                </a:lnTo>
                <a:lnTo>
                  <a:pt x="4316" y="2875"/>
                </a:lnTo>
                <a:lnTo>
                  <a:pt x="4304" y="2888"/>
                </a:lnTo>
                <a:lnTo>
                  <a:pt x="4292" y="2899"/>
                </a:lnTo>
                <a:lnTo>
                  <a:pt x="4278" y="2911"/>
                </a:lnTo>
                <a:lnTo>
                  <a:pt x="4265" y="2922"/>
                </a:lnTo>
                <a:lnTo>
                  <a:pt x="4251" y="2933"/>
                </a:lnTo>
                <a:lnTo>
                  <a:pt x="4236" y="2942"/>
                </a:lnTo>
                <a:lnTo>
                  <a:pt x="4221" y="2951"/>
                </a:lnTo>
                <a:lnTo>
                  <a:pt x="4206" y="2959"/>
                </a:lnTo>
                <a:lnTo>
                  <a:pt x="4190" y="2966"/>
                </a:lnTo>
                <a:lnTo>
                  <a:pt x="4173" y="2973"/>
                </a:lnTo>
                <a:lnTo>
                  <a:pt x="4157" y="2978"/>
                </a:lnTo>
                <a:lnTo>
                  <a:pt x="4140" y="2984"/>
                </a:lnTo>
                <a:lnTo>
                  <a:pt x="4123" y="2988"/>
                </a:lnTo>
                <a:lnTo>
                  <a:pt x="4104" y="2991"/>
                </a:lnTo>
                <a:lnTo>
                  <a:pt x="4087" y="2993"/>
                </a:lnTo>
                <a:lnTo>
                  <a:pt x="4069" y="2994"/>
                </a:lnTo>
                <a:lnTo>
                  <a:pt x="4050" y="2995"/>
                </a:lnTo>
                <a:close/>
              </a:path>
            </a:pathLst>
          </a:custGeom>
          <a:solidFill>
            <a:srgbClr val="F1B015"/>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1" name="标题 1"/>
          <p:cNvSpPr txBox="1">
            <a:spLocks/>
          </p:cNvSpPr>
          <p:nvPr/>
        </p:nvSpPr>
        <p:spPr>
          <a:xfrm>
            <a:off x="1508448" y="184806"/>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投放类别：电商购物类互联网企业在传统户外广告花费占比五成</a:t>
            </a:r>
            <a:endParaRPr lang="zh-CN" altLang="en-US" b="1" dirty="0">
              <a:solidFill>
                <a:srgbClr val="FFFFFF"/>
              </a:solidFill>
              <a:latin typeface="Arial Black"/>
              <a:ea typeface="微软雅黑"/>
            </a:endParaRPr>
          </a:p>
        </p:txBody>
      </p:sp>
      <p:sp>
        <p:nvSpPr>
          <p:cNvPr id="19" name="MH_Text_2"/>
          <p:cNvSpPr txBox="1">
            <a:spLocks noChangeArrowheads="1"/>
          </p:cNvSpPr>
          <p:nvPr>
            <p:custDataLst>
              <p:tags r:id="rId2"/>
            </p:custDataLst>
          </p:nvPr>
        </p:nvSpPr>
        <p:spPr bwMode="auto">
          <a:xfrm>
            <a:off x="1115616"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电商购物</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0" name="MH_Text_2"/>
          <p:cNvSpPr txBox="1">
            <a:spLocks noChangeArrowheads="1"/>
          </p:cNvSpPr>
          <p:nvPr>
            <p:custDataLst>
              <p:tags r:id="rId3"/>
            </p:custDataLst>
          </p:nvPr>
        </p:nvSpPr>
        <p:spPr bwMode="auto">
          <a:xfrm>
            <a:off x="3923903"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a:solidFill>
                  <a:schemeClr val="bg1"/>
                </a:solidFill>
                <a:latin typeface="华文中宋" panose="02010600040101010101" pitchFamily="2" charset="-122"/>
                <a:ea typeface="华文中宋" panose="02010600040101010101" pitchFamily="2" charset="-122"/>
              </a:rPr>
              <a:t>分类信息</a:t>
            </a:r>
          </a:p>
        </p:txBody>
      </p:sp>
      <p:sp>
        <p:nvSpPr>
          <p:cNvPr id="21" name="MH_Text_2"/>
          <p:cNvSpPr txBox="1">
            <a:spLocks noChangeArrowheads="1"/>
          </p:cNvSpPr>
          <p:nvPr>
            <p:custDataLst>
              <p:tags r:id="rId4"/>
            </p:custDataLst>
          </p:nvPr>
        </p:nvSpPr>
        <p:spPr bwMode="auto">
          <a:xfrm>
            <a:off x="6718995"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出行软件</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9257780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536830057"/>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年传统户外广告花费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95.8%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分类信息</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出行软件</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834.3%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房屋交易</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27.8%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汽车交易</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在线视频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103.5%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教育</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47.1%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173.2%</a:t>
                      </a: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250647876"/>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615831"/>
                <a:gridCol w="1368153"/>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年传统户外广告花费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213.7%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京东商城网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82.8%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371.1%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代驾手机客户端</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&gt;1000%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瓜子二手车直卖网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新华视窗联播网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206.8%</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唯品会网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182.1%</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58</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同城网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94.2%</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智联招聘网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9.8%</a:t>
                      </a: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标题 1"/>
          <p:cNvSpPr txBox="1"/>
          <p:nvPr/>
        </p:nvSpPr>
        <p:spPr>
          <a:xfrm>
            <a:off x="1602511" y="188640"/>
            <a:ext cx="6137841"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Arial Black"/>
                <a:ea typeface="微软雅黑"/>
              </a:rPr>
              <a:t>互联网企业传统户外广告</a:t>
            </a:r>
            <a:r>
              <a:rPr lang="zh-CN" altLang="en-US" b="1" dirty="0">
                <a:solidFill>
                  <a:srgbClr val="FF0000"/>
                </a:solidFill>
                <a:latin typeface="Arial Black"/>
                <a:ea typeface="微软雅黑"/>
              </a:rPr>
              <a:t>花费</a:t>
            </a:r>
            <a:r>
              <a:rPr lang="zh-CN" altLang="en-US" b="1" dirty="0" smtClean="0">
                <a:solidFill>
                  <a:srgbClr val="FF0000"/>
                </a:solidFill>
                <a:latin typeface="Arial Black"/>
                <a:ea typeface="微软雅黑"/>
              </a:rPr>
              <a:t>榜单</a:t>
            </a:r>
            <a:endParaRPr lang="zh-CN" altLang="en-US" b="1" dirty="0">
              <a:solidFill>
                <a:srgbClr val="FF0000"/>
              </a:solidFill>
              <a:latin typeface="Arial Black"/>
              <a:ea typeface="微软雅黑"/>
            </a:endParaRPr>
          </a:p>
        </p:txBody>
      </p:sp>
      <p:sp>
        <p:nvSpPr>
          <p:cNvPr id="10" name="KSO_Shape"/>
          <p:cNvSpPr>
            <a:spLocks/>
          </p:cNvSpPr>
          <p:nvPr/>
        </p:nvSpPr>
        <p:spPr bwMode="auto">
          <a:xfrm>
            <a:off x="611559" y="199781"/>
            <a:ext cx="995939" cy="592947"/>
          </a:xfrm>
          <a:custGeom>
            <a:avLst/>
            <a:gdLst>
              <a:gd name="T0" fmla="*/ 192479 w 4892"/>
              <a:gd name="T1" fmla="*/ 95349 h 2558"/>
              <a:gd name="T2" fmla="*/ 171869 w 4892"/>
              <a:gd name="T3" fmla="*/ 611116 h 2558"/>
              <a:gd name="T4" fmla="*/ 140955 w 4892"/>
              <a:gd name="T5" fmla="*/ 464596 h 2558"/>
              <a:gd name="T6" fmla="*/ 140955 w 4892"/>
              <a:gd name="T7" fmla="*/ 644985 h 2558"/>
              <a:gd name="T8" fmla="*/ 192479 w 4892"/>
              <a:gd name="T9" fmla="*/ 640568 h 2558"/>
              <a:gd name="T10" fmla="*/ 0 w 4892"/>
              <a:gd name="T11" fmla="*/ 939867 h 2558"/>
              <a:gd name="T12" fmla="*/ 567500 w 4892"/>
              <a:gd name="T13" fmla="*/ 2209 h 2558"/>
              <a:gd name="T14" fmla="*/ 1800397 w 4892"/>
              <a:gd name="T15" fmla="*/ 941708 h 2558"/>
              <a:gd name="T16" fmla="*/ 567500 w 4892"/>
              <a:gd name="T17" fmla="*/ 2209 h 2558"/>
              <a:gd name="T18" fmla="*/ 677173 w 4892"/>
              <a:gd name="T19" fmla="*/ 830529 h 2558"/>
              <a:gd name="T20" fmla="*/ 769916 w 4892"/>
              <a:gd name="T21" fmla="*/ 830529 h 2558"/>
              <a:gd name="T22" fmla="*/ 723545 w 4892"/>
              <a:gd name="T23" fmla="*/ 103816 h 2558"/>
              <a:gd name="T24" fmla="*/ 1643617 w 4892"/>
              <a:gd name="T25" fmla="*/ 281261 h 2558"/>
              <a:gd name="T26" fmla="*/ 1681524 w 4892"/>
              <a:gd name="T27" fmla="*/ 876915 h 2558"/>
              <a:gd name="T28" fmla="*/ 1719431 w 4892"/>
              <a:gd name="T29" fmla="*/ 281261 h 2558"/>
              <a:gd name="T30" fmla="*/ 1643617 w 4892"/>
              <a:gd name="T31" fmla="*/ 281261 h 2558"/>
              <a:gd name="T32" fmla="*/ 1473955 w 4892"/>
              <a:gd name="T33" fmla="*/ 837524 h 2558"/>
              <a:gd name="T34" fmla="*/ 1552346 w 4892"/>
              <a:gd name="T35" fmla="*/ 837524 h 2558"/>
              <a:gd name="T36" fmla="*/ 1513335 w 4892"/>
              <a:gd name="T37" fmla="*/ 220885 h 2558"/>
              <a:gd name="T38" fmla="*/ 1285893 w 4892"/>
              <a:gd name="T39" fmla="*/ 238556 h 2558"/>
              <a:gd name="T40" fmla="*/ 1326744 w 4892"/>
              <a:gd name="T41" fmla="*/ 876915 h 2558"/>
              <a:gd name="T42" fmla="*/ 1367227 w 4892"/>
              <a:gd name="T43" fmla="*/ 238556 h 2558"/>
              <a:gd name="T44" fmla="*/ 1285893 w 4892"/>
              <a:gd name="T45" fmla="*/ 238556 h 2558"/>
              <a:gd name="T46" fmla="*/ 1097830 w 4892"/>
              <a:gd name="T47" fmla="*/ 834579 h 2558"/>
              <a:gd name="T48" fmla="*/ 1182477 w 4892"/>
              <a:gd name="T49" fmla="*/ 834579 h 2558"/>
              <a:gd name="T50" fmla="*/ 1140153 w 4892"/>
              <a:gd name="T51" fmla="*/ 169714 h 2558"/>
              <a:gd name="T52" fmla="*/ 893942 w 4892"/>
              <a:gd name="T53" fmla="*/ 181494 h 2558"/>
              <a:gd name="T54" fmla="*/ 938105 w 4892"/>
              <a:gd name="T55" fmla="*/ 876915 h 2558"/>
              <a:gd name="T56" fmla="*/ 982269 w 4892"/>
              <a:gd name="T57" fmla="*/ 181494 h 2558"/>
              <a:gd name="T58" fmla="*/ 893942 w 4892"/>
              <a:gd name="T59" fmla="*/ 181494 h 2558"/>
              <a:gd name="T60" fmla="*/ 497943 w 4892"/>
              <a:gd name="T61" fmla="*/ 0 h 2558"/>
              <a:gd name="T62" fmla="*/ 223393 w 4892"/>
              <a:gd name="T63" fmla="*/ 939867 h 25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92" h="2558">
                <a:moveTo>
                  <a:pt x="0" y="422"/>
                </a:moveTo>
                <a:cubicBezTo>
                  <a:pt x="523" y="259"/>
                  <a:pt x="523" y="259"/>
                  <a:pt x="523" y="259"/>
                </a:cubicBezTo>
                <a:cubicBezTo>
                  <a:pt x="523" y="1655"/>
                  <a:pt x="523" y="1655"/>
                  <a:pt x="523" y="1655"/>
                </a:cubicBezTo>
                <a:cubicBezTo>
                  <a:pt x="467" y="1660"/>
                  <a:pt x="467" y="1660"/>
                  <a:pt x="467" y="1660"/>
                </a:cubicBezTo>
                <a:cubicBezTo>
                  <a:pt x="467" y="1262"/>
                  <a:pt x="467" y="1262"/>
                  <a:pt x="467" y="1262"/>
                </a:cubicBezTo>
                <a:cubicBezTo>
                  <a:pt x="383" y="1262"/>
                  <a:pt x="383" y="1262"/>
                  <a:pt x="383" y="1262"/>
                </a:cubicBezTo>
                <a:cubicBezTo>
                  <a:pt x="383" y="1706"/>
                  <a:pt x="383" y="1706"/>
                  <a:pt x="383" y="1706"/>
                </a:cubicBezTo>
                <a:cubicBezTo>
                  <a:pt x="383" y="1752"/>
                  <a:pt x="383" y="1752"/>
                  <a:pt x="383" y="1752"/>
                </a:cubicBezTo>
                <a:cubicBezTo>
                  <a:pt x="429" y="1748"/>
                  <a:pt x="429" y="1748"/>
                  <a:pt x="429" y="1748"/>
                </a:cubicBezTo>
                <a:cubicBezTo>
                  <a:pt x="523" y="1740"/>
                  <a:pt x="523" y="1740"/>
                  <a:pt x="523" y="1740"/>
                </a:cubicBezTo>
                <a:cubicBezTo>
                  <a:pt x="523" y="2553"/>
                  <a:pt x="523" y="2553"/>
                  <a:pt x="523" y="2553"/>
                </a:cubicBezTo>
                <a:cubicBezTo>
                  <a:pt x="0" y="2553"/>
                  <a:pt x="0" y="2553"/>
                  <a:pt x="0" y="2553"/>
                </a:cubicBezTo>
                <a:lnTo>
                  <a:pt x="0" y="422"/>
                </a:lnTo>
                <a:close/>
                <a:moveTo>
                  <a:pt x="1542" y="6"/>
                </a:moveTo>
                <a:cubicBezTo>
                  <a:pt x="4892" y="577"/>
                  <a:pt x="4892" y="577"/>
                  <a:pt x="4892" y="577"/>
                </a:cubicBezTo>
                <a:cubicBezTo>
                  <a:pt x="4892" y="2558"/>
                  <a:pt x="4892" y="2558"/>
                  <a:pt x="4892" y="2558"/>
                </a:cubicBezTo>
                <a:cubicBezTo>
                  <a:pt x="1542" y="2558"/>
                  <a:pt x="1542" y="2558"/>
                  <a:pt x="1542" y="2558"/>
                </a:cubicBezTo>
                <a:lnTo>
                  <a:pt x="1542" y="6"/>
                </a:lnTo>
                <a:close/>
                <a:moveTo>
                  <a:pt x="1840" y="408"/>
                </a:moveTo>
                <a:cubicBezTo>
                  <a:pt x="1840" y="2256"/>
                  <a:pt x="1840" y="2256"/>
                  <a:pt x="1840" y="2256"/>
                </a:cubicBezTo>
                <a:cubicBezTo>
                  <a:pt x="1840" y="2325"/>
                  <a:pt x="1896" y="2382"/>
                  <a:pt x="1966" y="2382"/>
                </a:cubicBezTo>
                <a:cubicBezTo>
                  <a:pt x="2035" y="2382"/>
                  <a:pt x="2092" y="2325"/>
                  <a:pt x="2092" y="2256"/>
                </a:cubicBezTo>
                <a:cubicBezTo>
                  <a:pt x="2092" y="408"/>
                  <a:pt x="2092" y="408"/>
                  <a:pt x="2092" y="408"/>
                </a:cubicBezTo>
                <a:cubicBezTo>
                  <a:pt x="2092" y="339"/>
                  <a:pt x="2035" y="282"/>
                  <a:pt x="1966" y="282"/>
                </a:cubicBezTo>
                <a:cubicBezTo>
                  <a:pt x="1896" y="282"/>
                  <a:pt x="1840" y="339"/>
                  <a:pt x="1840" y="408"/>
                </a:cubicBezTo>
                <a:close/>
                <a:moveTo>
                  <a:pt x="4466" y="764"/>
                </a:moveTo>
                <a:cubicBezTo>
                  <a:pt x="4466" y="2279"/>
                  <a:pt x="4466" y="2279"/>
                  <a:pt x="4466" y="2279"/>
                </a:cubicBezTo>
                <a:cubicBezTo>
                  <a:pt x="4466" y="2336"/>
                  <a:pt x="4511" y="2382"/>
                  <a:pt x="4569" y="2382"/>
                </a:cubicBezTo>
                <a:cubicBezTo>
                  <a:pt x="4626" y="2382"/>
                  <a:pt x="4672" y="2336"/>
                  <a:pt x="4672" y="2279"/>
                </a:cubicBezTo>
                <a:cubicBezTo>
                  <a:pt x="4672" y="764"/>
                  <a:pt x="4672" y="764"/>
                  <a:pt x="4672" y="764"/>
                </a:cubicBezTo>
                <a:cubicBezTo>
                  <a:pt x="4672" y="708"/>
                  <a:pt x="4626" y="661"/>
                  <a:pt x="4569" y="661"/>
                </a:cubicBezTo>
                <a:cubicBezTo>
                  <a:pt x="4511" y="661"/>
                  <a:pt x="4466" y="708"/>
                  <a:pt x="4466" y="764"/>
                </a:cubicBezTo>
                <a:close/>
                <a:moveTo>
                  <a:pt x="4005" y="707"/>
                </a:moveTo>
                <a:cubicBezTo>
                  <a:pt x="4005" y="2275"/>
                  <a:pt x="4005" y="2275"/>
                  <a:pt x="4005" y="2275"/>
                </a:cubicBezTo>
                <a:cubicBezTo>
                  <a:pt x="4005" y="2334"/>
                  <a:pt x="4053" y="2382"/>
                  <a:pt x="4112" y="2382"/>
                </a:cubicBezTo>
                <a:cubicBezTo>
                  <a:pt x="4171" y="2382"/>
                  <a:pt x="4218" y="2334"/>
                  <a:pt x="4218" y="2275"/>
                </a:cubicBezTo>
                <a:cubicBezTo>
                  <a:pt x="4218" y="707"/>
                  <a:pt x="4218" y="707"/>
                  <a:pt x="4218" y="707"/>
                </a:cubicBezTo>
                <a:cubicBezTo>
                  <a:pt x="4218" y="648"/>
                  <a:pt x="4171" y="600"/>
                  <a:pt x="4112" y="600"/>
                </a:cubicBezTo>
                <a:cubicBezTo>
                  <a:pt x="4053" y="600"/>
                  <a:pt x="4005" y="648"/>
                  <a:pt x="4005" y="707"/>
                </a:cubicBezTo>
                <a:close/>
                <a:moveTo>
                  <a:pt x="3494" y="648"/>
                </a:moveTo>
                <a:cubicBezTo>
                  <a:pt x="3494" y="2271"/>
                  <a:pt x="3494" y="2271"/>
                  <a:pt x="3494" y="2271"/>
                </a:cubicBezTo>
                <a:cubicBezTo>
                  <a:pt x="3494" y="2332"/>
                  <a:pt x="3544" y="2382"/>
                  <a:pt x="3605" y="2382"/>
                </a:cubicBezTo>
                <a:cubicBezTo>
                  <a:pt x="3666" y="2382"/>
                  <a:pt x="3715" y="2332"/>
                  <a:pt x="3715" y="2271"/>
                </a:cubicBezTo>
                <a:cubicBezTo>
                  <a:pt x="3715" y="648"/>
                  <a:pt x="3715" y="648"/>
                  <a:pt x="3715" y="648"/>
                </a:cubicBezTo>
                <a:cubicBezTo>
                  <a:pt x="3715" y="587"/>
                  <a:pt x="3666" y="537"/>
                  <a:pt x="3605" y="537"/>
                </a:cubicBezTo>
                <a:cubicBezTo>
                  <a:pt x="3544" y="537"/>
                  <a:pt x="3494" y="587"/>
                  <a:pt x="3494" y="648"/>
                </a:cubicBezTo>
                <a:close/>
                <a:moveTo>
                  <a:pt x="2983" y="576"/>
                </a:moveTo>
                <a:cubicBezTo>
                  <a:pt x="2983" y="2267"/>
                  <a:pt x="2983" y="2267"/>
                  <a:pt x="2983" y="2267"/>
                </a:cubicBezTo>
                <a:cubicBezTo>
                  <a:pt x="2983" y="2330"/>
                  <a:pt x="3035" y="2382"/>
                  <a:pt x="3098" y="2382"/>
                </a:cubicBezTo>
                <a:cubicBezTo>
                  <a:pt x="3162" y="2382"/>
                  <a:pt x="3213" y="2330"/>
                  <a:pt x="3213" y="2267"/>
                </a:cubicBezTo>
                <a:cubicBezTo>
                  <a:pt x="3213" y="576"/>
                  <a:pt x="3213" y="576"/>
                  <a:pt x="3213" y="576"/>
                </a:cubicBezTo>
                <a:cubicBezTo>
                  <a:pt x="3213" y="513"/>
                  <a:pt x="3162" y="461"/>
                  <a:pt x="3098" y="461"/>
                </a:cubicBezTo>
                <a:cubicBezTo>
                  <a:pt x="3035" y="461"/>
                  <a:pt x="2983" y="513"/>
                  <a:pt x="2983" y="576"/>
                </a:cubicBezTo>
                <a:close/>
                <a:moveTo>
                  <a:pt x="2429" y="493"/>
                </a:moveTo>
                <a:cubicBezTo>
                  <a:pt x="2429" y="2261"/>
                  <a:pt x="2429" y="2261"/>
                  <a:pt x="2429" y="2261"/>
                </a:cubicBezTo>
                <a:cubicBezTo>
                  <a:pt x="2429" y="2328"/>
                  <a:pt x="2482" y="2382"/>
                  <a:pt x="2549" y="2382"/>
                </a:cubicBezTo>
                <a:cubicBezTo>
                  <a:pt x="2616" y="2382"/>
                  <a:pt x="2669" y="2328"/>
                  <a:pt x="2669" y="2261"/>
                </a:cubicBezTo>
                <a:cubicBezTo>
                  <a:pt x="2669" y="493"/>
                  <a:pt x="2669" y="493"/>
                  <a:pt x="2669" y="493"/>
                </a:cubicBezTo>
                <a:cubicBezTo>
                  <a:pt x="2669" y="426"/>
                  <a:pt x="2616" y="372"/>
                  <a:pt x="2549" y="372"/>
                </a:cubicBezTo>
                <a:cubicBezTo>
                  <a:pt x="2482" y="372"/>
                  <a:pt x="2429" y="426"/>
                  <a:pt x="2429" y="493"/>
                </a:cubicBezTo>
                <a:close/>
                <a:moveTo>
                  <a:pt x="607" y="233"/>
                </a:moveTo>
                <a:cubicBezTo>
                  <a:pt x="1353" y="0"/>
                  <a:pt x="1353" y="0"/>
                  <a:pt x="1353" y="0"/>
                </a:cubicBezTo>
                <a:cubicBezTo>
                  <a:pt x="1353" y="2553"/>
                  <a:pt x="1353" y="2553"/>
                  <a:pt x="1353" y="2553"/>
                </a:cubicBezTo>
                <a:cubicBezTo>
                  <a:pt x="607" y="2553"/>
                  <a:pt x="607" y="2553"/>
                  <a:pt x="607" y="2553"/>
                </a:cubicBezTo>
                <a:lnTo>
                  <a:pt x="607" y="233"/>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035187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互联网企业传统户外广告花费</a:t>
            </a:r>
            <a:r>
              <a:rPr lang="zh-CN" altLang="en-US" b="1" dirty="0" smtClean="0">
                <a:solidFill>
                  <a:srgbClr val="FF0000"/>
                </a:solidFill>
                <a:latin typeface="微软雅黑" panose="020B0503020204020204" pitchFamily="34" charset="-122"/>
                <a:ea typeface="微软雅黑" panose="020B0503020204020204" pitchFamily="34" charset="-122"/>
              </a:rPr>
              <a:t>增幅榜单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2254962839"/>
              </p:ext>
            </p:extLst>
          </p:nvPr>
        </p:nvGraphicFramePr>
        <p:xfrm>
          <a:off x="467545" y="1340768"/>
          <a:ext cx="8208912" cy="4727312"/>
        </p:xfrm>
        <a:graphic>
          <a:graphicData uri="http://schemas.openxmlformats.org/drawingml/2006/table">
            <a:tbl>
              <a:tblPr firstRow="1" bandRow="1">
                <a:tableStyleId>{3B4B98B0-60AC-42C2-AFA5-B58CD77FA1E5}</a:tableStyleId>
              </a:tblPr>
              <a:tblGrid>
                <a:gridCol w="902659"/>
                <a:gridCol w="3084526"/>
                <a:gridCol w="1172701"/>
                <a:gridCol w="3049026"/>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年传统户外广告花费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E</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代驾手机客户端</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百度地图软件</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赶集网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齐家网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途牛旅游网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陆金所网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本来生活网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乐视网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滴滴打车软件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优酷</a:t>
                      </a:r>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&amp;</a:t>
                      </a:r>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土豆网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一号家居网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天猫网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链家网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网易网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车易拍网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搜狐焦点网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同程旅游网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光明随心订网</a:t>
                      </a:r>
                    </a:p>
                  </a:txBody>
                  <a:tcPr marL="9525" marR="9525" marT="9525" marB="0" anchor="ctr"/>
                </a:tc>
              </a:tr>
            </a:tbl>
          </a:graphicData>
        </a:graphic>
      </p:graphicFrame>
      <p:sp>
        <p:nvSpPr>
          <p:cNvPr id="8" name="KSO_Shape"/>
          <p:cNvSpPr>
            <a:spLocks/>
          </p:cNvSpPr>
          <p:nvPr/>
        </p:nvSpPr>
        <p:spPr bwMode="auto">
          <a:xfrm>
            <a:off x="611559" y="199781"/>
            <a:ext cx="995939" cy="592947"/>
          </a:xfrm>
          <a:custGeom>
            <a:avLst/>
            <a:gdLst>
              <a:gd name="T0" fmla="*/ 192479 w 4892"/>
              <a:gd name="T1" fmla="*/ 95349 h 2558"/>
              <a:gd name="T2" fmla="*/ 171869 w 4892"/>
              <a:gd name="T3" fmla="*/ 611116 h 2558"/>
              <a:gd name="T4" fmla="*/ 140955 w 4892"/>
              <a:gd name="T5" fmla="*/ 464596 h 2558"/>
              <a:gd name="T6" fmla="*/ 140955 w 4892"/>
              <a:gd name="T7" fmla="*/ 644985 h 2558"/>
              <a:gd name="T8" fmla="*/ 192479 w 4892"/>
              <a:gd name="T9" fmla="*/ 640568 h 2558"/>
              <a:gd name="T10" fmla="*/ 0 w 4892"/>
              <a:gd name="T11" fmla="*/ 939867 h 2558"/>
              <a:gd name="T12" fmla="*/ 567500 w 4892"/>
              <a:gd name="T13" fmla="*/ 2209 h 2558"/>
              <a:gd name="T14" fmla="*/ 1800397 w 4892"/>
              <a:gd name="T15" fmla="*/ 941708 h 2558"/>
              <a:gd name="T16" fmla="*/ 567500 w 4892"/>
              <a:gd name="T17" fmla="*/ 2209 h 2558"/>
              <a:gd name="T18" fmla="*/ 677173 w 4892"/>
              <a:gd name="T19" fmla="*/ 830529 h 2558"/>
              <a:gd name="T20" fmla="*/ 769916 w 4892"/>
              <a:gd name="T21" fmla="*/ 830529 h 2558"/>
              <a:gd name="T22" fmla="*/ 723545 w 4892"/>
              <a:gd name="T23" fmla="*/ 103816 h 2558"/>
              <a:gd name="T24" fmla="*/ 1643617 w 4892"/>
              <a:gd name="T25" fmla="*/ 281261 h 2558"/>
              <a:gd name="T26" fmla="*/ 1681524 w 4892"/>
              <a:gd name="T27" fmla="*/ 876915 h 2558"/>
              <a:gd name="T28" fmla="*/ 1719431 w 4892"/>
              <a:gd name="T29" fmla="*/ 281261 h 2558"/>
              <a:gd name="T30" fmla="*/ 1643617 w 4892"/>
              <a:gd name="T31" fmla="*/ 281261 h 2558"/>
              <a:gd name="T32" fmla="*/ 1473955 w 4892"/>
              <a:gd name="T33" fmla="*/ 837524 h 2558"/>
              <a:gd name="T34" fmla="*/ 1552346 w 4892"/>
              <a:gd name="T35" fmla="*/ 837524 h 2558"/>
              <a:gd name="T36" fmla="*/ 1513335 w 4892"/>
              <a:gd name="T37" fmla="*/ 220885 h 2558"/>
              <a:gd name="T38" fmla="*/ 1285893 w 4892"/>
              <a:gd name="T39" fmla="*/ 238556 h 2558"/>
              <a:gd name="T40" fmla="*/ 1326744 w 4892"/>
              <a:gd name="T41" fmla="*/ 876915 h 2558"/>
              <a:gd name="T42" fmla="*/ 1367227 w 4892"/>
              <a:gd name="T43" fmla="*/ 238556 h 2558"/>
              <a:gd name="T44" fmla="*/ 1285893 w 4892"/>
              <a:gd name="T45" fmla="*/ 238556 h 2558"/>
              <a:gd name="T46" fmla="*/ 1097830 w 4892"/>
              <a:gd name="T47" fmla="*/ 834579 h 2558"/>
              <a:gd name="T48" fmla="*/ 1182477 w 4892"/>
              <a:gd name="T49" fmla="*/ 834579 h 2558"/>
              <a:gd name="T50" fmla="*/ 1140153 w 4892"/>
              <a:gd name="T51" fmla="*/ 169714 h 2558"/>
              <a:gd name="T52" fmla="*/ 893942 w 4892"/>
              <a:gd name="T53" fmla="*/ 181494 h 2558"/>
              <a:gd name="T54" fmla="*/ 938105 w 4892"/>
              <a:gd name="T55" fmla="*/ 876915 h 2558"/>
              <a:gd name="T56" fmla="*/ 982269 w 4892"/>
              <a:gd name="T57" fmla="*/ 181494 h 2558"/>
              <a:gd name="T58" fmla="*/ 893942 w 4892"/>
              <a:gd name="T59" fmla="*/ 181494 h 2558"/>
              <a:gd name="T60" fmla="*/ 497943 w 4892"/>
              <a:gd name="T61" fmla="*/ 0 h 2558"/>
              <a:gd name="T62" fmla="*/ 223393 w 4892"/>
              <a:gd name="T63" fmla="*/ 939867 h 25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92" h="2558">
                <a:moveTo>
                  <a:pt x="0" y="422"/>
                </a:moveTo>
                <a:cubicBezTo>
                  <a:pt x="523" y="259"/>
                  <a:pt x="523" y="259"/>
                  <a:pt x="523" y="259"/>
                </a:cubicBezTo>
                <a:cubicBezTo>
                  <a:pt x="523" y="1655"/>
                  <a:pt x="523" y="1655"/>
                  <a:pt x="523" y="1655"/>
                </a:cubicBezTo>
                <a:cubicBezTo>
                  <a:pt x="467" y="1660"/>
                  <a:pt x="467" y="1660"/>
                  <a:pt x="467" y="1660"/>
                </a:cubicBezTo>
                <a:cubicBezTo>
                  <a:pt x="467" y="1262"/>
                  <a:pt x="467" y="1262"/>
                  <a:pt x="467" y="1262"/>
                </a:cubicBezTo>
                <a:cubicBezTo>
                  <a:pt x="383" y="1262"/>
                  <a:pt x="383" y="1262"/>
                  <a:pt x="383" y="1262"/>
                </a:cubicBezTo>
                <a:cubicBezTo>
                  <a:pt x="383" y="1706"/>
                  <a:pt x="383" y="1706"/>
                  <a:pt x="383" y="1706"/>
                </a:cubicBezTo>
                <a:cubicBezTo>
                  <a:pt x="383" y="1752"/>
                  <a:pt x="383" y="1752"/>
                  <a:pt x="383" y="1752"/>
                </a:cubicBezTo>
                <a:cubicBezTo>
                  <a:pt x="429" y="1748"/>
                  <a:pt x="429" y="1748"/>
                  <a:pt x="429" y="1748"/>
                </a:cubicBezTo>
                <a:cubicBezTo>
                  <a:pt x="523" y="1740"/>
                  <a:pt x="523" y="1740"/>
                  <a:pt x="523" y="1740"/>
                </a:cubicBezTo>
                <a:cubicBezTo>
                  <a:pt x="523" y="2553"/>
                  <a:pt x="523" y="2553"/>
                  <a:pt x="523" y="2553"/>
                </a:cubicBezTo>
                <a:cubicBezTo>
                  <a:pt x="0" y="2553"/>
                  <a:pt x="0" y="2553"/>
                  <a:pt x="0" y="2553"/>
                </a:cubicBezTo>
                <a:lnTo>
                  <a:pt x="0" y="422"/>
                </a:lnTo>
                <a:close/>
                <a:moveTo>
                  <a:pt x="1542" y="6"/>
                </a:moveTo>
                <a:cubicBezTo>
                  <a:pt x="4892" y="577"/>
                  <a:pt x="4892" y="577"/>
                  <a:pt x="4892" y="577"/>
                </a:cubicBezTo>
                <a:cubicBezTo>
                  <a:pt x="4892" y="2558"/>
                  <a:pt x="4892" y="2558"/>
                  <a:pt x="4892" y="2558"/>
                </a:cubicBezTo>
                <a:cubicBezTo>
                  <a:pt x="1542" y="2558"/>
                  <a:pt x="1542" y="2558"/>
                  <a:pt x="1542" y="2558"/>
                </a:cubicBezTo>
                <a:lnTo>
                  <a:pt x="1542" y="6"/>
                </a:lnTo>
                <a:close/>
                <a:moveTo>
                  <a:pt x="1840" y="408"/>
                </a:moveTo>
                <a:cubicBezTo>
                  <a:pt x="1840" y="2256"/>
                  <a:pt x="1840" y="2256"/>
                  <a:pt x="1840" y="2256"/>
                </a:cubicBezTo>
                <a:cubicBezTo>
                  <a:pt x="1840" y="2325"/>
                  <a:pt x="1896" y="2382"/>
                  <a:pt x="1966" y="2382"/>
                </a:cubicBezTo>
                <a:cubicBezTo>
                  <a:pt x="2035" y="2382"/>
                  <a:pt x="2092" y="2325"/>
                  <a:pt x="2092" y="2256"/>
                </a:cubicBezTo>
                <a:cubicBezTo>
                  <a:pt x="2092" y="408"/>
                  <a:pt x="2092" y="408"/>
                  <a:pt x="2092" y="408"/>
                </a:cubicBezTo>
                <a:cubicBezTo>
                  <a:pt x="2092" y="339"/>
                  <a:pt x="2035" y="282"/>
                  <a:pt x="1966" y="282"/>
                </a:cubicBezTo>
                <a:cubicBezTo>
                  <a:pt x="1896" y="282"/>
                  <a:pt x="1840" y="339"/>
                  <a:pt x="1840" y="408"/>
                </a:cubicBezTo>
                <a:close/>
                <a:moveTo>
                  <a:pt x="4466" y="764"/>
                </a:moveTo>
                <a:cubicBezTo>
                  <a:pt x="4466" y="2279"/>
                  <a:pt x="4466" y="2279"/>
                  <a:pt x="4466" y="2279"/>
                </a:cubicBezTo>
                <a:cubicBezTo>
                  <a:pt x="4466" y="2336"/>
                  <a:pt x="4511" y="2382"/>
                  <a:pt x="4569" y="2382"/>
                </a:cubicBezTo>
                <a:cubicBezTo>
                  <a:pt x="4626" y="2382"/>
                  <a:pt x="4672" y="2336"/>
                  <a:pt x="4672" y="2279"/>
                </a:cubicBezTo>
                <a:cubicBezTo>
                  <a:pt x="4672" y="764"/>
                  <a:pt x="4672" y="764"/>
                  <a:pt x="4672" y="764"/>
                </a:cubicBezTo>
                <a:cubicBezTo>
                  <a:pt x="4672" y="708"/>
                  <a:pt x="4626" y="661"/>
                  <a:pt x="4569" y="661"/>
                </a:cubicBezTo>
                <a:cubicBezTo>
                  <a:pt x="4511" y="661"/>
                  <a:pt x="4466" y="708"/>
                  <a:pt x="4466" y="764"/>
                </a:cubicBezTo>
                <a:close/>
                <a:moveTo>
                  <a:pt x="4005" y="707"/>
                </a:moveTo>
                <a:cubicBezTo>
                  <a:pt x="4005" y="2275"/>
                  <a:pt x="4005" y="2275"/>
                  <a:pt x="4005" y="2275"/>
                </a:cubicBezTo>
                <a:cubicBezTo>
                  <a:pt x="4005" y="2334"/>
                  <a:pt x="4053" y="2382"/>
                  <a:pt x="4112" y="2382"/>
                </a:cubicBezTo>
                <a:cubicBezTo>
                  <a:pt x="4171" y="2382"/>
                  <a:pt x="4218" y="2334"/>
                  <a:pt x="4218" y="2275"/>
                </a:cubicBezTo>
                <a:cubicBezTo>
                  <a:pt x="4218" y="707"/>
                  <a:pt x="4218" y="707"/>
                  <a:pt x="4218" y="707"/>
                </a:cubicBezTo>
                <a:cubicBezTo>
                  <a:pt x="4218" y="648"/>
                  <a:pt x="4171" y="600"/>
                  <a:pt x="4112" y="600"/>
                </a:cubicBezTo>
                <a:cubicBezTo>
                  <a:pt x="4053" y="600"/>
                  <a:pt x="4005" y="648"/>
                  <a:pt x="4005" y="707"/>
                </a:cubicBezTo>
                <a:close/>
                <a:moveTo>
                  <a:pt x="3494" y="648"/>
                </a:moveTo>
                <a:cubicBezTo>
                  <a:pt x="3494" y="2271"/>
                  <a:pt x="3494" y="2271"/>
                  <a:pt x="3494" y="2271"/>
                </a:cubicBezTo>
                <a:cubicBezTo>
                  <a:pt x="3494" y="2332"/>
                  <a:pt x="3544" y="2382"/>
                  <a:pt x="3605" y="2382"/>
                </a:cubicBezTo>
                <a:cubicBezTo>
                  <a:pt x="3666" y="2382"/>
                  <a:pt x="3715" y="2332"/>
                  <a:pt x="3715" y="2271"/>
                </a:cubicBezTo>
                <a:cubicBezTo>
                  <a:pt x="3715" y="648"/>
                  <a:pt x="3715" y="648"/>
                  <a:pt x="3715" y="648"/>
                </a:cubicBezTo>
                <a:cubicBezTo>
                  <a:pt x="3715" y="587"/>
                  <a:pt x="3666" y="537"/>
                  <a:pt x="3605" y="537"/>
                </a:cubicBezTo>
                <a:cubicBezTo>
                  <a:pt x="3544" y="537"/>
                  <a:pt x="3494" y="587"/>
                  <a:pt x="3494" y="648"/>
                </a:cubicBezTo>
                <a:close/>
                <a:moveTo>
                  <a:pt x="2983" y="576"/>
                </a:moveTo>
                <a:cubicBezTo>
                  <a:pt x="2983" y="2267"/>
                  <a:pt x="2983" y="2267"/>
                  <a:pt x="2983" y="2267"/>
                </a:cubicBezTo>
                <a:cubicBezTo>
                  <a:pt x="2983" y="2330"/>
                  <a:pt x="3035" y="2382"/>
                  <a:pt x="3098" y="2382"/>
                </a:cubicBezTo>
                <a:cubicBezTo>
                  <a:pt x="3162" y="2382"/>
                  <a:pt x="3213" y="2330"/>
                  <a:pt x="3213" y="2267"/>
                </a:cubicBezTo>
                <a:cubicBezTo>
                  <a:pt x="3213" y="576"/>
                  <a:pt x="3213" y="576"/>
                  <a:pt x="3213" y="576"/>
                </a:cubicBezTo>
                <a:cubicBezTo>
                  <a:pt x="3213" y="513"/>
                  <a:pt x="3162" y="461"/>
                  <a:pt x="3098" y="461"/>
                </a:cubicBezTo>
                <a:cubicBezTo>
                  <a:pt x="3035" y="461"/>
                  <a:pt x="2983" y="513"/>
                  <a:pt x="2983" y="576"/>
                </a:cubicBezTo>
                <a:close/>
                <a:moveTo>
                  <a:pt x="2429" y="493"/>
                </a:moveTo>
                <a:cubicBezTo>
                  <a:pt x="2429" y="2261"/>
                  <a:pt x="2429" y="2261"/>
                  <a:pt x="2429" y="2261"/>
                </a:cubicBezTo>
                <a:cubicBezTo>
                  <a:pt x="2429" y="2328"/>
                  <a:pt x="2482" y="2382"/>
                  <a:pt x="2549" y="2382"/>
                </a:cubicBezTo>
                <a:cubicBezTo>
                  <a:pt x="2616" y="2382"/>
                  <a:pt x="2669" y="2328"/>
                  <a:pt x="2669" y="2261"/>
                </a:cubicBezTo>
                <a:cubicBezTo>
                  <a:pt x="2669" y="493"/>
                  <a:pt x="2669" y="493"/>
                  <a:pt x="2669" y="493"/>
                </a:cubicBezTo>
                <a:cubicBezTo>
                  <a:pt x="2669" y="426"/>
                  <a:pt x="2616" y="372"/>
                  <a:pt x="2549" y="372"/>
                </a:cubicBezTo>
                <a:cubicBezTo>
                  <a:pt x="2482" y="372"/>
                  <a:pt x="2429" y="426"/>
                  <a:pt x="2429" y="493"/>
                </a:cubicBezTo>
                <a:close/>
                <a:moveTo>
                  <a:pt x="607" y="233"/>
                </a:moveTo>
                <a:cubicBezTo>
                  <a:pt x="1353" y="0"/>
                  <a:pt x="1353" y="0"/>
                  <a:pt x="1353" y="0"/>
                </a:cubicBezTo>
                <a:cubicBezTo>
                  <a:pt x="1353" y="2553"/>
                  <a:pt x="1353" y="2553"/>
                  <a:pt x="1353" y="2553"/>
                </a:cubicBezTo>
                <a:cubicBezTo>
                  <a:pt x="607" y="2553"/>
                  <a:pt x="607" y="2553"/>
                  <a:pt x="607" y="2553"/>
                </a:cubicBezTo>
                <a:lnTo>
                  <a:pt x="607" y="233"/>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584537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互联网企业传统户外广告投放特点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416320"/>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品牌数量增加带动增长</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en-US" altLang="zh-CN" sz="2000" dirty="0" smtClean="0">
                <a:solidFill>
                  <a:prstClr val="white"/>
                </a:solidFill>
                <a:latin typeface="华文中宋" panose="02010600040101010101" pitchFamily="2" charset="-122"/>
                <a:ea typeface="华文中宋" panose="02010600040101010101" pitchFamily="2" charset="-122"/>
              </a:rPr>
              <a:t>     2015</a:t>
            </a:r>
            <a:r>
              <a:rPr lang="zh-CN" altLang="en-US" sz="2000" dirty="0">
                <a:solidFill>
                  <a:prstClr val="white"/>
                </a:solidFill>
                <a:latin typeface="华文中宋" panose="02010600040101010101" pitchFamily="2" charset="-122"/>
                <a:ea typeface="华文中宋" panose="02010600040101010101" pitchFamily="2" charset="-122"/>
              </a:rPr>
              <a:t>年</a:t>
            </a:r>
            <a:r>
              <a:rPr lang="en-US" altLang="zh-CN" sz="2000" dirty="0">
                <a:solidFill>
                  <a:prstClr val="white"/>
                </a:solidFill>
                <a:latin typeface="华文中宋" panose="02010600040101010101" pitchFamily="2" charset="-122"/>
                <a:ea typeface="华文中宋" panose="02010600040101010101" pitchFamily="2" charset="-122"/>
              </a:rPr>
              <a:t>7</a:t>
            </a:r>
            <a:r>
              <a:rPr lang="zh-CN" altLang="en-US" sz="2000" dirty="0">
                <a:solidFill>
                  <a:prstClr val="white"/>
                </a:solidFill>
                <a:latin typeface="华文中宋" panose="02010600040101010101" pitchFamily="2" charset="-122"/>
                <a:ea typeface="华文中宋" panose="02010600040101010101" pitchFamily="2" charset="-122"/>
              </a:rPr>
              <a:t>月之后，互联网企业在传统户外广告增长趋势较明显。</a:t>
            </a:r>
            <a:r>
              <a:rPr lang="en-US" altLang="zh-CN" sz="2000" dirty="0">
                <a:solidFill>
                  <a:prstClr val="white"/>
                </a:solidFill>
                <a:latin typeface="华文中宋" panose="02010600040101010101" pitchFamily="2" charset="-122"/>
                <a:ea typeface="华文中宋" panose="02010600040101010101" pitchFamily="2" charset="-122"/>
              </a:rPr>
              <a:t>7-12</a:t>
            </a:r>
            <a:r>
              <a:rPr lang="zh-CN" altLang="en-US" sz="2000" dirty="0">
                <a:solidFill>
                  <a:prstClr val="white"/>
                </a:solidFill>
                <a:latin typeface="华文中宋" panose="02010600040101010101" pitchFamily="2" charset="-122"/>
                <a:ea typeface="华文中宋" panose="02010600040101010101" pitchFamily="2" charset="-122"/>
              </a:rPr>
              <a:t>月投放广告的产品数量平均每月达到</a:t>
            </a:r>
            <a:r>
              <a:rPr lang="en-US" altLang="zh-CN" sz="2000" dirty="0">
                <a:solidFill>
                  <a:prstClr val="white"/>
                </a:solidFill>
                <a:latin typeface="华文中宋" panose="02010600040101010101" pitchFamily="2" charset="-122"/>
                <a:ea typeface="华文中宋" panose="02010600040101010101" pitchFamily="2" charset="-122"/>
              </a:rPr>
              <a:t>64</a:t>
            </a:r>
            <a:r>
              <a:rPr lang="zh-CN" altLang="en-US" sz="2000" dirty="0">
                <a:solidFill>
                  <a:prstClr val="white"/>
                </a:solidFill>
                <a:latin typeface="华文中宋" panose="02010600040101010101" pitchFamily="2" charset="-122"/>
                <a:ea typeface="华文中宋" panose="02010600040101010101" pitchFamily="2" charset="-122"/>
              </a:rPr>
              <a:t>个，而</a:t>
            </a:r>
            <a:r>
              <a:rPr lang="en-US" altLang="zh-CN" sz="2000" dirty="0">
                <a:solidFill>
                  <a:prstClr val="white"/>
                </a:solidFill>
                <a:latin typeface="华文中宋" panose="02010600040101010101" pitchFamily="2" charset="-122"/>
                <a:ea typeface="华文中宋" panose="02010600040101010101" pitchFamily="2" charset="-122"/>
              </a:rPr>
              <a:t>1-6</a:t>
            </a:r>
            <a:r>
              <a:rPr lang="zh-CN" altLang="en-US" sz="2000" dirty="0">
                <a:solidFill>
                  <a:prstClr val="white"/>
                </a:solidFill>
                <a:latin typeface="华文中宋" panose="02010600040101010101" pitchFamily="2" charset="-122"/>
                <a:ea typeface="华文中宋" panose="02010600040101010101" pitchFamily="2" charset="-122"/>
              </a:rPr>
              <a:t>月的产品数量平均只有</a:t>
            </a:r>
            <a:r>
              <a:rPr lang="en-US" altLang="zh-CN" sz="2000" dirty="0">
                <a:solidFill>
                  <a:prstClr val="white"/>
                </a:solidFill>
                <a:latin typeface="华文中宋" panose="02010600040101010101" pitchFamily="2" charset="-122"/>
                <a:ea typeface="华文中宋" panose="02010600040101010101" pitchFamily="2" charset="-122"/>
              </a:rPr>
              <a:t>49</a:t>
            </a:r>
            <a:r>
              <a:rPr lang="zh-CN" altLang="en-US" sz="2000" dirty="0">
                <a:solidFill>
                  <a:prstClr val="white"/>
                </a:solidFill>
                <a:latin typeface="华文中宋" panose="02010600040101010101" pitchFamily="2" charset="-122"/>
                <a:ea typeface="华文中宋" panose="02010600040101010101" pitchFamily="2" charset="-122"/>
              </a:rPr>
              <a:t>个。</a:t>
            </a:r>
            <a:endParaRPr lang="en-US" altLang="zh-CN"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多类别有高潜力</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出行软件类互联网企业在传统户外广告投放花费快速增长，如</a:t>
            </a:r>
            <a:r>
              <a:rPr lang="en-US" altLang="zh-CN" sz="2000" dirty="0" smtClean="0">
                <a:solidFill>
                  <a:prstClr val="white"/>
                </a:solidFill>
                <a:latin typeface="华文中宋" panose="02010600040101010101" pitchFamily="2" charset="-122"/>
                <a:ea typeface="华文中宋" panose="02010600040101010101" pitchFamily="2" charset="-122"/>
              </a:rPr>
              <a:t>E</a:t>
            </a:r>
            <a:r>
              <a:rPr lang="zh-CN" altLang="en-US" sz="2000" dirty="0" smtClean="0">
                <a:solidFill>
                  <a:prstClr val="white"/>
                </a:solidFill>
                <a:latin typeface="华文中宋" panose="02010600040101010101" pitchFamily="2" charset="-122"/>
                <a:ea typeface="华文中宋" panose="02010600040101010101" pitchFamily="2" charset="-122"/>
              </a:rPr>
              <a:t>代驾、滴滴打车等品牌在出行人士接触较为广泛的传统户外投放广告，可能会获得更好的效果。</a:t>
            </a:r>
            <a:endParaRPr lang="en-US" altLang="zh-CN" sz="2000" dirty="0">
              <a:solidFill>
                <a:prstClr val="white"/>
              </a:solidFill>
              <a:latin typeface="华文中宋" panose="02010600040101010101" pitchFamily="2" charset="-122"/>
              <a:ea typeface="华文中宋" panose="02010600040101010101" pitchFamily="2" charset="-122"/>
            </a:endParaRPr>
          </a:p>
        </p:txBody>
      </p:sp>
      <p:sp>
        <p:nvSpPr>
          <p:cNvPr id="8" name="KSO_Shape"/>
          <p:cNvSpPr>
            <a:spLocks/>
          </p:cNvSpPr>
          <p:nvPr/>
        </p:nvSpPr>
        <p:spPr bwMode="auto">
          <a:xfrm>
            <a:off x="611559" y="199781"/>
            <a:ext cx="995939" cy="592947"/>
          </a:xfrm>
          <a:custGeom>
            <a:avLst/>
            <a:gdLst>
              <a:gd name="T0" fmla="*/ 192479 w 4892"/>
              <a:gd name="T1" fmla="*/ 95349 h 2558"/>
              <a:gd name="T2" fmla="*/ 171869 w 4892"/>
              <a:gd name="T3" fmla="*/ 611116 h 2558"/>
              <a:gd name="T4" fmla="*/ 140955 w 4892"/>
              <a:gd name="T5" fmla="*/ 464596 h 2558"/>
              <a:gd name="T6" fmla="*/ 140955 w 4892"/>
              <a:gd name="T7" fmla="*/ 644985 h 2558"/>
              <a:gd name="T8" fmla="*/ 192479 w 4892"/>
              <a:gd name="T9" fmla="*/ 640568 h 2558"/>
              <a:gd name="T10" fmla="*/ 0 w 4892"/>
              <a:gd name="T11" fmla="*/ 939867 h 2558"/>
              <a:gd name="T12" fmla="*/ 567500 w 4892"/>
              <a:gd name="T13" fmla="*/ 2209 h 2558"/>
              <a:gd name="T14" fmla="*/ 1800397 w 4892"/>
              <a:gd name="T15" fmla="*/ 941708 h 2558"/>
              <a:gd name="T16" fmla="*/ 567500 w 4892"/>
              <a:gd name="T17" fmla="*/ 2209 h 2558"/>
              <a:gd name="T18" fmla="*/ 677173 w 4892"/>
              <a:gd name="T19" fmla="*/ 830529 h 2558"/>
              <a:gd name="T20" fmla="*/ 769916 w 4892"/>
              <a:gd name="T21" fmla="*/ 830529 h 2558"/>
              <a:gd name="T22" fmla="*/ 723545 w 4892"/>
              <a:gd name="T23" fmla="*/ 103816 h 2558"/>
              <a:gd name="T24" fmla="*/ 1643617 w 4892"/>
              <a:gd name="T25" fmla="*/ 281261 h 2558"/>
              <a:gd name="T26" fmla="*/ 1681524 w 4892"/>
              <a:gd name="T27" fmla="*/ 876915 h 2558"/>
              <a:gd name="T28" fmla="*/ 1719431 w 4892"/>
              <a:gd name="T29" fmla="*/ 281261 h 2558"/>
              <a:gd name="T30" fmla="*/ 1643617 w 4892"/>
              <a:gd name="T31" fmla="*/ 281261 h 2558"/>
              <a:gd name="T32" fmla="*/ 1473955 w 4892"/>
              <a:gd name="T33" fmla="*/ 837524 h 2558"/>
              <a:gd name="T34" fmla="*/ 1552346 w 4892"/>
              <a:gd name="T35" fmla="*/ 837524 h 2558"/>
              <a:gd name="T36" fmla="*/ 1513335 w 4892"/>
              <a:gd name="T37" fmla="*/ 220885 h 2558"/>
              <a:gd name="T38" fmla="*/ 1285893 w 4892"/>
              <a:gd name="T39" fmla="*/ 238556 h 2558"/>
              <a:gd name="T40" fmla="*/ 1326744 w 4892"/>
              <a:gd name="T41" fmla="*/ 876915 h 2558"/>
              <a:gd name="T42" fmla="*/ 1367227 w 4892"/>
              <a:gd name="T43" fmla="*/ 238556 h 2558"/>
              <a:gd name="T44" fmla="*/ 1285893 w 4892"/>
              <a:gd name="T45" fmla="*/ 238556 h 2558"/>
              <a:gd name="T46" fmla="*/ 1097830 w 4892"/>
              <a:gd name="T47" fmla="*/ 834579 h 2558"/>
              <a:gd name="T48" fmla="*/ 1182477 w 4892"/>
              <a:gd name="T49" fmla="*/ 834579 h 2558"/>
              <a:gd name="T50" fmla="*/ 1140153 w 4892"/>
              <a:gd name="T51" fmla="*/ 169714 h 2558"/>
              <a:gd name="T52" fmla="*/ 893942 w 4892"/>
              <a:gd name="T53" fmla="*/ 181494 h 2558"/>
              <a:gd name="T54" fmla="*/ 938105 w 4892"/>
              <a:gd name="T55" fmla="*/ 876915 h 2558"/>
              <a:gd name="T56" fmla="*/ 982269 w 4892"/>
              <a:gd name="T57" fmla="*/ 181494 h 2558"/>
              <a:gd name="T58" fmla="*/ 893942 w 4892"/>
              <a:gd name="T59" fmla="*/ 181494 h 2558"/>
              <a:gd name="T60" fmla="*/ 497943 w 4892"/>
              <a:gd name="T61" fmla="*/ 0 h 2558"/>
              <a:gd name="T62" fmla="*/ 223393 w 4892"/>
              <a:gd name="T63" fmla="*/ 939867 h 25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892" h="2558">
                <a:moveTo>
                  <a:pt x="0" y="422"/>
                </a:moveTo>
                <a:cubicBezTo>
                  <a:pt x="523" y="259"/>
                  <a:pt x="523" y="259"/>
                  <a:pt x="523" y="259"/>
                </a:cubicBezTo>
                <a:cubicBezTo>
                  <a:pt x="523" y="1655"/>
                  <a:pt x="523" y="1655"/>
                  <a:pt x="523" y="1655"/>
                </a:cubicBezTo>
                <a:cubicBezTo>
                  <a:pt x="467" y="1660"/>
                  <a:pt x="467" y="1660"/>
                  <a:pt x="467" y="1660"/>
                </a:cubicBezTo>
                <a:cubicBezTo>
                  <a:pt x="467" y="1262"/>
                  <a:pt x="467" y="1262"/>
                  <a:pt x="467" y="1262"/>
                </a:cubicBezTo>
                <a:cubicBezTo>
                  <a:pt x="383" y="1262"/>
                  <a:pt x="383" y="1262"/>
                  <a:pt x="383" y="1262"/>
                </a:cubicBezTo>
                <a:cubicBezTo>
                  <a:pt x="383" y="1706"/>
                  <a:pt x="383" y="1706"/>
                  <a:pt x="383" y="1706"/>
                </a:cubicBezTo>
                <a:cubicBezTo>
                  <a:pt x="383" y="1752"/>
                  <a:pt x="383" y="1752"/>
                  <a:pt x="383" y="1752"/>
                </a:cubicBezTo>
                <a:cubicBezTo>
                  <a:pt x="429" y="1748"/>
                  <a:pt x="429" y="1748"/>
                  <a:pt x="429" y="1748"/>
                </a:cubicBezTo>
                <a:cubicBezTo>
                  <a:pt x="523" y="1740"/>
                  <a:pt x="523" y="1740"/>
                  <a:pt x="523" y="1740"/>
                </a:cubicBezTo>
                <a:cubicBezTo>
                  <a:pt x="523" y="2553"/>
                  <a:pt x="523" y="2553"/>
                  <a:pt x="523" y="2553"/>
                </a:cubicBezTo>
                <a:cubicBezTo>
                  <a:pt x="0" y="2553"/>
                  <a:pt x="0" y="2553"/>
                  <a:pt x="0" y="2553"/>
                </a:cubicBezTo>
                <a:lnTo>
                  <a:pt x="0" y="422"/>
                </a:lnTo>
                <a:close/>
                <a:moveTo>
                  <a:pt x="1542" y="6"/>
                </a:moveTo>
                <a:cubicBezTo>
                  <a:pt x="4892" y="577"/>
                  <a:pt x="4892" y="577"/>
                  <a:pt x="4892" y="577"/>
                </a:cubicBezTo>
                <a:cubicBezTo>
                  <a:pt x="4892" y="2558"/>
                  <a:pt x="4892" y="2558"/>
                  <a:pt x="4892" y="2558"/>
                </a:cubicBezTo>
                <a:cubicBezTo>
                  <a:pt x="1542" y="2558"/>
                  <a:pt x="1542" y="2558"/>
                  <a:pt x="1542" y="2558"/>
                </a:cubicBezTo>
                <a:lnTo>
                  <a:pt x="1542" y="6"/>
                </a:lnTo>
                <a:close/>
                <a:moveTo>
                  <a:pt x="1840" y="408"/>
                </a:moveTo>
                <a:cubicBezTo>
                  <a:pt x="1840" y="2256"/>
                  <a:pt x="1840" y="2256"/>
                  <a:pt x="1840" y="2256"/>
                </a:cubicBezTo>
                <a:cubicBezTo>
                  <a:pt x="1840" y="2325"/>
                  <a:pt x="1896" y="2382"/>
                  <a:pt x="1966" y="2382"/>
                </a:cubicBezTo>
                <a:cubicBezTo>
                  <a:pt x="2035" y="2382"/>
                  <a:pt x="2092" y="2325"/>
                  <a:pt x="2092" y="2256"/>
                </a:cubicBezTo>
                <a:cubicBezTo>
                  <a:pt x="2092" y="408"/>
                  <a:pt x="2092" y="408"/>
                  <a:pt x="2092" y="408"/>
                </a:cubicBezTo>
                <a:cubicBezTo>
                  <a:pt x="2092" y="339"/>
                  <a:pt x="2035" y="282"/>
                  <a:pt x="1966" y="282"/>
                </a:cubicBezTo>
                <a:cubicBezTo>
                  <a:pt x="1896" y="282"/>
                  <a:pt x="1840" y="339"/>
                  <a:pt x="1840" y="408"/>
                </a:cubicBezTo>
                <a:close/>
                <a:moveTo>
                  <a:pt x="4466" y="764"/>
                </a:moveTo>
                <a:cubicBezTo>
                  <a:pt x="4466" y="2279"/>
                  <a:pt x="4466" y="2279"/>
                  <a:pt x="4466" y="2279"/>
                </a:cubicBezTo>
                <a:cubicBezTo>
                  <a:pt x="4466" y="2336"/>
                  <a:pt x="4511" y="2382"/>
                  <a:pt x="4569" y="2382"/>
                </a:cubicBezTo>
                <a:cubicBezTo>
                  <a:pt x="4626" y="2382"/>
                  <a:pt x="4672" y="2336"/>
                  <a:pt x="4672" y="2279"/>
                </a:cubicBezTo>
                <a:cubicBezTo>
                  <a:pt x="4672" y="764"/>
                  <a:pt x="4672" y="764"/>
                  <a:pt x="4672" y="764"/>
                </a:cubicBezTo>
                <a:cubicBezTo>
                  <a:pt x="4672" y="708"/>
                  <a:pt x="4626" y="661"/>
                  <a:pt x="4569" y="661"/>
                </a:cubicBezTo>
                <a:cubicBezTo>
                  <a:pt x="4511" y="661"/>
                  <a:pt x="4466" y="708"/>
                  <a:pt x="4466" y="764"/>
                </a:cubicBezTo>
                <a:close/>
                <a:moveTo>
                  <a:pt x="4005" y="707"/>
                </a:moveTo>
                <a:cubicBezTo>
                  <a:pt x="4005" y="2275"/>
                  <a:pt x="4005" y="2275"/>
                  <a:pt x="4005" y="2275"/>
                </a:cubicBezTo>
                <a:cubicBezTo>
                  <a:pt x="4005" y="2334"/>
                  <a:pt x="4053" y="2382"/>
                  <a:pt x="4112" y="2382"/>
                </a:cubicBezTo>
                <a:cubicBezTo>
                  <a:pt x="4171" y="2382"/>
                  <a:pt x="4218" y="2334"/>
                  <a:pt x="4218" y="2275"/>
                </a:cubicBezTo>
                <a:cubicBezTo>
                  <a:pt x="4218" y="707"/>
                  <a:pt x="4218" y="707"/>
                  <a:pt x="4218" y="707"/>
                </a:cubicBezTo>
                <a:cubicBezTo>
                  <a:pt x="4218" y="648"/>
                  <a:pt x="4171" y="600"/>
                  <a:pt x="4112" y="600"/>
                </a:cubicBezTo>
                <a:cubicBezTo>
                  <a:pt x="4053" y="600"/>
                  <a:pt x="4005" y="648"/>
                  <a:pt x="4005" y="707"/>
                </a:cubicBezTo>
                <a:close/>
                <a:moveTo>
                  <a:pt x="3494" y="648"/>
                </a:moveTo>
                <a:cubicBezTo>
                  <a:pt x="3494" y="2271"/>
                  <a:pt x="3494" y="2271"/>
                  <a:pt x="3494" y="2271"/>
                </a:cubicBezTo>
                <a:cubicBezTo>
                  <a:pt x="3494" y="2332"/>
                  <a:pt x="3544" y="2382"/>
                  <a:pt x="3605" y="2382"/>
                </a:cubicBezTo>
                <a:cubicBezTo>
                  <a:pt x="3666" y="2382"/>
                  <a:pt x="3715" y="2332"/>
                  <a:pt x="3715" y="2271"/>
                </a:cubicBezTo>
                <a:cubicBezTo>
                  <a:pt x="3715" y="648"/>
                  <a:pt x="3715" y="648"/>
                  <a:pt x="3715" y="648"/>
                </a:cubicBezTo>
                <a:cubicBezTo>
                  <a:pt x="3715" y="587"/>
                  <a:pt x="3666" y="537"/>
                  <a:pt x="3605" y="537"/>
                </a:cubicBezTo>
                <a:cubicBezTo>
                  <a:pt x="3544" y="537"/>
                  <a:pt x="3494" y="587"/>
                  <a:pt x="3494" y="648"/>
                </a:cubicBezTo>
                <a:close/>
                <a:moveTo>
                  <a:pt x="2983" y="576"/>
                </a:moveTo>
                <a:cubicBezTo>
                  <a:pt x="2983" y="2267"/>
                  <a:pt x="2983" y="2267"/>
                  <a:pt x="2983" y="2267"/>
                </a:cubicBezTo>
                <a:cubicBezTo>
                  <a:pt x="2983" y="2330"/>
                  <a:pt x="3035" y="2382"/>
                  <a:pt x="3098" y="2382"/>
                </a:cubicBezTo>
                <a:cubicBezTo>
                  <a:pt x="3162" y="2382"/>
                  <a:pt x="3213" y="2330"/>
                  <a:pt x="3213" y="2267"/>
                </a:cubicBezTo>
                <a:cubicBezTo>
                  <a:pt x="3213" y="576"/>
                  <a:pt x="3213" y="576"/>
                  <a:pt x="3213" y="576"/>
                </a:cubicBezTo>
                <a:cubicBezTo>
                  <a:pt x="3213" y="513"/>
                  <a:pt x="3162" y="461"/>
                  <a:pt x="3098" y="461"/>
                </a:cubicBezTo>
                <a:cubicBezTo>
                  <a:pt x="3035" y="461"/>
                  <a:pt x="2983" y="513"/>
                  <a:pt x="2983" y="576"/>
                </a:cubicBezTo>
                <a:close/>
                <a:moveTo>
                  <a:pt x="2429" y="493"/>
                </a:moveTo>
                <a:cubicBezTo>
                  <a:pt x="2429" y="2261"/>
                  <a:pt x="2429" y="2261"/>
                  <a:pt x="2429" y="2261"/>
                </a:cubicBezTo>
                <a:cubicBezTo>
                  <a:pt x="2429" y="2328"/>
                  <a:pt x="2482" y="2382"/>
                  <a:pt x="2549" y="2382"/>
                </a:cubicBezTo>
                <a:cubicBezTo>
                  <a:pt x="2616" y="2382"/>
                  <a:pt x="2669" y="2328"/>
                  <a:pt x="2669" y="2261"/>
                </a:cubicBezTo>
                <a:cubicBezTo>
                  <a:pt x="2669" y="493"/>
                  <a:pt x="2669" y="493"/>
                  <a:pt x="2669" y="493"/>
                </a:cubicBezTo>
                <a:cubicBezTo>
                  <a:pt x="2669" y="426"/>
                  <a:pt x="2616" y="372"/>
                  <a:pt x="2549" y="372"/>
                </a:cubicBezTo>
                <a:cubicBezTo>
                  <a:pt x="2482" y="372"/>
                  <a:pt x="2429" y="426"/>
                  <a:pt x="2429" y="493"/>
                </a:cubicBezTo>
                <a:close/>
                <a:moveTo>
                  <a:pt x="607" y="233"/>
                </a:moveTo>
                <a:cubicBezTo>
                  <a:pt x="1353" y="0"/>
                  <a:pt x="1353" y="0"/>
                  <a:pt x="1353" y="0"/>
                </a:cubicBezTo>
                <a:cubicBezTo>
                  <a:pt x="1353" y="2553"/>
                  <a:pt x="1353" y="2553"/>
                  <a:pt x="1353" y="2553"/>
                </a:cubicBezTo>
                <a:cubicBezTo>
                  <a:pt x="607" y="2553"/>
                  <a:pt x="607" y="2553"/>
                  <a:pt x="607" y="2553"/>
                </a:cubicBezTo>
                <a:lnTo>
                  <a:pt x="607" y="233"/>
                </a:lnTo>
                <a:close/>
              </a:path>
            </a:pathLst>
          </a:custGeom>
          <a:solidFill>
            <a:srgbClr val="FF0000"/>
          </a:solidFill>
          <a:ln>
            <a:noFill/>
          </a:ln>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Tree>
    <p:extLst>
      <p:ext uri="{BB962C8B-B14F-4D97-AF65-F5344CB8AC3E}">
        <p14:creationId xmlns:p14="http://schemas.microsoft.com/office/powerpoint/2010/main" val="1896384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4" name="矩形 3"/>
          <p:cNvSpPr/>
          <p:nvPr/>
        </p:nvSpPr>
        <p:spPr>
          <a:xfrm>
            <a:off x="1" y="3933579"/>
            <a:ext cx="9144000" cy="1787255"/>
          </a:xfrm>
          <a:prstGeom prst="rect">
            <a:avLst/>
          </a:prstGeom>
          <a:solidFill>
            <a:srgbClr val="92D050">
              <a:alpha val="69804"/>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latin typeface="Century Gothic"/>
              <a:ea typeface="微软雅黑"/>
              <a:cs typeface="+mn-cs"/>
            </a:endParaRPr>
          </a:p>
        </p:txBody>
      </p:sp>
      <p:sp>
        <p:nvSpPr>
          <p:cNvPr id="6" name="文本框 3"/>
          <p:cNvSpPr txBox="1"/>
          <p:nvPr/>
        </p:nvSpPr>
        <p:spPr>
          <a:xfrm>
            <a:off x="639605" y="3933579"/>
            <a:ext cx="816249" cy="1311128"/>
          </a:xfrm>
          <a:prstGeom prst="rect">
            <a:avLst/>
          </a:prstGeom>
          <a:noFill/>
        </p:spPr>
        <p:txBody>
          <a:bodyPr wrap="none" rtlCol="0">
            <a:spAutoFit/>
          </a:bodyPr>
          <a:lstStyle/>
          <a:p>
            <a:pPr>
              <a:lnSpc>
                <a:spcPct val="90000"/>
              </a:lnSpc>
            </a:pPr>
            <a:r>
              <a:rPr kumimoji="1" lang="en-US" altLang="zh-CN" sz="8800" b="1" dirty="0" smtClean="0">
                <a:latin typeface="Century Gothic"/>
              </a:rPr>
              <a:t>9</a:t>
            </a:r>
            <a:endParaRPr kumimoji="1" lang="zh-CN" altLang="en-US" sz="8800" b="1" dirty="0">
              <a:latin typeface="Century Gothic"/>
            </a:endParaRPr>
          </a:p>
        </p:txBody>
      </p:sp>
      <p:sp>
        <p:nvSpPr>
          <p:cNvPr id="8" name="文本框 4"/>
          <p:cNvSpPr txBox="1"/>
          <p:nvPr/>
        </p:nvSpPr>
        <p:spPr>
          <a:xfrm>
            <a:off x="1550762" y="4235043"/>
            <a:ext cx="7571303" cy="1421928"/>
          </a:xfrm>
          <a:prstGeom prst="rect">
            <a:avLst/>
          </a:prstGeom>
          <a:noFill/>
        </p:spPr>
        <p:txBody>
          <a:bodyPr wrap="none" rtlCol="0">
            <a:spAutoFit/>
          </a:bodyPr>
          <a:lstStyle/>
          <a:p>
            <a:pPr lvl="0">
              <a:lnSpc>
                <a:spcPct val="90000"/>
              </a:lnSpc>
              <a:spcBef>
                <a:spcPct val="0"/>
              </a:spcBef>
              <a:defRPr/>
            </a:pPr>
            <a:r>
              <a:rPr lang="zh-CN" altLang="en-US" sz="4800" dirty="0">
                <a:latin typeface="Arial Black"/>
                <a:ea typeface="微软雅黑"/>
              </a:rPr>
              <a:t>互联网企业全媒体投放分析</a:t>
            </a:r>
            <a:endParaRPr lang="en-US" altLang="zh-CN" sz="4800" dirty="0">
              <a:latin typeface="Arial Black"/>
              <a:ea typeface="微软雅黑"/>
            </a:endParaRPr>
          </a:p>
          <a:p>
            <a:pPr lvl="0">
              <a:lnSpc>
                <a:spcPct val="90000"/>
              </a:lnSpc>
              <a:spcBef>
                <a:spcPct val="0"/>
              </a:spcBef>
              <a:defRPr/>
            </a:pPr>
            <a:r>
              <a:rPr lang="en-US" altLang="zh-CN" sz="4800" dirty="0" smtClean="0">
                <a:latin typeface="Arial Black"/>
                <a:ea typeface="微软雅黑"/>
              </a:rPr>
              <a:t>——</a:t>
            </a:r>
            <a:r>
              <a:rPr lang="zh-CN" altLang="en-US" sz="4800" dirty="0">
                <a:latin typeface="Arial Black"/>
                <a:ea typeface="微软雅黑"/>
              </a:rPr>
              <a:t>杂志</a:t>
            </a:r>
            <a:r>
              <a:rPr lang="zh-CN" altLang="en-US" sz="4800" dirty="0" smtClean="0">
                <a:latin typeface="Arial Black"/>
                <a:ea typeface="微软雅黑"/>
              </a:rPr>
              <a:t>广告</a:t>
            </a:r>
            <a:endParaRPr lang="zh-CN" altLang="en-US" sz="4800" dirty="0">
              <a:latin typeface="Arial Black"/>
              <a:ea typeface="微软雅黑"/>
            </a:endParaRPr>
          </a:p>
        </p:txBody>
      </p:sp>
    </p:spTree>
    <p:extLst>
      <p:ext uri="{BB962C8B-B14F-4D97-AF65-F5344CB8AC3E}">
        <p14:creationId xmlns:p14="http://schemas.microsoft.com/office/powerpoint/2010/main" val="1062620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78460" y="1772816"/>
            <a:ext cx="841981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b="1" dirty="0">
                <a:solidFill>
                  <a:schemeClr val="tx1"/>
                </a:solidFill>
                <a:latin typeface="华文中宋" panose="02010600040101010101" pitchFamily="2" charset="-122"/>
                <a:ea typeface="华文中宋" panose="02010600040101010101" pitchFamily="2" charset="-122"/>
              </a:rPr>
              <a:t>互联网</a:t>
            </a:r>
            <a:r>
              <a:rPr lang="zh-CN" altLang="en-US" b="1" dirty="0" smtClean="0">
                <a:solidFill>
                  <a:schemeClr val="tx1"/>
                </a:solidFill>
                <a:latin typeface="华文中宋" panose="02010600040101010101" pitchFamily="2" charset="-122"/>
                <a:ea typeface="华文中宋" panose="02010600040101010101" pitchFamily="2" charset="-122"/>
              </a:rPr>
              <a:t>企业杂志广告</a:t>
            </a:r>
            <a:r>
              <a:rPr lang="zh-CN" altLang="en-US" b="1" dirty="0">
                <a:solidFill>
                  <a:schemeClr val="tx1"/>
                </a:solidFill>
                <a:latin typeface="华文中宋" panose="02010600040101010101" pitchFamily="2" charset="-122"/>
                <a:ea typeface="华文中宋" panose="02010600040101010101" pitchFamily="2" charset="-122"/>
              </a:rPr>
              <a:t>花费分月走势</a:t>
            </a:r>
            <a:endParaRPr lang="zh-CN" altLang="en-US" sz="1400" b="1" dirty="0">
              <a:solidFill>
                <a:schemeClr val="tx1"/>
              </a:solidFill>
              <a:latin typeface="华文中宋" panose="02010600040101010101" pitchFamily="2" charset="-122"/>
              <a:ea typeface="华文中宋" panose="02010600040101010101" pitchFamily="2" charset="-122"/>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0" name="图表 9"/>
          <p:cNvGraphicFramePr/>
          <p:nvPr>
            <p:extLst>
              <p:ext uri="{D42A27DB-BD31-4B8C-83A1-F6EECF244321}">
                <p14:modId xmlns:p14="http://schemas.microsoft.com/office/powerpoint/2010/main" val="1259945814"/>
              </p:ext>
            </p:extLst>
          </p:nvPr>
        </p:nvGraphicFramePr>
        <p:xfrm>
          <a:off x="-164856" y="2012732"/>
          <a:ext cx="9218855" cy="4656628"/>
        </p:xfrm>
        <a:graphic>
          <a:graphicData uri="http://schemas.openxmlformats.org/drawingml/2006/chart">
            <c:chart xmlns:c="http://schemas.openxmlformats.org/drawingml/2006/chart" xmlns:r="http://schemas.openxmlformats.org/officeDocument/2006/relationships" r:id="rId4"/>
          </a:graphicData>
        </a:graphic>
      </p:graphicFrame>
      <p:sp>
        <p:nvSpPr>
          <p:cNvPr id="9" name="标题 1"/>
          <p:cNvSpPr txBox="1"/>
          <p:nvPr/>
        </p:nvSpPr>
        <p:spPr>
          <a:xfrm>
            <a:off x="1576731" y="235187"/>
            <a:ext cx="695570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互联网企业杂志广告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趋势</a:t>
            </a:r>
            <a:endParaRPr lang="zh-CN" altLang="en-US" b="1" dirty="0">
              <a:solidFill>
                <a:srgbClr val="FFFFFF"/>
              </a:solidFill>
              <a:latin typeface="Arial Black"/>
              <a:ea typeface="微软雅黑"/>
            </a:endParaRPr>
          </a:p>
        </p:txBody>
      </p:sp>
      <p:sp>
        <p:nvSpPr>
          <p:cNvPr id="15" name="KSO_Shape"/>
          <p:cNvSpPr>
            <a:spLocks/>
          </p:cNvSpPr>
          <p:nvPr/>
        </p:nvSpPr>
        <p:spPr bwMode="auto">
          <a:xfrm>
            <a:off x="539552" y="152567"/>
            <a:ext cx="952500" cy="766763"/>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6" name="内容占位符 2"/>
          <p:cNvSpPr txBox="1"/>
          <p:nvPr/>
        </p:nvSpPr>
        <p:spPr>
          <a:xfrm>
            <a:off x="251522" y="1000914"/>
            <a:ext cx="8612740" cy="771902"/>
          </a:xfrm>
          <a:prstGeom prst="rect">
            <a:avLst/>
          </a:prstGeom>
        </p:spPr>
        <p:txBody>
          <a:bodyPr vert="horz" lIns="91440" tIns="45720" rIns="91440" bIns="45720" rtlCol="0">
            <a:norm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defRPr/>
            </a:pPr>
            <a:r>
              <a:rPr lang="zh-CN" altLang="en-US" sz="2000" dirty="0" smtClean="0">
                <a:solidFill>
                  <a:prstClr val="white"/>
                </a:solidFill>
                <a:latin typeface="华文中宋" panose="02010600040101010101" pitchFamily="2" charset="-122"/>
                <a:ea typeface="华文中宋" panose="02010600040101010101" pitchFamily="2" charset="-122"/>
              </a:rPr>
              <a:t>互联网企业在杂志广告投放的花费占比较小，</a:t>
            </a:r>
            <a:r>
              <a:rPr lang="en-US" altLang="zh-CN" sz="2000" dirty="0" smtClean="0">
                <a:solidFill>
                  <a:prstClr val="white"/>
                </a:solidFill>
                <a:latin typeface="华文中宋" panose="02010600040101010101" pitchFamily="2" charset="-122"/>
                <a:ea typeface="华文中宋" panose="02010600040101010101" pitchFamily="2" charset="-122"/>
              </a:rPr>
              <a:t>2015</a:t>
            </a:r>
            <a:r>
              <a:rPr lang="zh-CN" altLang="en-US" sz="2000" dirty="0" smtClean="0">
                <a:solidFill>
                  <a:prstClr val="white"/>
                </a:solidFill>
                <a:latin typeface="华文中宋" panose="02010600040101010101" pitchFamily="2" charset="-122"/>
                <a:ea typeface="华文中宋" panose="02010600040101010101" pitchFamily="2" charset="-122"/>
              </a:rPr>
              <a:t>年占比不足</a:t>
            </a:r>
            <a:r>
              <a:rPr lang="en-US" altLang="zh-CN" sz="2000" dirty="0" smtClean="0">
                <a:solidFill>
                  <a:prstClr val="white"/>
                </a:solidFill>
                <a:latin typeface="华文中宋" panose="02010600040101010101" pitchFamily="2" charset="-122"/>
                <a:ea typeface="华文中宋" panose="02010600040101010101" pitchFamily="2" charset="-122"/>
              </a:rPr>
              <a:t>0.2%</a:t>
            </a:r>
            <a:r>
              <a:rPr lang="zh-CN" altLang="en-US" sz="2000" dirty="0" smtClean="0">
                <a:solidFill>
                  <a:prstClr val="white"/>
                </a:solidFill>
                <a:latin typeface="华文中宋" panose="02010600040101010101" pitchFamily="2" charset="-122"/>
                <a:ea typeface="华文中宋" panose="02010600040101010101" pitchFamily="2" charset="-122"/>
              </a:rPr>
              <a:t>，且有下降趋势。</a:t>
            </a:r>
            <a:endParaRPr lang="en-US" altLang="zh-CN" sz="2000" dirty="0" smtClean="0">
              <a:solidFill>
                <a:prstClr val="white"/>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246396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5" name="MH_Text_2"/>
          <p:cNvSpPr txBox="1">
            <a:spLocks noChangeArrowheads="1"/>
          </p:cNvSpPr>
          <p:nvPr>
            <p:custDataLst>
              <p:tags r:id="rId1"/>
            </p:custDataLst>
          </p:nvPr>
        </p:nvSpPr>
        <p:spPr bwMode="auto">
          <a:xfrm>
            <a:off x="971600" y="4869160"/>
            <a:ext cx="725958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no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nSpc>
                <a:spcPct val="120000"/>
              </a:lnSpc>
              <a:spcBef>
                <a:spcPct val="0"/>
              </a:spcBef>
              <a:buFont typeface="Arial" pitchFamily="34" charset="0"/>
              <a:buNone/>
              <a:defRPr/>
            </a:pPr>
            <a:r>
              <a:rPr lang="en-US" altLang="zh-CN" sz="2000" b="1" dirty="0" smtClean="0">
                <a:solidFill>
                  <a:schemeClr val="bg1"/>
                </a:solidFill>
                <a:latin typeface="华文中宋" panose="02010600040101010101" pitchFamily="2" charset="-122"/>
                <a:ea typeface="华文中宋" panose="02010600040101010101" pitchFamily="2" charset="-122"/>
              </a:rPr>
              <a:t>  32.8%                           25.2%                          9.6% </a:t>
            </a:r>
            <a:endParaRPr lang="zh-CN" altLang="en-US" sz="2000" b="1" dirty="0">
              <a:solidFill>
                <a:schemeClr val="bg1"/>
              </a:solidFill>
              <a:latin typeface="华文中宋" panose="02010600040101010101" pitchFamily="2" charset="-122"/>
              <a:ea typeface="华文中宋" panose="02010600040101010101" pitchFamily="2" charset="-122"/>
            </a:endParaRPr>
          </a:p>
        </p:txBody>
      </p:sp>
      <p:sp>
        <p:nvSpPr>
          <p:cNvPr id="12" name="KSO_Shape"/>
          <p:cNvSpPr>
            <a:spLocks/>
          </p:cNvSpPr>
          <p:nvPr/>
        </p:nvSpPr>
        <p:spPr bwMode="auto">
          <a:xfrm>
            <a:off x="971600" y="3249770"/>
            <a:ext cx="1184920" cy="899310"/>
          </a:xfrm>
          <a:custGeom>
            <a:avLst/>
            <a:gdLst>
              <a:gd name="T0" fmla="*/ 113939 w 6855"/>
              <a:gd name="T1" fmla="*/ 556 h 4342"/>
              <a:gd name="T2" fmla="*/ 83370 w 6855"/>
              <a:gd name="T3" fmla="*/ 7500 h 4342"/>
              <a:gd name="T4" fmla="*/ 56136 w 6855"/>
              <a:gd name="T5" fmla="*/ 21666 h 4342"/>
              <a:gd name="T6" fmla="*/ 33070 w 6855"/>
              <a:gd name="T7" fmla="*/ 41387 h 4342"/>
              <a:gd name="T8" fmla="*/ 15284 w 6855"/>
              <a:gd name="T9" fmla="*/ 66386 h 4342"/>
              <a:gd name="T10" fmla="*/ 3891 w 6855"/>
              <a:gd name="T11" fmla="*/ 95273 h 4342"/>
              <a:gd name="T12" fmla="*/ 0 w 6855"/>
              <a:gd name="T13" fmla="*/ 126939 h 4342"/>
              <a:gd name="T14" fmla="*/ 1389 w 6855"/>
              <a:gd name="T15" fmla="*/ 971345 h 4342"/>
              <a:gd name="T16" fmla="*/ 10004 w 6855"/>
              <a:gd name="T17" fmla="*/ 1001343 h 4342"/>
              <a:gd name="T18" fmla="*/ 25289 w 6855"/>
              <a:gd name="T19" fmla="*/ 1027731 h 4342"/>
              <a:gd name="T20" fmla="*/ 46409 w 6855"/>
              <a:gd name="T21" fmla="*/ 1049674 h 4342"/>
              <a:gd name="T22" fmla="*/ 71976 w 6855"/>
              <a:gd name="T23" fmla="*/ 1066340 h 4342"/>
              <a:gd name="T24" fmla="*/ 101433 w 6855"/>
              <a:gd name="T25" fmla="*/ 1076340 h 4342"/>
              <a:gd name="T26" fmla="*/ 825361 w 6855"/>
              <a:gd name="T27" fmla="*/ 1078840 h 4342"/>
              <a:gd name="T28" fmla="*/ 687245 w 6855"/>
              <a:gd name="T29" fmla="*/ 1143281 h 4342"/>
              <a:gd name="T30" fmla="*/ 665013 w 6855"/>
              <a:gd name="T31" fmla="*/ 1150225 h 4342"/>
              <a:gd name="T32" fmla="*/ 650284 w 6855"/>
              <a:gd name="T33" fmla="*/ 1162447 h 4342"/>
              <a:gd name="T34" fmla="*/ 638057 w 6855"/>
              <a:gd name="T35" fmla="*/ 1185779 h 4342"/>
              <a:gd name="T36" fmla="*/ 635000 w 6855"/>
              <a:gd name="T37" fmla="*/ 1206056 h 4342"/>
              <a:gd name="T38" fmla="*/ 1268333 w 6855"/>
              <a:gd name="T39" fmla="*/ 1189668 h 4342"/>
              <a:gd name="T40" fmla="*/ 1259996 w 6855"/>
              <a:gd name="T41" fmla="*/ 1169113 h 4342"/>
              <a:gd name="T42" fmla="*/ 1246934 w 6855"/>
              <a:gd name="T43" fmla="*/ 1155781 h 4342"/>
              <a:gd name="T44" fmla="*/ 1220812 w 6855"/>
              <a:gd name="T45" fmla="*/ 1144392 h 4342"/>
              <a:gd name="T46" fmla="*/ 1079361 w 6855"/>
              <a:gd name="T47" fmla="*/ 1142448 h 4342"/>
              <a:gd name="T48" fmla="*/ 1790783 w 6855"/>
              <a:gd name="T49" fmla="*/ 1078284 h 4342"/>
              <a:gd name="T50" fmla="*/ 1821352 w 6855"/>
              <a:gd name="T51" fmla="*/ 1071062 h 4342"/>
              <a:gd name="T52" fmla="*/ 1848864 w 6855"/>
              <a:gd name="T53" fmla="*/ 1057174 h 4342"/>
              <a:gd name="T54" fmla="*/ 1871652 w 6855"/>
              <a:gd name="T55" fmla="*/ 1037175 h 4342"/>
              <a:gd name="T56" fmla="*/ 1889438 w 6855"/>
              <a:gd name="T57" fmla="*/ 1012176 h 4342"/>
              <a:gd name="T58" fmla="*/ 1900832 w 6855"/>
              <a:gd name="T59" fmla="*/ 983566 h 4342"/>
              <a:gd name="T60" fmla="*/ 1905000 w 6855"/>
              <a:gd name="T61" fmla="*/ 952179 h 4342"/>
              <a:gd name="T62" fmla="*/ 1903333 w 6855"/>
              <a:gd name="T63" fmla="*/ 107773 h 4342"/>
              <a:gd name="T64" fmla="*/ 1894718 w 6855"/>
              <a:gd name="T65" fmla="*/ 77774 h 4342"/>
              <a:gd name="T66" fmla="*/ 1879711 w 6855"/>
              <a:gd name="T67" fmla="*/ 51109 h 4342"/>
              <a:gd name="T68" fmla="*/ 1858313 w 6855"/>
              <a:gd name="T69" fmla="*/ 29165 h 4342"/>
              <a:gd name="T70" fmla="*/ 1832746 w 6855"/>
              <a:gd name="T71" fmla="*/ 12499 h 4342"/>
              <a:gd name="T72" fmla="*/ 1803289 w 6855"/>
              <a:gd name="T73" fmla="*/ 2500 h 4342"/>
              <a:gd name="T74" fmla="*/ 1841083 w 6855"/>
              <a:gd name="T75" fmla="*/ 952179 h 4342"/>
              <a:gd name="T76" fmla="*/ 1836359 w 6855"/>
              <a:gd name="T77" fmla="*/ 976900 h 4342"/>
              <a:gd name="T78" fmla="*/ 1818018 w 6855"/>
              <a:gd name="T79" fmla="*/ 1001065 h 4342"/>
              <a:gd name="T80" fmla="*/ 1790505 w 6855"/>
              <a:gd name="T81" fmla="*/ 1014120 h 4342"/>
              <a:gd name="T82" fmla="*/ 120330 w 6855"/>
              <a:gd name="T83" fmla="*/ 1015231 h 4342"/>
              <a:gd name="T84" fmla="*/ 91707 w 6855"/>
              <a:gd name="T85" fmla="*/ 1004676 h 4342"/>
              <a:gd name="T86" fmla="*/ 71142 w 6855"/>
              <a:gd name="T87" fmla="*/ 982177 h 4342"/>
              <a:gd name="T88" fmla="*/ 63361 w 6855"/>
              <a:gd name="T89" fmla="*/ 952179 h 4342"/>
              <a:gd name="T90" fmla="*/ 66418 w 6855"/>
              <a:gd name="T91" fmla="*/ 108051 h 4342"/>
              <a:gd name="T92" fmla="*/ 81980 w 6855"/>
              <a:gd name="T93" fmla="*/ 82218 h 4342"/>
              <a:gd name="T94" fmla="*/ 107825 w 6855"/>
              <a:gd name="T95" fmla="*/ 66108 h 4342"/>
              <a:gd name="T96" fmla="*/ 1777722 w 6855"/>
              <a:gd name="T97" fmla="*/ 63330 h 4342"/>
              <a:gd name="T98" fmla="*/ 1808291 w 6855"/>
              <a:gd name="T99" fmla="*/ 70830 h 4342"/>
              <a:gd name="T100" fmla="*/ 1830523 w 6855"/>
              <a:gd name="T101" fmla="*/ 91385 h 4342"/>
              <a:gd name="T102" fmla="*/ 1840805 w 6855"/>
              <a:gd name="T103" fmla="*/ 120272 h 434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855" h="4342">
                <a:moveTo>
                  <a:pt x="6397" y="0"/>
                </a:moveTo>
                <a:lnTo>
                  <a:pt x="456" y="0"/>
                </a:lnTo>
                <a:lnTo>
                  <a:pt x="433" y="1"/>
                </a:lnTo>
                <a:lnTo>
                  <a:pt x="410" y="2"/>
                </a:lnTo>
                <a:lnTo>
                  <a:pt x="387" y="5"/>
                </a:lnTo>
                <a:lnTo>
                  <a:pt x="365" y="9"/>
                </a:lnTo>
                <a:lnTo>
                  <a:pt x="343" y="15"/>
                </a:lnTo>
                <a:lnTo>
                  <a:pt x="322" y="20"/>
                </a:lnTo>
                <a:lnTo>
                  <a:pt x="300" y="27"/>
                </a:lnTo>
                <a:lnTo>
                  <a:pt x="279" y="35"/>
                </a:lnTo>
                <a:lnTo>
                  <a:pt x="259" y="45"/>
                </a:lnTo>
                <a:lnTo>
                  <a:pt x="240" y="55"/>
                </a:lnTo>
                <a:lnTo>
                  <a:pt x="220" y="67"/>
                </a:lnTo>
                <a:lnTo>
                  <a:pt x="202" y="78"/>
                </a:lnTo>
                <a:lnTo>
                  <a:pt x="184" y="91"/>
                </a:lnTo>
                <a:lnTo>
                  <a:pt x="167" y="105"/>
                </a:lnTo>
                <a:lnTo>
                  <a:pt x="150" y="118"/>
                </a:lnTo>
                <a:lnTo>
                  <a:pt x="134" y="134"/>
                </a:lnTo>
                <a:lnTo>
                  <a:pt x="119" y="149"/>
                </a:lnTo>
                <a:lnTo>
                  <a:pt x="105" y="167"/>
                </a:lnTo>
                <a:lnTo>
                  <a:pt x="91" y="184"/>
                </a:lnTo>
                <a:lnTo>
                  <a:pt x="78" y="201"/>
                </a:lnTo>
                <a:lnTo>
                  <a:pt x="66" y="221"/>
                </a:lnTo>
                <a:lnTo>
                  <a:pt x="55" y="239"/>
                </a:lnTo>
                <a:lnTo>
                  <a:pt x="45" y="259"/>
                </a:lnTo>
                <a:lnTo>
                  <a:pt x="36" y="280"/>
                </a:lnTo>
                <a:lnTo>
                  <a:pt x="28" y="300"/>
                </a:lnTo>
                <a:lnTo>
                  <a:pt x="21" y="321"/>
                </a:lnTo>
                <a:lnTo>
                  <a:pt x="14" y="343"/>
                </a:lnTo>
                <a:lnTo>
                  <a:pt x="9" y="365"/>
                </a:lnTo>
                <a:lnTo>
                  <a:pt x="5" y="388"/>
                </a:lnTo>
                <a:lnTo>
                  <a:pt x="2" y="410"/>
                </a:lnTo>
                <a:lnTo>
                  <a:pt x="0" y="433"/>
                </a:lnTo>
                <a:lnTo>
                  <a:pt x="0" y="457"/>
                </a:lnTo>
                <a:lnTo>
                  <a:pt x="0" y="3428"/>
                </a:lnTo>
                <a:lnTo>
                  <a:pt x="0" y="3451"/>
                </a:lnTo>
                <a:lnTo>
                  <a:pt x="2" y="3474"/>
                </a:lnTo>
                <a:lnTo>
                  <a:pt x="5" y="3497"/>
                </a:lnTo>
                <a:lnTo>
                  <a:pt x="9" y="3519"/>
                </a:lnTo>
                <a:lnTo>
                  <a:pt x="14" y="3541"/>
                </a:lnTo>
                <a:lnTo>
                  <a:pt x="21" y="3563"/>
                </a:lnTo>
                <a:lnTo>
                  <a:pt x="28" y="3584"/>
                </a:lnTo>
                <a:lnTo>
                  <a:pt x="36" y="3605"/>
                </a:lnTo>
                <a:lnTo>
                  <a:pt x="45" y="3625"/>
                </a:lnTo>
                <a:lnTo>
                  <a:pt x="55" y="3644"/>
                </a:lnTo>
                <a:lnTo>
                  <a:pt x="66" y="3664"/>
                </a:lnTo>
                <a:lnTo>
                  <a:pt x="78" y="3682"/>
                </a:lnTo>
                <a:lnTo>
                  <a:pt x="91" y="3700"/>
                </a:lnTo>
                <a:lnTo>
                  <a:pt x="105" y="3717"/>
                </a:lnTo>
                <a:lnTo>
                  <a:pt x="119" y="3734"/>
                </a:lnTo>
                <a:lnTo>
                  <a:pt x="134" y="3750"/>
                </a:lnTo>
                <a:lnTo>
                  <a:pt x="150" y="3765"/>
                </a:lnTo>
                <a:lnTo>
                  <a:pt x="167" y="3779"/>
                </a:lnTo>
                <a:lnTo>
                  <a:pt x="184" y="3793"/>
                </a:lnTo>
                <a:lnTo>
                  <a:pt x="202" y="3806"/>
                </a:lnTo>
                <a:lnTo>
                  <a:pt x="220" y="3818"/>
                </a:lnTo>
                <a:lnTo>
                  <a:pt x="240" y="3829"/>
                </a:lnTo>
                <a:lnTo>
                  <a:pt x="259" y="3839"/>
                </a:lnTo>
                <a:lnTo>
                  <a:pt x="279" y="3848"/>
                </a:lnTo>
                <a:lnTo>
                  <a:pt x="300" y="3856"/>
                </a:lnTo>
                <a:lnTo>
                  <a:pt x="322" y="3863"/>
                </a:lnTo>
                <a:lnTo>
                  <a:pt x="343" y="3870"/>
                </a:lnTo>
                <a:lnTo>
                  <a:pt x="365" y="3875"/>
                </a:lnTo>
                <a:lnTo>
                  <a:pt x="387" y="3879"/>
                </a:lnTo>
                <a:lnTo>
                  <a:pt x="410" y="3882"/>
                </a:lnTo>
                <a:lnTo>
                  <a:pt x="433" y="3884"/>
                </a:lnTo>
                <a:lnTo>
                  <a:pt x="456" y="3884"/>
                </a:lnTo>
                <a:lnTo>
                  <a:pt x="2970" y="3884"/>
                </a:lnTo>
                <a:lnTo>
                  <a:pt x="2970" y="4113"/>
                </a:lnTo>
                <a:lnTo>
                  <a:pt x="2513" y="4113"/>
                </a:lnTo>
                <a:lnTo>
                  <a:pt x="2492" y="4113"/>
                </a:lnTo>
                <a:lnTo>
                  <a:pt x="2473" y="4116"/>
                </a:lnTo>
                <a:lnTo>
                  <a:pt x="2454" y="4118"/>
                </a:lnTo>
                <a:lnTo>
                  <a:pt x="2438" y="4123"/>
                </a:lnTo>
                <a:lnTo>
                  <a:pt x="2422" y="4128"/>
                </a:lnTo>
                <a:lnTo>
                  <a:pt x="2407" y="4134"/>
                </a:lnTo>
                <a:lnTo>
                  <a:pt x="2393" y="4141"/>
                </a:lnTo>
                <a:lnTo>
                  <a:pt x="2381" y="4148"/>
                </a:lnTo>
                <a:lnTo>
                  <a:pt x="2369" y="4157"/>
                </a:lnTo>
                <a:lnTo>
                  <a:pt x="2359" y="4166"/>
                </a:lnTo>
                <a:lnTo>
                  <a:pt x="2349" y="4176"/>
                </a:lnTo>
                <a:lnTo>
                  <a:pt x="2340" y="4185"/>
                </a:lnTo>
                <a:lnTo>
                  <a:pt x="2332" y="4195"/>
                </a:lnTo>
                <a:lnTo>
                  <a:pt x="2325" y="4206"/>
                </a:lnTo>
                <a:lnTo>
                  <a:pt x="2314" y="4227"/>
                </a:lnTo>
                <a:lnTo>
                  <a:pt x="2303" y="4248"/>
                </a:lnTo>
                <a:lnTo>
                  <a:pt x="2296" y="4269"/>
                </a:lnTo>
                <a:lnTo>
                  <a:pt x="2292" y="4289"/>
                </a:lnTo>
                <a:lnTo>
                  <a:pt x="2288" y="4306"/>
                </a:lnTo>
                <a:lnTo>
                  <a:pt x="2286" y="4321"/>
                </a:lnTo>
                <a:lnTo>
                  <a:pt x="2285" y="4331"/>
                </a:lnTo>
                <a:lnTo>
                  <a:pt x="2285" y="4342"/>
                </a:lnTo>
                <a:lnTo>
                  <a:pt x="4570" y="4342"/>
                </a:lnTo>
                <a:lnTo>
                  <a:pt x="4569" y="4321"/>
                </a:lnTo>
                <a:lnTo>
                  <a:pt x="4567" y="4301"/>
                </a:lnTo>
                <a:lnTo>
                  <a:pt x="4564" y="4283"/>
                </a:lnTo>
                <a:lnTo>
                  <a:pt x="4559" y="4266"/>
                </a:lnTo>
                <a:lnTo>
                  <a:pt x="4555" y="4251"/>
                </a:lnTo>
                <a:lnTo>
                  <a:pt x="4548" y="4236"/>
                </a:lnTo>
                <a:lnTo>
                  <a:pt x="4541" y="4222"/>
                </a:lnTo>
                <a:lnTo>
                  <a:pt x="4534" y="4209"/>
                </a:lnTo>
                <a:lnTo>
                  <a:pt x="4526" y="4198"/>
                </a:lnTo>
                <a:lnTo>
                  <a:pt x="4517" y="4187"/>
                </a:lnTo>
                <a:lnTo>
                  <a:pt x="4507" y="4178"/>
                </a:lnTo>
                <a:lnTo>
                  <a:pt x="4497" y="4169"/>
                </a:lnTo>
                <a:lnTo>
                  <a:pt x="4487" y="4161"/>
                </a:lnTo>
                <a:lnTo>
                  <a:pt x="4476" y="4154"/>
                </a:lnTo>
                <a:lnTo>
                  <a:pt x="4456" y="4141"/>
                </a:lnTo>
                <a:lnTo>
                  <a:pt x="4434" y="4132"/>
                </a:lnTo>
                <a:lnTo>
                  <a:pt x="4413" y="4125"/>
                </a:lnTo>
                <a:lnTo>
                  <a:pt x="4393" y="4120"/>
                </a:lnTo>
                <a:lnTo>
                  <a:pt x="4376" y="4117"/>
                </a:lnTo>
                <a:lnTo>
                  <a:pt x="4362" y="4115"/>
                </a:lnTo>
                <a:lnTo>
                  <a:pt x="4351" y="4113"/>
                </a:lnTo>
                <a:lnTo>
                  <a:pt x="4340" y="4113"/>
                </a:lnTo>
                <a:lnTo>
                  <a:pt x="3884" y="4113"/>
                </a:lnTo>
                <a:lnTo>
                  <a:pt x="3884" y="3884"/>
                </a:lnTo>
                <a:lnTo>
                  <a:pt x="6397" y="3884"/>
                </a:lnTo>
                <a:lnTo>
                  <a:pt x="6421" y="3884"/>
                </a:lnTo>
                <a:lnTo>
                  <a:pt x="6444" y="3882"/>
                </a:lnTo>
                <a:lnTo>
                  <a:pt x="6466" y="3879"/>
                </a:lnTo>
                <a:lnTo>
                  <a:pt x="6489" y="3875"/>
                </a:lnTo>
                <a:lnTo>
                  <a:pt x="6511" y="3870"/>
                </a:lnTo>
                <a:lnTo>
                  <a:pt x="6533" y="3863"/>
                </a:lnTo>
                <a:lnTo>
                  <a:pt x="6554" y="3856"/>
                </a:lnTo>
                <a:lnTo>
                  <a:pt x="6575" y="3848"/>
                </a:lnTo>
                <a:lnTo>
                  <a:pt x="6595" y="3839"/>
                </a:lnTo>
                <a:lnTo>
                  <a:pt x="6615" y="3829"/>
                </a:lnTo>
                <a:lnTo>
                  <a:pt x="6633" y="3818"/>
                </a:lnTo>
                <a:lnTo>
                  <a:pt x="6653" y="3806"/>
                </a:lnTo>
                <a:lnTo>
                  <a:pt x="6670" y="3793"/>
                </a:lnTo>
                <a:lnTo>
                  <a:pt x="6687" y="3779"/>
                </a:lnTo>
                <a:lnTo>
                  <a:pt x="6705" y="3765"/>
                </a:lnTo>
                <a:lnTo>
                  <a:pt x="6720" y="3750"/>
                </a:lnTo>
                <a:lnTo>
                  <a:pt x="6735" y="3734"/>
                </a:lnTo>
                <a:lnTo>
                  <a:pt x="6750" y="3717"/>
                </a:lnTo>
                <a:lnTo>
                  <a:pt x="6764" y="3700"/>
                </a:lnTo>
                <a:lnTo>
                  <a:pt x="6776" y="3682"/>
                </a:lnTo>
                <a:lnTo>
                  <a:pt x="6788" y="3664"/>
                </a:lnTo>
                <a:lnTo>
                  <a:pt x="6799" y="3644"/>
                </a:lnTo>
                <a:lnTo>
                  <a:pt x="6810" y="3625"/>
                </a:lnTo>
                <a:lnTo>
                  <a:pt x="6818" y="3605"/>
                </a:lnTo>
                <a:lnTo>
                  <a:pt x="6827" y="3584"/>
                </a:lnTo>
                <a:lnTo>
                  <a:pt x="6834" y="3563"/>
                </a:lnTo>
                <a:lnTo>
                  <a:pt x="6840" y="3541"/>
                </a:lnTo>
                <a:lnTo>
                  <a:pt x="6845" y="3519"/>
                </a:lnTo>
                <a:lnTo>
                  <a:pt x="6849" y="3497"/>
                </a:lnTo>
                <a:lnTo>
                  <a:pt x="6852" y="3474"/>
                </a:lnTo>
                <a:lnTo>
                  <a:pt x="6853" y="3451"/>
                </a:lnTo>
                <a:lnTo>
                  <a:pt x="6855" y="3428"/>
                </a:lnTo>
                <a:lnTo>
                  <a:pt x="6855" y="457"/>
                </a:lnTo>
                <a:lnTo>
                  <a:pt x="6853" y="433"/>
                </a:lnTo>
                <a:lnTo>
                  <a:pt x="6852" y="410"/>
                </a:lnTo>
                <a:lnTo>
                  <a:pt x="6849" y="388"/>
                </a:lnTo>
                <a:lnTo>
                  <a:pt x="6845" y="365"/>
                </a:lnTo>
                <a:lnTo>
                  <a:pt x="6840" y="343"/>
                </a:lnTo>
                <a:lnTo>
                  <a:pt x="6834" y="321"/>
                </a:lnTo>
                <a:lnTo>
                  <a:pt x="6827" y="300"/>
                </a:lnTo>
                <a:lnTo>
                  <a:pt x="6818" y="280"/>
                </a:lnTo>
                <a:lnTo>
                  <a:pt x="6810" y="259"/>
                </a:lnTo>
                <a:lnTo>
                  <a:pt x="6799" y="239"/>
                </a:lnTo>
                <a:lnTo>
                  <a:pt x="6788" y="221"/>
                </a:lnTo>
                <a:lnTo>
                  <a:pt x="6776" y="201"/>
                </a:lnTo>
                <a:lnTo>
                  <a:pt x="6764" y="184"/>
                </a:lnTo>
                <a:lnTo>
                  <a:pt x="6750" y="167"/>
                </a:lnTo>
                <a:lnTo>
                  <a:pt x="6735" y="149"/>
                </a:lnTo>
                <a:lnTo>
                  <a:pt x="6720" y="134"/>
                </a:lnTo>
                <a:lnTo>
                  <a:pt x="6705" y="118"/>
                </a:lnTo>
                <a:lnTo>
                  <a:pt x="6687" y="105"/>
                </a:lnTo>
                <a:lnTo>
                  <a:pt x="6670" y="91"/>
                </a:lnTo>
                <a:lnTo>
                  <a:pt x="6653" y="78"/>
                </a:lnTo>
                <a:lnTo>
                  <a:pt x="6633" y="67"/>
                </a:lnTo>
                <a:lnTo>
                  <a:pt x="6615" y="55"/>
                </a:lnTo>
                <a:lnTo>
                  <a:pt x="6595" y="45"/>
                </a:lnTo>
                <a:lnTo>
                  <a:pt x="6575" y="35"/>
                </a:lnTo>
                <a:lnTo>
                  <a:pt x="6554" y="27"/>
                </a:lnTo>
                <a:lnTo>
                  <a:pt x="6533" y="20"/>
                </a:lnTo>
                <a:lnTo>
                  <a:pt x="6511" y="15"/>
                </a:lnTo>
                <a:lnTo>
                  <a:pt x="6489" y="9"/>
                </a:lnTo>
                <a:lnTo>
                  <a:pt x="6466" y="5"/>
                </a:lnTo>
                <a:lnTo>
                  <a:pt x="6444" y="2"/>
                </a:lnTo>
                <a:lnTo>
                  <a:pt x="6421" y="1"/>
                </a:lnTo>
                <a:lnTo>
                  <a:pt x="6397" y="0"/>
                </a:lnTo>
                <a:close/>
                <a:moveTo>
                  <a:pt x="6625" y="3428"/>
                </a:moveTo>
                <a:lnTo>
                  <a:pt x="6625" y="3428"/>
                </a:lnTo>
                <a:lnTo>
                  <a:pt x="6624" y="3451"/>
                </a:lnTo>
                <a:lnTo>
                  <a:pt x="6621" y="3474"/>
                </a:lnTo>
                <a:lnTo>
                  <a:pt x="6616" y="3496"/>
                </a:lnTo>
                <a:lnTo>
                  <a:pt x="6608" y="3517"/>
                </a:lnTo>
                <a:lnTo>
                  <a:pt x="6599" y="3536"/>
                </a:lnTo>
                <a:lnTo>
                  <a:pt x="6587" y="3555"/>
                </a:lnTo>
                <a:lnTo>
                  <a:pt x="6573" y="3573"/>
                </a:lnTo>
                <a:lnTo>
                  <a:pt x="6558" y="3589"/>
                </a:lnTo>
                <a:lnTo>
                  <a:pt x="6542" y="3604"/>
                </a:lnTo>
                <a:lnTo>
                  <a:pt x="6525" y="3617"/>
                </a:lnTo>
                <a:lnTo>
                  <a:pt x="6507" y="3628"/>
                </a:lnTo>
                <a:lnTo>
                  <a:pt x="6486" y="3638"/>
                </a:lnTo>
                <a:lnTo>
                  <a:pt x="6465" y="3646"/>
                </a:lnTo>
                <a:lnTo>
                  <a:pt x="6443" y="3651"/>
                </a:lnTo>
                <a:lnTo>
                  <a:pt x="6420" y="3655"/>
                </a:lnTo>
                <a:lnTo>
                  <a:pt x="6397" y="3656"/>
                </a:lnTo>
                <a:lnTo>
                  <a:pt x="456" y="3656"/>
                </a:lnTo>
                <a:lnTo>
                  <a:pt x="433" y="3655"/>
                </a:lnTo>
                <a:lnTo>
                  <a:pt x="410" y="3651"/>
                </a:lnTo>
                <a:lnTo>
                  <a:pt x="388" y="3646"/>
                </a:lnTo>
                <a:lnTo>
                  <a:pt x="368" y="3638"/>
                </a:lnTo>
                <a:lnTo>
                  <a:pt x="348" y="3628"/>
                </a:lnTo>
                <a:lnTo>
                  <a:pt x="330" y="3617"/>
                </a:lnTo>
                <a:lnTo>
                  <a:pt x="311" y="3604"/>
                </a:lnTo>
                <a:lnTo>
                  <a:pt x="295" y="3589"/>
                </a:lnTo>
                <a:lnTo>
                  <a:pt x="280" y="3573"/>
                </a:lnTo>
                <a:lnTo>
                  <a:pt x="267" y="3555"/>
                </a:lnTo>
                <a:lnTo>
                  <a:pt x="256" y="3536"/>
                </a:lnTo>
                <a:lnTo>
                  <a:pt x="247" y="3517"/>
                </a:lnTo>
                <a:lnTo>
                  <a:pt x="239" y="3496"/>
                </a:lnTo>
                <a:lnTo>
                  <a:pt x="233" y="3474"/>
                </a:lnTo>
                <a:lnTo>
                  <a:pt x="229" y="3451"/>
                </a:lnTo>
                <a:lnTo>
                  <a:pt x="228" y="3428"/>
                </a:lnTo>
                <a:lnTo>
                  <a:pt x="228" y="457"/>
                </a:lnTo>
                <a:lnTo>
                  <a:pt x="229" y="433"/>
                </a:lnTo>
                <a:lnTo>
                  <a:pt x="233" y="411"/>
                </a:lnTo>
                <a:lnTo>
                  <a:pt x="239" y="389"/>
                </a:lnTo>
                <a:lnTo>
                  <a:pt x="247" y="368"/>
                </a:lnTo>
                <a:lnTo>
                  <a:pt x="256" y="348"/>
                </a:lnTo>
                <a:lnTo>
                  <a:pt x="267" y="329"/>
                </a:lnTo>
                <a:lnTo>
                  <a:pt x="280" y="312"/>
                </a:lnTo>
                <a:lnTo>
                  <a:pt x="295" y="296"/>
                </a:lnTo>
                <a:lnTo>
                  <a:pt x="311" y="281"/>
                </a:lnTo>
                <a:lnTo>
                  <a:pt x="330" y="267"/>
                </a:lnTo>
                <a:lnTo>
                  <a:pt x="348" y="255"/>
                </a:lnTo>
                <a:lnTo>
                  <a:pt x="368" y="246"/>
                </a:lnTo>
                <a:lnTo>
                  <a:pt x="388" y="238"/>
                </a:lnTo>
                <a:lnTo>
                  <a:pt x="410" y="232"/>
                </a:lnTo>
                <a:lnTo>
                  <a:pt x="433" y="229"/>
                </a:lnTo>
                <a:lnTo>
                  <a:pt x="456" y="228"/>
                </a:lnTo>
                <a:lnTo>
                  <a:pt x="6397" y="228"/>
                </a:lnTo>
                <a:lnTo>
                  <a:pt x="6420" y="229"/>
                </a:lnTo>
                <a:lnTo>
                  <a:pt x="6443" y="232"/>
                </a:lnTo>
                <a:lnTo>
                  <a:pt x="6465" y="238"/>
                </a:lnTo>
                <a:lnTo>
                  <a:pt x="6486" y="246"/>
                </a:lnTo>
                <a:lnTo>
                  <a:pt x="6507" y="255"/>
                </a:lnTo>
                <a:lnTo>
                  <a:pt x="6525" y="267"/>
                </a:lnTo>
                <a:lnTo>
                  <a:pt x="6542" y="281"/>
                </a:lnTo>
                <a:lnTo>
                  <a:pt x="6558" y="296"/>
                </a:lnTo>
                <a:lnTo>
                  <a:pt x="6573" y="312"/>
                </a:lnTo>
                <a:lnTo>
                  <a:pt x="6587" y="329"/>
                </a:lnTo>
                <a:lnTo>
                  <a:pt x="6599" y="348"/>
                </a:lnTo>
                <a:lnTo>
                  <a:pt x="6608" y="368"/>
                </a:lnTo>
                <a:lnTo>
                  <a:pt x="6616" y="389"/>
                </a:lnTo>
                <a:lnTo>
                  <a:pt x="6621" y="411"/>
                </a:lnTo>
                <a:lnTo>
                  <a:pt x="6624" y="433"/>
                </a:lnTo>
                <a:lnTo>
                  <a:pt x="6625" y="457"/>
                </a:lnTo>
                <a:lnTo>
                  <a:pt x="6625" y="3428"/>
                </a:lnTo>
                <a:close/>
              </a:path>
            </a:pathLst>
          </a:custGeom>
          <a:solidFill>
            <a:srgbClr val="FFC000"/>
          </a:solidFill>
          <a:ln>
            <a:noFill/>
          </a:ln>
          <a:extLst/>
        </p:spPr>
        <p:txBody>
          <a:bodyPr bIns="144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dirty="0">
              <a:solidFill>
                <a:srgbClr val="FFFFFF"/>
              </a:solidFill>
            </a:endParaRPr>
          </a:p>
        </p:txBody>
      </p:sp>
      <p:sp>
        <p:nvSpPr>
          <p:cNvPr id="14" name="KSO_Shape"/>
          <p:cNvSpPr>
            <a:spLocks/>
          </p:cNvSpPr>
          <p:nvPr/>
        </p:nvSpPr>
        <p:spPr bwMode="auto">
          <a:xfrm>
            <a:off x="539552" y="152567"/>
            <a:ext cx="952500" cy="766763"/>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6" name="矩形 15"/>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
        <p:nvSpPr>
          <p:cNvPr id="17" name="TextBox 16"/>
          <p:cNvSpPr txBox="1"/>
          <p:nvPr/>
        </p:nvSpPr>
        <p:spPr>
          <a:xfrm>
            <a:off x="1070328" y="1772816"/>
            <a:ext cx="6617696" cy="307777"/>
          </a:xfrm>
          <a:prstGeom prst="rect">
            <a:avLst/>
          </a:prstGeom>
        </p:spPr>
        <p:style>
          <a:lnRef idx="1">
            <a:schemeClr val="dk1"/>
          </a:lnRef>
          <a:fillRef idx="2">
            <a:schemeClr val="dk1"/>
          </a:fillRef>
          <a:effectRef idx="1">
            <a:schemeClr val="dk1"/>
          </a:effectRef>
          <a:fontRef idx="minor">
            <a:schemeClr val="dk1"/>
          </a:fontRef>
        </p:style>
        <p:txBody>
          <a:bodyPr wrap="square" rtlCol="0" anchor="ctr">
            <a:spAutoFit/>
          </a:bodyPr>
          <a:lstStyle>
            <a:defPPr>
              <a:defRPr lang="zh-CN"/>
            </a:defPPr>
            <a:lvl1pPr algn="ctr">
              <a:defRPr sz="1400" b="1">
                <a:solidFill>
                  <a:schemeClr val="bg1"/>
                </a:solidFill>
                <a:latin typeface="华文中宋" panose="02010600040101010101" pitchFamily="2" charset="-122"/>
                <a:ea typeface="华文中宋" panose="02010600040101010101" pitchFamily="2" charset="-122"/>
              </a:defRPr>
            </a:lvl1pPr>
          </a:lstStyle>
          <a:p>
            <a:r>
              <a:rPr lang="en-US" altLang="zh-CN" dirty="0" smtClean="0">
                <a:solidFill>
                  <a:sysClr val="windowText" lastClr="000000"/>
                </a:solidFill>
              </a:rPr>
              <a:t>2015</a:t>
            </a:r>
            <a:r>
              <a:rPr lang="zh-CN" altLang="en-US" dirty="0" smtClean="0">
                <a:solidFill>
                  <a:sysClr val="windowText" lastClr="000000"/>
                </a:solidFill>
              </a:rPr>
              <a:t>年杂志广告</a:t>
            </a:r>
            <a:r>
              <a:rPr lang="zh-CN" altLang="en-US" dirty="0">
                <a:solidFill>
                  <a:sysClr val="windowText" lastClr="000000"/>
                </a:solidFill>
              </a:rPr>
              <a:t>花费占比前三位的互联网企业类别</a:t>
            </a:r>
            <a:endParaRPr lang="en-US" altLang="zh-CN" dirty="0">
              <a:solidFill>
                <a:sysClr val="windowText" lastClr="000000"/>
              </a:solidFill>
            </a:endParaRPr>
          </a:p>
        </p:txBody>
      </p:sp>
      <p:sp>
        <p:nvSpPr>
          <p:cNvPr id="18" name="KSO_Shape"/>
          <p:cNvSpPr>
            <a:spLocks/>
          </p:cNvSpPr>
          <p:nvPr/>
        </p:nvSpPr>
        <p:spPr bwMode="auto">
          <a:xfrm>
            <a:off x="4082549" y="3117688"/>
            <a:ext cx="849491" cy="1163473"/>
          </a:xfrm>
          <a:custGeom>
            <a:avLst/>
            <a:gdLst>
              <a:gd name="T0" fmla="*/ 2147483646 w 2466"/>
              <a:gd name="T1" fmla="*/ 2147483646 h 3748"/>
              <a:gd name="T2" fmla="*/ 2147483646 w 2466"/>
              <a:gd name="T3" fmla="*/ 2147483646 h 3748"/>
              <a:gd name="T4" fmla="*/ 2147483646 w 2466"/>
              <a:gd name="T5" fmla="*/ 2147483646 h 3748"/>
              <a:gd name="T6" fmla="*/ 2147483646 w 2466"/>
              <a:gd name="T7" fmla="*/ 2147483646 h 3748"/>
              <a:gd name="T8" fmla="*/ 2147483646 w 2466"/>
              <a:gd name="T9" fmla="*/ 2147483646 h 3748"/>
              <a:gd name="T10" fmla="*/ 2147483646 w 2466"/>
              <a:gd name="T11" fmla="*/ 2147483646 h 3748"/>
              <a:gd name="T12" fmla="*/ 2147483646 w 2466"/>
              <a:gd name="T13" fmla="*/ 2147483646 h 3748"/>
              <a:gd name="T14" fmla="*/ 2147483646 w 2466"/>
              <a:gd name="T15" fmla="*/ 2147483646 h 3748"/>
              <a:gd name="T16" fmla="*/ 2147483646 w 2466"/>
              <a:gd name="T17" fmla="*/ 2147483646 h 3748"/>
              <a:gd name="T18" fmla="*/ 2147483646 w 2466"/>
              <a:gd name="T19" fmla="*/ 2147483646 h 3748"/>
              <a:gd name="T20" fmla="*/ 2147483646 w 2466"/>
              <a:gd name="T21" fmla="*/ 2147483646 h 3748"/>
              <a:gd name="T22" fmla="*/ 2147483646 w 2466"/>
              <a:gd name="T23" fmla="*/ 2147483646 h 3748"/>
              <a:gd name="T24" fmla="*/ 2147483646 w 2466"/>
              <a:gd name="T25" fmla="*/ 2147483646 h 3748"/>
              <a:gd name="T26" fmla="*/ 2147483646 w 2466"/>
              <a:gd name="T27" fmla="*/ 2147483646 h 3748"/>
              <a:gd name="T28" fmla="*/ 2147483646 w 2466"/>
              <a:gd name="T29" fmla="*/ 2147483646 h 3748"/>
              <a:gd name="T30" fmla="*/ 2147483646 w 2466"/>
              <a:gd name="T31" fmla="*/ 2147483646 h 3748"/>
              <a:gd name="T32" fmla="*/ 2147483646 w 2466"/>
              <a:gd name="T33" fmla="*/ 2147483646 h 3748"/>
              <a:gd name="T34" fmla="*/ 2147483646 w 2466"/>
              <a:gd name="T35" fmla="*/ 2147483646 h 3748"/>
              <a:gd name="T36" fmla="*/ 2147483646 w 2466"/>
              <a:gd name="T37" fmla="*/ 2147483646 h 3748"/>
              <a:gd name="T38" fmla="*/ 2147483646 w 2466"/>
              <a:gd name="T39" fmla="*/ 2147483646 h 3748"/>
              <a:gd name="T40" fmla="*/ 2147483646 w 2466"/>
              <a:gd name="T41" fmla="*/ 2147483646 h 3748"/>
              <a:gd name="T42" fmla="*/ 2147483646 w 2466"/>
              <a:gd name="T43" fmla="*/ 2147483646 h 3748"/>
              <a:gd name="T44" fmla="*/ 2147483646 w 2466"/>
              <a:gd name="T45" fmla="*/ 2147483646 h 3748"/>
              <a:gd name="T46" fmla="*/ 2147483646 w 2466"/>
              <a:gd name="T47" fmla="*/ 2147483646 h 3748"/>
              <a:gd name="T48" fmla="*/ 2147483646 w 2466"/>
              <a:gd name="T49" fmla="*/ 2147483646 h 3748"/>
              <a:gd name="T50" fmla="*/ 2147483646 w 2466"/>
              <a:gd name="T51" fmla="*/ 2147483646 h 3748"/>
              <a:gd name="T52" fmla="*/ 2147483646 w 2466"/>
              <a:gd name="T53" fmla="*/ 2147483646 h 3748"/>
              <a:gd name="T54" fmla="*/ 2147483646 w 2466"/>
              <a:gd name="T55" fmla="*/ 2147483646 h 3748"/>
              <a:gd name="T56" fmla="*/ 2147483646 w 2466"/>
              <a:gd name="T57" fmla="*/ 2147483646 h 3748"/>
              <a:gd name="T58" fmla="*/ 2147483646 w 2466"/>
              <a:gd name="T59" fmla="*/ 2147483646 h 3748"/>
              <a:gd name="T60" fmla="*/ 2147483646 w 2466"/>
              <a:gd name="T61" fmla="*/ 2147483646 h 3748"/>
              <a:gd name="T62" fmla="*/ 2147483646 w 2466"/>
              <a:gd name="T63" fmla="*/ 2147483646 h 3748"/>
              <a:gd name="T64" fmla="*/ 2147483646 w 2466"/>
              <a:gd name="T65" fmla="*/ 2147483646 h 3748"/>
              <a:gd name="T66" fmla="*/ 2147483646 w 2466"/>
              <a:gd name="T67" fmla="*/ 2147483646 h 3748"/>
              <a:gd name="T68" fmla="*/ 2147483646 w 2466"/>
              <a:gd name="T69" fmla="*/ 2147483646 h 3748"/>
              <a:gd name="T70" fmla="*/ 2147483646 w 2466"/>
              <a:gd name="T71" fmla="*/ 2147483646 h 3748"/>
              <a:gd name="T72" fmla="*/ 2147483646 w 2466"/>
              <a:gd name="T73" fmla="*/ 2147483646 h 3748"/>
              <a:gd name="T74" fmla="*/ 2147483646 w 2466"/>
              <a:gd name="T75" fmla="*/ 2147483646 h 3748"/>
              <a:gd name="T76" fmla="*/ 2147483646 w 2466"/>
              <a:gd name="T77" fmla="*/ 2147483646 h 3748"/>
              <a:gd name="T78" fmla="*/ 2147483646 w 2466"/>
              <a:gd name="T79" fmla="*/ 2147483646 h 3748"/>
              <a:gd name="T80" fmla="*/ 2147483646 w 2466"/>
              <a:gd name="T81" fmla="*/ 2147483646 h 3748"/>
              <a:gd name="T82" fmla="*/ 2147483646 w 2466"/>
              <a:gd name="T83" fmla="*/ 2147483646 h 3748"/>
              <a:gd name="T84" fmla="*/ 2147483646 w 2466"/>
              <a:gd name="T85" fmla="*/ 2147483646 h 3748"/>
              <a:gd name="T86" fmla="*/ 2147483646 w 2466"/>
              <a:gd name="T87" fmla="*/ 2147483646 h 3748"/>
              <a:gd name="T88" fmla="*/ 2147483646 w 2466"/>
              <a:gd name="T89" fmla="*/ 2147483646 h 3748"/>
              <a:gd name="T90" fmla="*/ 2147483646 w 2466"/>
              <a:gd name="T91" fmla="*/ 2147483646 h 3748"/>
              <a:gd name="T92" fmla="*/ 2147483646 w 2466"/>
              <a:gd name="T93" fmla="*/ 2147483646 h 3748"/>
              <a:gd name="T94" fmla="*/ 2147483646 w 2466"/>
              <a:gd name="T95" fmla="*/ 2147483646 h 3748"/>
              <a:gd name="T96" fmla="*/ 2147483646 w 2466"/>
              <a:gd name="T97" fmla="*/ 2147483646 h 3748"/>
              <a:gd name="T98" fmla="*/ 2147483646 w 2466"/>
              <a:gd name="T99" fmla="*/ 2147483646 h 3748"/>
              <a:gd name="T100" fmla="*/ 2147483646 w 2466"/>
              <a:gd name="T101" fmla="*/ 2147483646 h 3748"/>
              <a:gd name="T102" fmla="*/ 2147483646 w 2466"/>
              <a:gd name="T103" fmla="*/ 2147483646 h 3748"/>
              <a:gd name="T104" fmla="*/ 2147483646 w 2466"/>
              <a:gd name="T105" fmla="*/ 2147483646 h 3748"/>
              <a:gd name="T106" fmla="*/ 2147483646 w 2466"/>
              <a:gd name="T107" fmla="*/ 2147483646 h 3748"/>
              <a:gd name="T108" fmla="*/ 2147483646 w 2466"/>
              <a:gd name="T109" fmla="*/ 2147483646 h 3748"/>
              <a:gd name="T110" fmla="*/ 2147483646 w 2466"/>
              <a:gd name="T111" fmla="*/ 2147483646 h 3748"/>
              <a:gd name="T112" fmla="*/ 2147483646 w 2466"/>
              <a:gd name="T113" fmla="*/ 2147483646 h 3748"/>
              <a:gd name="T114" fmla="*/ 2147483646 w 2466"/>
              <a:gd name="T115" fmla="*/ 2147483646 h 3748"/>
              <a:gd name="T116" fmla="*/ 2147483646 w 2466"/>
              <a:gd name="T117" fmla="*/ 2147483646 h 3748"/>
              <a:gd name="T118" fmla="*/ 2147483646 w 2466"/>
              <a:gd name="T119" fmla="*/ 2147483646 h 3748"/>
              <a:gd name="T120" fmla="*/ 2147483646 w 2466"/>
              <a:gd name="T121" fmla="*/ 2147483646 h 3748"/>
              <a:gd name="T122" fmla="*/ 2147483646 w 2466"/>
              <a:gd name="T123" fmla="*/ 2147483646 h 3748"/>
              <a:gd name="T124" fmla="*/ 2147483646 w 2466"/>
              <a:gd name="T125" fmla="*/ 2147483646 h 374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466" h="3748">
                <a:moveTo>
                  <a:pt x="1862" y="0"/>
                </a:moveTo>
                <a:lnTo>
                  <a:pt x="0" y="0"/>
                </a:lnTo>
                <a:lnTo>
                  <a:pt x="0" y="3748"/>
                </a:lnTo>
                <a:lnTo>
                  <a:pt x="2466" y="3748"/>
                </a:lnTo>
                <a:lnTo>
                  <a:pt x="2466" y="604"/>
                </a:lnTo>
                <a:lnTo>
                  <a:pt x="1862" y="0"/>
                </a:lnTo>
                <a:close/>
                <a:moveTo>
                  <a:pt x="208" y="788"/>
                </a:moveTo>
                <a:lnTo>
                  <a:pt x="761" y="788"/>
                </a:lnTo>
                <a:lnTo>
                  <a:pt x="763" y="790"/>
                </a:lnTo>
                <a:lnTo>
                  <a:pt x="765" y="793"/>
                </a:lnTo>
                <a:lnTo>
                  <a:pt x="767" y="800"/>
                </a:lnTo>
                <a:lnTo>
                  <a:pt x="769" y="809"/>
                </a:lnTo>
                <a:lnTo>
                  <a:pt x="771" y="829"/>
                </a:lnTo>
                <a:lnTo>
                  <a:pt x="772" y="855"/>
                </a:lnTo>
                <a:lnTo>
                  <a:pt x="771" y="881"/>
                </a:lnTo>
                <a:lnTo>
                  <a:pt x="769" y="902"/>
                </a:lnTo>
                <a:lnTo>
                  <a:pt x="767" y="910"/>
                </a:lnTo>
                <a:lnTo>
                  <a:pt x="765" y="917"/>
                </a:lnTo>
                <a:lnTo>
                  <a:pt x="763" y="921"/>
                </a:lnTo>
                <a:lnTo>
                  <a:pt x="761" y="923"/>
                </a:lnTo>
                <a:lnTo>
                  <a:pt x="208" y="923"/>
                </a:lnTo>
                <a:lnTo>
                  <a:pt x="206" y="921"/>
                </a:lnTo>
                <a:lnTo>
                  <a:pt x="204" y="917"/>
                </a:lnTo>
                <a:lnTo>
                  <a:pt x="202" y="910"/>
                </a:lnTo>
                <a:lnTo>
                  <a:pt x="201" y="902"/>
                </a:lnTo>
                <a:lnTo>
                  <a:pt x="199" y="881"/>
                </a:lnTo>
                <a:lnTo>
                  <a:pt x="198" y="855"/>
                </a:lnTo>
                <a:lnTo>
                  <a:pt x="199" y="829"/>
                </a:lnTo>
                <a:lnTo>
                  <a:pt x="201" y="809"/>
                </a:lnTo>
                <a:lnTo>
                  <a:pt x="202" y="800"/>
                </a:lnTo>
                <a:lnTo>
                  <a:pt x="204" y="793"/>
                </a:lnTo>
                <a:lnTo>
                  <a:pt x="206" y="790"/>
                </a:lnTo>
                <a:lnTo>
                  <a:pt x="208" y="788"/>
                </a:lnTo>
                <a:close/>
                <a:moveTo>
                  <a:pt x="2216" y="3341"/>
                </a:moveTo>
                <a:lnTo>
                  <a:pt x="237" y="3341"/>
                </a:lnTo>
                <a:lnTo>
                  <a:pt x="233" y="3340"/>
                </a:lnTo>
                <a:lnTo>
                  <a:pt x="229" y="3339"/>
                </a:lnTo>
                <a:lnTo>
                  <a:pt x="222" y="3336"/>
                </a:lnTo>
                <a:lnTo>
                  <a:pt x="215" y="3329"/>
                </a:lnTo>
                <a:lnTo>
                  <a:pt x="209" y="3320"/>
                </a:lnTo>
                <a:lnTo>
                  <a:pt x="204" y="3311"/>
                </a:lnTo>
                <a:lnTo>
                  <a:pt x="201" y="3300"/>
                </a:lnTo>
                <a:lnTo>
                  <a:pt x="198" y="3287"/>
                </a:lnTo>
                <a:lnTo>
                  <a:pt x="198" y="3273"/>
                </a:lnTo>
                <a:lnTo>
                  <a:pt x="198" y="3260"/>
                </a:lnTo>
                <a:lnTo>
                  <a:pt x="201" y="3247"/>
                </a:lnTo>
                <a:lnTo>
                  <a:pt x="204" y="3236"/>
                </a:lnTo>
                <a:lnTo>
                  <a:pt x="209" y="3227"/>
                </a:lnTo>
                <a:lnTo>
                  <a:pt x="215" y="3217"/>
                </a:lnTo>
                <a:lnTo>
                  <a:pt x="222" y="3211"/>
                </a:lnTo>
                <a:lnTo>
                  <a:pt x="229" y="3208"/>
                </a:lnTo>
                <a:lnTo>
                  <a:pt x="233" y="3207"/>
                </a:lnTo>
                <a:lnTo>
                  <a:pt x="237" y="3206"/>
                </a:lnTo>
                <a:lnTo>
                  <a:pt x="2216" y="3206"/>
                </a:lnTo>
                <a:lnTo>
                  <a:pt x="2220" y="3207"/>
                </a:lnTo>
                <a:lnTo>
                  <a:pt x="2224" y="3208"/>
                </a:lnTo>
                <a:lnTo>
                  <a:pt x="2232" y="3211"/>
                </a:lnTo>
                <a:lnTo>
                  <a:pt x="2238" y="3217"/>
                </a:lnTo>
                <a:lnTo>
                  <a:pt x="2244" y="3227"/>
                </a:lnTo>
                <a:lnTo>
                  <a:pt x="2249" y="3236"/>
                </a:lnTo>
                <a:lnTo>
                  <a:pt x="2252" y="3247"/>
                </a:lnTo>
                <a:lnTo>
                  <a:pt x="2254" y="3260"/>
                </a:lnTo>
                <a:lnTo>
                  <a:pt x="2255" y="3273"/>
                </a:lnTo>
                <a:lnTo>
                  <a:pt x="2254" y="3287"/>
                </a:lnTo>
                <a:lnTo>
                  <a:pt x="2252" y="3300"/>
                </a:lnTo>
                <a:lnTo>
                  <a:pt x="2249" y="3311"/>
                </a:lnTo>
                <a:lnTo>
                  <a:pt x="2244" y="3320"/>
                </a:lnTo>
                <a:lnTo>
                  <a:pt x="2238" y="3329"/>
                </a:lnTo>
                <a:lnTo>
                  <a:pt x="2232" y="3336"/>
                </a:lnTo>
                <a:lnTo>
                  <a:pt x="2224" y="3339"/>
                </a:lnTo>
                <a:lnTo>
                  <a:pt x="2220" y="3340"/>
                </a:lnTo>
                <a:lnTo>
                  <a:pt x="2216" y="3341"/>
                </a:lnTo>
                <a:close/>
                <a:moveTo>
                  <a:pt x="2216" y="3073"/>
                </a:moveTo>
                <a:lnTo>
                  <a:pt x="237" y="3073"/>
                </a:lnTo>
                <a:lnTo>
                  <a:pt x="233" y="3073"/>
                </a:lnTo>
                <a:lnTo>
                  <a:pt x="229" y="3072"/>
                </a:lnTo>
                <a:lnTo>
                  <a:pt x="222" y="3068"/>
                </a:lnTo>
                <a:lnTo>
                  <a:pt x="215" y="3062"/>
                </a:lnTo>
                <a:lnTo>
                  <a:pt x="209" y="3053"/>
                </a:lnTo>
                <a:lnTo>
                  <a:pt x="204" y="3043"/>
                </a:lnTo>
                <a:lnTo>
                  <a:pt x="201" y="3032"/>
                </a:lnTo>
                <a:lnTo>
                  <a:pt x="198" y="3019"/>
                </a:lnTo>
                <a:lnTo>
                  <a:pt x="198" y="3006"/>
                </a:lnTo>
                <a:lnTo>
                  <a:pt x="198" y="2992"/>
                </a:lnTo>
                <a:lnTo>
                  <a:pt x="201" y="2980"/>
                </a:lnTo>
                <a:lnTo>
                  <a:pt x="204" y="2969"/>
                </a:lnTo>
                <a:lnTo>
                  <a:pt x="209" y="2959"/>
                </a:lnTo>
                <a:lnTo>
                  <a:pt x="215" y="2951"/>
                </a:lnTo>
                <a:lnTo>
                  <a:pt x="222" y="2944"/>
                </a:lnTo>
                <a:lnTo>
                  <a:pt x="229" y="2940"/>
                </a:lnTo>
                <a:lnTo>
                  <a:pt x="233" y="2939"/>
                </a:lnTo>
                <a:lnTo>
                  <a:pt x="237" y="2939"/>
                </a:lnTo>
                <a:lnTo>
                  <a:pt x="2216" y="2939"/>
                </a:lnTo>
                <a:lnTo>
                  <a:pt x="2220" y="2939"/>
                </a:lnTo>
                <a:lnTo>
                  <a:pt x="2224" y="2940"/>
                </a:lnTo>
                <a:lnTo>
                  <a:pt x="2232" y="2944"/>
                </a:lnTo>
                <a:lnTo>
                  <a:pt x="2238" y="2951"/>
                </a:lnTo>
                <a:lnTo>
                  <a:pt x="2244" y="2959"/>
                </a:lnTo>
                <a:lnTo>
                  <a:pt x="2249" y="2969"/>
                </a:lnTo>
                <a:lnTo>
                  <a:pt x="2252" y="2980"/>
                </a:lnTo>
                <a:lnTo>
                  <a:pt x="2254" y="2992"/>
                </a:lnTo>
                <a:lnTo>
                  <a:pt x="2255" y="3006"/>
                </a:lnTo>
                <a:lnTo>
                  <a:pt x="2254" y="3019"/>
                </a:lnTo>
                <a:lnTo>
                  <a:pt x="2252" y="3032"/>
                </a:lnTo>
                <a:lnTo>
                  <a:pt x="2249" y="3043"/>
                </a:lnTo>
                <a:lnTo>
                  <a:pt x="2244" y="3053"/>
                </a:lnTo>
                <a:lnTo>
                  <a:pt x="2238" y="3062"/>
                </a:lnTo>
                <a:lnTo>
                  <a:pt x="2232" y="3068"/>
                </a:lnTo>
                <a:lnTo>
                  <a:pt x="2224" y="3072"/>
                </a:lnTo>
                <a:lnTo>
                  <a:pt x="2220" y="3073"/>
                </a:lnTo>
                <a:lnTo>
                  <a:pt x="2216" y="3073"/>
                </a:lnTo>
                <a:close/>
                <a:moveTo>
                  <a:pt x="198" y="2719"/>
                </a:moveTo>
                <a:lnTo>
                  <a:pt x="198" y="2719"/>
                </a:lnTo>
                <a:lnTo>
                  <a:pt x="198" y="2706"/>
                </a:lnTo>
                <a:lnTo>
                  <a:pt x="199" y="2694"/>
                </a:lnTo>
                <a:lnTo>
                  <a:pt x="201" y="2683"/>
                </a:lnTo>
                <a:lnTo>
                  <a:pt x="204" y="2673"/>
                </a:lnTo>
                <a:lnTo>
                  <a:pt x="207" y="2664"/>
                </a:lnTo>
                <a:lnTo>
                  <a:pt x="210" y="2658"/>
                </a:lnTo>
                <a:lnTo>
                  <a:pt x="215" y="2654"/>
                </a:lnTo>
                <a:lnTo>
                  <a:pt x="217" y="2653"/>
                </a:lnTo>
                <a:lnTo>
                  <a:pt x="219" y="2653"/>
                </a:lnTo>
                <a:lnTo>
                  <a:pt x="1285" y="2653"/>
                </a:lnTo>
                <a:lnTo>
                  <a:pt x="1287" y="2653"/>
                </a:lnTo>
                <a:lnTo>
                  <a:pt x="1289" y="2654"/>
                </a:lnTo>
                <a:lnTo>
                  <a:pt x="1292" y="2658"/>
                </a:lnTo>
                <a:lnTo>
                  <a:pt x="1296" y="2664"/>
                </a:lnTo>
                <a:lnTo>
                  <a:pt x="1299" y="2673"/>
                </a:lnTo>
                <a:lnTo>
                  <a:pt x="1302" y="2683"/>
                </a:lnTo>
                <a:lnTo>
                  <a:pt x="1304" y="2694"/>
                </a:lnTo>
                <a:lnTo>
                  <a:pt x="1305" y="2706"/>
                </a:lnTo>
                <a:lnTo>
                  <a:pt x="1306" y="2719"/>
                </a:lnTo>
                <a:lnTo>
                  <a:pt x="1305" y="2734"/>
                </a:lnTo>
                <a:lnTo>
                  <a:pt x="1304" y="2746"/>
                </a:lnTo>
                <a:lnTo>
                  <a:pt x="1302" y="2757"/>
                </a:lnTo>
                <a:lnTo>
                  <a:pt x="1299" y="2767"/>
                </a:lnTo>
                <a:lnTo>
                  <a:pt x="1296" y="2775"/>
                </a:lnTo>
                <a:lnTo>
                  <a:pt x="1292" y="2782"/>
                </a:lnTo>
                <a:lnTo>
                  <a:pt x="1289" y="2785"/>
                </a:lnTo>
                <a:lnTo>
                  <a:pt x="1287" y="2786"/>
                </a:lnTo>
                <a:lnTo>
                  <a:pt x="1285" y="2787"/>
                </a:lnTo>
                <a:lnTo>
                  <a:pt x="219" y="2787"/>
                </a:lnTo>
                <a:lnTo>
                  <a:pt x="217" y="2786"/>
                </a:lnTo>
                <a:lnTo>
                  <a:pt x="215" y="2785"/>
                </a:lnTo>
                <a:lnTo>
                  <a:pt x="210" y="2782"/>
                </a:lnTo>
                <a:lnTo>
                  <a:pt x="207" y="2775"/>
                </a:lnTo>
                <a:lnTo>
                  <a:pt x="204" y="2767"/>
                </a:lnTo>
                <a:lnTo>
                  <a:pt x="201" y="2757"/>
                </a:lnTo>
                <a:lnTo>
                  <a:pt x="199" y="2746"/>
                </a:lnTo>
                <a:lnTo>
                  <a:pt x="198" y="2734"/>
                </a:lnTo>
                <a:lnTo>
                  <a:pt x="198" y="2719"/>
                </a:lnTo>
                <a:close/>
                <a:moveTo>
                  <a:pt x="2216" y="2512"/>
                </a:moveTo>
                <a:lnTo>
                  <a:pt x="237" y="2512"/>
                </a:lnTo>
                <a:lnTo>
                  <a:pt x="233" y="2512"/>
                </a:lnTo>
                <a:lnTo>
                  <a:pt x="229" y="2511"/>
                </a:lnTo>
                <a:lnTo>
                  <a:pt x="222" y="2507"/>
                </a:lnTo>
                <a:lnTo>
                  <a:pt x="215" y="2500"/>
                </a:lnTo>
                <a:lnTo>
                  <a:pt x="209" y="2492"/>
                </a:lnTo>
                <a:lnTo>
                  <a:pt x="204" y="2482"/>
                </a:lnTo>
                <a:lnTo>
                  <a:pt x="201" y="2471"/>
                </a:lnTo>
                <a:lnTo>
                  <a:pt x="198" y="2459"/>
                </a:lnTo>
                <a:lnTo>
                  <a:pt x="198" y="2445"/>
                </a:lnTo>
                <a:lnTo>
                  <a:pt x="198" y="2431"/>
                </a:lnTo>
                <a:lnTo>
                  <a:pt x="201" y="2419"/>
                </a:lnTo>
                <a:lnTo>
                  <a:pt x="204" y="2408"/>
                </a:lnTo>
                <a:lnTo>
                  <a:pt x="209" y="2398"/>
                </a:lnTo>
                <a:lnTo>
                  <a:pt x="215" y="2389"/>
                </a:lnTo>
                <a:lnTo>
                  <a:pt x="222" y="2383"/>
                </a:lnTo>
                <a:lnTo>
                  <a:pt x="229" y="2379"/>
                </a:lnTo>
                <a:lnTo>
                  <a:pt x="233" y="2378"/>
                </a:lnTo>
                <a:lnTo>
                  <a:pt x="237" y="2378"/>
                </a:lnTo>
                <a:lnTo>
                  <a:pt x="2216" y="2378"/>
                </a:lnTo>
                <a:lnTo>
                  <a:pt x="2220" y="2378"/>
                </a:lnTo>
                <a:lnTo>
                  <a:pt x="2224" y="2379"/>
                </a:lnTo>
                <a:lnTo>
                  <a:pt x="2232" y="2383"/>
                </a:lnTo>
                <a:lnTo>
                  <a:pt x="2238" y="2389"/>
                </a:lnTo>
                <a:lnTo>
                  <a:pt x="2244" y="2398"/>
                </a:lnTo>
                <a:lnTo>
                  <a:pt x="2249" y="2408"/>
                </a:lnTo>
                <a:lnTo>
                  <a:pt x="2252" y="2419"/>
                </a:lnTo>
                <a:lnTo>
                  <a:pt x="2254" y="2431"/>
                </a:lnTo>
                <a:lnTo>
                  <a:pt x="2255" y="2445"/>
                </a:lnTo>
                <a:lnTo>
                  <a:pt x="2254" y="2459"/>
                </a:lnTo>
                <a:lnTo>
                  <a:pt x="2252" y="2471"/>
                </a:lnTo>
                <a:lnTo>
                  <a:pt x="2249" y="2482"/>
                </a:lnTo>
                <a:lnTo>
                  <a:pt x="2244" y="2492"/>
                </a:lnTo>
                <a:lnTo>
                  <a:pt x="2238" y="2500"/>
                </a:lnTo>
                <a:lnTo>
                  <a:pt x="2232" y="2507"/>
                </a:lnTo>
                <a:lnTo>
                  <a:pt x="2224" y="2511"/>
                </a:lnTo>
                <a:lnTo>
                  <a:pt x="2220" y="2512"/>
                </a:lnTo>
                <a:lnTo>
                  <a:pt x="2216" y="2512"/>
                </a:lnTo>
                <a:close/>
                <a:moveTo>
                  <a:pt x="2216" y="2245"/>
                </a:moveTo>
                <a:lnTo>
                  <a:pt x="237" y="2245"/>
                </a:lnTo>
                <a:lnTo>
                  <a:pt x="233" y="2244"/>
                </a:lnTo>
                <a:lnTo>
                  <a:pt x="229" y="2243"/>
                </a:lnTo>
                <a:lnTo>
                  <a:pt x="222" y="2239"/>
                </a:lnTo>
                <a:lnTo>
                  <a:pt x="215" y="2233"/>
                </a:lnTo>
                <a:lnTo>
                  <a:pt x="209" y="2224"/>
                </a:lnTo>
                <a:lnTo>
                  <a:pt x="204" y="2215"/>
                </a:lnTo>
                <a:lnTo>
                  <a:pt x="201" y="2203"/>
                </a:lnTo>
                <a:lnTo>
                  <a:pt x="198" y="2191"/>
                </a:lnTo>
                <a:lnTo>
                  <a:pt x="198" y="2178"/>
                </a:lnTo>
                <a:lnTo>
                  <a:pt x="198" y="2164"/>
                </a:lnTo>
                <a:lnTo>
                  <a:pt x="201" y="2151"/>
                </a:lnTo>
                <a:lnTo>
                  <a:pt x="204" y="2140"/>
                </a:lnTo>
                <a:lnTo>
                  <a:pt x="209" y="2130"/>
                </a:lnTo>
                <a:lnTo>
                  <a:pt x="215" y="2121"/>
                </a:lnTo>
                <a:lnTo>
                  <a:pt x="222" y="2115"/>
                </a:lnTo>
                <a:lnTo>
                  <a:pt x="229" y="2111"/>
                </a:lnTo>
                <a:lnTo>
                  <a:pt x="233" y="2110"/>
                </a:lnTo>
                <a:lnTo>
                  <a:pt x="237" y="2110"/>
                </a:lnTo>
                <a:lnTo>
                  <a:pt x="2216" y="2110"/>
                </a:lnTo>
                <a:lnTo>
                  <a:pt x="2220" y="2110"/>
                </a:lnTo>
                <a:lnTo>
                  <a:pt x="2224" y="2111"/>
                </a:lnTo>
                <a:lnTo>
                  <a:pt x="2232" y="2115"/>
                </a:lnTo>
                <a:lnTo>
                  <a:pt x="2238" y="2121"/>
                </a:lnTo>
                <a:lnTo>
                  <a:pt x="2244" y="2130"/>
                </a:lnTo>
                <a:lnTo>
                  <a:pt x="2249" y="2140"/>
                </a:lnTo>
                <a:lnTo>
                  <a:pt x="2252" y="2151"/>
                </a:lnTo>
                <a:lnTo>
                  <a:pt x="2254" y="2164"/>
                </a:lnTo>
                <a:lnTo>
                  <a:pt x="2255" y="2178"/>
                </a:lnTo>
                <a:lnTo>
                  <a:pt x="2254" y="2191"/>
                </a:lnTo>
                <a:lnTo>
                  <a:pt x="2252" y="2203"/>
                </a:lnTo>
                <a:lnTo>
                  <a:pt x="2249" y="2215"/>
                </a:lnTo>
                <a:lnTo>
                  <a:pt x="2244" y="2224"/>
                </a:lnTo>
                <a:lnTo>
                  <a:pt x="2238" y="2233"/>
                </a:lnTo>
                <a:lnTo>
                  <a:pt x="2232" y="2239"/>
                </a:lnTo>
                <a:lnTo>
                  <a:pt x="2224" y="2243"/>
                </a:lnTo>
                <a:lnTo>
                  <a:pt x="2220" y="2244"/>
                </a:lnTo>
                <a:lnTo>
                  <a:pt x="2216" y="2245"/>
                </a:lnTo>
                <a:close/>
                <a:moveTo>
                  <a:pt x="2216" y="1977"/>
                </a:moveTo>
                <a:lnTo>
                  <a:pt x="237" y="1977"/>
                </a:lnTo>
                <a:lnTo>
                  <a:pt x="233" y="1976"/>
                </a:lnTo>
                <a:lnTo>
                  <a:pt x="229" y="1975"/>
                </a:lnTo>
                <a:lnTo>
                  <a:pt x="222" y="1971"/>
                </a:lnTo>
                <a:lnTo>
                  <a:pt x="215" y="1965"/>
                </a:lnTo>
                <a:lnTo>
                  <a:pt x="209" y="1956"/>
                </a:lnTo>
                <a:lnTo>
                  <a:pt x="204" y="1947"/>
                </a:lnTo>
                <a:lnTo>
                  <a:pt x="201" y="1935"/>
                </a:lnTo>
                <a:lnTo>
                  <a:pt x="198" y="1923"/>
                </a:lnTo>
                <a:lnTo>
                  <a:pt x="198" y="1910"/>
                </a:lnTo>
                <a:lnTo>
                  <a:pt x="198" y="1896"/>
                </a:lnTo>
                <a:lnTo>
                  <a:pt x="201" y="1883"/>
                </a:lnTo>
                <a:lnTo>
                  <a:pt x="204" y="1872"/>
                </a:lnTo>
                <a:lnTo>
                  <a:pt x="209" y="1862"/>
                </a:lnTo>
                <a:lnTo>
                  <a:pt x="215" y="1854"/>
                </a:lnTo>
                <a:lnTo>
                  <a:pt x="222" y="1847"/>
                </a:lnTo>
                <a:lnTo>
                  <a:pt x="229" y="1844"/>
                </a:lnTo>
                <a:lnTo>
                  <a:pt x="233" y="1843"/>
                </a:lnTo>
                <a:lnTo>
                  <a:pt x="237" y="1842"/>
                </a:lnTo>
                <a:lnTo>
                  <a:pt x="2216" y="1842"/>
                </a:lnTo>
                <a:lnTo>
                  <a:pt x="2220" y="1843"/>
                </a:lnTo>
                <a:lnTo>
                  <a:pt x="2224" y="1844"/>
                </a:lnTo>
                <a:lnTo>
                  <a:pt x="2232" y="1847"/>
                </a:lnTo>
                <a:lnTo>
                  <a:pt x="2238" y="1854"/>
                </a:lnTo>
                <a:lnTo>
                  <a:pt x="2244" y="1862"/>
                </a:lnTo>
                <a:lnTo>
                  <a:pt x="2249" y="1872"/>
                </a:lnTo>
                <a:lnTo>
                  <a:pt x="2252" y="1883"/>
                </a:lnTo>
                <a:lnTo>
                  <a:pt x="2254" y="1896"/>
                </a:lnTo>
                <a:lnTo>
                  <a:pt x="2255" y="1910"/>
                </a:lnTo>
                <a:lnTo>
                  <a:pt x="2254" y="1923"/>
                </a:lnTo>
                <a:lnTo>
                  <a:pt x="2252" y="1935"/>
                </a:lnTo>
                <a:lnTo>
                  <a:pt x="2249" y="1947"/>
                </a:lnTo>
                <a:lnTo>
                  <a:pt x="2244" y="1956"/>
                </a:lnTo>
                <a:lnTo>
                  <a:pt x="2238" y="1965"/>
                </a:lnTo>
                <a:lnTo>
                  <a:pt x="2232" y="1971"/>
                </a:lnTo>
                <a:lnTo>
                  <a:pt x="2224" y="1975"/>
                </a:lnTo>
                <a:lnTo>
                  <a:pt x="2220" y="1976"/>
                </a:lnTo>
                <a:lnTo>
                  <a:pt x="2216" y="1977"/>
                </a:lnTo>
                <a:close/>
                <a:moveTo>
                  <a:pt x="2216" y="1735"/>
                </a:moveTo>
                <a:lnTo>
                  <a:pt x="237" y="1735"/>
                </a:lnTo>
                <a:lnTo>
                  <a:pt x="233" y="1734"/>
                </a:lnTo>
                <a:lnTo>
                  <a:pt x="229" y="1733"/>
                </a:lnTo>
                <a:lnTo>
                  <a:pt x="225" y="1732"/>
                </a:lnTo>
                <a:lnTo>
                  <a:pt x="222" y="1730"/>
                </a:lnTo>
                <a:lnTo>
                  <a:pt x="215" y="1724"/>
                </a:lnTo>
                <a:lnTo>
                  <a:pt x="209" y="1715"/>
                </a:lnTo>
                <a:lnTo>
                  <a:pt x="204" y="1706"/>
                </a:lnTo>
                <a:lnTo>
                  <a:pt x="201" y="1695"/>
                </a:lnTo>
                <a:lnTo>
                  <a:pt x="198" y="1681"/>
                </a:lnTo>
                <a:lnTo>
                  <a:pt x="198" y="1668"/>
                </a:lnTo>
                <a:lnTo>
                  <a:pt x="198" y="1655"/>
                </a:lnTo>
                <a:lnTo>
                  <a:pt x="201" y="1642"/>
                </a:lnTo>
                <a:lnTo>
                  <a:pt x="204" y="1631"/>
                </a:lnTo>
                <a:lnTo>
                  <a:pt x="209" y="1621"/>
                </a:lnTo>
                <a:lnTo>
                  <a:pt x="215" y="1613"/>
                </a:lnTo>
                <a:lnTo>
                  <a:pt x="222" y="1606"/>
                </a:lnTo>
                <a:lnTo>
                  <a:pt x="225" y="1604"/>
                </a:lnTo>
                <a:lnTo>
                  <a:pt x="229" y="1603"/>
                </a:lnTo>
                <a:lnTo>
                  <a:pt x="233" y="1602"/>
                </a:lnTo>
                <a:lnTo>
                  <a:pt x="237" y="1601"/>
                </a:lnTo>
                <a:lnTo>
                  <a:pt x="2216" y="1601"/>
                </a:lnTo>
                <a:lnTo>
                  <a:pt x="2220" y="1602"/>
                </a:lnTo>
                <a:lnTo>
                  <a:pt x="2224" y="1603"/>
                </a:lnTo>
                <a:lnTo>
                  <a:pt x="2232" y="1606"/>
                </a:lnTo>
                <a:lnTo>
                  <a:pt x="2238" y="1613"/>
                </a:lnTo>
                <a:lnTo>
                  <a:pt x="2244" y="1621"/>
                </a:lnTo>
                <a:lnTo>
                  <a:pt x="2249" y="1631"/>
                </a:lnTo>
                <a:lnTo>
                  <a:pt x="2252" y="1642"/>
                </a:lnTo>
                <a:lnTo>
                  <a:pt x="2254" y="1655"/>
                </a:lnTo>
                <a:lnTo>
                  <a:pt x="2255" y="1668"/>
                </a:lnTo>
                <a:lnTo>
                  <a:pt x="2254" y="1681"/>
                </a:lnTo>
                <a:lnTo>
                  <a:pt x="2252" y="1695"/>
                </a:lnTo>
                <a:lnTo>
                  <a:pt x="2249" y="1706"/>
                </a:lnTo>
                <a:lnTo>
                  <a:pt x="2244" y="1715"/>
                </a:lnTo>
                <a:lnTo>
                  <a:pt x="2238" y="1724"/>
                </a:lnTo>
                <a:lnTo>
                  <a:pt x="2232" y="1730"/>
                </a:lnTo>
                <a:lnTo>
                  <a:pt x="2224" y="1733"/>
                </a:lnTo>
                <a:lnTo>
                  <a:pt x="2220" y="1734"/>
                </a:lnTo>
                <a:lnTo>
                  <a:pt x="2216" y="1735"/>
                </a:lnTo>
                <a:close/>
                <a:moveTo>
                  <a:pt x="2216" y="1468"/>
                </a:moveTo>
                <a:lnTo>
                  <a:pt x="237" y="1468"/>
                </a:lnTo>
                <a:lnTo>
                  <a:pt x="233" y="1468"/>
                </a:lnTo>
                <a:lnTo>
                  <a:pt x="229" y="1467"/>
                </a:lnTo>
                <a:lnTo>
                  <a:pt x="225" y="1465"/>
                </a:lnTo>
                <a:lnTo>
                  <a:pt x="222" y="1462"/>
                </a:lnTo>
                <a:lnTo>
                  <a:pt x="215" y="1456"/>
                </a:lnTo>
                <a:lnTo>
                  <a:pt x="209" y="1448"/>
                </a:lnTo>
                <a:lnTo>
                  <a:pt x="204" y="1438"/>
                </a:lnTo>
                <a:lnTo>
                  <a:pt x="201" y="1427"/>
                </a:lnTo>
                <a:lnTo>
                  <a:pt x="198" y="1414"/>
                </a:lnTo>
                <a:lnTo>
                  <a:pt x="198" y="1400"/>
                </a:lnTo>
                <a:lnTo>
                  <a:pt x="198" y="1387"/>
                </a:lnTo>
                <a:lnTo>
                  <a:pt x="201" y="1375"/>
                </a:lnTo>
                <a:lnTo>
                  <a:pt x="204" y="1363"/>
                </a:lnTo>
                <a:lnTo>
                  <a:pt x="209" y="1353"/>
                </a:lnTo>
                <a:lnTo>
                  <a:pt x="215" y="1345"/>
                </a:lnTo>
                <a:lnTo>
                  <a:pt x="222" y="1339"/>
                </a:lnTo>
                <a:lnTo>
                  <a:pt x="229" y="1335"/>
                </a:lnTo>
                <a:lnTo>
                  <a:pt x="233" y="1334"/>
                </a:lnTo>
                <a:lnTo>
                  <a:pt x="237" y="1333"/>
                </a:lnTo>
                <a:lnTo>
                  <a:pt x="2216" y="1333"/>
                </a:lnTo>
                <a:lnTo>
                  <a:pt x="2220" y="1334"/>
                </a:lnTo>
                <a:lnTo>
                  <a:pt x="2224" y="1335"/>
                </a:lnTo>
                <a:lnTo>
                  <a:pt x="2232" y="1339"/>
                </a:lnTo>
                <a:lnTo>
                  <a:pt x="2238" y="1345"/>
                </a:lnTo>
                <a:lnTo>
                  <a:pt x="2244" y="1353"/>
                </a:lnTo>
                <a:lnTo>
                  <a:pt x="2249" y="1363"/>
                </a:lnTo>
                <a:lnTo>
                  <a:pt x="2252" y="1375"/>
                </a:lnTo>
                <a:lnTo>
                  <a:pt x="2254" y="1387"/>
                </a:lnTo>
                <a:lnTo>
                  <a:pt x="2255" y="1400"/>
                </a:lnTo>
                <a:lnTo>
                  <a:pt x="2254" y="1414"/>
                </a:lnTo>
                <a:lnTo>
                  <a:pt x="2252" y="1427"/>
                </a:lnTo>
                <a:lnTo>
                  <a:pt x="2249" y="1438"/>
                </a:lnTo>
                <a:lnTo>
                  <a:pt x="2244" y="1448"/>
                </a:lnTo>
                <a:lnTo>
                  <a:pt x="2238" y="1456"/>
                </a:lnTo>
                <a:lnTo>
                  <a:pt x="2232" y="1462"/>
                </a:lnTo>
                <a:lnTo>
                  <a:pt x="2224" y="1467"/>
                </a:lnTo>
                <a:lnTo>
                  <a:pt x="2220" y="1468"/>
                </a:lnTo>
                <a:lnTo>
                  <a:pt x="2216" y="1468"/>
                </a:lnTo>
                <a:close/>
                <a:moveTo>
                  <a:pt x="2216" y="1200"/>
                </a:moveTo>
                <a:lnTo>
                  <a:pt x="237" y="1200"/>
                </a:lnTo>
                <a:lnTo>
                  <a:pt x="233" y="1200"/>
                </a:lnTo>
                <a:lnTo>
                  <a:pt x="229" y="1199"/>
                </a:lnTo>
                <a:lnTo>
                  <a:pt x="225" y="1197"/>
                </a:lnTo>
                <a:lnTo>
                  <a:pt x="222" y="1195"/>
                </a:lnTo>
                <a:lnTo>
                  <a:pt x="215" y="1188"/>
                </a:lnTo>
                <a:lnTo>
                  <a:pt x="209" y="1180"/>
                </a:lnTo>
                <a:lnTo>
                  <a:pt x="204" y="1170"/>
                </a:lnTo>
                <a:lnTo>
                  <a:pt x="201" y="1159"/>
                </a:lnTo>
                <a:lnTo>
                  <a:pt x="198" y="1146"/>
                </a:lnTo>
                <a:lnTo>
                  <a:pt x="198" y="1132"/>
                </a:lnTo>
                <a:lnTo>
                  <a:pt x="198" y="1119"/>
                </a:lnTo>
                <a:lnTo>
                  <a:pt x="201" y="1107"/>
                </a:lnTo>
                <a:lnTo>
                  <a:pt x="204" y="1096"/>
                </a:lnTo>
                <a:lnTo>
                  <a:pt x="209" y="1086"/>
                </a:lnTo>
                <a:lnTo>
                  <a:pt x="215" y="1077"/>
                </a:lnTo>
                <a:lnTo>
                  <a:pt x="222" y="1071"/>
                </a:lnTo>
                <a:lnTo>
                  <a:pt x="229" y="1067"/>
                </a:lnTo>
                <a:lnTo>
                  <a:pt x="233" y="1066"/>
                </a:lnTo>
                <a:lnTo>
                  <a:pt x="237" y="1066"/>
                </a:lnTo>
                <a:lnTo>
                  <a:pt x="2216" y="1066"/>
                </a:lnTo>
                <a:lnTo>
                  <a:pt x="2220" y="1066"/>
                </a:lnTo>
                <a:lnTo>
                  <a:pt x="2224" y="1067"/>
                </a:lnTo>
                <a:lnTo>
                  <a:pt x="2232" y="1071"/>
                </a:lnTo>
                <a:lnTo>
                  <a:pt x="2238" y="1077"/>
                </a:lnTo>
                <a:lnTo>
                  <a:pt x="2244" y="1086"/>
                </a:lnTo>
                <a:lnTo>
                  <a:pt x="2249" y="1096"/>
                </a:lnTo>
                <a:lnTo>
                  <a:pt x="2252" y="1107"/>
                </a:lnTo>
                <a:lnTo>
                  <a:pt x="2254" y="1119"/>
                </a:lnTo>
                <a:lnTo>
                  <a:pt x="2255" y="1132"/>
                </a:lnTo>
                <a:lnTo>
                  <a:pt x="2254" y="1146"/>
                </a:lnTo>
                <a:lnTo>
                  <a:pt x="2252" y="1159"/>
                </a:lnTo>
                <a:lnTo>
                  <a:pt x="2249" y="1170"/>
                </a:lnTo>
                <a:lnTo>
                  <a:pt x="2244" y="1180"/>
                </a:lnTo>
                <a:lnTo>
                  <a:pt x="2238" y="1188"/>
                </a:lnTo>
                <a:lnTo>
                  <a:pt x="2232" y="1195"/>
                </a:lnTo>
                <a:lnTo>
                  <a:pt x="2224" y="1199"/>
                </a:lnTo>
                <a:lnTo>
                  <a:pt x="2220" y="1200"/>
                </a:lnTo>
                <a:lnTo>
                  <a:pt x="2216" y="1200"/>
                </a:lnTo>
                <a:close/>
                <a:moveTo>
                  <a:pt x="2082" y="707"/>
                </a:moveTo>
                <a:lnTo>
                  <a:pt x="1788" y="707"/>
                </a:lnTo>
                <a:lnTo>
                  <a:pt x="1788" y="120"/>
                </a:lnTo>
                <a:lnTo>
                  <a:pt x="2082" y="413"/>
                </a:lnTo>
                <a:lnTo>
                  <a:pt x="2375" y="707"/>
                </a:lnTo>
                <a:lnTo>
                  <a:pt x="2082" y="707"/>
                </a:lnTo>
                <a:close/>
              </a:path>
            </a:pathLst>
          </a:custGeom>
          <a:solidFill>
            <a:srgbClr val="F1B015"/>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9" name="KSO_Shape"/>
          <p:cNvSpPr>
            <a:spLocks/>
          </p:cNvSpPr>
          <p:nvPr/>
        </p:nvSpPr>
        <p:spPr bwMode="auto">
          <a:xfrm>
            <a:off x="6660232" y="3055130"/>
            <a:ext cx="1312540" cy="1093950"/>
          </a:xfrm>
          <a:custGeom>
            <a:avLst/>
            <a:gdLst/>
            <a:ahLst/>
            <a:cxnLst/>
            <a:rect l="0" t="0" r="r" b="b"/>
            <a:pathLst>
              <a:path w="1903412" h="1563688">
                <a:moveTo>
                  <a:pt x="872180" y="1544638"/>
                </a:moveTo>
                <a:lnTo>
                  <a:pt x="875675" y="1544638"/>
                </a:lnTo>
                <a:lnTo>
                  <a:pt x="1859905" y="1544638"/>
                </a:lnTo>
                <a:lnTo>
                  <a:pt x="1863400" y="1544638"/>
                </a:lnTo>
                <a:lnTo>
                  <a:pt x="1866577" y="1545233"/>
                </a:lnTo>
                <a:lnTo>
                  <a:pt x="1869118" y="1545829"/>
                </a:lnTo>
                <a:lnTo>
                  <a:pt x="1871660" y="1546722"/>
                </a:lnTo>
                <a:lnTo>
                  <a:pt x="1873884" y="1547912"/>
                </a:lnTo>
                <a:lnTo>
                  <a:pt x="1875154" y="1549103"/>
                </a:lnTo>
                <a:lnTo>
                  <a:pt x="1876107" y="1550591"/>
                </a:lnTo>
                <a:lnTo>
                  <a:pt x="1876425" y="1552079"/>
                </a:lnTo>
                <a:lnTo>
                  <a:pt x="1876425" y="1555651"/>
                </a:lnTo>
                <a:lnTo>
                  <a:pt x="1876107" y="1557140"/>
                </a:lnTo>
                <a:lnTo>
                  <a:pt x="1875154" y="1558926"/>
                </a:lnTo>
                <a:lnTo>
                  <a:pt x="1873884" y="1560116"/>
                </a:lnTo>
                <a:lnTo>
                  <a:pt x="1871660" y="1561307"/>
                </a:lnTo>
                <a:lnTo>
                  <a:pt x="1869118" y="1562200"/>
                </a:lnTo>
                <a:lnTo>
                  <a:pt x="1866577" y="1563093"/>
                </a:lnTo>
                <a:lnTo>
                  <a:pt x="1863400" y="1563390"/>
                </a:lnTo>
                <a:lnTo>
                  <a:pt x="1859905" y="1563688"/>
                </a:lnTo>
                <a:lnTo>
                  <a:pt x="875675" y="1563688"/>
                </a:lnTo>
                <a:lnTo>
                  <a:pt x="872180" y="1563390"/>
                </a:lnTo>
                <a:lnTo>
                  <a:pt x="869003" y="1563093"/>
                </a:lnTo>
                <a:lnTo>
                  <a:pt x="866144" y="1562200"/>
                </a:lnTo>
                <a:lnTo>
                  <a:pt x="863603" y="1561307"/>
                </a:lnTo>
                <a:lnTo>
                  <a:pt x="861696" y="1560116"/>
                </a:lnTo>
                <a:lnTo>
                  <a:pt x="860108" y="1558926"/>
                </a:lnTo>
                <a:lnTo>
                  <a:pt x="859155" y="1557140"/>
                </a:lnTo>
                <a:lnTo>
                  <a:pt x="858837" y="1555651"/>
                </a:lnTo>
                <a:lnTo>
                  <a:pt x="858837" y="1552079"/>
                </a:lnTo>
                <a:lnTo>
                  <a:pt x="859155" y="1550591"/>
                </a:lnTo>
                <a:lnTo>
                  <a:pt x="860108" y="1549103"/>
                </a:lnTo>
                <a:lnTo>
                  <a:pt x="861696" y="1547912"/>
                </a:lnTo>
                <a:lnTo>
                  <a:pt x="863603" y="1546722"/>
                </a:lnTo>
                <a:lnTo>
                  <a:pt x="866144" y="1545829"/>
                </a:lnTo>
                <a:lnTo>
                  <a:pt x="869003" y="1545233"/>
                </a:lnTo>
                <a:lnTo>
                  <a:pt x="872180" y="1544638"/>
                </a:lnTo>
                <a:close/>
                <a:moveTo>
                  <a:pt x="1255848" y="1415770"/>
                </a:moveTo>
                <a:lnTo>
                  <a:pt x="1252677" y="1416407"/>
                </a:lnTo>
                <a:lnTo>
                  <a:pt x="1249823" y="1417361"/>
                </a:lnTo>
                <a:lnTo>
                  <a:pt x="1247286" y="1419271"/>
                </a:lnTo>
                <a:lnTo>
                  <a:pt x="1245383" y="1420862"/>
                </a:lnTo>
                <a:lnTo>
                  <a:pt x="1243797" y="1422771"/>
                </a:lnTo>
                <a:lnTo>
                  <a:pt x="1242529" y="1424680"/>
                </a:lnTo>
                <a:lnTo>
                  <a:pt x="1242212" y="1426908"/>
                </a:lnTo>
                <a:lnTo>
                  <a:pt x="1235235" y="1522691"/>
                </a:lnTo>
                <a:lnTo>
                  <a:pt x="1235235" y="1525237"/>
                </a:lnTo>
                <a:lnTo>
                  <a:pt x="1236186" y="1527146"/>
                </a:lnTo>
                <a:lnTo>
                  <a:pt x="1237772" y="1529056"/>
                </a:lnTo>
                <a:lnTo>
                  <a:pt x="1239675" y="1530647"/>
                </a:lnTo>
                <a:lnTo>
                  <a:pt x="1242212" y="1532238"/>
                </a:lnTo>
                <a:lnTo>
                  <a:pt x="1245066" y="1533193"/>
                </a:lnTo>
                <a:lnTo>
                  <a:pt x="1247920" y="1533829"/>
                </a:lnTo>
                <a:lnTo>
                  <a:pt x="1251408" y="1534147"/>
                </a:lnTo>
                <a:lnTo>
                  <a:pt x="1488299" y="1535738"/>
                </a:lnTo>
                <a:lnTo>
                  <a:pt x="1491787" y="1535738"/>
                </a:lnTo>
                <a:lnTo>
                  <a:pt x="1494641" y="1535102"/>
                </a:lnTo>
                <a:lnTo>
                  <a:pt x="1497813" y="1533829"/>
                </a:lnTo>
                <a:lnTo>
                  <a:pt x="1500032" y="1532556"/>
                </a:lnTo>
                <a:lnTo>
                  <a:pt x="1502252" y="1530965"/>
                </a:lnTo>
                <a:lnTo>
                  <a:pt x="1503521" y="1529056"/>
                </a:lnTo>
                <a:lnTo>
                  <a:pt x="1504472" y="1526828"/>
                </a:lnTo>
                <a:lnTo>
                  <a:pt x="1504789" y="1524601"/>
                </a:lnTo>
                <a:lnTo>
                  <a:pt x="1499715" y="1428181"/>
                </a:lnTo>
                <a:lnTo>
                  <a:pt x="1499398" y="1425953"/>
                </a:lnTo>
                <a:lnTo>
                  <a:pt x="1498130" y="1424044"/>
                </a:lnTo>
                <a:lnTo>
                  <a:pt x="1496227" y="1422134"/>
                </a:lnTo>
                <a:lnTo>
                  <a:pt x="1494324" y="1420543"/>
                </a:lnTo>
                <a:lnTo>
                  <a:pt x="1491787" y="1418952"/>
                </a:lnTo>
                <a:lnTo>
                  <a:pt x="1489250" y="1417679"/>
                </a:lnTo>
                <a:lnTo>
                  <a:pt x="1486396" y="1417043"/>
                </a:lnTo>
                <a:lnTo>
                  <a:pt x="1483225" y="1416725"/>
                </a:lnTo>
                <a:lnTo>
                  <a:pt x="1259019" y="1415770"/>
                </a:lnTo>
                <a:lnTo>
                  <a:pt x="1255848" y="1415770"/>
                </a:lnTo>
                <a:close/>
                <a:moveTo>
                  <a:pt x="1699820" y="1377902"/>
                </a:moveTo>
                <a:lnTo>
                  <a:pt x="1703942" y="1405269"/>
                </a:lnTo>
                <a:lnTo>
                  <a:pt x="1750876" y="1405587"/>
                </a:lnTo>
                <a:lnTo>
                  <a:pt x="1746437" y="1378220"/>
                </a:lnTo>
                <a:lnTo>
                  <a:pt x="1699820" y="1377902"/>
                </a:lnTo>
                <a:close/>
                <a:moveTo>
                  <a:pt x="1636078" y="1377902"/>
                </a:moveTo>
                <a:lnTo>
                  <a:pt x="1639249" y="1404951"/>
                </a:lnTo>
                <a:lnTo>
                  <a:pt x="1686183" y="1405269"/>
                </a:lnTo>
                <a:lnTo>
                  <a:pt x="1682378" y="1377902"/>
                </a:lnTo>
                <a:lnTo>
                  <a:pt x="1636078" y="1377902"/>
                </a:lnTo>
                <a:close/>
                <a:moveTo>
                  <a:pt x="1572019" y="1377584"/>
                </a:moveTo>
                <a:lnTo>
                  <a:pt x="1574239" y="1404633"/>
                </a:lnTo>
                <a:lnTo>
                  <a:pt x="1621490" y="1404951"/>
                </a:lnTo>
                <a:lnTo>
                  <a:pt x="1618636" y="1377584"/>
                </a:lnTo>
                <a:lnTo>
                  <a:pt x="1572019" y="1377584"/>
                </a:lnTo>
                <a:close/>
                <a:moveTo>
                  <a:pt x="1507960" y="1377266"/>
                </a:moveTo>
                <a:lnTo>
                  <a:pt x="1509546" y="1404314"/>
                </a:lnTo>
                <a:lnTo>
                  <a:pt x="1556797" y="1404633"/>
                </a:lnTo>
                <a:lnTo>
                  <a:pt x="1554577" y="1377266"/>
                </a:lnTo>
                <a:lnTo>
                  <a:pt x="1507960" y="1377266"/>
                </a:lnTo>
                <a:close/>
                <a:moveTo>
                  <a:pt x="1443902" y="1376948"/>
                </a:moveTo>
                <a:lnTo>
                  <a:pt x="1444853" y="1403996"/>
                </a:lnTo>
                <a:lnTo>
                  <a:pt x="1491787" y="1403996"/>
                </a:lnTo>
                <a:lnTo>
                  <a:pt x="1490519" y="1377266"/>
                </a:lnTo>
                <a:lnTo>
                  <a:pt x="1443902" y="1376948"/>
                </a:lnTo>
                <a:close/>
                <a:moveTo>
                  <a:pt x="1380160" y="1376629"/>
                </a:moveTo>
                <a:lnTo>
                  <a:pt x="1379843" y="1403678"/>
                </a:lnTo>
                <a:lnTo>
                  <a:pt x="1426777" y="1403996"/>
                </a:lnTo>
                <a:lnTo>
                  <a:pt x="1426460" y="1376948"/>
                </a:lnTo>
                <a:lnTo>
                  <a:pt x="1380160" y="1376629"/>
                </a:lnTo>
                <a:close/>
                <a:moveTo>
                  <a:pt x="1316101" y="1376311"/>
                </a:moveTo>
                <a:lnTo>
                  <a:pt x="1315150" y="1403360"/>
                </a:lnTo>
                <a:lnTo>
                  <a:pt x="1362401" y="1403360"/>
                </a:lnTo>
                <a:lnTo>
                  <a:pt x="1362718" y="1376629"/>
                </a:lnTo>
                <a:lnTo>
                  <a:pt x="1316101" y="1376311"/>
                </a:lnTo>
                <a:close/>
                <a:moveTo>
                  <a:pt x="1252043" y="1375993"/>
                </a:moveTo>
                <a:lnTo>
                  <a:pt x="1250140" y="1403041"/>
                </a:lnTo>
                <a:lnTo>
                  <a:pt x="1297391" y="1403041"/>
                </a:lnTo>
                <a:lnTo>
                  <a:pt x="1298660" y="1376311"/>
                </a:lnTo>
                <a:lnTo>
                  <a:pt x="1252043" y="1375993"/>
                </a:lnTo>
                <a:close/>
                <a:moveTo>
                  <a:pt x="1188301" y="1375675"/>
                </a:moveTo>
                <a:lnTo>
                  <a:pt x="1185764" y="1402723"/>
                </a:lnTo>
                <a:lnTo>
                  <a:pt x="1232698" y="1402723"/>
                </a:lnTo>
                <a:lnTo>
                  <a:pt x="1234601" y="1375993"/>
                </a:lnTo>
                <a:lnTo>
                  <a:pt x="1188301" y="1375675"/>
                </a:lnTo>
                <a:close/>
                <a:moveTo>
                  <a:pt x="1124242" y="1375356"/>
                </a:moveTo>
                <a:lnTo>
                  <a:pt x="1120754" y="1402405"/>
                </a:lnTo>
                <a:lnTo>
                  <a:pt x="1167688" y="1402405"/>
                </a:lnTo>
                <a:lnTo>
                  <a:pt x="1170859" y="1375675"/>
                </a:lnTo>
                <a:lnTo>
                  <a:pt x="1124242" y="1375356"/>
                </a:lnTo>
                <a:close/>
                <a:moveTo>
                  <a:pt x="1060183" y="1375038"/>
                </a:moveTo>
                <a:lnTo>
                  <a:pt x="1056061" y="1402087"/>
                </a:lnTo>
                <a:lnTo>
                  <a:pt x="1102995" y="1402087"/>
                </a:lnTo>
                <a:lnTo>
                  <a:pt x="1106800" y="1375356"/>
                </a:lnTo>
                <a:lnTo>
                  <a:pt x="1060183" y="1375038"/>
                </a:lnTo>
                <a:close/>
                <a:moveTo>
                  <a:pt x="996442" y="1374720"/>
                </a:moveTo>
                <a:lnTo>
                  <a:pt x="991051" y="1401769"/>
                </a:lnTo>
                <a:lnTo>
                  <a:pt x="1038302" y="1401769"/>
                </a:lnTo>
                <a:lnTo>
                  <a:pt x="1042742" y="1375038"/>
                </a:lnTo>
                <a:lnTo>
                  <a:pt x="996442" y="1374720"/>
                </a:lnTo>
                <a:close/>
                <a:moveTo>
                  <a:pt x="394079" y="1340803"/>
                </a:moveTo>
                <a:lnTo>
                  <a:pt x="364253" y="1348105"/>
                </a:lnTo>
                <a:lnTo>
                  <a:pt x="354734" y="1351280"/>
                </a:lnTo>
                <a:lnTo>
                  <a:pt x="367743" y="1359853"/>
                </a:lnTo>
                <a:lnTo>
                  <a:pt x="380752" y="1368743"/>
                </a:lnTo>
                <a:lnTo>
                  <a:pt x="393761" y="1376998"/>
                </a:lnTo>
                <a:lnTo>
                  <a:pt x="407088" y="1385571"/>
                </a:lnTo>
                <a:lnTo>
                  <a:pt x="420414" y="1393191"/>
                </a:lnTo>
                <a:lnTo>
                  <a:pt x="434375" y="1400493"/>
                </a:lnTo>
                <a:lnTo>
                  <a:pt x="448336" y="1408113"/>
                </a:lnTo>
                <a:lnTo>
                  <a:pt x="462297" y="1415098"/>
                </a:lnTo>
                <a:lnTo>
                  <a:pt x="453095" y="1406526"/>
                </a:lnTo>
                <a:lnTo>
                  <a:pt x="444528" y="1397636"/>
                </a:lnTo>
                <a:lnTo>
                  <a:pt x="435644" y="1389063"/>
                </a:lnTo>
                <a:lnTo>
                  <a:pt x="427077" y="1379538"/>
                </a:lnTo>
                <a:lnTo>
                  <a:pt x="418510" y="1370331"/>
                </a:lnTo>
                <a:lnTo>
                  <a:pt x="410261" y="1360488"/>
                </a:lnTo>
                <a:lnTo>
                  <a:pt x="402011" y="1350963"/>
                </a:lnTo>
                <a:lnTo>
                  <a:pt x="394079" y="1340803"/>
                </a:lnTo>
                <a:close/>
                <a:moveTo>
                  <a:pt x="1694111" y="1340353"/>
                </a:moveTo>
                <a:lnTo>
                  <a:pt x="1698234" y="1367401"/>
                </a:lnTo>
                <a:lnTo>
                  <a:pt x="1744534" y="1367719"/>
                </a:lnTo>
                <a:lnTo>
                  <a:pt x="1739777" y="1340671"/>
                </a:lnTo>
                <a:lnTo>
                  <a:pt x="1694111" y="1340353"/>
                </a:lnTo>
                <a:close/>
                <a:moveTo>
                  <a:pt x="1631321" y="1340034"/>
                </a:moveTo>
                <a:lnTo>
                  <a:pt x="1634809" y="1367083"/>
                </a:lnTo>
                <a:lnTo>
                  <a:pt x="1680792" y="1367401"/>
                </a:lnTo>
                <a:lnTo>
                  <a:pt x="1676987" y="1340353"/>
                </a:lnTo>
                <a:lnTo>
                  <a:pt x="1631321" y="1340034"/>
                </a:lnTo>
                <a:close/>
                <a:moveTo>
                  <a:pt x="1568531" y="1339716"/>
                </a:moveTo>
                <a:lnTo>
                  <a:pt x="1571068" y="1366765"/>
                </a:lnTo>
                <a:lnTo>
                  <a:pt x="1617051" y="1367083"/>
                </a:lnTo>
                <a:lnTo>
                  <a:pt x="1614196" y="1340034"/>
                </a:lnTo>
                <a:lnTo>
                  <a:pt x="1568531" y="1339716"/>
                </a:lnTo>
                <a:close/>
                <a:moveTo>
                  <a:pt x="1505741" y="1339716"/>
                </a:moveTo>
                <a:lnTo>
                  <a:pt x="1507326" y="1366765"/>
                </a:lnTo>
                <a:lnTo>
                  <a:pt x="1553626" y="1366765"/>
                </a:lnTo>
                <a:lnTo>
                  <a:pt x="1551406" y="1339716"/>
                </a:lnTo>
                <a:lnTo>
                  <a:pt x="1505741" y="1339716"/>
                </a:lnTo>
                <a:close/>
                <a:moveTo>
                  <a:pt x="1442950" y="1339398"/>
                </a:moveTo>
                <a:lnTo>
                  <a:pt x="1443585" y="1366128"/>
                </a:lnTo>
                <a:lnTo>
                  <a:pt x="1489884" y="1366128"/>
                </a:lnTo>
                <a:lnTo>
                  <a:pt x="1488616" y="1339398"/>
                </a:lnTo>
                <a:lnTo>
                  <a:pt x="1442950" y="1339398"/>
                </a:lnTo>
                <a:close/>
                <a:moveTo>
                  <a:pt x="1380160" y="1339080"/>
                </a:moveTo>
                <a:lnTo>
                  <a:pt x="1380160" y="1365810"/>
                </a:lnTo>
                <a:lnTo>
                  <a:pt x="1426143" y="1365810"/>
                </a:lnTo>
                <a:lnTo>
                  <a:pt x="1425826" y="1339398"/>
                </a:lnTo>
                <a:lnTo>
                  <a:pt x="1380160" y="1339080"/>
                </a:lnTo>
                <a:close/>
                <a:moveTo>
                  <a:pt x="1317370" y="1338761"/>
                </a:moveTo>
                <a:lnTo>
                  <a:pt x="1316418" y="1365492"/>
                </a:lnTo>
                <a:lnTo>
                  <a:pt x="1362718" y="1365492"/>
                </a:lnTo>
                <a:lnTo>
                  <a:pt x="1363035" y="1339080"/>
                </a:lnTo>
                <a:lnTo>
                  <a:pt x="1317370" y="1338761"/>
                </a:lnTo>
                <a:close/>
                <a:moveTo>
                  <a:pt x="1254897" y="1338443"/>
                </a:moveTo>
                <a:lnTo>
                  <a:pt x="1252677" y="1365174"/>
                </a:lnTo>
                <a:lnTo>
                  <a:pt x="1298977" y="1365492"/>
                </a:lnTo>
                <a:lnTo>
                  <a:pt x="1300245" y="1338761"/>
                </a:lnTo>
                <a:lnTo>
                  <a:pt x="1254897" y="1338443"/>
                </a:lnTo>
                <a:close/>
                <a:moveTo>
                  <a:pt x="1192106" y="1338443"/>
                </a:moveTo>
                <a:lnTo>
                  <a:pt x="1189252" y="1364855"/>
                </a:lnTo>
                <a:lnTo>
                  <a:pt x="1235235" y="1365174"/>
                </a:lnTo>
                <a:lnTo>
                  <a:pt x="1237772" y="1338443"/>
                </a:lnTo>
                <a:lnTo>
                  <a:pt x="1192106" y="1338443"/>
                </a:lnTo>
                <a:close/>
                <a:moveTo>
                  <a:pt x="1128999" y="1338125"/>
                </a:moveTo>
                <a:lnTo>
                  <a:pt x="1125511" y="1364537"/>
                </a:lnTo>
                <a:lnTo>
                  <a:pt x="1172128" y="1364855"/>
                </a:lnTo>
                <a:lnTo>
                  <a:pt x="1174665" y="1338125"/>
                </a:lnTo>
                <a:lnTo>
                  <a:pt x="1128999" y="1338125"/>
                </a:lnTo>
                <a:close/>
                <a:moveTo>
                  <a:pt x="1066526" y="1337807"/>
                </a:moveTo>
                <a:lnTo>
                  <a:pt x="1061769" y="1364219"/>
                </a:lnTo>
                <a:lnTo>
                  <a:pt x="1108386" y="1364537"/>
                </a:lnTo>
                <a:lnTo>
                  <a:pt x="1111874" y="1338125"/>
                </a:lnTo>
                <a:lnTo>
                  <a:pt x="1066526" y="1337807"/>
                </a:lnTo>
                <a:close/>
                <a:moveTo>
                  <a:pt x="1003419" y="1337489"/>
                </a:moveTo>
                <a:lnTo>
                  <a:pt x="998345" y="1363901"/>
                </a:lnTo>
                <a:lnTo>
                  <a:pt x="1044644" y="1364219"/>
                </a:lnTo>
                <a:lnTo>
                  <a:pt x="1049401" y="1337807"/>
                </a:lnTo>
                <a:lnTo>
                  <a:pt x="1003419" y="1337489"/>
                </a:lnTo>
                <a:close/>
                <a:moveTo>
                  <a:pt x="538764" y="1314450"/>
                </a:moveTo>
                <a:lnTo>
                  <a:pt x="518458" y="1317308"/>
                </a:lnTo>
                <a:lnTo>
                  <a:pt x="498468" y="1320165"/>
                </a:lnTo>
                <a:lnTo>
                  <a:pt x="478479" y="1323340"/>
                </a:lnTo>
                <a:lnTo>
                  <a:pt x="458807" y="1326833"/>
                </a:lnTo>
                <a:lnTo>
                  <a:pt x="467691" y="1336675"/>
                </a:lnTo>
                <a:lnTo>
                  <a:pt x="476258" y="1346200"/>
                </a:lnTo>
                <a:lnTo>
                  <a:pt x="485142" y="1355408"/>
                </a:lnTo>
                <a:lnTo>
                  <a:pt x="494343" y="1364298"/>
                </a:lnTo>
                <a:lnTo>
                  <a:pt x="503228" y="1372871"/>
                </a:lnTo>
                <a:lnTo>
                  <a:pt x="512746" y="1381126"/>
                </a:lnTo>
                <a:lnTo>
                  <a:pt x="521948" y="1389381"/>
                </a:lnTo>
                <a:lnTo>
                  <a:pt x="531784" y="1397001"/>
                </a:lnTo>
                <a:lnTo>
                  <a:pt x="540986" y="1404621"/>
                </a:lnTo>
                <a:lnTo>
                  <a:pt x="551139" y="1411606"/>
                </a:lnTo>
                <a:lnTo>
                  <a:pt x="560658" y="1418273"/>
                </a:lnTo>
                <a:lnTo>
                  <a:pt x="570811" y="1424941"/>
                </a:lnTo>
                <a:lnTo>
                  <a:pt x="580965" y="1430973"/>
                </a:lnTo>
                <a:lnTo>
                  <a:pt x="591118" y="1437323"/>
                </a:lnTo>
                <a:lnTo>
                  <a:pt x="601589" y="1442721"/>
                </a:lnTo>
                <a:lnTo>
                  <a:pt x="611742" y="1447801"/>
                </a:lnTo>
                <a:lnTo>
                  <a:pt x="601589" y="1433831"/>
                </a:lnTo>
                <a:lnTo>
                  <a:pt x="591753" y="1419226"/>
                </a:lnTo>
                <a:lnTo>
                  <a:pt x="582234" y="1403351"/>
                </a:lnTo>
                <a:lnTo>
                  <a:pt x="573032" y="1387158"/>
                </a:lnTo>
                <a:lnTo>
                  <a:pt x="564148" y="1370013"/>
                </a:lnTo>
                <a:lnTo>
                  <a:pt x="555264" y="1352233"/>
                </a:lnTo>
                <a:lnTo>
                  <a:pt x="547014" y="1333500"/>
                </a:lnTo>
                <a:lnTo>
                  <a:pt x="538764" y="1314450"/>
                </a:lnTo>
                <a:close/>
                <a:moveTo>
                  <a:pt x="1688403" y="1302485"/>
                </a:moveTo>
                <a:lnTo>
                  <a:pt x="1692526" y="1329215"/>
                </a:lnTo>
                <a:lnTo>
                  <a:pt x="1737557" y="1329533"/>
                </a:lnTo>
                <a:lnTo>
                  <a:pt x="1733117" y="1302803"/>
                </a:lnTo>
                <a:lnTo>
                  <a:pt x="1688403" y="1302485"/>
                </a:lnTo>
                <a:close/>
                <a:moveTo>
                  <a:pt x="1626881" y="1302166"/>
                </a:moveTo>
                <a:lnTo>
                  <a:pt x="1630053" y="1329215"/>
                </a:lnTo>
                <a:lnTo>
                  <a:pt x="1675401" y="1329215"/>
                </a:lnTo>
                <a:lnTo>
                  <a:pt x="1671596" y="1302485"/>
                </a:lnTo>
                <a:lnTo>
                  <a:pt x="1626881" y="1302166"/>
                </a:lnTo>
                <a:close/>
                <a:moveTo>
                  <a:pt x="1565042" y="1302166"/>
                </a:moveTo>
                <a:lnTo>
                  <a:pt x="1567579" y="1328897"/>
                </a:lnTo>
                <a:lnTo>
                  <a:pt x="1612928" y="1329215"/>
                </a:lnTo>
                <a:lnTo>
                  <a:pt x="1610074" y="1302166"/>
                </a:lnTo>
                <a:lnTo>
                  <a:pt x="1565042" y="1302166"/>
                </a:lnTo>
                <a:close/>
                <a:moveTo>
                  <a:pt x="1503521" y="1301848"/>
                </a:moveTo>
                <a:lnTo>
                  <a:pt x="1505106" y="1328578"/>
                </a:lnTo>
                <a:lnTo>
                  <a:pt x="1550772" y="1328897"/>
                </a:lnTo>
                <a:lnTo>
                  <a:pt x="1548552" y="1302166"/>
                </a:lnTo>
                <a:lnTo>
                  <a:pt x="1503521" y="1301848"/>
                </a:lnTo>
                <a:close/>
                <a:moveTo>
                  <a:pt x="1441999" y="1301848"/>
                </a:moveTo>
                <a:lnTo>
                  <a:pt x="1442633" y="1328260"/>
                </a:lnTo>
                <a:lnTo>
                  <a:pt x="1487982" y="1328578"/>
                </a:lnTo>
                <a:lnTo>
                  <a:pt x="1486713" y="1301848"/>
                </a:lnTo>
                <a:lnTo>
                  <a:pt x="1441999" y="1301848"/>
                </a:lnTo>
                <a:close/>
                <a:moveTo>
                  <a:pt x="1380477" y="1301530"/>
                </a:moveTo>
                <a:lnTo>
                  <a:pt x="1380477" y="1328260"/>
                </a:lnTo>
                <a:lnTo>
                  <a:pt x="1425509" y="1328260"/>
                </a:lnTo>
                <a:lnTo>
                  <a:pt x="1425191" y="1301530"/>
                </a:lnTo>
                <a:lnTo>
                  <a:pt x="1380477" y="1301530"/>
                </a:lnTo>
                <a:close/>
                <a:moveTo>
                  <a:pt x="1318638" y="1301212"/>
                </a:moveTo>
                <a:lnTo>
                  <a:pt x="1317687" y="1327942"/>
                </a:lnTo>
                <a:lnTo>
                  <a:pt x="1363353" y="1328260"/>
                </a:lnTo>
                <a:lnTo>
                  <a:pt x="1363670" y="1301530"/>
                </a:lnTo>
                <a:lnTo>
                  <a:pt x="1318638" y="1301212"/>
                </a:lnTo>
                <a:close/>
                <a:moveTo>
                  <a:pt x="1257434" y="1301212"/>
                </a:moveTo>
                <a:lnTo>
                  <a:pt x="1255531" y="1327624"/>
                </a:lnTo>
                <a:lnTo>
                  <a:pt x="1300879" y="1327942"/>
                </a:lnTo>
                <a:lnTo>
                  <a:pt x="1301831" y="1301212"/>
                </a:lnTo>
                <a:lnTo>
                  <a:pt x="1257434" y="1301212"/>
                </a:lnTo>
                <a:close/>
                <a:moveTo>
                  <a:pt x="1195595" y="1300894"/>
                </a:moveTo>
                <a:lnTo>
                  <a:pt x="1193058" y="1327306"/>
                </a:lnTo>
                <a:lnTo>
                  <a:pt x="1238406" y="1327624"/>
                </a:lnTo>
                <a:lnTo>
                  <a:pt x="1240626" y="1300894"/>
                </a:lnTo>
                <a:lnTo>
                  <a:pt x="1195595" y="1300894"/>
                </a:lnTo>
                <a:close/>
                <a:moveTo>
                  <a:pt x="1134073" y="1300575"/>
                </a:moveTo>
                <a:lnTo>
                  <a:pt x="1130268" y="1327306"/>
                </a:lnTo>
                <a:lnTo>
                  <a:pt x="1175933" y="1327306"/>
                </a:lnTo>
                <a:lnTo>
                  <a:pt x="1178787" y="1300894"/>
                </a:lnTo>
                <a:lnTo>
                  <a:pt x="1134073" y="1300575"/>
                </a:lnTo>
                <a:close/>
                <a:moveTo>
                  <a:pt x="1072551" y="1300575"/>
                </a:moveTo>
                <a:lnTo>
                  <a:pt x="1068112" y="1326987"/>
                </a:lnTo>
                <a:lnTo>
                  <a:pt x="1113460" y="1326987"/>
                </a:lnTo>
                <a:lnTo>
                  <a:pt x="1117266" y="1300575"/>
                </a:lnTo>
                <a:lnTo>
                  <a:pt x="1072551" y="1300575"/>
                </a:lnTo>
                <a:close/>
                <a:moveTo>
                  <a:pt x="1010712" y="1300257"/>
                </a:moveTo>
                <a:lnTo>
                  <a:pt x="1005638" y="1326669"/>
                </a:lnTo>
                <a:lnTo>
                  <a:pt x="1050987" y="1326987"/>
                </a:lnTo>
                <a:lnTo>
                  <a:pt x="1055744" y="1300575"/>
                </a:lnTo>
                <a:lnTo>
                  <a:pt x="1010712" y="1300257"/>
                </a:lnTo>
                <a:close/>
                <a:moveTo>
                  <a:pt x="742467" y="1299528"/>
                </a:moveTo>
                <a:lnTo>
                  <a:pt x="705978" y="1300480"/>
                </a:lnTo>
                <a:lnTo>
                  <a:pt x="670124" y="1302068"/>
                </a:lnTo>
                <a:lnTo>
                  <a:pt x="634587" y="1304290"/>
                </a:lnTo>
                <a:lnTo>
                  <a:pt x="600002" y="1307148"/>
                </a:lnTo>
                <a:lnTo>
                  <a:pt x="608886" y="1327150"/>
                </a:lnTo>
                <a:lnTo>
                  <a:pt x="618088" y="1346518"/>
                </a:lnTo>
                <a:lnTo>
                  <a:pt x="627607" y="1364298"/>
                </a:lnTo>
                <a:lnTo>
                  <a:pt x="632683" y="1373188"/>
                </a:lnTo>
                <a:lnTo>
                  <a:pt x="637760" y="1381126"/>
                </a:lnTo>
                <a:lnTo>
                  <a:pt x="642519" y="1389381"/>
                </a:lnTo>
                <a:lnTo>
                  <a:pt x="647596" y="1397001"/>
                </a:lnTo>
                <a:lnTo>
                  <a:pt x="652673" y="1404621"/>
                </a:lnTo>
                <a:lnTo>
                  <a:pt x="657750" y="1411288"/>
                </a:lnTo>
                <a:lnTo>
                  <a:pt x="662826" y="1417956"/>
                </a:lnTo>
                <a:lnTo>
                  <a:pt x="668220" y="1424623"/>
                </a:lnTo>
                <a:lnTo>
                  <a:pt x="673614" y="1430656"/>
                </a:lnTo>
                <a:lnTo>
                  <a:pt x="678691" y="1436688"/>
                </a:lnTo>
                <a:lnTo>
                  <a:pt x="686941" y="1444626"/>
                </a:lnTo>
                <a:lnTo>
                  <a:pt x="694873" y="1451928"/>
                </a:lnTo>
                <a:lnTo>
                  <a:pt x="703123" y="1458913"/>
                </a:lnTo>
                <a:lnTo>
                  <a:pt x="711055" y="1464628"/>
                </a:lnTo>
                <a:lnTo>
                  <a:pt x="718987" y="1469708"/>
                </a:lnTo>
                <a:lnTo>
                  <a:pt x="726920" y="1474153"/>
                </a:lnTo>
                <a:lnTo>
                  <a:pt x="734535" y="1477963"/>
                </a:lnTo>
                <a:lnTo>
                  <a:pt x="742467" y="1480821"/>
                </a:lnTo>
                <a:lnTo>
                  <a:pt x="742467" y="1299528"/>
                </a:lnTo>
                <a:close/>
                <a:moveTo>
                  <a:pt x="1682695" y="1264935"/>
                </a:moveTo>
                <a:lnTo>
                  <a:pt x="1686818" y="1291665"/>
                </a:lnTo>
                <a:lnTo>
                  <a:pt x="1731215" y="1291665"/>
                </a:lnTo>
                <a:lnTo>
                  <a:pt x="1726775" y="1264935"/>
                </a:lnTo>
                <a:lnTo>
                  <a:pt x="1682695" y="1264935"/>
                </a:lnTo>
                <a:close/>
                <a:moveTo>
                  <a:pt x="1622442" y="1264617"/>
                </a:moveTo>
                <a:lnTo>
                  <a:pt x="1625613" y="1291347"/>
                </a:lnTo>
                <a:lnTo>
                  <a:pt x="1670327" y="1291665"/>
                </a:lnTo>
                <a:lnTo>
                  <a:pt x="1666205" y="1264617"/>
                </a:lnTo>
                <a:lnTo>
                  <a:pt x="1622442" y="1264617"/>
                </a:lnTo>
                <a:close/>
                <a:moveTo>
                  <a:pt x="1561871" y="1264617"/>
                </a:moveTo>
                <a:lnTo>
                  <a:pt x="1564091" y="1291347"/>
                </a:lnTo>
                <a:lnTo>
                  <a:pt x="1608805" y="1291347"/>
                </a:lnTo>
                <a:lnTo>
                  <a:pt x="1605951" y="1264617"/>
                </a:lnTo>
                <a:lnTo>
                  <a:pt x="1561871" y="1264617"/>
                </a:lnTo>
                <a:close/>
                <a:moveTo>
                  <a:pt x="1501618" y="1264298"/>
                </a:moveTo>
                <a:lnTo>
                  <a:pt x="1502886" y="1291029"/>
                </a:lnTo>
                <a:lnTo>
                  <a:pt x="1547284" y="1291029"/>
                </a:lnTo>
                <a:lnTo>
                  <a:pt x="1545381" y="1264298"/>
                </a:lnTo>
                <a:lnTo>
                  <a:pt x="1501618" y="1264298"/>
                </a:lnTo>
                <a:close/>
                <a:moveTo>
                  <a:pt x="1441048" y="1263980"/>
                </a:moveTo>
                <a:lnTo>
                  <a:pt x="1441682" y="1290711"/>
                </a:lnTo>
                <a:lnTo>
                  <a:pt x="1486396" y="1291029"/>
                </a:lnTo>
                <a:lnTo>
                  <a:pt x="1485128" y="1264298"/>
                </a:lnTo>
                <a:lnTo>
                  <a:pt x="1441048" y="1263980"/>
                </a:lnTo>
                <a:close/>
                <a:moveTo>
                  <a:pt x="1380794" y="1263980"/>
                </a:moveTo>
                <a:lnTo>
                  <a:pt x="1380477" y="1290711"/>
                </a:lnTo>
                <a:lnTo>
                  <a:pt x="1424874" y="1290711"/>
                </a:lnTo>
                <a:lnTo>
                  <a:pt x="1424557" y="1263980"/>
                </a:lnTo>
                <a:lnTo>
                  <a:pt x="1380794" y="1263980"/>
                </a:lnTo>
                <a:close/>
                <a:moveTo>
                  <a:pt x="1320224" y="1263662"/>
                </a:moveTo>
                <a:lnTo>
                  <a:pt x="1319273" y="1290392"/>
                </a:lnTo>
                <a:lnTo>
                  <a:pt x="1363670" y="1290711"/>
                </a:lnTo>
                <a:lnTo>
                  <a:pt x="1363987" y="1263980"/>
                </a:lnTo>
                <a:lnTo>
                  <a:pt x="1320224" y="1263662"/>
                </a:lnTo>
                <a:close/>
                <a:moveTo>
                  <a:pt x="1259654" y="1263662"/>
                </a:moveTo>
                <a:lnTo>
                  <a:pt x="1258068" y="1290392"/>
                </a:lnTo>
                <a:lnTo>
                  <a:pt x="1302465" y="1290392"/>
                </a:lnTo>
                <a:lnTo>
                  <a:pt x="1303416" y="1263662"/>
                </a:lnTo>
                <a:lnTo>
                  <a:pt x="1259654" y="1263662"/>
                </a:lnTo>
                <a:close/>
                <a:moveTo>
                  <a:pt x="1199083" y="1263344"/>
                </a:moveTo>
                <a:lnTo>
                  <a:pt x="1196546" y="1290074"/>
                </a:lnTo>
                <a:lnTo>
                  <a:pt x="1241260" y="1290392"/>
                </a:lnTo>
                <a:lnTo>
                  <a:pt x="1243163" y="1263662"/>
                </a:lnTo>
                <a:lnTo>
                  <a:pt x="1199083" y="1263344"/>
                </a:lnTo>
                <a:close/>
                <a:moveTo>
                  <a:pt x="1138830" y="1263344"/>
                </a:moveTo>
                <a:lnTo>
                  <a:pt x="1135659" y="1289756"/>
                </a:lnTo>
                <a:lnTo>
                  <a:pt x="1180056" y="1290074"/>
                </a:lnTo>
                <a:lnTo>
                  <a:pt x="1182593" y="1263344"/>
                </a:lnTo>
                <a:lnTo>
                  <a:pt x="1138830" y="1263344"/>
                </a:lnTo>
                <a:close/>
                <a:moveTo>
                  <a:pt x="1078259" y="1263026"/>
                </a:moveTo>
                <a:lnTo>
                  <a:pt x="1074137" y="1289756"/>
                </a:lnTo>
                <a:lnTo>
                  <a:pt x="1118851" y="1289756"/>
                </a:lnTo>
                <a:lnTo>
                  <a:pt x="1122339" y="1263344"/>
                </a:lnTo>
                <a:lnTo>
                  <a:pt x="1078259" y="1263026"/>
                </a:lnTo>
                <a:close/>
                <a:moveTo>
                  <a:pt x="1018006" y="1263026"/>
                </a:moveTo>
                <a:lnTo>
                  <a:pt x="1012615" y="1289438"/>
                </a:lnTo>
                <a:lnTo>
                  <a:pt x="1057329" y="1289756"/>
                </a:lnTo>
                <a:lnTo>
                  <a:pt x="1061769" y="1263026"/>
                </a:lnTo>
                <a:lnTo>
                  <a:pt x="1018006" y="1263026"/>
                </a:lnTo>
                <a:close/>
                <a:moveTo>
                  <a:pt x="1676987" y="1227067"/>
                </a:moveTo>
                <a:lnTo>
                  <a:pt x="1681109" y="1253797"/>
                </a:lnTo>
                <a:lnTo>
                  <a:pt x="1724872" y="1254115"/>
                </a:lnTo>
                <a:lnTo>
                  <a:pt x="1719798" y="1227067"/>
                </a:lnTo>
                <a:lnTo>
                  <a:pt x="1676987" y="1227067"/>
                </a:lnTo>
                <a:close/>
                <a:moveTo>
                  <a:pt x="1618002" y="1227067"/>
                </a:moveTo>
                <a:lnTo>
                  <a:pt x="1621173" y="1253797"/>
                </a:lnTo>
                <a:lnTo>
                  <a:pt x="1664619" y="1253797"/>
                </a:lnTo>
                <a:lnTo>
                  <a:pt x="1660813" y="1227067"/>
                </a:lnTo>
                <a:lnTo>
                  <a:pt x="1618002" y="1227067"/>
                </a:lnTo>
                <a:close/>
                <a:moveTo>
                  <a:pt x="1558383" y="1226431"/>
                </a:moveTo>
                <a:lnTo>
                  <a:pt x="1560920" y="1253479"/>
                </a:lnTo>
                <a:lnTo>
                  <a:pt x="1604683" y="1253797"/>
                </a:lnTo>
                <a:lnTo>
                  <a:pt x="1601512" y="1226431"/>
                </a:lnTo>
                <a:lnTo>
                  <a:pt x="1558383" y="1226431"/>
                </a:lnTo>
                <a:close/>
                <a:moveTo>
                  <a:pt x="1499398" y="1226431"/>
                </a:moveTo>
                <a:lnTo>
                  <a:pt x="1500984" y="1253479"/>
                </a:lnTo>
                <a:lnTo>
                  <a:pt x="1544430" y="1253479"/>
                </a:lnTo>
                <a:lnTo>
                  <a:pt x="1542210" y="1226431"/>
                </a:lnTo>
                <a:lnTo>
                  <a:pt x="1499398" y="1226431"/>
                </a:lnTo>
                <a:close/>
                <a:moveTo>
                  <a:pt x="1439779" y="1226112"/>
                </a:moveTo>
                <a:lnTo>
                  <a:pt x="1440730" y="1253161"/>
                </a:lnTo>
                <a:lnTo>
                  <a:pt x="1484493" y="1253479"/>
                </a:lnTo>
                <a:lnTo>
                  <a:pt x="1483225" y="1226431"/>
                </a:lnTo>
                <a:lnTo>
                  <a:pt x="1439779" y="1226112"/>
                </a:lnTo>
                <a:close/>
                <a:moveTo>
                  <a:pt x="1380794" y="1226112"/>
                </a:moveTo>
                <a:lnTo>
                  <a:pt x="1380794" y="1253161"/>
                </a:lnTo>
                <a:lnTo>
                  <a:pt x="1424240" y="1253161"/>
                </a:lnTo>
                <a:lnTo>
                  <a:pt x="1423606" y="1226112"/>
                </a:lnTo>
                <a:lnTo>
                  <a:pt x="1380794" y="1226112"/>
                </a:lnTo>
                <a:close/>
                <a:moveTo>
                  <a:pt x="1321492" y="1226112"/>
                </a:moveTo>
                <a:lnTo>
                  <a:pt x="1320541" y="1252843"/>
                </a:lnTo>
                <a:lnTo>
                  <a:pt x="1364304" y="1253161"/>
                </a:lnTo>
                <a:lnTo>
                  <a:pt x="1364621" y="1226112"/>
                </a:lnTo>
                <a:lnTo>
                  <a:pt x="1321492" y="1226112"/>
                </a:lnTo>
                <a:close/>
                <a:moveTo>
                  <a:pt x="1262190" y="1225794"/>
                </a:moveTo>
                <a:lnTo>
                  <a:pt x="1260605" y="1252843"/>
                </a:lnTo>
                <a:lnTo>
                  <a:pt x="1304051" y="1252843"/>
                </a:lnTo>
                <a:lnTo>
                  <a:pt x="1305319" y="1225794"/>
                </a:lnTo>
                <a:lnTo>
                  <a:pt x="1262190" y="1225794"/>
                </a:lnTo>
                <a:close/>
                <a:moveTo>
                  <a:pt x="1203206" y="1225794"/>
                </a:moveTo>
                <a:lnTo>
                  <a:pt x="1200352" y="1252524"/>
                </a:lnTo>
                <a:lnTo>
                  <a:pt x="1244115" y="1252843"/>
                </a:lnTo>
                <a:lnTo>
                  <a:pt x="1246017" y="1225794"/>
                </a:lnTo>
                <a:lnTo>
                  <a:pt x="1203206" y="1225794"/>
                </a:lnTo>
                <a:close/>
                <a:moveTo>
                  <a:pt x="1143904" y="1225476"/>
                </a:moveTo>
                <a:lnTo>
                  <a:pt x="1140415" y="1252524"/>
                </a:lnTo>
                <a:lnTo>
                  <a:pt x="1183861" y="1252524"/>
                </a:lnTo>
                <a:lnTo>
                  <a:pt x="1187032" y="1225794"/>
                </a:lnTo>
                <a:lnTo>
                  <a:pt x="1143904" y="1225476"/>
                </a:lnTo>
                <a:close/>
                <a:moveTo>
                  <a:pt x="1084602" y="1225476"/>
                </a:moveTo>
                <a:lnTo>
                  <a:pt x="1080162" y="1252206"/>
                </a:lnTo>
                <a:lnTo>
                  <a:pt x="1123925" y="1252524"/>
                </a:lnTo>
                <a:lnTo>
                  <a:pt x="1127731" y="1225476"/>
                </a:lnTo>
                <a:lnTo>
                  <a:pt x="1084602" y="1225476"/>
                </a:lnTo>
                <a:close/>
                <a:moveTo>
                  <a:pt x="1025300" y="1225476"/>
                </a:moveTo>
                <a:lnTo>
                  <a:pt x="1020226" y="1252206"/>
                </a:lnTo>
                <a:lnTo>
                  <a:pt x="1063672" y="1252206"/>
                </a:lnTo>
                <a:lnTo>
                  <a:pt x="1068429" y="1225476"/>
                </a:lnTo>
                <a:lnTo>
                  <a:pt x="1025300" y="1225476"/>
                </a:lnTo>
                <a:close/>
                <a:moveTo>
                  <a:pt x="1671279" y="1188881"/>
                </a:moveTo>
                <a:lnTo>
                  <a:pt x="1675401" y="1216248"/>
                </a:lnTo>
                <a:lnTo>
                  <a:pt x="1718213" y="1216248"/>
                </a:lnTo>
                <a:lnTo>
                  <a:pt x="1713456" y="1188881"/>
                </a:lnTo>
                <a:lnTo>
                  <a:pt x="1671279" y="1188881"/>
                </a:lnTo>
                <a:close/>
                <a:moveTo>
                  <a:pt x="1613245" y="1188881"/>
                </a:moveTo>
                <a:lnTo>
                  <a:pt x="1616416" y="1215929"/>
                </a:lnTo>
                <a:lnTo>
                  <a:pt x="1659228" y="1216248"/>
                </a:lnTo>
                <a:lnTo>
                  <a:pt x="1655422" y="1188881"/>
                </a:lnTo>
                <a:lnTo>
                  <a:pt x="1613245" y="1188881"/>
                </a:lnTo>
                <a:close/>
                <a:moveTo>
                  <a:pt x="1555212" y="1188881"/>
                </a:moveTo>
                <a:lnTo>
                  <a:pt x="1557432" y="1215929"/>
                </a:lnTo>
                <a:lnTo>
                  <a:pt x="1600560" y="1215929"/>
                </a:lnTo>
                <a:lnTo>
                  <a:pt x="1597389" y="1188881"/>
                </a:lnTo>
                <a:lnTo>
                  <a:pt x="1555212" y="1188881"/>
                </a:lnTo>
                <a:close/>
                <a:moveTo>
                  <a:pt x="1497178" y="1188881"/>
                </a:moveTo>
                <a:lnTo>
                  <a:pt x="1498764" y="1215929"/>
                </a:lnTo>
                <a:lnTo>
                  <a:pt x="1541575" y="1215929"/>
                </a:lnTo>
                <a:lnTo>
                  <a:pt x="1539356" y="1188881"/>
                </a:lnTo>
                <a:lnTo>
                  <a:pt x="1497178" y="1188881"/>
                </a:lnTo>
                <a:close/>
                <a:moveTo>
                  <a:pt x="1438828" y="1188563"/>
                </a:moveTo>
                <a:lnTo>
                  <a:pt x="1439779" y="1215611"/>
                </a:lnTo>
                <a:lnTo>
                  <a:pt x="1482591" y="1215929"/>
                </a:lnTo>
                <a:lnTo>
                  <a:pt x="1481322" y="1188563"/>
                </a:lnTo>
                <a:lnTo>
                  <a:pt x="1438828" y="1188563"/>
                </a:lnTo>
                <a:close/>
                <a:moveTo>
                  <a:pt x="1381111" y="1188563"/>
                </a:moveTo>
                <a:lnTo>
                  <a:pt x="1380794" y="1215611"/>
                </a:lnTo>
                <a:lnTo>
                  <a:pt x="1423606" y="1215611"/>
                </a:lnTo>
                <a:lnTo>
                  <a:pt x="1422972" y="1188563"/>
                </a:lnTo>
                <a:lnTo>
                  <a:pt x="1381111" y="1188563"/>
                </a:lnTo>
                <a:close/>
                <a:moveTo>
                  <a:pt x="1322761" y="1188563"/>
                </a:moveTo>
                <a:lnTo>
                  <a:pt x="1321810" y="1215611"/>
                </a:lnTo>
                <a:lnTo>
                  <a:pt x="1364621" y="1215611"/>
                </a:lnTo>
                <a:lnTo>
                  <a:pt x="1365255" y="1188563"/>
                </a:lnTo>
                <a:lnTo>
                  <a:pt x="1322761" y="1188563"/>
                </a:lnTo>
                <a:close/>
                <a:moveTo>
                  <a:pt x="1264727" y="1188563"/>
                </a:moveTo>
                <a:lnTo>
                  <a:pt x="1263142" y="1215293"/>
                </a:lnTo>
                <a:lnTo>
                  <a:pt x="1305636" y="1215293"/>
                </a:lnTo>
                <a:lnTo>
                  <a:pt x="1307222" y="1188563"/>
                </a:lnTo>
                <a:lnTo>
                  <a:pt x="1264727" y="1188563"/>
                </a:lnTo>
                <a:close/>
                <a:moveTo>
                  <a:pt x="1206694" y="1188244"/>
                </a:moveTo>
                <a:lnTo>
                  <a:pt x="1204157" y="1215293"/>
                </a:lnTo>
                <a:lnTo>
                  <a:pt x="1246969" y="1215293"/>
                </a:lnTo>
                <a:lnTo>
                  <a:pt x="1248871" y="1188563"/>
                </a:lnTo>
                <a:lnTo>
                  <a:pt x="1206694" y="1188244"/>
                </a:lnTo>
                <a:close/>
                <a:moveTo>
                  <a:pt x="1148661" y="1188244"/>
                </a:moveTo>
                <a:lnTo>
                  <a:pt x="1145172" y="1215293"/>
                </a:lnTo>
                <a:lnTo>
                  <a:pt x="1188301" y="1215293"/>
                </a:lnTo>
                <a:lnTo>
                  <a:pt x="1190838" y="1188244"/>
                </a:lnTo>
                <a:lnTo>
                  <a:pt x="1148661" y="1188244"/>
                </a:lnTo>
                <a:close/>
                <a:moveTo>
                  <a:pt x="1090627" y="1188244"/>
                </a:moveTo>
                <a:lnTo>
                  <a:pt x="1086505" y="1214975"/>
                </a:lnTo>
                <a:lnTo>
                  <a:pt x="1128999" y="1214975"/>
                </a:lnTo>
                <a:lnTo>
                  <a:pt x="1132805" y="1188244"/>
                </a:lnTo>
                <a:lnTo>
                  <a:pt x="1090627" y="1188244"/>
                </a:lnTo>
                <a:close/>
                <a:moveTo>
                  <a:pt x="1032594" y="1187926"/>
                </a:moveTo>
                <a:lnTo>
                  <a:pt x="1027203" y="1214975"/>
                </a:lnTo>
                <a:lnTo>
                  <a:pt x="1070331" y="1214975"/>
                </a:lnTo>
                <a:lnTo>
                  <a:pt x="1074771" y="1188244"/>
                </a:lnTo>
                <a:lnTo>
                  <a:pt x="1032594" y="1187926"/>
                </a:lnTo>
                <a:close/>
                <a:moveTo>
                  <a:pt x="1740728" y="1132875"/>
                </a:moveTo>
                <a:lnTo>
                  <a:pt x="1737874" y="1133193"/>
                </a:lnTo>
                <a:lnTo>
                  <a:pt x="1735337" y="1133829"/>
                </a:lnTo>
                <a:lnTo>
                  <a:pt x="1733117" y="1134784"/>
                </a:lnTo>
                <a:lnTo>
                  <a:pt x="1731532" y="1136057"/>
                </a:lnTo>
                <a:lnTo>
                  <a:pt x="1730263" y="1137648"/>
                </a:lnTo>
                <a:lnTo>
                  <a:pt x="1729312" y="1139875"/>
                </a:lnTo>
                <a:lnTo>
                  <a:pt x="1728995" y="1142103"/>
                </a:lnTo>
                <a:lnTo>
                  <a:pt x="1728995" y="1144330"/>
                </a:lnTo>
                <a:lnTo>
                  <a:pt x="1730263" y="1151649"/>
                </a:lnTo>
                <a:lnTo>
                  <a:pt x="1731215" y="1153877"/>
                </a:lnTo>
                <a:lnTo>
                  <a:pt x="1732166" y="1156104"/>
                </a:lnTo>
                <a:lnTo>
                  <a:pt x="1734069" y="1158332"/>
                </a:lnTo>
                <a:lnTo>
                  <a:pt x="1735971" y="1159923"/>
                </a:lnTo>
                <a:lnTo>
                  <a:pt x="1738508" y="1161514"/>
                </a:lnTo>
                <a:lnTo>
                  <a:pt x="1741045" y="1162469"/>
                </a:lnTo>
                <a:lnTo>
                  <a:pt x="1743582" y="1163105"/>
                </a:lnTo>
                <a:lnTo>
                  <a:pt x="1746437" y="1163423"/>
                </a:lnTo>
                <a:lnTo>
                  <a:pt x="1772123" y="1163423"/>
                </a:lnTo>
                <a:lnTo>
                  <a:pt x="1775295" y="1163105"/>
                </a:lnTo>
                <a:lnTo>
                  <a:pt x="1777832" y="1162469"/>
                </a:lnTo>
                <a:lnTo>
                  <a:pt x="1779734" y="1161514"/>
                </a:lnTo>
                <a:lnTo>
                  <a:pt x="1781637" y="1159923"/>
                </a:lnTo>
                <a:lnTo>
                  <a:pt x="1782906" y="1158332"/>
                </a:lnTo>
                <a:lnTo>
                  <a:pt x="1783857" y="1156104"/>
                </a:lnTo>
                <a:lnTo>
                  <a:pt x="1784174" y="1154195"/>
                </a:lnTo>
                <a:lnTo>
                  <a:pt x="1783857" y="1151968"/>
                </a:lnTo>
                <a:lnTo>
                  <a:pt x="1782271" y="1144330"/>
                </a:lnTo>
                <a:lnTo>
                  <a:pt x="1781637" y="1142103"/>
                </a:lnTo>
                <a:lnTo>
                  <a:pt x="1780369" y="1139875"/>
                </a:lnTo>
                <a:lnTo>
                  <a:pt x="1778783" y="1137648"/>
                </a:lnTo>
                <a:lnTo>
                  <a:pt x="1776563" y="1136057"/>
                </a:lnTo>
                <a:lnTo>
                  <a:pt x="1774343" y="1134784"/>
                </a:lnTo>
                <a:lnTo>
                  <a:pt x="1771489" y="1133829"/>
                </a:lnTo>
                <a:lnTo>
                  <a:pt x="1768635" y="1133193"/>
                </a:lnTo>
                <a:lnTo>
                  <a:pt x="1766098" y="1132875"/>
                </a:lnTo>
                <a:lnTo>
                  <a:pt x="1740728" y="1132875"/>
                </a:lnTo>
                <a:close/>
                <a:moveTo>
                  <a:pt x="1664619" y="1132875"/>
                </a:moveTo>
                <a:lnTo>
                  <a:pt x="1661765" y="1133193"/>
                </a:lnTo>
                <a:lnTo>
                  <a:pt x="1659545" y="1133829"/>
                </a:lnTo>
                <a:lnTo>
                  <a:pt x="1657325" y="1134784"/>
                </a:lnTo>
                <a:lnTo>
                  <a:pt x="1655422" y="1136057"/>
                </a:lnTo>
                <a:lnTo>
                  <a:pt x="1654154" y="1137648"/>
                </a:lnTo>
                <a:lnTo>
                  <a:pt x="1653203" y="1139875"/>
                </a:lnTo>
                <a:lnTo>
                  <a:pt x="1652568" y="1142103"/>
                </a:lnTo>
                <a:lnTo>
                  <a:pt x="1652568" y="1144330"/>
                </a:lnTo>
                <a:lnTo>
                  <a:pt x="1653837" y="1151649"/>
                </a:lnTo>
                <a:lnTo>
                  <a:pt x="1654471" y="1153877"/>
                </a:lnTo>
                <a:lnTo>
                  <a:pt x="1655422" y="1156104"/>
                </a:lnTo>
                <a:lnTo>
                  <a:pt x="1657008" y="1158332"/>
                </a:lnTo>
                <a:lnTo>
                  <a:pt x="1658911" y="1159923"/>
                </a:lnTo>
                <a:lnTo>
                  <a:pt x="1661131" y="1161196"/>
                </a:lnTo>
                <a:lnTo>
                  <a:pt x="1663668" y="1162469"/>
                </a:lnTo>
                <a:lnTo>
                  <a:pt x="1666205" y="1163105"/>
                </a:lnTo>
                <a:lnTo>
                  <a:pt x="1669376" y="1163105"/>
                </a:lnTo>
                <a:lnTo>
                  <a:pt x="1695063" y="1163423"/>
                </a:lnTo>
                <a:lnTo>
                  <a:pt x="1697917" y="1163105"/>
                </a:lnTo>
                <a:lnTo>
                  <a:pt x="1700137" y="1162469"/>
                </a:lnTo>
                <a:lnTo>
                  <a:pt x="1702357" y="1161514"/>
                </a:lnTo>
                <a:lnTo>
                  <a:pt x="1704576" y="1159923"/>
                </a:lnTo>
                <a:lnTo>
                  <a:pt x="1705845" y="1158332"/>
                </a:lnTo>
                <a:lnTo>
                  <a:pt x="1706796" y="1156104"/>
                </a:lnTo>
                <a:lnTo>
                  <a:pt x="1707430" y="1153877"/>
                </a:lnTo>
                <a:lnTo>
                  <a:pt x="1707113" y="1151649"/>
                </a:lnTo>
                <a:lnTo>
                  <a:pt x="1705845" y="1144330"/>
                </a:lnTo>
                <a:lnTo>
                  <a:pt x="1705211" y="1142103"/>
                </a:lnTo>
                <a:lnTo>
                  <a:pt x="1704259" y="1139875"/>
                </a:lnTo>
                <a:lnTo>
                  <a:pt x="1702357" y="1137648"/>
                </a:lnTo>
                <a:lnTo>
                  <a:pt x="1700137" y="1136057"/>
                </a:lnTo>
                <a:lnTo>
                  <a:pt x="1697917" y="1134784"/>
                </a:lnTo>
                <a:lnTo>
                  <a:pt x="1695697" y="1133829"/>
                </a:lnTo>
                <a:lnTo>
                  <a:pt x="1692843" y="1133193"/>
                </a:lnTo>
                <a:lnTo>
                  <a:pt x="1689989" y="1132875"/>
                </a:lnTo>
                <a:lnTo>
                  <a:pt x="1664619" y="1132875"/>
                </a:lnTo>
                <a:close/>
                <a:moveTo>
                  <a:pt x="1586924" y="1132875"/>
                </a:moveTo>
                <a:lnTo>
                  <a:pt x="1584704" y="1133511"/>
                </a:lnTo>
                <a:lnTo>
                  <a:pt x="1582167" y="1134784"/>
                </a:lnTo>
                <a:lnTo>
                  <a:pt x="1580264" y="1136057"/>
                </a:lnTo>
                <a:lnTo>
                  <a:pt x="1578679" y="1137648"/>
                </a:lnTo>
                <a:lnTo>
                  <a:pt x="1577727" y="1139875"/>
                </a:lnTo>
                <a:lnTo>
                  <a:pt x="1577093" y="1142103"/>
                </a:lnTo>
                <a:lnTo>
                  <a:pt x="1577093" y="1144330"/>
                </a:lnTo>
                <a:lnTo>
                  <a:pt x="1578044" y="1151649"/>
                </a:lnTo>
                <a:lnTo>
                  <a:pt x="1578362" y="1153877"/>
                </a:lnTo>
                <a:lnTo>
                  <a:pt x="1579313" y="1156104"/>
                </a:lnTo>
                <a:lnTo>
                  <a:pt x="1580899" y="1158332"/>
                </a:lnTo>
                <a:lnTo>
                  <a:pt x="1583118" y="1159923"/>
                </a:lnTo>
                <a:lnTo>
                  <a:pt x="1585338" y="1161196"/>
                </a:lnTo>
                <a:lnTo>
                  <a:pt x="1587558" y="1162151"/>
                </a:lnTo>
                <a:lnTo>
                  <a:pt x="1590412" y="1162787"/>
                </a:lnTo>
                <a:lnTo>
                  <a:pt x="1593266" y="1163105"/>
                </a:lnTo>
                <a:lnTo>
                  <a:pt x="1618953" y="1163105"/>
                </a:lnTo>
                <a:lnTo>
                  <a:pt x="1621807" y="1163105"/>
                </a:lnTo>
                <a:lnTo>
                  <a:pt x="1624344" y="1162469"/>
                </a:lnTo>
                <a:lnTo>
                  <a:pt x="1626564" y="1161196"/>
                </a:lnTo>
                <a:lnTo>
                  <a:pt x="1628467" y="1159923"/>
                </a:lnTo>
                <a:lnTo>
                  <a:pt x="1629735" y="1158332"/>
                </a:lnTo>
                <a:lnTo>
                  <a:pt x="1631004" y="1156104"/>
                </a:lnTo>
                <a:lnTo>
                  <a:pt x="1631321" y="1153877"/>
                </a:lnTo>
                <a:lnTo>
                  <a:pt x="1631321" y="1151649"/>
                </a:lnTo>
                <a:lnTo>
                  <a:pt x="1630370" y="1144330"/>
                </a:lnTo>
                <a:lnTo>
                  <a:pt x="1629735" y="1142103"/>
                </a:lnTo>
                <a:lnTo>
                  <a:pt x="1628784" y="1139875"/>
                </a:lnTo>
                <a:lnTo>
                  <a:pt x="1627198" y="1137648"/>
                </a:lnTo>
                <a:lnTo>
                  <a:pt x="1625296" y="1136057"/>
                </a:lnTo>
                <a:lnTo>
                  <a:pt x="1623076" y="1134784"/>
                </a:lnTo>
                <a:lnTo>
                  <a:pt x="1620856" y="1133829"/>
                </a:lnTo>
                <a:lnTo>
                  <a:pt x="1618002" y="1132875"/>
                </a:lnTo>
                <a:lnTo>
                  <a:pt x="1615148" y="1132875"/>
                </a:lnTo>
                <a:lnTo>
                  <a:pt x="1589778" y="1132875"/>
                </a:lnTo>
                <a:lnTo>
                  <a:pt x="1586924" y="1132875"/>
                </a:lnTo>
                <a:close/>
                <a:moveTo>
                  <a:pt x="1510815" y="1132875"/>
                </a:moveTo>
                <a:lnTo>
                  <a:pt x="1508278" y="1133511"/>
                </a:lnTo>
                <a:lnTo>
                  <a:pt x="1506058" y="1134784"/>
                </a:lnTo>
                <a:lnTo>
                  <a:pt x="1504155" y="1136057"/>
                </a:lnTo>
                <a:lnTo>
                  <a:pt x="1502569" y="1137648"/>
                </a:lnTo>
                <a:lnTo>
                  <a:pt x="1501618" y="1139875"/>
                </a:lnTo>
                <a:lnTo>
                  <a:pt x="1500984" y="1142103"/>
                </a:lnTo>
                <a:lnTo>
                  <a:pt x="1500667" y="1144330"/>
                </a:lnTo>
                <a:lnTo>
                  <a:pt x="1501301" y="1151649"/>
                </a:lnTo>
                <a:lnTo>
                  <a:pt x="1501618" y="1153877"/>
                </a:lnTo>
                <a:lnTo>
                  <a:pt x="1502569" y="1156104"/>
                </a:lnTo>
                <a:lnTo>
                  <a:pt x="1503838" y="1158332"/>
                </a:lnTo>
                <a:lnTo>
                  <a:pt x="1505741" y="1159923"/>
                </a:lnTo>
                <a:lnTo>
                  <a:pt x="1507960" y="1161196"/>
                </a:lnTo>
                <a:lnTo>
                  <a:pt x="1510180" y="1162151"/>
                </a:lnTo>
                <a:lnTo>
                  <a:pt x="1512717" y="1162787"/>
                </a:lnTo>
                <a:lnTo>
                  <a:pt x="1515888" y="1163105"/>
                </a:lnTo>
                <a:lnTo>
                  <a:pt x="1541575" y="1163105"/>
                </a:lnTo>
                <a:lnTo>
                  <a:pt x="1544430" y="1162787"/>
                </a:lnTo>
                <a:lnTo>
                  <a:pt x="1546966" y="1162151"/>
                </a:lnTo>
                <a:lnTo>
                  <a:pt x="1549503" y="1161196"/>
                </a:lnTo>
                <a:lnTo>
                  <a:pt x="1551406" y="1159923"/>
                </a:lnTo>
                <a:lnTo>
                  <a:pt x="1552992" y="1158332"/>
                </a:lnTo>
                <a:lnTo>
                  <a:pt x="1553943" y="1156104"/>
                </a:lnTo>
                <a:lnTo>
                  <a:pt x="1554577" y="1153877"/>
                </a:lnTo>
                <a:lnTo>
                  <a:pt x="1554577" y="1151649"/>
                </a:lnTo>
                <a:lnTo>
                  <a:pt x="1553943" y="1144330"/>
                </a:lnTo>
                <a:lnTo>
                  <a:pt x="1553626" y="1142103"/>
                </a:lnTo>
                <a:lnTo>
                  <a:pt x="1552675" y="1139875"/>
                </a:lnTo>
                <a:lnTo>
                  <a:pt x="1551089" y="1137648"/>
                </a:lnTo>
                <a:lnTo>
                  <a:pt x="1549186" y="1136057"/>
                </a:lnTo>
                <a:lnTo>
                  <a:pt x="1546966" y="1134784"/>
                </a:lnTo>
                <a:lnTo>
                  <a:pt x="1544430" y="1133511"/>
                </a:lnTo>
                <a:lnTo>
                  <a:pt x="1541893" y="1132875"/>
                </a:lnTo>
                <a:lnTo>
                  <a:pt x="1539038" y="1132875"/>
                </a:lnTo>
                <a:lnTo>
                  <a:pt x="1513986" y="1132875"/>
                </a:lnTo>
                <a:lnTo>
                  <a:pt x="1510815" y="1132875"/>
                </a:lnTo>
                <a:close/>
                <a:moveTo>
                  <a:pt x="981854" y="1117600"/>
                </a:moveTo>
                <a:lnTo>
                  <a:pt x="1765464" y="1117600"/>
                </a:lnTo>
                <a:lnTo>
                  <a:pt x="1769904" y="1117918"/>
                </a:lnTo>
                <a:lnTo>
                  <a:pt x="1774978" y="1118236"/>
                </a:lnTo>
                <a:lnTo>
                  <a:pt x="1779417" y="1119191"/>
                </a:lnTo>
                <a:lnTo>
                  <a:pt x="1783857" y="1120464"/>
                </a:lnTo>
                <a:lnTo>
                  <a:pt x="1787980" y="1122373"/>
                </a:lnTo>
                <a:lnTo>
                  <a:pt x="1792736" y="1124283"/>
                </a:lnTo>
                <a:lnTo>
                  <a:pt x="1796542" y="1126510"/>
                </a:lnTo>
                <a:lnTo>
                  <a:pt x="1800347" y="1129056"/>
                </a:lnTo>
                <a:lnTo>
                  <a:pt x="1803836" y="1131602"/>
                </a:lnTo>
                <a:lnTo>
                  <a:pt x="1807007" y="1134466"/>
                </a:lnTo>
                <a:lnTo>
                  <a:pt x="1810495" y="1137648"/>
                </a:lnTo>
                <a:lnTo>
                  <a:pt x="1813032" y="1141148"/>
                </a:lnTo>
                <a:lnTo>
                  <a:pt x="1815252" y="1144649"/>
                </a:lnTo>
                <a:lnTo>
                  <a:pt x="1817155" y="1148149"/>
                </a:lnTo>
                <a:lnTo>
                  <a:pt x="1818740" y="1151649"/>
                </a:lnTo>
                <a:lnTo>
                  <a:pt x="1820009" y="1155468"/>
                </a:lnTo>
                <a:lnTo>
                  <a:pt x="1903095" y="1502007"/>
                </a:lnTo>
                <a:lnTo>
                  <a:pt x="1903412" y="1506144"/>
                </a:lnTo>
                <a:lnTo>
                  <a:pt x="1903412" y="1509963"/>
                </a:lnTo>
                <a:lnTo>
                  <a:pt x="1903095" y="1513463"/>
                </a:lnTo>
                <a:lnTo>
                  <a:pt x="1901827" y="1516963"/>
                </a:lnTo>
                <a:lnTo>
                  <a:pt x="1900241" y="1520146"/>
                </a:lnTo>
                <a:lnTo>
                  <a:pt x="1898338" y="1523646"/>
                </a:lnTo>
                <a:lnTo>
                  <a:pt x="1895801" y="1526510"/>
                </a:lnTo>
                <a:lnTo>
                  <a:pt x="1892313" y="1529056"/>
                </a:lnTo>
                <a:lnTo>
                  <a:pt x="1889142" y="1531283"/>
                </a:lnTo>
                <a:lnTo>
                  <a:pt x="1885336" y="1533511"/>
                </a:lnTo>
                <a:lnTo>
                  <a:pt x="1881214" y="1535420"/>
                </a:lnTo>
                <a:lnTo>
                  <a:pt x="1876774" y="1537011"/>
                </a:lnTo>
                <a:lnTo>
                  <a:pt x="1871700" y="1538284"/>
                </a:lnTo>
                <a:lnTo>
                  <a:pt x="1866626" y="1538920"/>
                </a:lnTo>
                <a:lnTo>
                  <a:pt x="1861235" y="1539557"/>
                </a:lnTo>
                <a:lnTo>
                  <a:pt x="1855210" y="1539875"/>
                </a:lnTo>
                <a:lnTo>
                  <a:pt x="884498" y="1539875"/>
                </a:lnTo>
                <a:lnTo>
                  <a:pt x="878789" y="1539557"/>
                </a:lnTo>
                <a:lnTo>
                  <a:pt x="873081" y="1538920"/>
                </a:lnTo>
                <a:lnTo>
                  <a:pt x="868007" y="1537966"/>
                </a:lnTo>
                <a:lnTo>
                  <a:pt x="863250" y="1536693"/>
                </a:lnTo>
                <a:lnTo>
                  <a:pt x="858811" y="1535102"/>
                </a:lnTo>
                <a:lnTo>
                  <a:pt x="854371" y="1533193"/>
                </a:lnTo>
                <a:lnTo>
                  <a:pt x="850566" y="1531283"/>
                </a:lnTo>
                <a:lnTo>
                  <a:pt x="847394" y="1528737"/>
                </a:lnTo>
                <a:lnTo>
                  <a:pt x="844223" y="1526192"/>
                </a:lnTo>
                <a:lnTo>
                  <a:pt x="842003" y="1523010"/>
                </a:lnTo>
                <a:lnTo>
                  <a:pt x="839466" y="1519827"/>
                </a:lnTo>
                <a:lnTo>
                  <a:pt x="837881" y="1516645"/>
                </a:lnTo>
                <a:lnTo>
                  <a:pt x="836929" y="1513463"/>
                </a:lnTo>
                <a:lnTo>
                  <a:pt x="836612" y="1509963"/>
                </a:lnTo>
                <a:lnTo>
                  <a:pt x="836612" y="1506144"/>
                </a:lnTo>
                <a:lnTo>
                  <a:pt x="837246" y="1502007"/>
                </a:lnTo>
                <a:lnTo>
                  <a:pt x="926675" y="1154832"/>
                </a:lnTo>
                <a:lnTo>
                  <a:pt x="927943" y="1151331"/>
                </a:lnTo>
                <a:lnTo>
                  <a:pt x="929529" y="1147513"/>
                </a:lnTo>
                <a:lnTo>
                  <a:pt x="931432" y="1144012"/>
                </a:lnTo>
                <a:lnTo>
                  <a:pt x="933969" y="1140830"/>
                </a:lnTo>
                <a:lnTo>
                  <a:pt x="936823" y="1137011"/>
                </a:lnTo>
                <a:lnTo>
                  <a:pt x="939677" y="1134147"/>
                </a:lnTo>
                <a:lnTo>
                  <a:pt x="943165" y="1131283"/>
                </a:lnTo>
                <a:lnTo>
                  <a:pt x="946971" y="1128738"/>
                </a:lnTo>
                <a:lnTo>
                  <a:pt x="950776" y="1126192"/>
                </a:lnTo>
                <a:lnTo>
                  <a:pt x="954582" y="1124283"/>
                </a:lnTo>
                <a:lnTo>
                  <a:pt x="959021" y="1122373"/>
                </a:lnTo>
                <a:lnTo>
                  <a:pt x="963461" y="1120464"/>
                </a:lnTo>
                <a:lnTo>
                  <a:pt x="967901" y="1119191"/>
                </a:lnTo>
                <a:lnTo>
                  <a:pt x="972341" y="1118236"/>
                </a:lnTo>
                <a:lnTo>
                  <a:pt x="977097" y="1117918"/>
                </a:lnTo>
                <a:lnTo>
                  <a:pt x="981854" y="1117600"/>
                </a:lnTo>
                <a:close/>
                <a:moveTo>
                  <a:pt x="268430" y="1104583"/>
                </a:moveTo>
                <a:lnTo>
                  <a:pt x="254469" y="1109980"/>
                </a:lnTo>
                <a:lnTo>
                  <a:pt x="240826" y="1115695"/>
                </a:lnTo>
                <a:lnTo>
                  <a:pt x="227500" y="1121410"/>
                </a:lnTo>
                <a:lnTo>
                  <a:pt x="214808" y="1127443"/>
                </a:lnTo>
                <a:lnTo>
                  <a:pt x="202433" y="1133158"/>
                </a:lnTo>
                <a:lnTo>
                  <a:pt x="190693" y="1139190"/>
                </a:lnTo>
                <a:lnTo>
                  <a:pt x="178954" y="1145858"/>
                </a:lnTo>
                <a:lnTo>
                  <a:pt x="168483" y="1151890"/>
                </a:lnTo>
                <a:lnTo>
                  <a:pt x="178954" y="1168718"/>
                </a:lnTo>
                <a:lnTo>
                  <a:pt x="190376" y="1185228"/>
                </a:lnTo>
                <a:lnTo>
                  <a:pt x="202433" y="1201420"/>
                </a:lnTo>
                <a:lnTo>
                  <a:pt x="214490" y="1217295"/>
                </a:lnTo>
                <a:lnTo>
                  <a:pt x="227182" y="1232535"/>
                </a:lnTo>
                <a:lnTo>
                  <a:pt x="240191" y="1247775"/>
                </a:lnTo>
                <a:lnTo>
                  <a:pt x="253835" y="1262380"/>
                </a:lnTo>
                <a:lnTo>
                  <a:pt x="267479" y="1276668"/>
                </a:lnTo>
                <a:lnTo>
                  <a:pt x="283026" y="1291590"/>
                </a:lnTo>
                <a:lnTo>
                  <a:pt x="299208" y="1306195"/>
                </a:lnTo>
                <a:lnTo>
                  <a:pt x="313486" y="1301750"/>
                </a:lnTo>
                <a:lnTo>
                  <a:pt x="327764" y="1297623"/>
                </a:lnTo>
                <a:lnTo>
                  <a:pt x="357590" y="1289368"/>
                </a:lnTo>
                <a:lnTo>
                  <a:pt x="350609" y="1278890"/>
                </a:lnTo>
                <a:lnTo>
                  <a:pt x="344264" y="1268413"/>
                </a:lnTo>
                <a:lnTo>
                  <a:pt x="337600" y="1257618"/>
                </a:lnTo>
                <a:lnTo>
                  <a:pt x="331572" y="1246823"/>
                </a:lnTo>
                <a:lnTo>
                  <a:pt x="325543" y="1235710"/>
                </a:lnTo>
                <a:lnTo>
                  <a:pt x="319515" y="1224280"/>
                </a:lnTo>
                <a:lnTo>
                  <a:pt x="313803" y="1213168"/>
                </a:lnTo>
                <a:lnTo>
                  <a:pt x="308409" y="1201738"/>
                </a:lnTo>
                <a:lnTo>
                  <a:pt x="302381" y="1189990"/>
                </a:lnTo>
                <a:lnTo>
                  <a:pt x="297304" y="1178243"/>
                </a:lnTo>
                <a:lnTo>
                  <a:pt x="287151" y="1154113"/>
                </a:lnTo>
                <a:lnTo>
                  <a:pt x="277315" y="1129665"/>
                </a:lnTo>
                <a:lnTo>
                  <a:pt x="268430" y="1104583"/>
                </a:lnTo>
                <a:close/>
                <a:moveTo>
                  <a:pt x="469277" y="1050290"/>
                </a:moveTo>
                <a:lnTo>
                  <a:pt x="441990" y="1055688"/>
                </a:lnTo>
                <a:lnTo>
                  <a:pt x="415337" y="1061403"/>
                </a:lnTo>
                <a:lnTo>
                  <a:pt x="389319" y="1067118"/>
                </a:lnTo>
                <a:lnTo>
                  <a:pt x="364253" y="1073785"/>
                </a:lnTo>
                <a:lnTo>
                  <a:pt x="343946" y="1079500"/>
                </a:lnTo>
                <a:lnTo>
                  <a:pt x="324274" y="1085215"/>
                </a:lnTo>
                <a:lnTo>
                  <a:pt x="328716" y="1098550"/>
                </a:lnTo>
                <a:lnTo>
                  <a:pt x="333476" y="1111568"/>
                </a:lnTo>
                <a:lnTo>
                  <a:pt x="338235" y="1124585"/>
                </a:lnTo>
                <a:lnTo>
                  <a:pt x="343629" y="1136968"/>
                </a:lnTo>
                <a:lnTo>
                  <a:pt x="349023" y="1149668"/>
                </a:lnTo>
                <a:lnTo>
                  <a:pt x="354417" y="1162050"/>
                </a:lnTo>
                <a:lnTo>
                  <a:pt x="360446" y="1174115"/>
                </a:lnTo>
                <a:lnTo>
                  <a:pt x="366157" y="1186180"/>
                </a:lnTo>
                <a:lnTo>
                  <a:pt x="371868" y="1197928"/>
                </a:lnTo>
                <a:lnTo>
                  <a:pt x="378531" y="1209358"/>
                </a:lnTo>
                <a:lnTo>
                  <a:pt x="384560" y="1220788"/>
                </a:lnTo>
                <a:lnTo>
                  <a:pt x="391223" y="1232218"/>
                </a:lnTo>
                <a:lnTo>
                  <a:pt x="397886" y="1243013"/>
                </a:lnTo>
                <a:lnTo>
                  <a:pt x="404549" y="1254125"/>
                </a:lnTo>
                <a:lnTo>
                  <a:pt x="411530" y="1264603"/>
                </a:lnTo>
                <a:lnTo>
                  <a:pt x="418510" y="1275080"/>
                </a:lnTo>
                <a:lnTo>
                  <a:pt x="442942" y="1270318"/>
                </a:lnTo>
                <a:lnTo>
                  <a:pt x="467373" y="1265873"/>
                </a:lnTo>
                <a:lnTo>
                  <a:pt x="492440" y="1261428"/>
                </a:lnTo>
                <a:lnTo>
                  <a:pt x="518140" y="1257618"/>
                </a:lnTo>
                <a:lnTo>
                  <a:pt x="510525" y="1234123"/>
                </a:lnTo>
                <a:lnTo>
                  <a:pt x="503545" y="1209993"/>
                </a:lnTo>
                <a:lnTo>
                  <a:pt x="496882" y="1184910"/>
                </a:lnTo>
                <a:lnTo>
                  <a:pt x="490219" y="1159193"/>
                </a:lnTo>
                <a:lnTo>
                  <a:pt x="484507" y="1132840"/>
                </a:lnTo>
                <a:lnTo>
                  <a:pt x="479113" y="1106170"/>
                </a:lnTo>
                <a:lnTo>
                  <a:pt x="473719" y="1078548"/>
                </a:lnTo>
                <a:lnTo>
                  <a:pt x="469277" y="1050290"/>
                </a:lnTo>
                <a:close/>
                <a:moveTo>
                  <a:pt x="742467" y="1024890"/>
                </a:moveTo>
                <a:lnTo>
                  <a:pt x="714228" y="1025525"/>
                </a:lnTo>
                <a:lnTo>
                  <a:pt x="686623" y="1026478"/>
                </a:lnTo>
                <a:lnTo>
                  <a:pt x="659019" y="1028065"/>
                </a:lnTo>
                <a:lnTo>
                  <a:pt x="631731" y="1029653"/>
                </a:lnTo>
                <a:lnTo>
                  <a:pt x="605396" y="1031875"/>
                </a:lnTo>
                <a:lnTo>
                  <a:pt x="578743" y="1034733"/>
                </a:lnTo>
                <a:lnTo>
                  <a:pt x="553043" y="1037908"/>
                </a:lnTo>
                <a:lnTo>
                  <a:pt x="527025" y="1041083"/>
                </a:lnTo>
                <a:lnTo>
                  <a:pt x="530515" y="1059498"/>
                </a:lnTo>
                <a:lnTo>
                  <a:pt x="533688" y="1077595"/>
                </a:lnTo>
                <a:lnTo>
                  <a:pt x="536861" y="1095375"/>
                </a:lnTo>
                <a:lnTo>
                  <a:pt x="540351" y="1112838"/>
                </a:lnTo>
                <a:lnTo>
                  <a:pt x="543841" y="1130300"/>
                </a:lnTo>
                <a:lnTo>
                  <a:pt x="547966" y="1147128"/>
                </a:lnTo>
                <a:lnTo>
                  <a:pt x="552091" y="1163638"/>
                </a:lnTo>
                <a:lnTo>
                  <a:pt x="556216" y="1180148"/>
                </a:lnTo>
                <a:lnTo>
                  <a:pt x="561292" y="1198245"/>
                </a:lnTo>
                <a:lnTo>
                  <a:pt x="566686" y="1216025"/>
                </a:lnTo>
                <a:lnTo>
                  <a:pt x="572080" y="1233488"/>
                </a:lnTo>
                <a:lnTo>
                  <a:pt x="577792" y="1250315"/>
                </a:lnTo>
                <a:lnTo>
                  <a:pt x="597464" y="1248410"/>
                </a:lnTo>
                <a:lnTo>
                  <a:pt x="617771" y="1246823"/>
                </a:lnTo>
                <a:lnTo>
                  <a:pt x="638077" y="1245235"/>
                </a:lnTo>
                <a:lnTo>
                  <a:pt x="658701" y="1243648"/>
                </a:lnTo>
                <a:lnTo>
                  <a:pt x="679326" y="1242378"/>
                </a:lnTo>
                <a:lnTo>
                  <a:pt x="699950" y="1241425"/>
                </a:lnTo>
                <a:lnTo>
                  <a:pt x="721208" y="1240790"/>
                </a:lnTo>
                <a:lnTo>
                  <a:pt x="742467" y="1240473"/>
                </a:lnTo>
                <a:lnTo>
                  <a:pt x="742467" y="1024890"/>
                </a:lnTo>
                <a:close/>
                <a:moveTo>
                  <a:pt x="507035" y="801688"/>
                </a:moveTo>
                <a:lnTo>
                  <a:pt x="507670" y="824865"/>
                </a:lnTo>
                <a:lnTo>
                  <a:pt x="508622" y="848360"/>
                </a:lnTo>
                <a:lnTo>
                  <a:pt x="509573" y="871538"/>
                </a:lnTo>
                <a:lnTo>
                  <a:pt x="510843" y="894080"/>
                </a:lnTo>
                <a:lnTo>
                  <a:pt x="512746" y="916940"/>
                </a:lnTo>
                <a:lnTo>
                  <a:pt x="514650" y="939165"/>
                </a:lnTo>
                <a:lnTo>
                  <a:pt x="516871" y="961073"/>
                </a:lnTo>
                <a:lnTo>
                  <a:pt x="519410" y="982663"/>
                </a:lnTo>
                <a:lnTo>
                  <a:pt x="546062" y="979170"/>
                </a:lnTo>
                <a:lnTo>
                  <a:pt x="572715" y="976313"/>
                </a:lnTo>
                <a:lnTo>
                  <a:pt x="600319" y="973455"/>
                </a:lnTo>
                <a:lnTo>
                  <a:pt x="627924" y="971233"/>
                </a:lnTo>
                <a:lnTo>
                  <a:pt x="656163" y="969328"/>
                </a:lnTo>
                <a:lnTo>
                  <a:pt x="684720" y="967740"/>
                </a:lnTo>
                <a:lnTo>
                  <a:pt x="713276" y="966788"/>
                </a:lnTo>
                <a:lnTo>
                  <a:pt x="742467" y="965835"/>
                </a:lnTo>
                <a:lnTo>
                  <a:pt x="742467" y="801688"/>
                </a:lnTo>
                <a:lnTo>
                  <a:pt x="507035" y="801688"/>
                </a:lnTo>
                <a:close/>
                <a:moveTo>
                  <a:pt x="273824" y="801688"/>
                </a:moveTo>
                <a:lnTo>
                  <a:pt x="274142" y="816610"/>
                </a:lnTo>
                <a:lnTo>
                  <a:pt x="275094" y="831533"/>
                </a:lnTo>
                <a:lnTo>
                  <a:pt x="276045" y="846455"/>
                </a:lnTo>
                <a:lnTo>
                  <a:pt x="276997" y="860743"/>
                </a:lnTo>
                <a:lnTo>
                  <a:pt x="278584" y="875665"/>
                </a:lnTo>
                <a:lnTo>
                  <a:pt x="280170" y="889953"/>
                </a:lnTo>
                <a:lnTo>
                  <a:pt x="281757" y="904558"/>
                </a:lnTo>
                <a:lnTo>
                  <a:pt x="283660" y="918845"/>
                </a:lnTo>
                <a:lnTo>
                  <a:pt x="285882" y="933133"/>
                </a:lnTo>
                <a:lnTo>
                  <a:pt x="288737" y="947103"/>
                </a:lnTo>
                <a:lnTo>
                  <a:pt x="291276" y="961073"/>
                </a:lnTo>
                <a:lnTo>
                  <a:pt x="293814" y="975043"/>
                </a:lnTo>
                <a:lnTo>
                  <a:pt x="296670" y="988695"/>
                </a:lnTo>
                <a:lnTo>
                  <a:pt x="299842" y="1002665"/>
                </a:lnTo>
                <a:lnTo>
                  <a:pt x="303015" y="1015683"/>
                </a:lnTo>
                <a:lnTo>
                  <a:pt x="306823" y="1029335"/>
                </a:lnTo>
                <a:lnTo>
                  <a:pt x="324909" y="1023938"/>
                </a:lnTo>
                <a:lnTo>
                  <a:pt x="343312" y="1018858"/>
                </a:lnTo>
                <a:lnTo>
                  <a:pt x="362032" y="1013778"/>
                </a:lnTo>
                <a:lnTo>
                  <a:pt x="381070" y="1009015"/>
                </a:lnTo>
                <a:lnTo>
                  <a:pt x="400742" y="1004570"/>
                </a:lnTo>
                <a:lnTo>
                  <a:pt x="420414" y="1000125"/>
                </a:lnTo>
                <a:lnTo>
                  <a:pt x="440721" y="995998"/>
                </a:lnTo>
                <a:lnTo>
                  <a:pt x="461345" y="992188"/>
                </a:lnTo>
                <a:lnTo>
                  <a:pt x="458489" y="969328"/>
                </a:lnTo>
                <a:lnTo>
                  <a:pt x="456268" y="945833"/>
                </a:lnTo>
                <a:lnTo>
                  <a:pt x="454047" y="922655"/>
                </a:lnTo>
                <a:lnTo>
                  <a:pt x="452461" y="899160"/>
                </a:lnTo>
                <a:lnTo>
                  <a:pt x="451191" y="874713"/>
                </a:lnTo>
                <a:lnTo>
                  <a:pt x="449922" y="850900"/>
                </a:lnTo>
                <a:lnTo>
                  <a:pt x="448970" y="826135"/>
                </a:lnTo>
                <a:lnTo>
                  <a:pt x="448653" y="801688"/>
                </a:lnTo>
                <a:lnTo>
                  <a:pt x="273824" y="801688"/>
                </a:lnTo>
                <a:close/>
                <a:moveTo>
                  <a:pt x="59334" y="801688"/>
                </a:moveTo>
                <a:lnTo>
                  <a:pt x="60286" y="821690"/>
                </a:lnTo>
                <a:lnTo>
                  <a:pt x="62507" y="841693"/>
                </a:lnTo>
                <a:lnTo>
                  <a:pt x="64411" y="861378"/>
                </a:lnTo>
                <a:lnTo>
                  <a:pt x="67266" y="881380"/>
                </a:lnTo>
                <a:lnTo>
                  <a:pt x="70439" y="900748"/>
                </a:lnTo>
                <a:lnTo>
                  <a:pt x="74247" y="919798"/>
                </a:lnTo>
                <a:lnTo>
                  <a:pt x="78372" y="938848"/>
                </a:lnTo>
                <a:lnTo>
                  <a:pt x="83448" y="957898"/>
                </a:lnTo>
                <a:lnTo>
                  <a:pt x="88525" y="976630"/>
                </a:lnTo>
                <a:lnTo>
                  <a:pt x="94236" y="995045"/>
                </a:lnTo>
                <a:lnTo>
                  <a:pt x="100899" y="1013143"/>
                </a:lnTo>
                <a:lnTo>
                  <a:pt x="107245" y="1031240"/>
                </a:lnTo>
                <a:lnTo>
                  <a:pt x="114860" y="1049020"/>
                </a:lnTo>
                <a:lnTo>
                  <a:pt x="122475" y="1066483"/>
                </a:lnTo>
                <a:lnTo>
                  <a:pt x="130408" y="1083628"/>
                </a:lnTo>
                <a:lnTo>
                  <a:pt x="138975" y="1100773"/>
                </a:lnTo>
                <a:lnTo>
                  <a:pt x="150080" y="1094740"/>
                </a:lnTo>
                <a:lnTo>
                  <a:pt x="161185" y="1088390"/>
                </a:lnTo>
                <a:lnTo>
                  <a:pt x="172925" y="1082358"/>
                </a:lnTo>
                <a:lnTo>
                  <a:pt x="184982" y="1076325"/>
                </a:lnTo>
                <a:lnTo>
                  <a:pt x="197039" y="1070293"/>
                </a:lnTo>
                <a:lnTo>
                  <a:pt x="209731" y="1064895"/>
                </a:lnTo>
                <a:lnTo>
                  <a:pt x="222740" y="1059498"/>
                </a:lnTo>
                <a:lnTo>
                  <a:pt x="236066" y="1054100"/>
                </a:lnTo>
                <a:lnTo>
                  <a:pt x="250979" y="1048385"/>
                </a:lnTo>
                <a:lnTo>
                  <a:pt x="247172" y="1033780"/>
                </a:lnTo>
                <a:lnTo>
                  <a:pt x="243364" y="1019175"/>
                </a:lnTo>
                <a:lnTo>
                  <a:pt x="240191" y="1004570"/>
                </a:lnTo>
                <a:lnTo>
                  <a:pt x="236701" y="989330"/>
                </a:lnTo>
                <a:lnTo>
                  <a:pt x="233528" y="974408"/>
                </a:lnTo>
                <a:lnTo>
                  <a:pt x="230672" y="959168"/>
                </a:lnTo>
                <a:lnTo>
                  <a:pt x="228134" y="943928"/>
                </a:lnTo>
                <a:lnTo>
                  <a:pt x="225913" y="928370"/>
                </a:lnTo>
                <a:lnTo>
                  <a:pt x="223692" y="912813"/>
                </a:lnTo>
                <a:lnTo>
                  <a:pt x="221788" y="897573"/>
                </a:lnTo>
                <a:lnTo>
                  <a:pt x="220202" y="881698"/>
                </a:lnTo>
                <a:lnTo>
                  <a:pt x="218615" y="865823"/>
                </a:lnTo>
                <a:lnTo>
                  <a:pt x="217029" y="849948"/>
                </a:lnTo>
                <a:lnTo>
                  <a:pt x="216077" y="834073"/>
                </a:lnTo>
                <a:lnTo>
                  <a:pt x="215125" y="817880"/>
                </a:lnTo>
                <a:lnTo>
                  <a:pt x="214808" y="801688"/>
                </a:lnTo>
                <a:lnTo>
                  <a:pt x="59334" y="801688"/>
                </a:lnTo>
                <a:close/>
                <a:moveTo>
                  <a:pt x="1734820" y="720725"/>
                </a:moveTo>
                <a:lnTo>
                  <a:pt x="1735138" y="764540"/>
                </a:lnTo>
                <a:lnTo>
                  <a:pt x="1735138" y="861378"/>
                </a:lnTo>
                <a:lnTo>
                  <a:pt x="1735138" y="913765"/>
                </a:lnTo>
                <a:lnTo>
                  <a:pt x="1734503" y="960120"/>
                </a:lnTo>
                <a:lnTo>
                  <a:pt x="1734185" y="979488"/>
                </a:lnTo>
                <a:lnTo>
                  <a:pt x="1733549" y="994728"/>
                </a:lnTo>
                <a:lnTo>
                  <a:pt x="1732914" y="1005840"/>
                </a:lnTo>
                <a:lnTo>
                  <a:pt x="1732596" y="1009333"/>
                </a:lnTo>
                <a:lnTo>
                  <a:pt x="1732278" y="1011238"/>
                </a:lnTo>
                <a:lnTo>
                  <a:pt x="1731642" y="1011873"/>
                </a:lnTo>
                <a:lnTo>
                  <a:pt x="1730689" y="1012190"/>
                </a:lnTo>
                <a:lnTo>
                  <a:pt x="1727511" y="1013143"/>
                </a:lnTo>
                <a:lnTo>
                  <a:pt x="1722744" y="1014095"/>
                </a:lnTo>
                <a:lnTo>
                  <a:pt x="1716071" y="1014730"/>
                </a:lnTo>
                <a:lnTo>
                  <a:pt x="1708443" y="1015365"/>
                </a:lnTo>
                <a:lnTo>
                  <a:pt x="1698910" y="1015683"/>
                </a:lnTo>
                <a:lnTo>
                  <a:pt x="1676982" y="1016000"/>
                </a:lnTo>
                <a:lnTo>
                  <a:pt x="1650923" y="1016000"/>
                </a:lnTo>
                <a:lnTo>
                  <a:pt x="1622321" y="1015683"/>
                </a:lnTo>
                <a:lnTo>
                  <a:pt x="1591496" y="1014730"/>
                </a:lnTo>
                <a:lnTo>
                  <a:pt x="1559716" y="1013778"/>
                </a:lnTo>
                <a:lnTo>
                  <a:pt x="1497746" y="1011555"/>
                </a:lnTo>
                <a:lnTo>
                  <a:pt x="1443404" y="1009333"/>
                </a:lnTo>
                <a:lnTo>
                  <a:pt x="1390650" y="1006793"/>
                </a:lnTo>
                <a:lnTo>
                  <a:pt x="1438319" y="1005205"/>
                </a:lnTo>
                <a:lnTo>
                  <a:pt x="1487259" y="1003300"/>
                </a:lnTo>
                <a:lnTo>
                  <a:pt x="1543509" y="1000443"/>
                </a:lnTo>
                <a:lnTo>
                  <a:pt x="1572428" y="998538"/>
                </a:lnTo>
                <a:lnTo>
                  <a:pt x="1600394" y="996633"/>
                </a:lnTo>
                <a:lnTo>
                  <a:pt x="1626771" y="994410"/>
                </a:lnTo>
                <a:lnTo>
                  <a:pt x="1650605" y="992188"/>
                </a:lnTo>
                <a:lnTo>
                  <a:pt x="1671262" y="989648"/>
                </a:lnTo>
                <a:lnTo>
                  <a:pt x="1679842" y="988378"/>
                </a:lnTo>
                <a:lnTo>
                  <a:pt x="1687787" y="986790"/>
                </a:lnTo>
                <a:lnTo>
                  <a:pt x="1693825" y="985520"/>
                </a:lnTo>
                <a:lnTo>
                  <a:pt x="1698592" y="983933"/>
                </a:lnTo>
                <a:lnTo>
                  <a:pt x="1702088" y="982028"/>
                </a:lnTo>
                <a:lnTo>
                  <a:pt x="1703359" y="981075"/>
                </a:lnTo>
                <a:lnTo>
                  <a:pt x="1704312" y="980440"/>
                </a:lnTo>
                <a:lnTo>
                  <a:pt x="1705266" y="978218"/>
                </a:lnTo>
                <a:lnTo>
                  <a:pt x="1706219" y="974725"/>
                </a:lnTo>
                <a:lnTo>
                  <a:pt x="1707490" y="969963"/>
                </a:lnTo>
                <a:lnTo>
                  <a:pt x="1708443" y="963930"/>
                </a:lnTo>
                <a:lnTo>
                  <a:pt x="1710986" y="949960"/>
                </a:lnTo>
                <a:lnTo>
                  <a:pt x="1713528" y="932498"/>
                </a:lnTo>
                <a:lnTo>
                  <a:pt x="1716071" y="912178"/>
                </a:lnTo>
                <a:lnTo>
                  <a:pt x="1718613" y="890270"/>
                </a:lnTo>
                <a:lnTo>
                  <a:pt x="1723698" y="844233"/>
                </a:lnTo>
                <a:lnTo>
                  <a:pt x="1728147" y="798513"/>
                </a:lnTo>
                <a:lnTo>
                  <a:pt x="1731642" y="759143"/>
                </a:lnTo>
                <a:lnTo>
                  <a:pt x="1734820" y="720725"/>
                </a:lnTo>
                <a:close/>
                <a:moveTo>
                  <a:pt x="519410" y="561340"/>
                </a:moveTo>
                <a:lnTo>
                  <a:pt x="516871" y="583565"/>
                </a:lnTo>
                <a:lnTo>
                  <a:pt x="514650" y="605473"/>
                </a:lnTo>
                <a:lnTo>
                  <a:pt x="512746" y="627698"/>
                </a:lnTo>
                <a:lnTo>
                  <a:pt x="510843" y="650240"/>
                </a:lnTo>
                <a:lnTo>
                  <a:pt x="509573" y="673100"/>
                </a:lnTo>
                <a:lnTo>
                  <a:pt x="508622" y="695960"/>
                </a:lnTo>
                <a:lnTo>
                  <a:pt x="507670" y="719138"/>
                </a:lnTo>
                <a:lnTo>
                  <a:pt x="507352" y="742950"/>
                </a:lnTo>
                <a:lnTo>
                  <a:pt x="742467" y="742950"/>
                </a:lnTo>
                <a:lnTo>
                  <a:pt x="742467" y="578485"/>
                </a:lnTo>
                <a:lnTo>
                  <a:pt x="713276" y="577850"/>
                </a:lnTo>
                <a:lnTo>
                  <a:pt x="684720" y="576580"/>
                </a:lnTo>
                <a:lnTo>
                  <a:pt x="656163" y="575310"/>
                </a:lnTo>
                <a:lnTo>
                  <a:pt x="627924" y="573405"/>
                </a:lnTo>
                <a:lnTo>
                  <a:pt x="600319" y="570865"/>
                </a:lnTo>
                <a:lnTo>
                  <a:pt x="573032" y="568325"/>
                </a:lnTo>
                <a:lnTo>
                  <a:pt x="546062" y="564833"/>
                </a:lnTo>
                <a:lnTo>
                  <a:pt x="519410" y="561340"/>
                </a:lnTo>
                <a:close/>
                <a:moveTo>
                  <a:pt x="1074474" y="554038"/>
                </a:moveTo>
                <a:lnTo>
                  <a:pt x="1100533" y="554038"/>
                </a:lnTo>
                <a:lnTo>
                  <a:pt x="1129135" y="554356"/>
                </a:lnTo>
                <a:lnTo>
                  <a:pt x="1159961" y="555308"/>
                </a:lnTo>
                <a:lnTo>
                  <a:pt x="1191422" y="556261"/>
                </a:lnTo>
                <a:lnTo>
                  <a:pt x="1253392" y="558483"/>
                </a:lnTo>
                <a:lnTo>
                  <a:pt x="1307734" y="560706"/>
                </a:lnTo>
                <a:lnTo>
                  <a:pt x="1360488" y="563246"/>
                </a:lnTo>
                <a:lnTo>
                  <a:pt x="1313137" y="564833"/>
                </a:lnTo>
                <a:lnTo>
                  <a:pt x="1264197" y="567056"/>
                </a:lnTo>
                <a:lnTo>
                  <a:pt x="1207947" y="569913"/>
                </a:lnTo>
                <a:lnTo>
                  <a:pt x="1179028" y="571501"/>
                </a:lnTo>
                <a:lnTo>
                  <a:pt x="1150745" y="573406"/>
                </a:lnTo>
                <a:lnTo>
                  <a:pt x="1124685" y="575628"/>
                </a:lnTo>
                <a:lnTo>
                  <a:pt x="1100851" y="577851"/>
                </a:lnTo>
                <a:lnTo>
                  <a:pt x="1079877" y="580391"/>
                </a:lnTo>
                <a:lnTo>
                  <a:pt x="1071296" y="581661"/>
                </a:lnTo>
                <a:lnTo>
                  <a:pt x="1063669" y="583248"/>
                </a:lnTo>
                <a:lnTo>
                  <a:pt x="1057313" y="584836"/>
                </a:lnTo>
                <a:lnTo>
                  <a:pt x="1052546" y="586423"/>
                </a:lnTo>
                <a:lnTo>
                  <a:pt x="1049051" y="588011"/>
                </a:lnTo>
                <a:lnTo>
                  <a:pt x="1048097" y="588963"/>
                </a:lnTo>
                <a:lnTo>
                  <a:pt x="1046826" y="589598"/>
                </a:lnTo>
                <a:lnTo>
                  <a:pt x="1045873" y="591821"/>
                </a:lnTo>
                <a:lnTo>
                  <a:pt x="1044919" y="595313"/>
                </a:lnTo>
                <a:lnTo>
                  <a:pt x="1042695" y="606108"/>
                </a:lnTo>
                <a:lnTo>
                  <a:pt x="1040152" y="620396"/>
                </a:lnTo>
                <a:lnTo>
                  <a:pt x="1037610" y="637858"/>
                </a:lnTo>
                <a:lnTo>
                  <a:pt x="1035386" y="657861"/>
                </a:lnTo>
                <a:lnTo>
                  <a:pt x="1032843" y="679768"/>
                </a:lnTo>
                <a:lnTo>
                  <a:pt x="1027441" y="726123"/>
                </a:lnTo>
                <a:lnTo>
                  <a:pt x="1022992" y="771526"/>
                </a:lnTo>
                <a:lnTo>
                  <a:pt x="1019496" y="811213"/>
                </a:lnTo>
                <a:lnTo>
                  <a:pt x="1016318" y="849313"/>
                </a:lnTo>
                <a:lnTo>
                  <a:pt x="1016000" y="805498"/>
                </a:lnTo>
                <a:lnTo>
                  <a:pt x="1016000" y="708978"/>
                </a:lnTo>
                <a:lnTo>
                  <a:pt x="1016318" y="656591"/>
                </a:lnTo>
                <a:lnTo>
                  <a:pt x="1016636" y="609918"/>
                </a:lnTo>
                <a:lnTo>
                  <a:pt x="1017271" y="590551"/>
                </a:lnTo>
                <a:lnTo>
                  <a:pt x="1017589" y="575311"/>
                </a:lnTo>
                <a:lnTo>
                  <a:pt x="1018225" y="564198"/>
                </a:lnTo>
                <a:lnTo>
                  <a:pt x="1018860" y="560706"/>
                </a:lnTo>
                <a:lnTo>
                  <a:pt x="1019178" y="558801"/>
                </a:lnTo>
                <a:lnTo>
                  <a:pt x="1019496" y="558166"/>
                </a:lnTo>
                <a:lnTo>
                  <a:pt x="1020449" y="557848"/>
                </a:lnTo>
                <a:lnTo>
                  <a:pt x="1023627" y="556896"/>
                </a:lnTo>
                <a:lnTo>
                  <a:pt x="1028394" y="555943"/>
                </a:lnTo>
                <a:lnTo>
                  <a:pt x="1035068" y="555308"/>
                </a:lnTo>
                <a:lnTo>
                  <a:pt x="1043013" y="554673"/>
                </a:lnTo>
                <a:lnTo>
                  <a:pt x="1052546" y="554356"/>
                </a:lnTo>
                <a:lnTo>
                  <a:pt x="1074474" y="554038"/>
                </a:lnTo>
                <a:close/>
                <a:moveTo>
                  <a:pt x="995680" y="516891"/>
                </a:moveTo>
                <a:lnTo>
                  <a:pt x="992187" y="517208"/>
                </a:lnTo>
                <a:lnTo>
                  <a:pt x="989330" y="518161"/>
                </a:lnTo>
                <a:lnTo>
                  <a:pt x="986790" y="519748"/>
                </a:lnTo>
                <a:lnTo>
                  <a:pt x="984567" y="521971"/>
                </a:lnTo>
                <a:lnTo>
                  <a:pt x="982662" y="524511"/>
                </a:lnTo>
                <a:lnTo>
                  <a:pt x="981075" y="527368"/>
                </a:lnTo>
                <a:lnTo>
                  <a:pt x="980440" y="530543"/>
                </a:lnTo>
                <a:lnTo>
                  <a:pt x="980122" y="534353"/>
                </a:lnTo>
                <a:lnTo>
                  <a:pt x="980122" y="1036638"/>
                </a:lnTo>
                <a:lnTo>
                  <a:pt x="980440" y="1040131"/>
                </a:lnTo>
                <a:lnTo>
                  <a:pt x="981075" y="1043306"/>
                </a:lnTo>
                <a:lnTo>
                  <a:pt x="982662" y="1046163"/>
                </a:lnTo>
                <a:lnTo>
                  <a:pt x="984567" y="1048703"/>
                </a:lnTo>
                <a:lnTo>
                  <a:pt x="986790" y="1050926"/>
                </a:lnTo>
                <a:lnTo>
                  <a:pt x="989330" y="1052196"/>
                </a:lnTo>
                <a:lnTo>
                  <a:pt x="992187" y="1053783"/>
                </a:lnTo>
                <a:lnTo>
                  <a:pt x="995680" y="1054101"/>
                </a:lnTo>
                <a:lnTo>
                  <a:pt x="1752918" y="1054101"/>
                </a:lnTo>
                <a:lnTo>
                  <a:pt x="1756093" y="1053783"/>
                </a:lnTo>
                <a:lnTo>
                  <a:pt x="1759268" y="1052196"/>
                </a:lnTo>
                <a:lnTo>
                  <a:pt x="1761808" y="1050926"/>
                </a:lnTo>
                <a:lnTo>
                  <a:pt x="1764030" y="1048703"/>
                </a:lnTo>
                <a:lnTo>
                  <a:pt x="1765935" y="1046163"/>
                </a:lnTo>
                <a:lnTo>
                  <a:pt x="1767205" y="1043306"/>
                </a:lnTo>
                <a:lnTo>
                  <a:pt x="1768158" y="1040131"/>
                </a:lnTo>
                <a:lnTo>
                  <a:pt x="1768475" y="1036638"/>
                </a:lnTo>
                <a:lnTo>
                  <a:pt x="1768475" y="534353"/>
                </a:lnTo>
                <a:lnTo>
                  <a:pt x="1768158" y="530543"/>
                </a:lnTo>
                <a:lnTo>
                  <a:pt x="1767205" y="527368"/>
                </a:lnTo>
                <a:lnTo>
                  <a:pt x="1765935" y="524511"/>
                </a:lnTo>
                <a:lnTo>
                  <a:pt x="1764030" y="521971"/>
                </a:lnTo>
                <a:lnTo>
                  <a:pt x="1761808" y="519748"/>
                </a:lnTo>
                <a:lnTo>
                  <a:pt x="1759268" y="518161"/>
                </a:lnTo>
                <a:lnTo>
                  <a:pt x="1756093" y="517208"/>
                </a:lnTo>
                <a:lnTo>
                  <a:pt x="1752918" y="516891"/>
                </a:lnTo>
                <a:lnTo>
                  <a:pt x="995680" y="516891"/>
                </a:lnTo>
                <a:close/>
                <a:moveTo>
                  <a:pt x="306823" y="515303"/>
                </a:moveTo>
                <a:lnTo>
                  <a:pt x="303015" y="528320"/>
                </a:lnTo>
                <a:lnTo>
                  <a:pt x="299842" y="541973"/>
                </a:lnTo>
                <a:lnTo>
                  <a:pt x="296670" y="555625"/>
                </a:lnTo>
                <a:lnTo>
                  <a:pt x="293814" y="569595"/>
                </a:lnTo>
                <a:lnTo>
                  <a:pt x="290958" y="583565"/>
                </a:lnTo>
                <a:lnTo>
                  <a:pt x="288420" y="597218"/>
                </a:lnTo>
                <a:lnTo>
                  <a:pt x="285882" y="611505"/>
                </a:lnTo>
                <a:lnTo>
                  <a:pt x="283660" y="625793"/>
                </a:lnTo>
                <a:lnTo>
                  <a:pt x="281757" y="640080"/>
                </a:lnTo>
                <a:lnTo>
                  <a:pt x="280170" y="654368"/>
                </a:lnTo>
                <a:lnTo>
                  <a:pt x="278584" y="668655"/>
                </a:lnTo>
                <a:lnTo>
                  <a:pt x="276997" y="683260"/>
                </a:lnTo>
                <a:lnTo>
                  <a:pt x="276045" y="698183"/>
                </a:lnTo>
                <a:lnTo>
                  <a:pt x="275094" y="713105"/>
                </a:lnTo>
                <a:lnTo>
                  <a:pt x="274142" y="728028"/>
                </a:lnTo>
                <a:lnTo>
                  <a:pt x="273824" y="742950"/>
                </a:lnTo>
                <a:lnTo>
                  <a:pt x="448336" y="742950"/>
                </a:lnTo>
                <a:lnTo>
                  <a:pt x="448970" y="718185"/>
                </a:lnTo>
                <a:lnTo>
                  <a:pt x="449922" y="693738"/>
                </a:lnTo>
                <a:lnTo>
                  <a:pt x="450874" y="669290"/>
                </a:lnTo>
                <a:lnTo>
                  <a:pt x="452461" y="645478"/>
                </a:lnTo>
                <a:lnTo>
                  <a:pt x="454047" y="621983"/>
                </a:lnTo>
                <a:lnTo>
                  <a:pt x="456268" y="598170"/>
                </a:lnTo>
                <a:lnTo>
                  <a:pt x="458489" y="574993"/>
                </a:lnTo>
                <a:lnTo>
                  <a:pt x="461345" y="552450"/>
                </a:lnTo>
                <a:lnTo>
                  <a:pt x="432154" y="546418"/>
                </a:lnTo>
                <a:lnTo>
                  <a:pt x="403597" y="540703"/>
                </a:lnTo>
                <a:lnTo>
                  <a:pt x="376310" y="534353"/>
                </a:lnTo>
                <a:lnTo>
                  <a:pt x="349023" y="527368"/>
                </a:lnTo>
                <a:lnTo>
                  <a:pt x="327764" y="521335"/>
                </a:lnTo>
                <a:lnTo>
                  <a:pt x="306823" y="515303"/>
                </a:lnTo>
                <a:close/>
                <a:moveTo>
                  <a:pt x="956945" y="477838"/>
                </a:moveTo>
                <a:lnTo>
                  <a:pt x="958532" y="477838"/>
                </a:lnTo>
                <a:lnTo>
                  <a:pt x="1789748" y="477838"/>
                </a:lnTo>
                <a:lnTo>
                  <a:pt x="1791653" y="477838"/>
                </a:lnTo>
                <a:lnTo>
                  <a:pt x="1793240" y="478156"/>
                </a:lnTo>
                <a:lnTo>
                  <a:pt x="1796415" y="479743"/>
                </a:lnTo>
                <a:lnTo>
                  <a:pt x="1799273" y="481648"/>
                </a:lnTo>
                <a:lnTo>
                  <a:pt x="1801813" y="483871"/>
                </a:lnTo>
                <a:lnTo>
                  <a:pt x="1803718" y="486728"/>
                </a:lnTo>
                <a:lnTo>
                  <a:pt x="1805305" y="490221"/>
                </a:lnTo>
                <a:lnTo>
                  <a:pt x="1806258" y="493713"/>
                </a:lnTo>
                <a:lnTo>
                  <a:pt x="1806575" y="498158"/>
                </a:lnTo>
                <a:lnTo>
                  <a:pt x="1806575" y="1074103"/>
                </a:lnTo>
                <a:lnTo>
                  <a:pt x="1806258" y="1077913"/>
                </a:lnTo>
                <a:lnTo>
                  <a:pt x="1805305" y="1081406"/>
                </a:lnTo>
                <a:lnTo>
                  <a:pt x="1803718" y="1084898"/>
                </a:lnTo>
                <a:lnTo>
                  <a:pt x="1801813" y="1088073"/>
                </a:lnTo>
                <a:lnTo>
                  <a:pt x="1799273" y="1090613"/>
                </a:lnTo>
                <a:lnTo>
                  <a:pt x="1796415" y="1092201"/>
                </a:lnTo>
                <a:lnTo>
                  <a:pt x="1793240" y="1093471"/>
                </a:lnTo>
                <a:lnTo>
                  <a:pt x="1791653" y="1093788"/>
                </a:lnTo>
                <a:lnTo>
                  <a:pt x="1789748" y="1093788"/>
                </a:lnTo>
                <a:lnTo>
                  <a:pt x="958532" y="1093788"/>
                </a:lnTo>
                <a:lnTo>
                  <a:pt x="956945" y="1093788"/>
                </a:lnTo>
                <a:lnTo>
                  <a:pt x="955040" y="1093471"/>
                </a:lnTo>
                <a:lnTo>
                  <a:pt x="951865" y="1092201"/>
                </a:lnTo>
                <a:lnTo>
                  <a:pt x="949325" y="1090613"/>
                </a:lnTo>
                <a:lnTo>
                  <a:pt x="946785" y="1088073"/>
                </a:lnTo>
                <a:lnTo>
                  <a:pt x="944562" y="1084898"/>
                </a:lnTo>
                <a:lnTo>
                  <a:pt x="942657" y="1081406"/>
                </a:lnTo>
                <a:lnTo>
                  <a:pt x="941705" y="1077913"/>
                </a:lnTo>
                <a:lnTo>
                  <a:pt x="941387" y="1074103"/>
                </a:lnTo>
                <a:lnTo>
                  <a:pt x="941387" y="498158"/>
                </a:lnTo>
                <a:lnTo>
                  <a:pt x="941705" y="493713"/>
                </a:lnTo>
                <a:lnTo>
                  <a:pt x="942657" y="490221"/>
                </a:lnTo>
                <a:lnTo>
                  <a:pt x="944562" y="486728"/>
                </a:lnTo>
                <a:lnTo>
                  <a:pt x="946785" y="483871"/>
                </a:lnTo>
                <a:lnTo>
                  <a:pt x="949325" y="481648"/>
                </a:lnTo>
                <a:lnTo>
                  <a:pt x="951865" y="479743"/>
                </a:lnTo>
                <a:lnTo>
                  <a:pt x="955040" y="478156"/>
                </a:lnTo>
                <a:lnTo>
                  <a:pt x="956945" y="477838"/>
                </a:lnTo>
                <a:close/>
                <a:moveTo>
                  <a:pt x="138975" y="443230"/>
                </a:moveTo>
                <a:lnTo>
                  <a:pt x="130408" y="460375"/>
                </a:lnTo>
                <a:lnTo>
                  <a:pt x="122475" y="477838"/>
                </a:lnTo>
                <a:lnTo>
                  <a:pt x="114860" y="495300"/>
                </a:lnTo>
                <a:lnTo>
                  <a:pt x="107245" y="513080"/>
                </a:lnTo>
                <a:lnTo>
                  <a:pt x="100899" y="531178"/>
                </a:lnTo>
                <a:lnTo>
                  <a:pt x="94236" y="549593"/>
                </a:lnTo>
                <a:lnTo>
                  <a:pt x="88525" y="568008"/>
                </a:lnTo>
                <a:lnTo>
                  <a:pt x="83448" y="586740"/>
                </a:lnTo>
                <a:lnTo>
                  <a:pt x="78372" y="605473"/>
                </a:lnTo>
                <a:lnTo>
                  <a:pt x="74247" y="624523"/>
                </a:lnTo>
                <a:lnTo>
                  <a:pt x="70439" y="643890"/>
                </a:lnTo>
                <a:lnTo>
                  <a:pt x="67266" y="663258"/>
                </a:lnTo>
                <a:lnTo>
                  <a:pt x="64411" y="682943"/>
                </a:lnTo>
                <a:lnTo>
                  <a:pt x="62507" y="702628"/>
                </a:lnTo>
                <a:lnTo>
                  <a:pt x="60286" y="722948"/>
                </a:lnTo>
                <a:lnTo>
                  <a:pt x="59334" y="742950"/>
                </a:lnTo>
                <a:lnTo>
                  <a:pt x="214808" y="742950"/>
                </a:lnTo>
                <a:lnTo>
                  <a:pt x="215125" y="726758"/>
                </a:lnTo>
                <a:lnTo>
                  <a:pt x="216077" y="710565"/>
                </a:lnTo>
                <a:lnTo>
                  <a:pt x="217029" y="694373"/>
                </a:lnTo>
                <a:lnTo>
                  <a:pt x="218615" y="678498"/>
                </a:lnTo>
                <a:lnTo>
                  <a:pt x="220202" y="662623"/>
                </a:lnTo>
                <a:lnTo>
                  <a:pt x="221788" y="647065"/>
                </a:lnTo>
                <a:lnTo>
                  <a:pt x="223692" y="631190"/>
                </a:lnTo>
                <a:lnTo>
                  <a:pt x="225913" y="615950"/>
                </a:lnTo>
                <a:lnTo>
                  <a:pt x="228134" y="600710"/>
                </a:lnTo>
                <a:lnTo>
                  <a:pt x="230672" y="585470"/>
                </a:lnTo>
                <a:lnTo>
                  <a:pt x="233528" y="570230"/>
                </a:lnTo>
                <a:lnTo>
                  <a:pt x="236701" y="554990"/>
                </a:lnTo>
                <a:lnTo>
                  <a:pt x="239874" y="540068"/>
                </a:lnTo>
                <a:lnTo>
                  <a:pt x="243364" y="525145"/>
                </a:lnTo>
                <a:lnTo>
                  <a:pt x="247172" y="510540"/>
                </a:lnTo>
                <a:lnTo>
                  <a:pt x="250979" y="496253"/>
                </a:lnTo>
                <a:lnTo>
                  <a:pt x="235749" y="490220"/>
                </a:lnTo>
                <a:lnTo>
                  <a:pt x="220519" y="484188"/>
                </a:lnTo>
                <a:lnTo>
                  <a:pt x="205924" y="477520"/>
                </a:lnTo>
                <a:lnTo>
                  <a:pt x="191645" y="471170"/>
                </a:lnTo>
                <a:lnTo>
                  <a:pt x="177684" y="464820"/>
                </a:lnTo>
                <a:lnTo>
                  <a:pt x="164358" y="457518"/>
                </a:lnTo>
                <a:lnTo>
                  <a:pt x="151666" y="450850"/>
                </a:lnTo>
                <a:lnTo>
                  <a:pt x="138975" y="443230"/>
                </a:lnTo>
                <a:close/>
                <a:moveTo>
                  <a:pt x="577792" y="294005"/>
                </a:moveTo>
                <a:lnTo>
                  <a:pt x="570177" y="317500"/>
                </a:lnTo>
                <a:lnTo>
                  <a:pt x="562562" y="341630"/>
                </a:lnTo>
                <a:lnTo>
                  <a:pt x="555581" y="366713"/>
                </a:lnTo>
                <a:lnTo>
                  <a:pt x="549235" y="392748"/>
                </a:lnTo>
                <a:lnTo>
                  <a:pt x="542889" y="419100"/>
                </a:lnTo>
                <a:lnTo>
                  <a:pt x="537495" y="446405"/>
                </a:lnTo>
                <a:lnTo>
                  <a:pt x="532101" y="474345"/>
                </a:lnTo>
                <a:lnTo>
                  <a:pt x="527342" y="503238"/>
                </a:lnTo>
                <a:lnTo>
                  <a:pt x="553043" y="506413"/>
                </a:lnTo>
                <a:lnTo>
                  <a:pt x="578743" y="509588"/>
                </a:lnTo>
                <a:lnTo>
                  <a:pt x="605396" y="512128"/>
                </a:lnTo>
                <a:lnTo>
                  <a:pt x="631731" y="514668"/>
                </a:lnTo>
                <a:lnTo>
                  <a:pt x="659019" y="516573"/>
                </a:lnTo>
                <a:lnTo>
                  <a:pt x="686623" y="517843"/>
                </a:lnTo>
                <a:lnTo>
                  <a:pt x="714228" y="519113"/>
                </a:lnTo>
                <a:lnTo>
                  <a:pt x="742467" y="519748"/>
                </a:lnTo>
                <a:lnTo>
                  <a:pt x="742467" y="303848"/>
                </a:lnTo>
                <a:lnTo>
                  <a:pt x="721208" y="303213"/>
                </a:lnTo>
                <a:lnTo>
                  <a:pt x="699950" y="302578"/>
                </a:lnTo>
                <a:lnTo>
                  <a:pt x="679326" y="301625"/>
                </a:lnTo>
                <a:lnTo>
                  <a:pt x="658701" y="300673"/>
                </a:lnTo>
                <a:lnTo>
                  <a:pt x="638077" y="299403"/>
                </a:lnTo>
                <a:lnTo>
                  <a:pt x="618088" y="297815"/>
                </a:lnTo>
                <a:lnTo>
                  <a:pt x="597464" y="295910"/>
                </a:lnTo>
                <a:lnTo>
                  <a:pt x="577792" y="294005"/>
                </a:lnTo>
                <a:close/>
                <a:moveTo>
                  <a:pt x="418510" y="269240"/>
                </a:moveTo>
                <a:lnTo>
                  <a:pt x="411530" y="279718"/>
                </a:lnTo>
                <a:lnTo>
                  <a:pt x="404549" y="290513"/>
                </a:lnTo>
                <a:lnTo>
                  <a:pt x="397886" y="300990"/>
                </a:lnTo>
                <a:lnTo>
                  <a:pt x="391223" y="312103"/>
                </a:lnTo>
                <a:lnTo>
                  <a:pt x="384560" y="323533"/>
                </a:lnTo>
                <a:lnTo>
                  <a:pt x="378531" y="334645"/>
                </a:lnTo>
                <a:lnTo>
                  <a:pt x="371868" y="346393"/>
                </a:lnTo>
                <a:lnTo>
                  <a:pt x="366157" y="358458"/>
                </a:lnTo>
                <a:lnTo>
                  <a:pt x="360446" y="370205"/>
                </a:lnTo>
                <a:lnTo>
                  <a:pt x="354417" y="382270"/>
                </a:lnTo>
                <a:lnTo>
                  <a:pt x="349023" y="394653"/>
                </a:lnTo>
                <a:lnTo>
                  <a:pt x="343946" y="407035"/>
                </a:lnTo>
                <a:lnTo>
                  <a:pt x="338870" y="419735"/>
                </a:lnTo>
                <a:lnTo>
                  <a:pt x="333476" y="432753"/>
                </a:lnTo>
                <a:lnTo>
                  <a:pt x="328716" y="445770"/>
                </a:lnTo>
                <a:lnTo>
                  <a:pt x="324274" y="458788"/>
                </a:lnTo>
                <a:lnTo>
                  <a:pt x="341091" y="463868"/>
                </a:lnTo>
                <a:lnTo>
                  <a:pt x="358224" y="468948"/>
                </a:lnTo>
                <a:lnTo>
                  <a:pt x="375993" y="473393"/>
                </a:lnTo>
                <a:lnTo>
                  <a:pt x="393761" y="477838"/>
                </a:lnTo>
                <a:lnTo>
                  <a:pt x="412164" y="482283"/>
                </a:lnTo>
                <a:lnTo>
                  <a:pt x="430885" y="486410"/>
                </a:lnTo>
                <a:lnTo>
                  <a:pt x="449922" y="490220"/>
                </a:lnTo>
                <a:lnTo>
                  <a:pt x="469277" y="493713"/>
                </a:lnTo>
                <a:lnTo>
                  <a:pt x="472133" y="474663"/>
                </a:lnTo>
                <a:lnTo>
                  <a:pt x="475623" y="455930"/>
                </a:lnTo>
                <a:lnTo>
                  <a:pt x="479113" y="437515"/>
                </a:lnTo>
                <a:lnTo>
                  <a:pt x="482921" y="419418"/>
                </a:lnTo>
                <a:lnTo>
                  <a:pt x="486728" y="401320"/>
                </a:lnTo>
                <a:lnTo>
                  <a:pt x="490536" y="383540"/>
                </a:lnTo>
                <a:lnTo>
                  <a:pt x="495295" y="366395"/>
                </a:lnTo>
                <a:lnTo>
                  <a:pt x="499420" y="349250"/>
                </a:lnTo>
                <a:lnTo>
                  <a:pt x="503862" y="333058"/>
                </a:lnTo>
                <a:lnTo>
                  <a:pt x="508304" y="317183"/>
                </a:lnTo>
                <a:lnTo>
                  <a:pt x="513381" y="301943"/>
                </a:lnTo>
                <a:lnTo>
                  <a:pt x="518140" y="286703"/>
                </a:lnTo>
                <a:lnTo>
                  <a:pt x="492440" y="282893"/>
                </a:lnTo>
                <a:lnTo>
                  <a:pt x="467691" y="278765"/>
                </a:lnTo>
                <a:lnTo>
                  <a:pt x="442942" y="274320"/>
                </a:lnTo>
                <a:lnTo>
                  <a:pt x="418510" y="269240"/>
                </a:lnTo>
                <a:close/>
                <a:moveTo>
                  <a:pt x="299208" y="238125"/>
                </a:moveTo>
                <a:lnTo>
                  <a:pt x="283026" y="252730"/>
                </a:lnTo>
                <a:lnTo>
                  <a:pt x="275411" y="260033"/>
                </a:lnTo>
                <a:lnTo>
                  <a:pt x="267479" y="267653"/>
                </a:lnTo>
                <a:lnTo>
                  <a:pt x="253835" y="281940"/>
                </a:lnTo>
                <a:lnTo>
                  <a:pt x="240191" y="296863"/>
                </a:lnTo>
                <a:lnTo>
                  <a:pt x="227182" y="311785"/>
                </a:lnTo>
                <a:lnTo>
                  <a:pt x="214490" y="327343"/>
                </a:lnTo>
                <a:lnTo>
                  <a:pt x="202433" y="343218"/>
                </a:lnTo>
                <a:lnTo>
                  <a:pt x="190376" y="359093"/>
                </a:lnTo>
                <a:lnTo>
                  <a:pt x="178954" y="375603"/>
                </a:lnTo>
                <a:lnTo>
                  <a:pt x="168483" y="392430"/>
                </a:lnTo>
                <a:lnTo>
                  <a:pt x="178002" y="398145"/>
                </a:lnTo>
                <a:lnTo>
                  <a:pt x="188472" y="403860"/>
                </a:lnTo>
                <a:lnTo>
                  <a:pt x="198943" y="409575"/>
                </a:lnTo>
                <a:lnTo>
                  <a:pt x="210048" y="414973"/>
                </a:lnTo>
                <a:lnTo>
                  <a:pt x="221471" y="420053"/>
                </a:lnTo>
                <a:lnTo>
                  <a:pt x="232894" y="425450"/>
                </a:lnTo>
                <a:lnTo>
                  <a:pt x="245268" y="430848"/>
                </a:lnTo>
                <a:lnTo>
                  <a:pt x="257642" y="435610"/>
                </a:lnTo>
                <a:lnTo>
                  <a:pt x="268430" y="439738"/>
                </a:lnTo>
                <a:lnTo>
                  <a:pt x="277315" y="414655"/>
                </a:lnTo>
                <a:lnTo>
                  <a:pt x="287151" y="390208"/>
                </a:lnTo>
                <a:lnTo>
                  <a:pt x="297304" y="366078"/>
                </a:lnTo>
                <a:lnTo>
                  <a:pt x="302381" y="354330"/>
                </a:lnTo>
                <a:lnTo>
                  <a:pt x="308409" y="342900"/>
                </a:lnTo>
                <a:lnTo>
                  <a:pt x="313803" y="331153"/>
                </a:lnTo>
                <a:lnTo>
                  <a:pt x="319515" y="319723"/>
                </a:lnTo>
                <a:lnTo>
                  <a:pt x="325543" y="308610"/>
                </a:lnTo>
                <a:lnTo>
                  <a:pt x="331572" y="297498"/>
                </a:lnTo>
                <a:lnTo>
                  <a:pt x="337600" y="286703"/>
                </a:lnTo>
                <a:lnTo>
                  <a:pt x="344264" y="275908"/>
                </a:lnTo>
                <a:lnTo>
                  <a:pt x="350609" y="265430"/>
                </a:lnTo>
                <a:lnTo>
                  <a:pt x="357590" y="254953"/>
                </a:lnTo>
                <a:lnTo>
                  <a:pt x="349023" y="253048"/>
                </a:lnTo>
                <a:lnTo>
                  <a:pt x="323957" y="245745"/>
                </a:lnTo>
                <a:lnTo>
                  <a:pt x="299208" y="238125"/>
                </a:lnTo>
                <a:close/>
                <a:moveTo>
                  <a:pt x="1081336" y="129223"/>
                </a:moveTo>
                <a:lnTo>
                  <a:pt x="1090538" y="137795"/>
                </a:lnTo>
                <a:lnTo>
                  <a:pt x="1099422" y="146368"/>
                </a:lnTo>
                <a:lnTo>
                  <a:pt x="1107989" y="155575"/>
                </a:lnTo>
                <a:lnTo>
                  <a:pt x="1116873" y="164465"/>
                </a:lnTo>
                <a:lnTo>
                  <a:pt x="1125123" y="173990"/>
                </a:lnTo>
                <a:lnTo>
                  <a:pt x="1133690" y="183833"/>
                </a:lnTo>
                <a:lnTo>
                  <a:pt x="1141622" y="193358"/>
                </a:lnTo>
                <a:lnTo>
                  <a:pt x="1149555" y="203518"/>
                </a:lnTo>
                <a:lnTo>
                  <a:pt x="1164467" y="199708"/>
                </a:lnTo>
                <a:lnTo>
                  <a:pt x="1179380" y="195898"/>
                </a:lnTo>
                <a:lnTo>
                  <a:pt x="1188899" y="193358"/>
                </a:lnTo>
                <a:lnTo>
                  <a:pt x="1175890" y="184468"/>
                </a:lnTo>
                <a:lnTo>
                  <a:pt x="1162881" y="175578"/>
                </a:lnTo>
                <a:lnTo>
                  <a:pt x="1149872" y="167323"/>
                </a:lnTo>
                <a:lnTo>
                  <a:pt x="1136863" y="159068"/>
                </a:lnTo>
                <a:lnTo>
                  <a:pt x="1123219" y="151130"/>
                </a:lnTo>
                <a:lnTo>
                  <a:pt x="1109258" y="143510"/>
                </a:lnTo>
                <a:lnTo>
                  <a:pt x="1095297" y="136208"/>
                </a:lnTo>
                <a:lnTo>
                  <a:pt x="1081336" y="129223"/>
                </a:lnTo>
                <a:close/>
                <a:moveTo>
                  <a:pt x="462297" y="129223"/>
                </a:moveTo>
                <a:lnTo>
                  <a:pt x="448336" y="136208"/>
                </a:lnTo>
                <a:lnTo>
                  <a:pt x="434375" y="143510"/>
                </a:lnTo>
                <a:lnTo>
                  <a:pt x="420731" y="151130"/>
                </a:lnTo>
                <a:lnTo>
                  <a:pt x="407088" y="159068"/>
                </a:lnTo>
                <a:lnTo>
                  <a:pt x="394079" y="167323"/>
                </a:lnTo>
                <a:lnTo>
                  <a:pt x="380752" y="175578"/>
                </a:lnTo>
                <a:lnTo>
                  <a:pt x="367743" y="184468"/>
                </a:lnTo>
                <a:lnTo>
                  <a:pt x="355052" y="193358"/>
                </a:lnTo>
                <a:lnTo>
                  <a:pt x="374406" y="198438"/>
                </a:lnTo>
                <a:lnTo>
                  <a:pt x="394079" y="203518"/>
                </a:lnTo>
                <a:lnTo>
                  <a:pt x="402011" y="193358"/>
                </a:lnTo>
                <a:lnTo>
                  <a:pt x="410261" y="183833"/>
                </a:lnTo>
                <a:lnTo>
                  <a:pt x="418510" y="173990"/>
                </a:lnTo>
                <a:lnTo>
                  <a:pt x="427077" y="164465"/>
                </a:lnTo>
                <a:lnTo>
                  <a:pt x="435644" y="155575"/>
                </a:lnTo>
                <a:lnTo>
                  <a:pt x="444528" y="146368"/>
                </a:lnTo>
                <a:lnTo>
                  <a:pt x="453095" y="137795"/>
                </a:lnTo>
                <a:lnTo>
                  <a:pt x="462297" y="129223"/>
                </a:lnTo>
                <a:close/>
                <a:moveTo>
                  <a:pt x="931891" y="96838"/>
                </a:moveTo>
                <a:lnTo>
                  <a:pt x="942045" y="110490"/>
                </a:lnTo>
                <a:lnTo>
                  <a:pt x="951881" y="125413"/>
                </a:lnTo>
                <a:lnTo>
                  <a:pt x="961717" y="140970"/>
                </a:lnTo>
                <a:lnTo>
                  <a:pt x="970918" y="157480"/>
                </a:lnTo>
                <a:lnTo>
                  <a:pt x="979803" y="174625"/>
                </a:lnTo>
                <a:lnTo>
                  <a:pt x="988369" y="192405"/>
                </a:lnTo>
                <a:lnTo>
                  <a:pt x="996936" y="210820"/>
                </a:lnTo>
                <a:lnTo>
                  <a:pt x="1004869" y="230188"/>
                </a:lnTo>
                <a:lnTo>
                  <a:pt x="1025176" y="227330"/>
                </a:lnTo>
                <a:lnTo>
                  <a:pt x="1045165" y="224155"/>
                </a:lnTo>
                <a:lnTo>
                  <a:pt x="1065472" y="220980"/>
                </a:lnTo>
                <a:lnTo>
                  <a:pt x="1084827" y="217170"/>
                </a:lnTo>
                <a:lnTo>
                  <a:pt x="1076260" y="207645"/>
                </a:lnTo>
                <a:lnTo>
                  <a:pt x="1067376" y="198120"/>
                </a:lnTo>
                <a:lnTo>
                  <a:pt x="1058491" y="188913"/>
                </a:lnTo>
                <a:lnTo>
                  <a:pt x="1049607" y="180023"/>
                </a:lnTo>
                <a:lnTo>
                  <a:pt x="1040406" y="171450"/>
                </a:lnTo>
                <a:lnTo>
                  <a:pt x="1031204" y="163195"/>
                </a:lnTo>
                <a:lnTo>
                  <a:pt x="1021685" y="155258"/>
                </a:lnTo>
                <a:lnTo>
                  <a:pt x="1011849" y="147320"/>
                </a:lnTo>
                <a:lnTo>
                  <a:pt x="1002648" y="140018"/>
                </a:lnTo>
                <a:lnTo>
                  <a:pt x="992494" y="133033"/>
                </a:lnTo>
                <a:lnTo>
                  <a:pt x="982975" y="126048"/>
                </a:lnTo>
                <a:lnTo>
                  <a:pt x="972822" y="119380"/>
                </a:lnTo>
                <a:lnTo>
                  <a:pt x="962986" y="113348"/>
                </a:lnTo>
                <a:lnTo>
                  <a:pt x="952515" y="107315"/>
                </a:lnTo>
                <a:lnTo>
                  <a:pt x="942045" y="101918"/>
                </a:lnTo>
                <a:lnTo>
                  <a:pt x="931891" y="96838"/>
                </a:lnTo>
                <a:close/>
                <a:moveTo>
                  <a:pt x="611742" y="96838"/>
                </a:moveTo>
                <a:lnTo>
                  <a:pt x="601589" y="101918"/>
                </a:lnTo>
                <a:lnTo>
                  <a:pt x="591118" y="107315"/>
                </a:lnTo>
                <a:lnTo>
                  <a:pt x="580965" y="113348"/>
                </a:lnTo>
                <a:lnTo>
                  <a:pt x="570811" y="119698"/>
                </a:lnTo>
                <a:lnTo>
                  <a:pt x="560658" y="126048"/>
                </a:lnTo>
                <a:lnTo>
                  <a:pt x="551139" y="133033"/>
                </a:lnTo>
                <a:lnTo>
                  <a:pt x="540986" y="140018"/>
                </a:lnTo>
                <a:lnTo>
                  <a:pt x="531784" y="147320"/>
                </a:lnTo>
                <a:lnTo>
                  <a:pt x="521948" y="155258"/>
                </a:lnTo>
                <a:lnTo>
                  <a:pt x="512746" y="163195"/>
                </a:lnTo>
                <a:lnTo>
                  <a:pt x="503228" y="171450"/>
                </a:lnTo>
                <a:lnTo>
                  <a:pt x="494343" y="180023"/>
                </a:lnTo>
                <a:lnTo>
                  <a:pt x="485142" y="189230"/>
                </a:lnTo>
                <a:lnTo>
                  <a:pt x="476258" y="198120"/>
                </a:lnTo>
                <a:lnTo>
                  <a:pt x="467691" y="207645"/>
                </a:lnTo>
                <a:lnTo>
                  <a:pt x="458807" y="217170"/>
                </a:lnTo>
                <a:lnTo>
                  <a:pt x="478479" y="220980"/>
                </a:lnTo>
                <a:lnTo>
                  <a:pt x="498468" y="224155"/>
                </a:lnTo>
                <a:lnTo>
                  <a:pt x="518458" y="227330"/>
                </a:lnTo>
                <a:lnTo>
                  <a:pt x="538764" y="230188"/>
                </a:lnTo>
                <a:lnTo>
                  <a:pt x="547014" y="210820"/>
                </a:lnTo>
                <a:lnTo>
                  <a:pt x="555264" y="192405"/>
                </a:lnTo>
                <a:lnTo>
                  <a:pt x="564148" y="174625"/>
                </a:lnTo>
                <a:lnTo>
                  <a:pt x="573032" y="157480"/>
                </a:lnTo>
                <a:lnTo>
                  <a:pt x="582234" y="140970"/>
                </a:lnTo>
                <a:lnTo>
                  <a:pt x="591753" y="125413"/>
                </a:lnTo>
                <a:lnTo>
                  <a:pt x="601589" y="110490"/>
                </a:lnTo>
                <a:lnTo>
                  <a:pt x="611742" y="96838"/>
                </a:lnTo>
                <a:close/>
                <a:moveTo>
                  <a:pt x="801166" y="63818"/>
                </a:moveTo>
                <a:lnTo>
                  <a:pt x="801166" y="245110"/>
                </a:lnTo>
                <a:lnTo>
                  <a:pt x="837655" y="244158"/>
                </a:lnTo>
                <a:lnTo>
                  <a:pt x="873509" y="242570"/>
                </a:lnTo>
                <a:lnTo>
                  <a:pt x="909363" y="240348"/>
                </a:lnTo>
                <a:lnTo>
                  <a:pt x="944266" y="237173"/>
                </a:lnTo>
                <a:lnTo>
                  <a:pt x="935064" y="216853"/>
                </a:lnTo>
                <a:lnTo>
                  <a:pt x="925545" y="197803"/>
                </a:lnTo>
                <a:lnTo>
                  <a:pt x="916027" y="179705"/>
                </a:lnTo>
                <a:lnTo>
                  <a:pt x="906190" y="162878"/>
                </a:lnTo>
                <a:lnTo>
                  <a:pt x="901114" y="155258"/>
                </a:lnTo>
                <a:lnTo>
                  <a:pt x="896037" y="147320"/>
                </a:lnTo>
                <a:lnTo>
                  <a:pt x="890960" y="140018"/>
                </a:lnTo>
                <a:lnTo>
                  <a:pt x="885884" y="133033"/>
                </a:lnTo>
                <a:lnTo>
                  <a:pt x="880807" y="126048"/>
                </a:lnTo>
                <a:lnTo>
                  <a:pt x="875730" y="119698"/>
                </a:lnTo>
                <a:lnTo>
                  <a:pt x="870019" y="113665"/>
                </a:lnTo>
                <a:lnTo>
                  <a:pt x="864942" y="107633"/>
                </a:lnTo>
                <a:lnTo>
                  <a:pt x="856693" y="99695"/>
                </a:lnTo>
                <a:lnTo>
                  <a:pt x="848760" y="92075"/>
                </a:lnTo>
                <a:lnTo>
                  <a:pt x="840828" y="85725"/>
                </a:lnTo>
                <a:lnTo>
                  <a:pt x="832896" y="79693"/>
                </a:lnTo>
                <a:lnTo>
                  <a:pt x="824963" y="74613"/>
                </a:lnTo>
                <a:lnTo>
                  <a:pt x="817031" y="70168"/>
                </a:lnTo>
                <a:lnTo>
                  <a:pt x="809099" y="66675"/>
                </a:lnTo>
                <a:lnTo>
                  <a:pt x="801166" y="63818"/>
                </a:lnTo>
                <a:close/>
                <a:moveTo>
                  <a:pt x="742467" y="63818"/>
                </a:moveTo>
                <a:lnTo>
                  <a:pt x="734535" y="66675"/>
                </a:lnTo>
                <a:lnTo>
                  <a:pt x="726920" y="70168"/>
                </a:lnTo>
                <a:lnTo>
                  <a:pt x="718987" y="74613"/>
                </a:lnTo>
                <a:lnTo>
                  <a:pt x="711055" y="79693"/>
                </a:lnTo>
                <a:lnTo>
                  <a:pt x="703123" y="85725"/>
                </a:lnTo>
                <a:lnTo>
                  <a:pt x="694873" y="92075"/>
                </a:lnTo>
                <a:lnTo>
                  <a:pt x="686941" y="99695"/>
                </a:lnTo>
                <a:lnTo>
                  <a:pt x="678691" y="107633"/>
                </a:lnTo>
                <a:lnTo>
                  <a:pt x="673614" y="113665"/>
                </a:lnTo>
                <a:lnTo>
                  <a:pt x="668538" y="119698"/>
                </a:lnTo>
                <a:lnTo>
                  <a:pt x="662826" y="126048"/>
                </a:lnTo>
                <a:lnTo>
                  <a:pt x="657750" y="133033"/>
                </a:lnTo>
                <a:lnTo>
                  <a:pt x="652990" y="140018"/>
                </a:lnTo>
                <a:lnTo>
                  <a:pt x="647596" y="147320"/>
                </a:lnTo>
                <a:lnTo>
                  <a:pt x="642519" y="154940"/>
                </a:lnTo>
                <a:lnTo>
                  <a:pt x="637760" y="162878"/>
                </a:lnTo>
                <a:lnTo>
                  <a:pt x="632683" y="171450"/>
                </a:lnTo>
                <a:lnTo>
                  <a:pt x="627607" y="179705"/>
                </a:lnTo>
                <a:lnTo>
                  <a:pt x="618088" y="197803"/>
                </a:lnTo>
                <a:lnTo>
                  <a:pt x="608569" y="216853"/>
                </a:lnTo>
                <a:lnTo>
                  <a:pt x="599685" y="237173"/>
                </a:lnTo>
                <a:lnTo>
                  <a:pt x="634587" y="240030"/>
                </a:lnTo>
                <a:lnTo>
                  <a:pt x="670124" y="242570"/>
                </a:lnTo>
                <a:lnTo>
                  <a:pt x="705978" y="244158"/>
                </a:lnTo>
                <a:lnTo>
                  <a:pt x="742467" y="245110"/>
                </a:lnTo>
                <a:lnTo>
                  <a:pt x="742467" y="63818"/>
                </a:lnTo>
                <a:close/>
                <a:moveTo>
                  <a:pt x="754841" y="0"/>
                </a:moveTo>
                <a:lnTo>
                  <a:pt x="771975" y="0"/>
                </a:lnTo>
                <a:lnTo>
                  <a:pt x="789109" y="0"/>
                </a:lnTo>
                <a:lnTo>
                  <a:pt x="806243" y="635"/>
                </a:lnTo>
                <a:lnTo>
                  <a:pt x="823377" y="1588"/>
                </a:lnTo>
                <a:lnTo>
                  <a:pt x="840193" y="2858"/>
                </a:lnTo>
                <a:lnTo>
                  <a:pt x="856693" y="4445"/>
                </a:lnTo>
                <a:lnTo>
                  <a:pt x="873509" y="6350"/>
                </a:lnTo>
                <a:lnTo>
                  <a:pt x="890008" y="9208"/>
                </a:lnTo>
                <a:lnTo>
                  <a:pt x="906508" y="11748"/>
                </a:lnTo>
                <a:lnTo>
                  <a:pt x="923007" y="14923"/>
                </a:lnTo>
                <a:lnTo>
                  <a:pt x="939189" y="18098"/>
                </a:lnTo>
                <a:lnTo>
                  <a:pt x="955371" y="21908"/>
                </a:lnTo>
                <a:lnTo>
                  <a:pt x="971236" y="25718"/>
                </a:lnTo>
                <a:lnTo>
                  <a:pt x="987100" y="30480"/>
                </a:lnTo>
                <a:lnTo>
                  <a:pt x="1002965" y="35243"/>
                </a:lnTo>
                <a:lnTo>
                  <a:pt x="1018512" y="40005"/>
                </a:lnTo>
                <a:lnTo>
                  <a:pt x="1034060" y="45720"/>
                </a:lnTo>
                <a:lnTo>
                  <a:pt x="1049290" y="51435"/>
                </a:lnTo>
                <a:lnTo>
                  <a:pt x="1064520" y="57150"/>
                </a:lnTo>
                <a:lnTo>
                  <a:pt x="1079115" y="63818"/>
                </a:lnTo>
                <a:lnTo>
                  <a:pt x="1094028" y="70168"/>
                </a:lnTo>
                <a:lnTo>
                  <a:pt x="1108624" y="76835"/>
                </a:lnTo>
                <a:lnTo>
                  <a:pt x="1123219" y="84455"/>
                </a:lnTo>
                <a:lnTo>
                  <a:pt x="1137497" y="91758"/>
                </a:lnTo>
                <a:lnTo>
                  <a:pt x="1151458" y="99695"/>
                </a:lnTo>
                <a:lnTo>
                  <a:pt x="1165419" y="107633"/>
                </a:lnTo>
                <a:lnTo>
                  <a:pt x="1179063" y="116205"/>
                </a:lnTo>
                <a:lnTo>
                  <a:pt x="1192707" y="124778"/>
                </a:lnTo>
                <a:lnTo>
                  <a:pt x="1206033" y="133668"/>
                </a:lnTo>
                <a:lnTo>
                  <a:pt x="1219042" y="142558"/>
                </a:lnTo>
                <a:lnTo>
                  <a:pt x="1232051" y="152400"/>
                </a:lnTo>
                <a:lnTo>
                  <a:pt x="1244743" y="161925"/>
                </a:lnTo>
                <a:lnTo>
                  <a:pt x="1257434" y="171768"/>
                </a:lnTo>
                <a:lnTo>
                  <a:pt x="1270126" y="182245"/>
                </a:lnTo>
                <a:lnTo>
                  <a:pt x="1282818" y="193358"/>
                </a:lnTo>
                <a:lnTo>
                  <a:pt x="1295192" y="204470"/>
                </a:lnTo>
                <a:lnTo>
                  <a:pt x="1307567" y="215900"/>
                </a:lnTo>
                <a:lnTo>
                  <a:pt x="1323749" y="232093"/>
                </a:lnTo>
                <a:lnTo>
                  <a:pt x="1339296" y="248920"/>
                </a:lnTo>
                <a:lnTo>
                  <a:pt x="1354844" y="266065"/>
                </a:lnTo>
                <a:lnTo>
                  <a:pt x="1369756" y="283528"/>
                </a:lnTo>
                <a:lnTo>
                  <a:pt x="1384035" y="301625"/>
                </a:lnTo>
                <a:lnTo>
                  <a:pt x="1397995" y="320358"/>
                </a:lnTo>
                <a:lnTo>
                  <a:pt x="1411322" y="339090"/>
                </a:lnTo>
                <a:lnTo>
                  <a:pt x="1423696" y="358775"/>
                </a:lnTo>
                <a:lnTo>
                  <a:pt x="1431629" y="371158"/>
                </a:lnTo>
                <a:lnTo>
                  <a:pt x="1439244" y="383858"/>
                </a:lnTo>
                <a:lnTo>
                  <a:pt x="1446859" y="396875"/>
                </a:lnTo>
                <a:lnTo>
                  <a:pt x="1453839" y="410210"/>
                </a:lnTo>
                <a:lnTo>
                  <a:pt x="1463675" y="429260"/>
                </a:lnTo>
                <a:lnTo>
                  <a:pt x="1301855" y="429260"/>
                </a:lnTo>
                <a:lnTo>
                  <a:pt x="1321528" y="420370"/>
                </a:lnTo>
                <a:lnTo>
                  <a:pt x="1340565" y="411480"/>
                </a:lnTo>
                <a:lnTo>
                  <a:pt x="1358651" y="401955"/>
                </a:lnTo>
                <a:lnTo>
                  <a:pt x="1375785" y="392430"/>
                </a:lnTo>
                <a:lnTo>
                  <a:pt x="1364680" y="375603"/>
                </a:lnTo>
                <a:lnTo>
                  <a:pt x="1353257" y="359093"/>
                </a:lnTo>
                <a:lnTo>
                  <a:pt x="1341517" y="343218"/>
                </a:lnTo>
                <a:lnTo>
                  <a:pt x="1329143" y="327343"/>
                </a:lnTo>
                <a:lnTo>
                  <a:pt x="1316451" y="311785"/>
                </a:lnTo>
                <a:lnTo>
                  <a:pt x="1303442" y="296863"/>
                </a:lnTo>
                <a:lnTo>
                  <a:pt x="1290116" y="281940"/>
                </a:lnTo>
                <a:lnTo>
                  <a:pt x="1276155" y="267653"/>
                </a:lnTo>
                <a:lnTo>
                  <a:pt x="1268222" y="260033"/>
                </a:lnTo>
                <a:lnTo>
                  <a:pt x="1260607" y="252730"/>
                </a:lnTo>
                <a:lnTo>
                  <a:pt x="1244425" y="238125"/>
                </a:lnTo>
                <a:lnTo>
                  <a:pt x="1215869" y="246698"/>
                </a:lnTo>
                <a:lnTo>
                  <a:pt x="1200956" y="250825"/>
                </a:lnTo>
                <a:lnTo>
                  <a:pt x="1186361" y="254953"/>
                </a:lnTo>
                <a:lnTo>
                  <a:pt x="1198735" y="274955"/>
                </a:lnTo>
                <a:lnTo>
                  <a:pt x="1210792" y="295275"/>
                </a:lnTo>
                <a:lnTo>
                  <a:pt x="1222215" y="316230"/>
                </a:lnTo>
                <a:lnTo>
                  <a:pt x="1233003" y="337820"/>
                </a:lnTo>
                <a:lnTo>
                  <a:pt x="1243473" y="360045"/>
                </a:lnTo>
                <a:lnTo>
                  <a:pt x="1253310" y="382588"/>
                </a:lnTo>
                <a:lnTo>
                  <a:pt x="1262828" y="405448"/>
                </a:lnTo>
                <a:lnTo>
                  <a:pt x="1271395" y="429260"/>
                </a:lnTo>
                <a:lnTo>
                  <a:pt x="1208888" y="429260"/>
                </a:lnTo>
                <a:lnTo>
                  <a:pt x="1200004" y="407353"/>
                </a:lnTo>
                <a:lnTo>
                  <a:pt x="1190803" y="385763"/>
                </a:lnTo>
                <a:lnTo>
                  <a:pt x="1180967" y="365125"/>
                </a:lnTo>
                <a:lnTo>
                  <a:pt x="1170813" y="344805"/>
                </a:lnTo>
                <a:lnTo>
                  <a:pt x="1160025" y="325120"/>
                </a:lnTo>
                <a:lnTo>
                  <a:pt x="1148603" y="306070"/>
                </a:lnTo>
                <a:lnTo>
                  <a:pt x="1137180" y="287020"/>
                </a:lnTo>
                <a:lnTo>
                  <a:pt x="1125123" y="269240"/>
                </a:lnTo>
                <a:lnTo>
                  <a:pt x="1101009" y="274320"/>
                </a:lnTo>
                <a:lnTo>
                  <a:pt x="1076260" y="278765"/>
                </a:lnTo>
                <a:lnTo>
                  <a:pt x="1051194" y="282893"/>
                </a:lnTo>
                <a:lnTo>
                  <a:pt x="1025493" y="286703"/>
                </a:lnTo>
                <a:lnTo>
                  <a:pt x="1031204" y="303213"/>
                </a:lnTo>
                <a:lnTo>
                  <a:pt x="1036281" y="320040"/>
                </a:lnTo>
                <a:lnTo>
                  <a:pt x="1041040" y="337503"/>
                </a:lnTo>
                <a:lnTo>
                  <a:pt x="1045800" y="355283"/>
                </a:lnTo>
                <a:lnTo>
                  <a:pt x="1050559" y="373063"/>
                </a:lnTo>
                <a:lnTo>
                  <a:pt x="1054684" y="391478"/>
                </a:lnTo>
                <a:lnTo>
                  <a:pt x="1058809" y="410528"/>
                </a:lnTo>
                <a:lnTo>
                  <a:pt x="1062616" y="429260"/>
                </a:lnTo>
                <a:lnTo>
                  <a:pt x="1002965" y="429260"/>
                </a:lnTo>
                <a:lnTo>
                  <a:pt x="999475" y="412750"/>
                </a:lnTo>
                <a:lnTo>
                  <a:pt x="995667" y="396240"/>
                </a:lnTo>
                <a:lnTo>
                  <a:pt x="991542" y="380365"/>
                </a:lnTo>
                <a:lnTo>
                  <a:pt x="987418" y="364490"/>
                </a:lnTo>
                <a:lnTo>
                  <a:pt x="982658" y="346075"/>
                </a:lnTo>
                <a:lnTo>
                  <a:pt x="976947" y="328295"/>
                </a:lnTo>
                <a:lnTo>
                  <a:pt x="971553" y="311150"/>
                </a:lnTo>
                <a:lnTo>
                  <a:pt x="966159" y="294005"/>
                </a:lnTo>
                <a:lnTo>
                  <a:pt x="946169" y="295910"/>
                </a:lnTo>
                <a:lnTo>
                  <a:pt x="926180" y="297815"/>
                </a:lnTo>
                <a:lnTo>
                  <a:pt x="905556" y="299403"/>
                </a:lnTo>
                <a:lnTo>
                  <a:pt x="884932" y="300673"/>
                </a:lnTo>
                <a:lnTo>
                  <a:pt x="864308" y="301625"/>
                </a:lnTo>
                <a:lnTo>
                  <a:pt x="843684" y="302578"/>
                </a:lnTo>
                <a:lnTo>
                  <a:pt x="822742" y="303213"/>
                </a:lnTo>
                <a:lnTo>
                  <a:pt x="801166" y="303848"/>
                </a:lnTo>
                <a:lnTo>
                  <a:pt x="801166" y="519748"/>
                </a:lnTo>
                <a:lnTo>
                  <a:pt x="822108" y="519113"/>
                </a:lnTo>
                <a:lnTo>
                  <a:pt x="843366" y="518478"/>
                </a:lnTo>
                <a:lnTo>
                  <a:pt x="864308" y="517525"/>
                </a:lnTo>
                <a:lnTo>
                  <a:pt x="884614" y="516573"/>
                </a:lnTo>
                <a:lnTo>
                  <a:pt x="884614" y="575310"/>
                </a:lnTo>
                <a:lnTo>
                  <a:pt x="864308" y="576263"/>
                </a:lnTo>
                <a:lnTo>
                  <a:pt x="843366" y="577215"/>
                </a:lnTo>
                <a:lnTo>
                  <a:pt x="822108" y="577850"/>
                </a:lnTo>
                <a:lnTo>
                  <a:pt x="801166" y="578168"/>
                </a:lnTo>
                <a:lnTo>
                  <a:pt x="801166" y="742950"/>
                </a:lnTo>
                <a:lnTo>
                  <a:pt x="884614" y="742950"/>
                </a:lnTo>
                <a:lnTo>
                  <a:pt x="884614" y="801688"/>
                </a:lnTo>
                <a:lnTo>
                  <a:pt x="801166" y="801688"/>
                </a:lnTo>
                <a:lnTo>
                  <a:pt x="801166" y="965835"/>
                </a:lnTo>
                <a:lnTo>
                  <a:pt x="822108" y="966470"/>
                </a:lnTo>
                <a:lnTo>
                  <a:pt x="843366" y="967105"/>
                </a:lnTo>
                <a:lnTo>
                  <a:pt x="864308" y="968058"/>
                </a:lnTo>
                <a:lnTo>
                  <a:pt x="884614" y="969010"/>
                </a:lnTo>
                <a:lnTo>
                  <a:pt x="884614" y="1028065"/>
                </a:lnTo>
                <a:lnTo>
                  <a:pt x="864308" y="1026795"/>
                </a:lnTo>
                <a:lnTo>
                  <a:pt x="843366" y="1025843"/>
                </a:lnTo>
                <a:lnTo>
                  <a:pt x="822108" y="1025208"/>
                </a:lnTo>
                <a:lnTo>
                  <a:pt x="801166" y="1024890"/>
                </a:lnTo>
                <a:lnTo>
                  <a:pt x="801166" y="1240473"/>
                </a:lnTo>
                <a:lnTo>
                  <a:pt x="824963" y="1240790"/>
                </a:lnTo>
                <a:lnTo>
                  <a:pt x="848126" y="1241743"/>
                </a:lnTo>
                <a:lnTo>
                  <a:pt x="832896" y="1300163"/>
                </a:lnTo>
                <a:lnTo>
                  <a:pt x="801166" y="1299528"/>
                </a:lnTo>
                <a:lnTo>
                  <a:pt x="801166" y="1423353"/>
                </a:lnTo>
                <a:lnTo>
                  <a:pt x="771658" y="1538606"/>
                </a:lnTo>
                <a:lnTo>
                  <a:pt x="771023" y="1541781"/>
                </a:lnTo>
                <a:lnTo>
                  <a:pt x="771023" y="1544638"/>
                </a:lnTo>
                <a:lnTo>
                  <a:pt x="753890" y="1544321"/>
                </a:lnTo>
                <a:lnTo>
                  <a:pt x="736756" y="1543686"/>
                </a:lnTo>
                <a:lnTo>
                  <a:pt x="719622" y="1542733"/>
                </a:lnTo>
                <a:lnTo>
                  <a:pt x="702805" y="1541463"/>
                </a:lnTo>
                <a:lnTo>
                  <a:pt x="685989" y="1539558"/>
                </a:lnTo>
                <a:lnTo>
                  <a:pt x="669489" y="1537653"/>
                </a:lnTo>
                <a:lnTo>
                  <a:pt x="652673" y="1535431"/>
                </a:lnTo>
                <a:lnTo>
                  <a:pt x="636491" y="1532573"/>
                </a:lnTo>
                <a:lnTo>
                  <a:pt x="619992" y="1529716"/>
                </a:lnTo>
                <a:lnTo>
                  <a:pt x="603810" y="1526223"/>
                </a:lnTo>
                <a:lnTo>
                  <a:pt x="587628" y="1522096"/>
                </a:lnTo>
                <a:lnTo>
                  <a:pt x="571763" y="1518286"/>
                </a:lnTo>
                <a:lnTo>
                  <a:pt x="555898" y="1513841"/>
                </a:lnTo>
                <a:lnTo>
                  <a:pt x="540351" y="1509078"/>
                </a:lnTo>
                <a:lnTo>
                  <a:pt x="524486" y="1503998"/>
                </a:lnTo>
                <a:lnTo>
                  <a:pt x="509256" y="1498601"/>
                </a:lnTo>
                <a:lnTo>
                  <a:pt x="494343" y="1492886"/>
                </a:lnTo>
                <a:lnTo>
                  <a:pt x="479113" y="1486853"/>
                </a:lnTo>
                <a:lnTo>
                  <a:pt x="464200" y="1480503"/>
                </a:lnTo>
                <a:lnTo>
                  <a:pt x="449288" y="1474153"/>
                </a:lnTo>
                <a:lnTo>
                  <a:pt x="434692" y="1467168"/>
                </a:lnTo>
                <a:lnTo>
                  <a:pt x="420414" y="1459866"/>
                </a:lnTo>
                <a:lnTo>
                  <a:pt x="406136" y="1452246"/>
                </a:lnTo>
                <a:lnTo>
                  <a:pt x="392175" y="1444626"/>
                </a:lnTo>
                <a:lnTo>
                  <a:pt x="378214" y="1436688"/>
                </a:lnTo>
                <a:lnTo>
                  <a:pt x="364570" y="1428116"/>
                </a:lnTo>
                <a:lnTo>
                  <a:pt x="350927" y="1419861"/>
                </a:lnTo>
                <a:lnTo>
                  <a:pt x="337600" y="1410653"/>
                </a:lnTo>
                <a:lnTo>
                  <a:pt x="324591" y="1401763"/>
                </a:lnTo>
                <a:lnTo>
                  <a:pt x="311582" y="1392238"/>
                </a:lnTo>
                <a:lnTo>
                  <a:pt x="298891" y="1382396"/>
                </a:lnTo>
                <a:lnTo>
                  <a:pt x="286199" y="1372553"/>
                </a:lnTo>
                <a:lnTo>
                  <a:pt x="273507" y="1361758"/>
                </a:lnTo>
                <a:lnTo>
                  <a:pt x="260815" y="1351280"/>
                </a:lnTo>
                <a:lnTo>
                  <a:pt x="248441" y="1339850"/>
                </a:lnTo>
                <a:lnTo>
                  <a:pt x="236701" y="1328420"/>
                </a:lnTo>
                <a:lnTo>
                  <a:pt x="220202" y="1311910"/>
                </a:lnTo>
                <a:lnTo>
                  <a:pt x="204337" y="1295400"/>
                </a:lnTo>
                <a:lnTo>
                  <a:pt x="188790" y="1278255"/>
                </a:lnTo>
                <a:lnTo>
                  <a:pt x="173877" y="1260475"/>
                </a:lnTo>
                <a:lnTo>
                  <a:pt x="159599" y="1242378"/>
                </a:lnTo>
                <a:lnTo>
                  <a:pt x="145638" y="1223963"/>
                </a:lnTo>
                <a:lnTo>
                  <a:pt x="132629" y="1204913"/>
                </a:lnTo>
                <a:lnTo>
                  <a:pt x="119937" y="1185863"/>
                </a:lnTo>
                <a:lnTo>
                  <a:pt x="112005" y="1173163"/>
                </a:lnTo>
                <a:lnTo>
                  <a:pt x="104390" y="1160463"/>
                </a:lnTo>
                <a:lnTo>
                  <a:pt x="97409" y="1147445"/>
                </a:lnTo>
                <a:lnTo>
                  <a:pt x="90111" y="1134428"/>
                </a:lnTo>
                <a:lnTo>
                  <a:pt x="79641" y="1114108"/>
                </a:lnTo>
                <a:lnTo>
                  <a:pt x="69805" y="1093153"/>
                </a:lnTo>
                <a:lnTo>
                  <a:pt x="60286" y="1072198"/>
                </a:lnTo>
                <a:lnTo>
                  <a:pt x="51719" y="1050608"/>
                </a:lnTo>
                <a:lnTo>
                  <a:pt x="43469" y="1029018"/>
                </a:lnTo>
                <a:lnTo>
                  <a:pt x="36172" y="1006793"/>
                </a:lnTo>
                <a:lnTo>
                  <a:pt x="29826" y="984568"/>
                </a:lnTo>
                <a:lnTo>
                  <a:pt x="23480" y="961708"/>
                </a:lnTo>
                <a:lnTo>
                  <a:pt x="18086" y="939165"/>
                </a:lnTo>
                <a:lnTo>
                  <a:pt x="13326" y="915988"/>
                </a:lnTo>
                <a:lnTo>
                  <a:pt x="9202" y="892493"/>
                </a:lnTo>
                <a:lnTo>
                  <a:pt x="6029" y="868998"/>
                </a:lnTo>
                <a:lnTo>
                  <a:pt x="3490" y="845185"/>
                </a:lnTo>
                <a:lnTo>
                  <a:pt x="1587" y="820738"/>
                </a:lnTo>
                <a:lnTo>
                  <a:pt x="317" y="796608"/>
                </a:lnTo>
                <a:lnTo>
                  <a:pt x="0" y="772160"/>
                </a:lnTo>
                <a:lnTo>
                  <a:pt x="317" y="747713"/>
                </a:lnTo>
                <a:lnTo>
                  <a:pt x="1587" y="723583"/>
                </a:lnTo>
                <a:lnTo>
                  <a:pt x="3490" y="699453"/>
                </a:lnTo>
                <a:lnTo>
                  <a:pt x="6029" y="675640"/>
                </a:lnTo>
                <a:lnTo>
                  <a:pt x="9202" y="651828"/>
                </a:lnTo>
                <a:lnTo>
                  <a:pt x="13326" y="628650"/>
                </a:lnTo>
                <a:lnTo>
                  <a:pt x="18086" y="605473"/>
                </a:lnTo>
                <a:lnTo>
                  <a:pt x="23480" y="582295"/>
                </a:lnTo>
                <a:lnTo>
                  <a:pt x="29826" y="559753"/>
                </a:lnTo>
                <a:lnTo>
                  <a:pt x="36172" y="537528"/>
                </a:lnTo>
                <a:lnTo>
                  <a:pt x="43469" y="515620"/>
                </a:lnTo>
                <a:lnTo>
                  <a:pt x="51719" y="493713"/>
                </a:lnTo>
                <a:lnTo>
                  <a:pt x="60286" y="472440"/>
                </a:lnTo>
                <a:lnTo>
                  <a:pt x="69805" y="451168"/>
                </a:lnTo>
                <a:lnTo>
                  <a:pt x="79641" y="430530"/>
                </a:lnTo>
                <a:lnTo>
                  <a:pt x="90111" y="410210"/>
                </a:lnTo>
                <a:lnTo>
                  <a:pt x="97409" y="396875"/>
                </a:lnTo>
                <a:lnTo>
                  <a:pt x="104390" y="383858"/>
                </a:lnTo>
                <a:lnTo>
                  <a:pt x="112005" y="371158"/>
                </a:lnTo>
                <a:lnTo>
                  <a:pt x="119937" y="358775"/>
                </a:lnTo>
                <a:lnTo>
                  <a:pt x="132629" y="339090"/>
                </a:lnTo>
                <a:lnTo>
                  <a:pt x="145638" y="320040"/>
                </a:lnTo>
                <a:lnTo>
                  <a:pt x="159599" y="301625"/>
                </a:lnTo>
                <a:lnTo>
                  <a:pt x="173877" y="283528"/>
                </a:lnTo>
                <a:lnTo>
                  <a:pt x="188790" y="266065"/>
                </a:lnTo>
                <a:lnTo>
                  <a:pt x="204337" y="248920"/>
                </a:lnTo>
                <a:lnTo>
                  <a:pt x="220202" y="232093"/>
                </a:lnTo>
                <a:lnTo>
                  <a:pt x="236701" y="215900"/>
                </a:lnTo>
                <a:lnTo>
                  <a:pt x="248441" y="204470"/>
                </a:lnTo>
                <a:lnTo>
                  <a:pt x="260815" y="193358"/>
                </a:lnTo>
                <a:lnTo>
                  <a:pt x="273507" y="182245"/>
                </a:lnTo>
                <a:lnTo>
                  <a:pt x="286199" y="171768"/>
                </a:lnTo>
                <a:lnTo>
                  <a:pt x="298891" y="161925"/>
                </a:lnTo>
                <a:lnTo>
                  <a:pt x="311582" y="152400"/>
                </a:lnTo>
                <a:lnTo>
                  <a:pt x="324591" y="142558"/>
                </a:lnTo>
                <a:lnTo>
                  <a:pt x="337600" y="133668"/>
                </a:lnTo>
                <a:lnTo>
                  <a:pt x="350927" y="124460"/>
                </a:lnTo>
                <a:lnTo>
                  <a:pt x="364570" y="116205"/>
                </a:lnTo>
                <a:lnTo>
                  <a:pt x="378531" y="107633"/>
                </a:lnTo>
                <a:lnTo>
                  <a:pt x="392492" y="99695"/>
                </a:lnTo>
                <a:lnTo>
                  <a:pt x="406136" y="91758"/>
                </a:lnTo>
                <a:lnTo>
                  <a:pt x="420731" y="84455"/>
                </a:lnTo>
                <a:lnTo>
                  <a:pt x="435009" y="76835"/>
                </a:lnTo>
                <a:lnTo>
                  <a:pt x="449922" y="70168"/>
                </a:lnTo>
                <a:lnTo>
                  <a:pt x="464518" y="63818"/>
                </a:lnTo>
                <a:lnTo>
                  <a:pt x="479748" y="57150"/>
                </a:lnTo>
                <a:lnTo>
                  <a:pt x="494661" y="51118"/>
                </a:lnTo>
                <a:lnTo>
                  <a:pt x="509573" y="45720"/>
                </a:lnTo>
                <a:lnTo>
                  <a:pt x="525121" y="40005"/>
                </a:lnTo>
                <a:lnTo>
                  <a:pt x="540668" y="35243"/>
                </a:lnTo>
                <a:lnTo>
                  <a:pt x="556533" y="30480"/>
                </a:lnTo>
                <a:lnTo>
                  <a:pt x="572398" y="25718"/>
                </a:lnTo>
                <a:lnTo>
                  <a:pt x="588262" y="21908"/>
                </a:lnTo>
                <a:lnTo>
                  <a:pt x="604444" y="18098"/>
                </a:lnTo>
                <a:lnTo>
                  <a:pt x="620626" y="14605"/>
                </a:lnTo>
                <a:lnTo>
                  <a:pt x="637125" y="11748"/>
                </a:lnTo>
                <a:lnTo>
                  <a:pt x="653625" y="9208"/>
                </a:lnTo>
                <a:lnTo>
                  <a:pt x="670124" y="6350"/>
                </a:lnTo>
                <a:lnTo>
                  <a:pt x="686941" y="4445"/>
                </a:lnTo>
                <a:lnTo>
                  <a:pt x="703757" y="2858"/>
                </a:lnTo>
                <a:lnTo>
                  <a:pt x="720574" y="1588"/>
                </a:lnTo>
                <a:lnTo>
                  <a:pt x="737708" y="635"/>
                </a:lnTo>
                <a:lnTo>
                  <a:pt x="754841" y="0"/>
                </a:lnTo>
                <a:close/>
              </a:path>
            </a:pathLst>
          </a:custGeom>
          <a:solidFill>
            <a:srgbClr val="F1B015"/>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1" name="标题 1"/>
          <p:cNvSpPr txBox="1">
            <a:spLocks/>
          </p:cNvSpPr>
          <p:nvPr/>
        </p:nvSpPr>
        <p:spPr>
          <a:xfrm>
            <a:off x="1508448" y="184806"/>
            <a:ext cx="7082564" cy="867930"/>
          </a:xfrm>
          <a:prstGeom prst="rect">
            <a:avLst/>
          </a:prstGeom>
        </p:spPr>
        <p:txBody>
          <a:bodyPr vert="horz" wrap="square" lIns="91440" tIns="45720" rIns="91440" bIns="45720" rtlCol="0" anchor="b">
            <a:sp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投放类别：在线视频、新闻类互联网企业在杂志广告</a:t>
            </a:r>
            <a:r>
              <a:rPr lang="zh-CN" altLang="en-US" b="1" dirty="0">
                <a:solidFill>
                  <a:srgbClr val="FFFFFF"/>
                </a:solidFill>
                <a:latin typeface="Arial Black"/>
                <a:ea typeface="微软雅黑"/>
              </a:rPr>
              <a:t>花费</a:t>
            </a:r>
            <a:r>
              <a:rPr lang="zh-CN" altLang="en-US" b="1" dirty="0" smtClean="0">
                <a:solidFill>
                  <a:srgbClr val="FFFFFF"/>
                </a:solidFill>
                <a:latin typeface="Arial Black"/>
                <a:ea typeface="微软雅黑"/>
              </a:rPr>
              <a:t>占比相近</a:t>
            </a:r>
            <a:endParaRPr lang="zh-CN" altLang="en-US" b="1" dirty="0">
              <a:solidFill>
                <a:srgbClr val="FFFFFF"/>
              </a:solidFill>
              <a:latin typeface="Arial Black"/>
              <a:ea typeface="微软雅黑"/>
            </a:endParaRPr>
          </a:p>
        </p:txBody>
      </p:sp>
      <p:sp>
        <p:nvSpPr>
          <p:cNvPr id="20" name="MH_Text_2"/>
          <p:cNvSpPr txBox="1">
            <a:spLocks noChangeArrowheads="1"/>
          </p:cNvSpPr>
          <p:nvPr>
            <p:custDataLst>
              <p:tags r:id="rId2"/>
            </p:custDataLst>
          </p:nvPr>
        </p:nvSpPr>
        <p:spPr bwMode="auto">
          <a:xfrm>
            <a:off x="1043583"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在线视频</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1" name="MH_Text_2"/>
          <p:cNvSpPr txBox="1">
            <a:spLocks noChangeArrowheads="1"/>
          </p:cNvSpPr>
          <p:nvPr>
            <p:custDataLst>
              <p:tags r:id="rId3"/>
            </p:custDataLst>
          </p:nvPr>
        </p:nvSpPr>
        <p:spPr bwMode="auto">
          <a:xfrm>
            <a:off x="3923903"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新闻</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
        <p:nvSpPr>
          <p:cNvPr id="22" name="MH_Text_2"/>
          <p:cNvSpPr txBox="1">
            <a:spLocks noChangeArrowheads="1"/>
          </p:cNvSpPr>
          <p:nvPr>
            <p:custDataLst>
              <p:tags r:id="rId4"/>
            </p:custDataLst>
          </p:nvPr>
        </p:nvSpPr>
        <p:spPr bwMode="auto">
          <a:xfrm>
            <a:off x="6804223" y="4560612"/>
            <a:ext cx="1080145" cy="236540"/>
          </a:xfrm>
          <a:prstGeom prst="rect">
            <a:avLst/>
          </a:prstGeom>
          <a:solidFill>
            <a:srgbClr val="996600"/>
          </a:solidFill>
          <a:ln>
            <a:noFill/>
          </a:ln>
          <a:extLst/>
        </p:spPr>
        <p:txBody>
          <a:bodyPr wrap="square" lIns="0" tIns="0" rIns="0" bIns="0" anchor="ctr">
            <a:spAutoFit/>
          </a:bodyPr>
          <a:lstStyle>
            <a:lvl1pPr>
              <a:lnSpc>
                <a:spcPct val="90000"/>
              </a:lnSpc>
              <a:spcBef>
                <a:spcPts val="750"/>
              </a:spcBef>
              <a:buFont typeface="Arial" pitchFamily="34" charset="0"/>
              <a:buChar char="•"/>
              <a:defRPr sz="2100">
                <a:solidFill>
                  <a:schemeClr val="tx1"/>
                </a:solidFill>
                <a:latin typeface="Calibri" pitchFamily="34" charset="0"/>
                <a:ea typeface="宋体" pitchFamily="2" charset="-122"/>
              </a:defRPr>
            </a:lvl1pPr>
            <a:lvl2pPr marL="742950" indent="-285750">
              <a:lnSpc>
                <a:spcPct val="90000"/>
              </a:lnSpc>
              <a:spcBef>
                <a:spcPts val="375"/>
              </a:spcBef>
              <a:buFont typeface="Arial" pitchFamily="34" charset="0"/>
              <a:buChar char="•"/>
              <a:defRPr>
                <a:solidFill>
                  <a:schemeClr val="tx1"/>
                </a:solidFill>
                <a:latin typeface="Calibri" pitchFamily="34" charset="0"/>
                <a:ea typeface="宋体" pitchFamily="2" charset="-122"/>
              </a:defRPr>
            </a:lvl2pPr>
            <a:lvl3pPr marL="1143000" indent="-228600">
              <a:lnSpc>
                <a:spcPct val="90000"/>
              </a:lnSpc>
              <a:spcBef>
                <a:spcPts val="375"/>
              </a:spcBef>
              <a:buFont typeface="Arial" pitchFamily="34" charset="0"/>
              <a:buChar char="•"/>
              <a:defRPr sz="1500">
                <a:solidFill>
                  <a:schemeClr val="tx1"/>
                </a:solidFill>
                <a:latin typeface="Calibri" pitchFamily="34" charset="0"/>
                <a:ea typeface="宋体" pitchFamily="2" charset="-122"/>
              </a:defRPr>
            </a:lvl3pPr>
            <a:lvl4pPr marL="16002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4pPr>
            <a:lvl5pPr marL="2057400" indent="-228600">
              <a:lnSpc>
                <a:spcPct val="90000"/>
              </a:lnSpc>
              <a:spcBef>
                <a:spcPts val="375"/>
              </a:spcBef>
              <a:buFont typeface="Arial" pitchFamily="34" charset="0"/>
              <a:buChar char="•"/>
              <a:defRPr sz="1300">
                <a:solidFill>
                  <a:schemeClr val="tx1"/>
                </a:solidFill>
                <a:latin typeface="Calibri" pitchFamily="34" charset="0"/>
                <a:ea typeface="宋体" pitchFamily="2" charset="-122"/>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ea typeface="宋体" pitchFamily="2" charset="-122"/>
              </a:defRPr>
            </a:lvl9pPr>
          </a:lstStyle>
          <a:p>
            <a:pPr algn="ctr">
              <a:lnSpc>
                <a:spcPct val="120000"/>
              </a:lnSpc>
              <a:spcBef>
                <a:spcPct val="0"/>
              </a:spcBef>
              <a:buFont typeface="Arial" pitchFamily="34" charset="0"/>
              <a:buNone/>
              <a:defRPr/>
            </a:pPr>
            <a:r>
              <a:rPr lang="zh-CN" altLang="en-US" sz="1400" b="1" dirty="0" smtClean="0">
                <a:solidFill>
                  <a:schemeClr val="bg1"/>
                </a:solidFill>
                <a:latin typeface="华文中宋" panose="02010600040101010101" pitchFamily="2" charset="-122"/>
                <a:ea typeface="华文中宋" panose="02010600040101010101" pitchFamily="2" charset="-122"/>
              </a:rPr>
              <a:t>搜索平台</a:t>
            </a:r>
            <a:endParaRPr lang="zh-CN" altLang="en-US" sz="1400" b="1" dirty="0">
              <a:solidFill>
                <a:schemeClr val="bg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797022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a:graphicFrameLocks noGrp="1"/>
          </p:cNvGraphicFramePr>
          <p:nvPr>
            <p:extLst>
              <p:ext uri="{D42A27DB-BD31-4B8C-83A1-F6EECF244321}">
                <p14:modId xmlns:p14="http://schemas.microsoft.com/office/powerpoint/2010/main" val="610966809"/>
              </p:ext>
            </p:extLst>
          </p:nvPr>
        </p:nvGraphicFramePr>
        <p:xfrm>
          <a:off x="708828" y="1268760"/>
          <a:ext cx="3647148" cy="4935592"/>
        </p:xfrm>
        <a:graphic>
          <a:graphicData uri="http://schemas.openxmlformats.org/drawingml/2006/table">
            <a:tbl>
              <a:tblPr firstRow="1" bandRow="1">
                <a:tableStyleId>{3B4B98B0-60AC-42C2-AFA5-B58CD77FA1E5}</a:tableStyleId>
              </a:tblPr>
              <a:tblGrid>
                <a:gridCol w="507860"/>
                <a:gridCol w="1569644"/>
                <a:gridCol w="1569644"/>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年杂志广告花费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algn="ctr"/>
                      <a:r>
                        <a:rPr lang="zh-CN" altLang="en-US" sz="1600" b="1" dirty="0" smtClean="0">
                          <a:solidFill>
                            <a:srgbClr val="FF0000"/>
                          </a:solidFill>
                          <a:latin typeface="华文中宋" panose="02010600040101010101" pitchFamily="2" charset="-122"/>
                          <a:ea typeface="华文中宋" panose="02010600040101010101" pitchFamily="2" charset="-122"/>
                        </a:rPr>
                        <a:t>前十类别</a:t>
                      </a:r>
                    </a:p>
                  </a:txBody>
                  <a:tcPr anchor="ctr"/>
                </a:tc>
                <a:tc hMerge="1">
                  <a:txBody>
                    <a:bodyPr/>
                    <a:lstStyle/>
                    <a:p>
                      <a:endParaRPr lang="zh-CN" altLang="en-US" dirty="0"/>
                    </a:p>
                  </a:txBody>
                  <a:tcPr/>
                </a:tc>
                <a:tc hMerge="1">
                  <a:txBody>
                    <a:bodyPr/>
                    <a:lstStyle/>
                    <a:p>
                      <a:pPr algn="ctr"/>
                      <a:endParaRPr lang="zh-CN" altLang="en-US" sz="1600" b="1" dirty="0" smtClean="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类别</a:t>
                      </a:r>
                    </a:p>
                  </a:txBody>
                  <a:tcPr anchor="ctr"/>
                </a:tc>
                <a:tc>
                  <a:txBody>
                    <a:bodyPr/>
                    <a:lstStyle/>
                    <a:p>
                      <a:pPr algn="ctr"/>
                      <a:r>
                        <a:rPr lang="zh-CN" altLang="en-US" sz="1600" b="1" dirty="0" smtClean="0">
                          <a:solidFill>
                            <a:schemeClr val="bg1"/>
                          </a:solidFill>
                          <a:latin typeface="华文中宋" panose="02010600040101010101" pitchFamily="2" charset="-122"/>
                          <a:ea typeface="华文中宋" panose="02010600040101010101" pitchFamily="2" charset="-122"/>
                        </a:rPr>
                        <a:t>增幅</a:t>
                      </a:r>
                      <a:endParaRPr lang="zh-CN" altLang="en-US" sz="1600" b="1" dirty="0">
                        <a:solidFill>
                          <a:schemeClr val="bg1"/>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在线视频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44.7%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新闻</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-29.9%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搜索平台</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28.9%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购物</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-67.5%</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求职招聘</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49.0%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旅游</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-12.3%</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出行软件</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理财</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51.0%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分类信息</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商务办公</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63.2%</a:t>
                      </a:r>
                    </a:p>
                  </a:txBody>
                  <a:tcPr marL="9525" marR="9525" marT="9525" marB="0" anchor="ctr"/>
                </a:tc>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3021626034"/>
              </p:ext>
            </p:extLst>
          </p:nvPr>
        </p:nvGraphicFramePr>
        <p:xfrm>
          <a:off x="4635427" y="1268760"/>
          <a:ext cx="3536974" cy="4935592"/>
        </p:xfrm>
        <a:graphic>
          <a:graphicData uri="http://schemas.openxmlformats.org/drawingml/2006/table">
            <a:tbl>
              <a:tblPr firstRow="1" bandRow="1">
                <a:tableStyleId>{3B4B98B0-60AC-42C2-AFA5-B58CD77FA1E5}</a:tableStyleId>
              </a:tblPr>
              <a:tblGrid>
                <a:gridCol w="552990"/>
                <a:gridCol w="1759847"/>
                <a:gridCol w="1224137"/>
              </a:tblGrid>
              <a:tr h="648072">
                <a:tc gridSpan="3">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年杂志广告花费</a:t>
                      </a:r>
                      <a:endParaRPr lang="en-US" altLang="zh-CN" sz="1600" b="1" dirty="0" smtClean="0">
                        <a:solidFill>
                          <a:schemeClr val="bg1"/>
                        </a:solidFill>
                        <a:latin typeface="华文中宋" panose="02010600040101010101" pitchFamily="2" charset="-122"/>
                        <a:ea typeface="华文中宋" panose="02010600040101010101" pitchFamily="2" charset="-122"/>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dirty="0" smtClean="0">
                          <a:solidFill>
                            <a:srgbClr val="FF0000"/>
                          </a:solidFill>
                          <a:latin typeface="华文中宋" panose="02010600040101010101" pitchFamily="2" charset="-122"/>
                          <a:ea typeface="华文中宋" panose="02010600040101010101" pitchFamily="2" charset="-122"/>
                        </a:rPr>
                        <a:t>前十产品</a:t>
                      </a: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marL="0" algn="ctr" defTabSz="914400" rtl="0" eaLnBrk="1" latinLnBrk="0" hangingPunct="1"/>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增幅</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c>
                  <a:txBody>
                    <a:bodyPr/>
                    <a:lstStyle/>
                    <a:p>
                      <a:pPr marL="0" algn="ctr" defTabSz="914400" rtl="0" eaLnBrk="1" fontAlgn="ctr" latinLnBrk="0" hangingPunct="1"/>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609.7%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乐视网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85.7%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搜狐网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-16.7%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凤凰网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-8.9%</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优酷网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-18.0%</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并读新闻</a:t>
                      </a:r>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APP</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软件</a:t>
                      </a:r>
                    </a:p>
                  </a:txBody>
                  <a:tcPr marL="9525" marR="9525" marT="9525"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优酷</a:t>
                      </a:r>
                      <a:r>
                        <a:rPr lang="en-US" altLang="zh-CN" sz="1500" b="0" i="0" u="none" strike="noStrike" kern="1200">
                          <a:solidFill>
                            <a:schemeClr val="bg1"/>
                          </a:solidFill>
                          <a:effectLst/>
                          <a:latin typeface="华文中宋" panose="02010600040101010101" pitchFamily="2" charset="-122"/>
                          <a:ea typeface="华文中宋" panose="02010600040101010101" pitchFamily="2" charset="-122"/>
                          <a:cs typeface="+mn-cs"/>
                        </a:rPr>
                        <a:t>&amp;</a:t>
                      </a:r>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土豆网</a:t>
                      </a:r>
                    </a:p>
                  </a:txBody>
                  <a:tcPr marL="9525" marR="9525" marT="9525" marB="0"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New</a:t>
                      </a:r>
                      <a:endParaRPr lang="zh-CN" altLang="en-US"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网易网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-47.4%</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智联招聘网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1.7%</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搜狗网</a:t>
                      </a:r>
                    </a:p>
                  </a:txBody>
                  <a:tcPr marL="9525" marR="9525" marT="9525" marB="0" anchor="ctr"/>
                </a:tc>
                <a:tc>
                  <a:txBody>
                    <a:bodyPr/>
                    <a:lstStyle/>
                    <a:p>
                      <a:pPr marL="0" algn="ctr" defTabSz="914400" rtl="0" eaLnBrk="1" fontAlgn="ctr" latinLnBrk="0" hangingPunct="1"/>
                      <a:r>
                        <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15.6%</a:t>
                      </a:r>
                    </a:p>
                  </a:txBody>
                  <a:tcPr marL="9525" marR="9525" marT="9525" marB="0" anchor="ctr"/>
                </a:tc>
              </a:tr>
            </a:tbl>
          </a:graphicData>
        </a:graphic>
      </p:graphicFrame>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11" name="标题 1"/>
          <p:cNvSpPr txBox="1"/>
          <p:nvPr/>
        </p:nvSpPr>
        <p:spPr>
          <a:xfrm>
            <a:off x="1602511" y="286216"/>
            <a:ext cx="6137841"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Arial Black"/>
                <a:ea typeface="微软雅黑"/>
              </a:rPr>
              <a:t>互联网企业杂志广告</a:t>
            </a:r>
            <a:r>
              <a:rPr lang="zh-CN" altLang="en-US" b="1" dirty="0" smtClean="0">
                <a:solidFill>
                  <a:srgbClr val="FF0000"/>
                </a:solidFill>
                <a:latin typeface="Arial Black"/>
                <a:ea typeface="微软雅黑"/>
              </a:rPr>
              <a:t>花费榜单</a:t>
            </a:r>
            <a:endParaRPr lang="zh-CN" altLang="en-US" b="1" dirty="0">
              <a:solidFill>
                <a:srgbClr val="FF0000"/>
              </a:solidFill>
              <a:latin typeface="Arial Black"/>
              <a:ea typeface="微软雅黑"/>
            </a:endParaRPr>
          </a:p>
        </p:txBody>
      </p:sp>
      <p:sp>
        <p:nvSpPr>
          <p:cNvPr id="10" name="KSO_Shape"/>
          <p:cNvSpPr>
            <a:spLocks/>
          </p:cNvSpPr>
          <p:nvPr/>
        </p:nvSpPr>
        <p:spPr bwMode="auto">
          <a:xfrm>
            <a:off x="539552" y="152567"/>
            <a:ext cx="952500" cy="766763"/>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13" name="矩形 12"/>
          <p:cNvSpPr/>
          <p:nvPr/>
        </p:nvSpPr>
        <p:spPr>
          <a:xfrm>
            <a:off x="899587" y="6525344"/>
            <a:ext cx="8352933" cy="259045"/>
          </a:xfrm>
          <a:prstGeom prst="rect">
            <a:avLst/>
          </a:prstGeom>
        </p:spPr>
        <p:txBody>
          <a:bodyPr wrap="square">
            <a:spAutoFit/>
          </a:bodyPr>
          <a:lstStyle/>
          <a:p>
            <a:pPr algn="r" latinLnBrk="1">
              <a:lnSpc>
                <a:spcPts val="1300"/>
              </a:lnSpc>
            </a:pPr>
            <a:r>
              <a:rPr lang="zh-CN" altLang="en-US" sz="1200" kern="100" dirty="0" smtClean="0">
                <a:solidFill>
                  <a:srgbClr val="FFFFFF"/>
                </a:solidFill>
                <a:latin typeface="华文中宋" panose="02010600040101010101" pitchFamily="2" charset="-122"/>
                <a:ea typeface="华文中宋" panose="02010600040101010101" pitchFamily="2" charset="-122"/>
              </a:rPr>
              <a:t>按照花费排序 </a:t>
            </a: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31133773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lvl="0">
              <a:defRPr/>
            </a:pPr>
            <a:r>
              <a:rPr lang="zh-CN" altLang="en-US" b="1" dirty="0" smtClean="0">
                <a:solidFill>
                  <a:srgbClr val="FFFFFF"/>
                </a:solidFill>
                <a:latin typeface="微软雅黑" panose="020B0503020204020204" pitchFamily="34" charset="-122"/>
                <a:ea typeface="微软雅黑" panose="020B0503020204020204" pitchFamily="34" charset="-122"/>
              </a:rPr>
              <a:t>互联网企业杂志广告花费</a:t>
            </a:r>
            <a:r>
              <a:rPr lang="zh-CN" altLang="en-US" b="1" dirty="0" smtClean="0">
                <a:solidFill>
                  <a:srgbClr val="FF0000"/>
                </a:solidFill>
                <a:latin typeface="微软雅黑" panose="020B0503020204020204" pitchFamily="34" charset="-122"/>
                <a:ea typeface="微软雅黑" panose="020B0503020204020204" pitchFamily="34" charset="-122"/>
              </a:rPr>
              <a:t>增幅榜单</a:t>
            </a:r>
            <a:endParaRPr lang="zh-CN" altLang="en-US" b="1" dirty="0">
              <a:solidFill>
                <a:srgbClr val="FF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graphicFrame>
        <p:nvGraphicFramePr>
          <p:cNvPr id="11" name="表格 10"/>
          <p:cNvGraphicFramePr>
            <a:graphicFrameLocks noGrp="1"/>
          </p:cNvGraphicFramePr>
          <p:nvPr>
            <p:extLst>
              <p:ext uri="{D42A27DB-BD31-4B8C-83A1-F6EECF244321}">
                <p14:modId xmlns:p14="http://schemas.microsoft.com/office/powerpoint/2010/main" val="2468990738"/>
              </p:ext>
            </p:extLst>
          </p:nvPr>
        </p:nvGraphicFramePr>
        <p:xfrm>
          <a:off x="467545" y="1484784"/>
          <a:ext cx="8208912" cy="4727312"/>
        </p:xfrm>
        <a:graphic>
          <a:graphicData uri="http://schemas.openxmlformats.org/drawingml/2006/table">
            <a:tbl>
              <a:tblPr firstRow="1" bandRow="1">
                <a:tableStyleId>{3B4B98B0-60AC-42C2-AFA5-B58CD77FA1E5}</a:tableStyleId>
              </a:tblPr>
              <a:tblGrid>
                <a:gridCol w="902659"/>
                <a:gridCol w="3084526"/>
                <a:gridCol w="1172701"/>
                <a:gridCol w="3049026"/>
              </a:tblGrid>
              <a:tr h="648072">
                <a:tc gridSpan="4">
                  <a:txBody>
                    <a:bodyPr/>
                    <a:lstStyle/>
                    <a:p>
                      <a:pPr algn="ctr"/>
                      <a:r>
                        <a:rPr lang="en-US" altLang="zh-CN" sz="1600" b="1" dirty="0" smtClean="0">
                          <a:solidFill>
                            <a:schemeClr val="bg1"/>
                          </a:solidFill>
                          <a:latin typeface="华文中宋" panose="02010600040101010101" pitchFamily="2" charset="-122"/>
                          <a:ea typeface="华文中宋" panose="02010600040101010101" pitchFamily="2" charset="-122"/>
                        </a:rPr>
                        <a:t>2015</a:t>
                      </a:r>
                      <a:r>
                        <a:rPr lang="zh-CN" altLang="en-US" sz="1600" b="1" dirty="0" smtClean="0">
                          <a:solidFill>
                            <a:schemeClr val="bg1"/>
                          </a:solidFill>
                          <a:latin typeface="华文中宋" panose="02010600040101010101" pitchFamily="2" charset="-122"/>
                          <a:ea typeface="华文中宋" panose="02010600040101010101" pitchFamily="2" charset="-122"/>
                        </a:rPr>
                        <a:t>年杂志广告花费</a:t>
                      </a:r>
                      <a:r>
                        <a:rPr lang="zh-CN" altLang="en-US" sz="1600" b="1" dirty="0" smtClean="0">
                          <a:solidFill>
                            <a:srgbClr val="FF0000"/>
                          </a:solidFill>
                          <a:latin typeface="华文中宋" panose="02010600040101010101" pitchFamily="2" charset="-122"/>
                          <a:ea typeface="华文中宋" panose="02010600040101010101" pitchFamily="2" charset="-122"/>
                        </a:rPr>
                        <a:t>增幅</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前</a:t>
                      </a:r>
                      <a:r>
                        <a:rPr lang="en-US" altLang="zh-CN" sz="1600" b="1" kern="1200" dirty="0" smtClean="0">
                          <a:solidFill>
                            <a:schemeClr val="bg1"/>
                          </a:solidFill>
                          <a:latin typeface="华文中宋" panose="02010600040101010101" pitchFamily="2" charset="-122"/>
                          <a:ea typeface="华文中宋" panose="02010600040101010101" pitchFamily="2" charset="-122"/>
                          <a:cs typeface="+mn-cs"/>
                        </a:rPr>
                        <a:t>20</a:t>
                      </a:r>
                      <a:r>
                        <a:rPr lang="zh-CN" altLang="en-US" sz="1600" b="1" kern="1200" dirty="0" smtClean="0">
                          <a:solidFill>
                            <a:schemeClr val="bg1"/>
                          </a:solidFill>
                          <a:latin typeface="华文中宋" panose="02010600040101010101" pitchFamily="2" charset="-122"/>
                          <a:ea typeface="华文中宋" panose="02010600040101010101" pitchFamily="2" charset="-122"/>
                          <a:cs typeface="+mn-cs"/>
                        </a:rPr>
                        <a:t>产品</a:t>
                      </a:r>
                      <a:endParaRPr lang="zh-CN" altLang="en-US" sz="1600" b="1" kern="1200" dirty="0">
                        <a:solidFill>
                          <a:schemeClr val="bg1"/>
                        </a:solidFill>
                        <a:latin typeface="华文中宋" panose="02010600040101010101" pitchFamily="2" charset="-122"/>
                        <a:ea typeface="华文中宋" panose="02010600040101010101" pitchFamily="2" charset="-122"/>
                        <a:cs typeface="+mn-cs"/>
                      </a:endParaRPr>
                    </a:p>
                  </a:txBody>
                  <a:tcPr anchor="ctr"/>
                </a:tc>
                <a:tc hMerge="1">
                  <a:txBody>
                    <a:bodyPr/>
                    <a:lstStyle/>
                    <a:p>
                      <a:pPr algn="ctr"/>
                      <a:endParaRPr lang="zh-CN" altLang="en-US" sz="1400" b="1" dirty="0">
                        <a:solidFill>
                          <a:schemeClr val="bg1"/>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CN" altLang="en-US" sz="1600" b="1" dirty="0">
                        <a:solidFill>
                          <a:srgbClr val="FF0000"/>
                        </a:solidFill>
                        <a:latin typeface="华文中宋" panose="02010600040101010101" pitchFamily="2" charset="-122"/>
                        <a:ea typeface="华文中宋" panose="02010600040101010101" pitchFamily="2" charset="-122"/>
                      </a:endParaRPr>
                    </a:p>
                  </a:txBody>
                  <a:tcPr anchor="ctr"/>
                </a:tc>
              </a:tr>
              <a:tr h="370840">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c>
                  <a:txBody>
                    <a:bodyPr/>
                    <a:lstStyle/>
                    <a:p>
                      <a:pPr algn="ctr"/>
                      <a:r>
                        <a:rPr lang="zh-CN" altLang="en-US" sz="1600" b="1" dirty="0">
                          <a:solidFill>
                            <a:schemeClr val="bg1"/>
                          </a:solidFill>
                          <a:latin typeface="华文中宋" panose="02010600040101010101" pitchFamily="2" charset="-122"/>
                          <a:ea typeface="华文中宋" panose="02010600040101010101" pitchFamily="2" charset="-122"/>
                        </a:rPr>
                        <a:t>排名</a:t>
                      </a:r>
                    </a:p>
                  </a:txBody>
                  <a:tcPr anchor="ctr"/>
                </a:tc>
                <a:tc>
                  <a:txBody>
                    <a:bodyPr/>
                    <a:lstStyle/>
                    <a:p>
                      <a:pPr marL="0" algn="ctr" defTabSz="914400" rtl="0" eaLnBrk="1" latinLnBrk="0" hangingPunct="1"/>
                      <a:r>
                        <a:rPr lang="zh-CN" altLang="en-US" sz="1600" b="1" kern="1200" dirty="0">
                          <a:solidFill>
                            <a:schemeClr val="bg1"/>
                          </a:solidFill>
                          <a:latin typeface="华文中宋" panose="02010600040101010101" pitchFamily="2" charset="-122"/>
                          <a:ea typeface="华文中宋" panose="02010600040101010101" pitchFamily="2" charset="-122"/>
                          <a:cs typeface="+mn-cs"/>
                        </a:rPr>
                        <a:t>产品</a:t>
                      </a:r>
                    </a:p>
                  </a:txBody>
                  <a:tcPr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搜狐焦点网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11</a:t>
                      </a: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世界邦旅行网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2</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爱奇艺网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12</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a:solidFill>
                            <a:schemeClr val="bg1"/>
                          </a:solidFill>
                          <a:effectLst/>
                          <a:latin typeface="华文中宋" panose="02010600040101010101" pitchFamily="2" charset="-122"/>
                          <a:ea typeface="华文中宋" panose="02010600040101010101" pitchFamily="2" charset="-122"/>
                          <a:cs typeface="+mn-cs"/>
                        </a:rPr>
                        <a:t>纷享销客管理软件</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3</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乐途旅游网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13</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搜狗网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4</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国美在线网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14</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猎聘网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5</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洋码头网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15</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智联招聘网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6</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永乐票务网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16</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凤凰网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7</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唯品会网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17</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搜狐网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8</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中国平安保险好车主手机客户端</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18</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优酷网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9</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乐视网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19</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有货网</a:t>
                      </a:r>
                    </a:p>
                  </a:txBody>
                  <a:tcPr marL="9525" marR="9525" marT="9525" marB="0" anchor="ctr"/>
                </a:tc>
              </a:tr>
              <a:tr h="370840">
                <a:tc>
                  <a:txBody>
                    <a:bodyPr/>
                    <a:lstStyle/>
                    <a:p>
                      <a:pPr algn="ctr"/>
                      <a:r>
                        <a:rPr lang="en-US" altLang="zh-CN" sz="1400" dirty="0">
                          <a:solidFill>
                            <a:schemeClr val="bg1"/>
                          </a:solidFill>
                          <a:latin typeface="华文中宋" panose="02010600040101010101" pitchFamily="2" charset="-122"/>
                          <a:ea typeface="华文中宋" panose="02010600040101010101" pitchFamily="2" charset="-122"/>
                        </a:rPr>
                        <a:t>10</a:t>
                      </a:r>
                      <a:endParaRPr lang="zh-CN" altLang="en-US" sz="1400" dirty="0">
                        <a:solidFill>
                          <a:schemeClr val="bg1"/>
                        </a:solidFill>
                        <a:latin typeface="华文中宋" panose="02010600040101010101" pitchFamily="2" charset="-122"/>
                        <a:ea typeface="华文中宋" panose="02010600040101010101" pitchFamily="2" charset="-122"/>
                      </a:endParaRPr>
                    </a:p>
                  </a:txBody>
                  <a:tcPr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房天下网</a:t>
                      </a:r>
                    </a:p>
                  </a:txBody>
                  <a:tcPr marL="9525" marR="9525" marT="9525" marB="0" anchor="ctr"/>
                </a:tc>
                <a:tc>
                  <a:txBody>
                    <a:bodyPr/>
                    <a:lstStyle/>
                    <a:p>
                      <a:pPr marL="0" algn="ctr" defTabSz="914400" rtl="0" eaLnBrk="1" fontAlgn="ctr" latinLnBrk="0" hangingPunct="1"/>
                      <a:r>
                        <a:rPr lang="en-US" altLang="zh-CN" sz="1500" b="0" i="0" u="none" strike="noStrike" kern="1200" dirty="0" smtClean="0">
                          <a:solidFill>
                            <a:schemeClr val="bg1"/>
                          </a:solidFill>
                          <a:effectLst/>
                          <a:latin typeface="华文中宋" panose="02010600040101010101" pitchFamily="2" charset="-122"/>
                          <a:ea typeface="华文中宋" panose="02010600040101010101" pitchFamily="2" charset="-122"/>
                          <a:cs typeface="+mn-cs"/>
                        </a:rPr>
                        <a:t>20</a:t>
                      </a:r>
                      <a:endParaRPr lang="en-US" altLang="zh-CN" sz="1500" b="0" i="0" u="none" strike="noStrike" kern="1200" dirty="0">
                        <a:solidFill>
                          <a:schemeClr val="bg1"/>
                        </a:solidFill>
                        <a:effectLst/>
                        <a:latin typeface="华文中宋" panose="02010600040101010101" pitchFamily="2" charset="-122"/>
                        <a:ea typeface="华文中宋" panose="02010600040101010101" pitchFamily="2" charset="-122"/>
                        <a:cs typeface="+mn-cs"/>
                      </a:endParaRPr>
                    </a:p>
                  </a:txBody>
                  <a:tcPr marL="9525" marR="9525" marT="9525" marB="0" anchor="ctr"/>
                </a:tc>
                <a:tc>
                  <a:txBody>
                    <a:bodyPr/>
                    <a:lstStyle/>
                    <a:p>
                      <a:pPr marL="0" algn="ctr" defTabSz="914400" rtl="0" eaLnBrk="1" fontAlgn="ctr" latinLnBrk="0" hangingPunct="1"/>
                      <a:r>
                        <a:rPr lang="zh-CN" altLang="en-US" sz="1500" b="0" i="0" u="none" strike="noStrike" kern="1200" dirty="0">
                          <a:solidFill>
                            <a:schemeClr val="bg1"/>
                          </a:solidFill>
                          <a:effectLst/>
                          <a:latin typeface="华文中宋" panose="02010600040101010101" pitchFamily="2" charset="-122"/>
                          <a:ea typeface="华文中宋" panose="02010600040101010101" pitchFamily="2" charset="-122"/>
                          <a:cs typeface="+mn-cs"/>
                        </a:rPr>
                        <a:t>苏宁易购网</a:t>
                      </a:r>
                    </a:p>
                  </a:txBody>
                  <a:tcPr marL="9525" marR="9525" marT="9525" marB="0" anchor="ctr"/>
                </a:tc>
              </a:tr>
            </a:tbl>
          </a:graphicData>
        </a:graphic>
      </p:graphicFrame>
      <p:sp>
        <p:nvSpPr>
          <p:cNvPr id="8" name="KSO_Shape"/>
          <p:cNvSpPr>
            <a:spLocks/>
          </p:cNvSpPr>
          <p:nvPr/>
        </p:nvSpPr>
        <p:spPr bwMode="auto">
          <a:xfrm>
            <a:off x="539552" y="152567"/>
            <a:ext cx="952500" cy="766763"/>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
        <p:nvSpPr>
          <p:cNvPr id="9" name="矩形 8"/>
          <p:cNvSpPr/>
          <p:nvPr/>
        </p:nvSpPr>
        <p:spPr>
          <a:xfrm>
            <a:off x="899587" y="6525344"/>
            <a:ext cx="8352933" cy="259045"/>
          </a:xfrm>
          <a:prstGeom prst="rect">
            <a:avLst/>
          </a:prstGeom>
        </p:spPr>
        <p:txBody>
          <a:bodyPr wrap="square">
            <a:spAutoFit/>
          </a:bodyPr>
          <a:lstStyle/>
          <a:p>
            <a:pPr algn="r" latinLnBrk="1">
              <a:lnSpc>
                <a:spcPts val="1300"/>
              </a:lnSpc>
            </a:pPr>
            <a:r>
              <a:rPr lang="zh-CN" altLang="zh-CN" sz="1200" kern="100" dirty="0" smtClean="0">
                <a:solidFill>
                  <a:srgbClr val="FFFFFF"/>
                </a:solidFill>
                <a:latin typeface="华文中宋" panose="02010600040101010101" pitchFamily="2" charset="-122"/>
                <a:ea typeface="华文中宋" panose="02010600040101010101" pitchFamily="2" charset="-122"/>
              </a:rPr>
              <a:t>数据</a:t>
            </a:r>
            <a:r>
              <a:rPr lang="zh-CN" altLang="zh-CN" sz="1200" kern="100" dirty="0">
                <a:solidFill>
                  <a:srgbClr val="FFFFFF"/>
                </a:solidFill>
                <a:latin typeface="华文中宋" panose="02010600040101010101" pitchFamily="2" charset="-122"/>
                <a:ea typeface="华文中宋" panose="02010600040101010101" pitchFamily="2" charset="-122"/>
              </a:rPr>
              <a:t>来源：</a:t>
            </a:r>
            <a:r>
              <a:rPr lang="en-US" altLang="zh-CN" sz="1200" kern="100" dirty="0">
                <a:solidFill>
                  <a:srgbClr val="FFFFFF"/>
                </a:solidFill>
                <a:latin typeface="华文中宋" panose="02010600040101010101" pitchFamily="2" charset="-122"/>
                <a:ea typeface="华文中宋" panose="02010600040101010101" pitchFamily="2" charset="-122"/>
              </a:rPr>
              <a:t>CTR</a:t>
            </a:r>
            <a:r>
              <a:rPr lang="zh-CN" altLang="en-US" sz="1200" kern="100" dirty="0">
                <a:solidFill>
                  <a:srgbClr val="FFFFFF"/>
                </a:solidFill>
                <a:latin typeface="华文中宋" panose="02010600040101010101" pitchFamily="2" charset="-122"/>
                <a:ea typeface="华文中宋" panose="02010600040101010101" pitchFamily="2" charset="-122"/>
              </a:rPr>
              <a:t>媒介智</a:t>
            </a:r>
            <a:r>
              <a:rPr lang="zh-CN" altLang="en-US" sz="1200" kern="100" dirty="0" smtClean="0">
                <a:solidFill>
                  <a:srgbClr val="FFFFFF"/>
                </a:solidFill>
                <a:latin typeface="华文中宋" panose="02010600040101010101" pitchFamily="2" charset="-122"/>
                <a:ea typeface="华文中宋" panose="02010600040101010101" pitchFamily="2" charset="-122"/>
              </a:rPr>
              <a:t>讯 </a:t>
            </a:r>
            <a:r>
              <a:rPr lang="zh-CN" altLang="en-US" sz="1200" kern="100" dirty="0">
                <a:solidFill>
                  <a:srgbClr val="FFFFFF"/>
                </a:solidFill>
                <a:latin typeface="华文中宋" panose="02010600040101010101" pitchFamily="2" charset="-122"/>
                <a:ea typeface="华文中宋" panose="02010600040101010101" pitchFamily="2" charset="-122"/>
              </a:rPr>
              <a:t>统计</a:t>
            </a:r>
            <a:r>
              <a:rPr lang="zh-CN" altLang="en-US" sz="1200" kern="100" dirty="0" smtClean="0">
                <a:solidFill>
                  <a:srgbClr val="FFFFFF"/>
                </a:solidFill>
                <a:latin typeface="华文中宋" panose="02010600040101010101" pitchFamily="2" charset="-122"/>
                <a:ea typeface="华文中宋" panose="02010600040101010101" pitchFamily="2" charset="-122"/>
              </a:rPr>
              <a:t>范围为</a:t>
            </a:r>
            <a:r>
              <a:rPr lang="en-US" altLang="zh-CN" sz="1200" kern="100" dirty="0" smtClean="0">
                <a:solidFill>
                  <a:srgbClr val="FFFFFF"/>
                </a:solidFill>
                <a:latin typeface="华文中宋" panose="02010600040101010101" pitchFamily="2" charset="-122"/>
                <a:ea typeface="华文中宋" panose="02010600040101010101" pitchFamily="2" charset="-122"/>
              </a:rPr>
              <a:t>2015</a:t>
            </a:r>
            <a:r>
              <a:rPr lang="zh-CN" altLang="en-US" sz="1200" kern="100" dirty="0" smtClean="0">
                <a:solidFill>
                  <a:srgbClr val="FFFFFF"/>
                </a:solidFill>
                <a:latin typeface="华文中宋" panose="02010600040101010101" pitchFamily="2" charset="-122"/>
                <a:ea typeface="华文中宋" panose="02010600040101010101" pitchFamily="2" charset="-122"/>
              </a:rPr>
              <a:t>年花费前</a:t>
            </a:r>
            <a:r>
              <a:rPr lang="en-US" altLang="zh-CN" sz="1200" kern="100" dirty="0" smtClean="0">
                <a:solidFill>
                  <a:srgbClr val="FFFFFF"/>
                </a:solidFill>
                <a:latin typeface="华文中宋" panose="02010600040101010101" pitchFamily="2" charset="-122"/>
                <a:ea typeface="华文中宋" panose="02010600040101010101" pitchFamily="2" charset="-122"/>
              </a:rPr>
              <a:t>300</a:t>
            </a:r>
            <a:r>
              <a:rPr lang="zh-CN" altLang="en-US" sz="1200" kern="100" dirty="0" smtClean="0">
                <a:solidFill>
                  <a:srgbClr val="FFFFFF"/>
                </a:solidFill>
                <a:latin typeface="华文中宋" panose="02010600040101010101" pitchFamily="2" charset="-122"/>
                <a:ea typeface="华文中宋" panose="02010600040101010101" pitchFamily="2" charset="-122"/>
              </a:rPr>
              <a:t>的互联网产品（剔除游戏）</a:t>
            </a:r>
            <a:endParaRPr lang="zh-CN" altLang="zh-CN" sz="1200" kern="100" dirty="0">
              <a:solidFill>
                <a:srgbClr val="FFFFFF"/>
              </a:solidFill>
              <a:latin typeface="华文中宋" panose="02010600040101010101" pitchFamily="2" charset="-122"/>
              <a:ea typeface="华文中宋" panose="02010600040101010101" pitchFamily="2" charset="-122"/>
              <a:cs typeface="Times New Roman"/>
            </a:endParaRPr>
          </a:p>
        </p:txBody>
      </p:sp>
    </p:spTree>
    <p:extLst>
      <p:ext uri="{BB962C8B-B14F-4D97-AF65-F5344CB8AC3E}">
        <p14:creationId xmlns:p14="http://schemas.microsoft.com/office/powerpoint/2010/main" val="13165131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602511" y="286216"/>
            <a:ext cx="7289969" cy="601525"/>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pPr>
              <a:defRPr/>
            </a:pPr>
            <a:r>
              <a:rPr lang="zh-CN" altLang="en-US" b="1" dirty="0" smtClean="0">
                <a:solidFill>
                  <a:srgbClr val="FFFFFF"/>
                </a:solidFill>
                <a:latin typeface="Arial Black"/>
                <a:ea typeface="微软雅黑"/>
              </a:rPr>
              <a:t>互联网企业</a:t>
            </a:r>
            <a:r>
              <a:rPr lang="zh-CN" altLang="en-US" b="1" dirty="0">
                <a:solidFill>
                  <a:srgbClr val="FFFFFF"/>
                </a:solidFill>
                <a:latin typeface="Arial Black"/>
                <a:ea typeface="微软雅黑"/>
              </a:rPr>
              <a:t>杂志</a:t>
            </a:r>
            <a:r>
              <a:rPr lang="zh-CN" altLang="en-US" b="1" dirty="0" smtClean="0">
                <a:solidFill>
                  <a:srgbClr val="FFFFFF"/>
                </a:solidFill>
                <a:latin typeface="Arial Black"/>
                <a:ea typeface="微软雅黑"/>
              </a:rPr>
              <a:t>广告投放特点</a:t>
            </a:r>
            <a:endParaRPr lang="zh-CN" altLang="en-US" b="1" dirty="0">
              <a:solidFill>
                <a:srgbClr val="FFFFFF"/>
              </a:solidFill>
              <a:latin typeface="Arial Black"/>
              <a:ea typeface="微软雅黑"/>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8220" y="116633"/>
            <a:ext cx="480107" cy="394848"/>
          </a:xfrm>
          <a:prstGeom prst="rect">
            <a:avLst/>
          </a:prstGeom>
        </p:spPr>
      </p:pic>
      <p:sp>
        <p:nvSpPr>
          <p:cNvPr id="7" name="内容占位符 2"/>
          <p:cNvSpPr txBox="1"/>
          <p:nvPr/>
        </p:nvSpPr>
        <p:spPr>
          <a:xfrm>
            <a:off x="251521" y="1340768"/>
            <a:ext cx="8712968" cy="3077766"/>
          </a:xfrm>
          <a:prstGeom prst="rect">
            <a:avLst/>
          </a:prstGeom>
        </p:spPr>
        <p:txBody>
          <a:bodyPr vert="horz" lIns="91440" tIns="45720" rIns="91440" bIns="45720" rtlCol="0">
            <a:spAutoFit/>
          </a:bodyPr>
          <a:lstStyle>
            <a:lvl1pPr marL="361950" indent="-361950" algn="just" defTabSz="685800" rtl="0" eaLnBrk="1" latinLnBrk="0" hangingPunct="1">
              <a:lnSpc>
                <a:spcPct val="110000"/>
              </a:lnSpc>
              <a:spcBef>
                <a:spcPts val="1200"/>
              </a:spcBef>
              <a:spcAft>
                <a:spcPts val="0"/>
              </a:spcAft>
              <a:buClr>
                <a:schemeClr val="accent1"/>
              </a:buClr>
              <a:buSzPct val="50000"/>
              <a:buFont typeface="Wingdings 2" pitchFamily="18" charset="2"/>
              <a:buChar char=""/>
              <a:defRPr lang="zh-CN" altLang="en-US" sz="2400" kern="1200" baseline="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6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a:lstStyle>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低利用媒体</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互联网企业在杂志媒体的投放量是全媒体中占比最小的，这与杂志的发行周期等有一定关系。</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endParaRPr lang="en-US" altLang="zh-CN" sz="2000" dirty="0">
              <a:solidFill>
                <a:prstClr val="white"/>
              </a:solidFill>
              <a:latin typeface="华文中宋" panose="02010600040101010101" pitchFamily="2" charset="-122"/>
              <a:ea typeface="华文中宋" panose="02010600040101010101" pitchFamily="2" charset="-122"/>
            </a:endParaRPr>
          </a:p>
          <a:p>
            <a:pPr algn="l">
              <a:buClr>
                <a:srgbClr val="47B6E7"/>
              </a:buClr>
              <a:buSzPct val="100000"/>
              <a:buFont typeface="Wingdings 2" panose="05020102010507070707" pitchFamily="18" charset="2"/>
              <a:buChar char="î"/>
              <a:defRPr/>
            </a:pPr>
            <a:r>
              <a:rPr lang="zh-CN" altLang="en-US" sz="2000" dirty="0" smtClean="0">
                <a:solidFill>
                  <a:prstClr val="white"/>
                </a:solidFill>
                <a:latin typeface="华文中宋" panose="02010600040101010101" pitchFamily="2" charset="-122"/>
                <a:ea typeface="华文中宋" panose="02010600040101010101" pitchFamily="2" charset="-122"/>
              </a:rPr>
              <a:t>成熟类别较多</a:t>
            </a:r>
            <a:endParaRPr lang="en-US" altLang="zh-CN" sz="2000" dirty="0" smtClean="0">
              <a:solidFill>
                <a:prstClr val="white"/>
              </a:solidFill>
              <a:latin typeface="华文中宋" panose="02010600040101010101" pitchFamily="2" charset="-122"/>
              <a:ea typeface="华文中宋" panose="02010600040101010101" pitchFamily="2" charset="-122"/>
            </a:endParaRPr>
          </a:p>
          <a:p>
            <a:pPr marL="0" indent="0" algn="l">
              <a:buClr>
                <a:srgbClr val="47B6E7"/>
              </a:buClr>
              <a:buSzPct val="100000"/>
              <a:buNone/>
              <a:defRPr/>
            </a:pPr>
            <a:r>
              <a:rPr lang="zh-CN" altLang="en-US" sz="2000" dirty="0" smtClean="0">
                <a:solidFill>
                  <a:prstClr val="white"/>
                </a:solidFill>
                <a:latin typeface="华文中宋" panose="02010600040101010101" pitchFamily="2" charset="-122"/>
                <a:ea typeface="华文中宋" panose="02010600040101010101" pitchFamily="2" charset="-122"/>
              </a:rPr>
              <a:t>    在投放杂志广告的互联网企业中，拥有更多成熟产品的在线视频、新闻、搜索平台类的互联网企业占比较大。</a:t>
            </a:r>
            <a:endParaRPr lang="en-US" altLang="zh-CN" sz="2000" dirty="0">
              <a:solidFill>
                <a:prstClr val="white"/>
              </a:solidFill>
              <a:latin typeface="华文中宋" panose="02010600040101010101" pitchFamily="2" charset="-122"/>
              <a:ea typeface="华文中宋" panose="02010600040101010101" pitchFamily="2" charset="-122"/>
            </a:endParaRPr>
          </a:p>
        </p:txBody>
      </p:sp>
      <p:sp>
        <p:nvSpPr>
          <p:cNvPr id="9" name="KSO_Shape"/>
          <p:cNvSpPr>
            <a:spLocks/>
          </p:cNvSpPr>
          <p:nvPr/>
        </p:nvSpPr>
        <p:spPr bwMode="auto">
          <a:xfrm>
            <a:off x="539552" y="152567"/>
            <a:ext cx="952500" cy="766763"/>
          </a:xfrm>
          <a:custGeom>
            <a:avLst/>
            <a:gdLst>
              <a:gd name="T0" fmla="*/ 913166 w 4940"/>
              <a:gd name="T1" fmla="*/ 216832 h 3973"/>
              <a:gd name="T2" fmla="*/ 832184 w 4940"/>
              <a:gd name="T3" fmla="*/ 139667 h 3973"/>
              <a:gd name="T4" fmla="*/ 750431 w 4940"/>
              <a:gd name="T5" fmla="*/ 81408 h 3973"/>
              <a:gd name="T6" fmla="*/ 668293 w 4940"/>
              <a:gd name="T7" fmla="*/ 40897 h 3973"/>
              <a:gd name="T8" fmla="*/ 586925 w 4940"/>
              <a:gd name="T9" fmla="*/ 14661 h 3973"/>
              <a:gd name="T10" fmla="*/ 506715 w 4940"/>
              <a:gd name="T11" fmla="*/ 2315 h 3973"/>
              <a:gd name="T12" fmla="*/ 429203 w 4940"/>
              <a:gd name="T13" fmla="*/ 772 h 3973"/>
              <a:gd name="T14" fmla="*/ 354777 w 4940"/>
              <a:gd name="T15" fmla="*/ 8102 h 3973"/>
              <a:gd name="T16" fmla="*/ 285364 w 4940"/>
              <a:gd name="T17" fmla="*/ 22763 h 3973"/>
              <a:gd name="T18" fmla="*/ 220965 w 4940"/>
              <a:gd name="T19" fmla="*/ 42826 h 3973"/>
              <a:gd name="T20" fmla="*/ 136898 w 4940"/>
              <a:gd name="T21" fmla="*/ 77164 h 3973"/>
              <a:gd name="T22" fmla="*/ 52060 w 4940"/>
              <a:gd name="T23" fmla="*/ 123077 h 3973"/>
              <a:gd name="T24" fmla="*/ 0 w 4940"/>
              <a:gd name="T25" fmla="*/ 158573 h 3973"/>
              <a:gd name="T26" fmla="*/ 23523 w 4940"/>
              <a:gd name="T27" fmla="*/ 1411336 h 3973"/>
              <a:gd name="T28" fmla="*/ 90237 w 4940"/>
              <a:gd name="T29" fmla="*/ 1371211 h 3973"/>
              <a:gd name="T30" fmla="*/ 191271 w 4940"/>
              <a:gd name="T31" fmla="*/ 1323755 h 3973"/>
              <a:gd name="T32" fmla="*/ 252200 w 4940"/>
              <a:gd name="T33" fmla="*/ 1302149 h 3973"/>
              <a:gd name="T34" fmla="*/ 319300 w 4940"/>
              <a:gd name="T35" fmla="*/ 1284787 h 3973"/>
              <a:gd name="T36" fmla="*/ 391798 w 4940"/>
              <a:gd name="T37" fmla="*/ 1273212 h 3973"/>
              <a:gd name="T38" fmla="*/ 467381 w 4940"/>
              <a:gd name="T39" fmla="*/ 1270511 h 3973"/>
              <a:gd name="T40" fmla="*/ 546434 w 4940"/>
              <a:gd name="T41" fmla="*/ 1277070 h 3973"/>
              <a:gd name="T42" fmla="*/ 627802 w 4940"/>
              <a:gd name="T43" fmla="*/ 1295975 h 3973"/>
              <a:gd name="T44" fmla="*/ 709555 w 4940"/>
              <a:gd name="T45" fmla="*/ 1329156 h 3973"/>
              <a:gd name="T46" fmla="*/ 791693 w 4940"/>
              <a:gd name="T47" fmla="*/ 1378155 h 3973"/>
              <a:gd name="T48" fmla="*/ 873061 w 4940"/>
              <a:gd name="T49" fmla="*/ 1445288 h 3973"/>
              <a:gd name="T50" fmla="*/ 952500 w 4940"/>
              <a:gd name="T51" fmla="*/ 1532870 h 3973"/>
              <a:gd name="T52" fmla="*/ 1011887 w 4940"/>
              <a:gd name="T53" fmla="*/ 1465351 h 3973"/>
              <a:gd name="T54" fmla="*/ 1092868 w 4940"/>
              <a:gd name="T55" fmla="*/ 1393588 h 3973"/>
              <a:gd name="T56" fmla="*/ 1175007 w 4940"/>
              <a:gd name="T57" fmla="*/ 1339959 h 3973"/>
              <a:gd name="T58" fmla="*/ 1256760 w 4940"/>
              <a:gd name="T59" fmla="*/ 1302920 h 3973"/>
              <a:gd name="T60" fmla="*/ 1338128 w 4940"/>
              <a:gd name="T61" fmla="*/ 1280928 h 3973"/>
              <a:gd name="T62" fmla="*/ 1417952 w 4940"/>
              <a:gd name="T63" fmla="*/ 1270897 h 3973"/>
              <a:gd name="T64" fmla="*/ 1494692 w 4940"/>
              <a:gd name="T65" fmla="*/ 1271669 h 3973"/>
              <a:gd name="T66" fmla="*/ 1567962 w 4940"/>
              <a:gd name="T67" fmla="*/ 1281314 h 3973"/>
              <a:gd name="T68" fmla="*/ 1635832 w 4940"/>
              <a:gd name="T69" fmla="*/ 1297519 h 3973"/>
              <a:gd name="T70" fmla="*/ 1698689 w 4940"/>
              <a:gd name="T71" fmla="*/ 1318353 h 3973"/>
              <a:gd name="T72" fmla="*/ 1792397 w 4940"/>
              <a:gd name="T73" fmla="*/ 1359250 h 3973"/>
              <a:gd name="T74" fmla="*/ 1868365 w 4940"/>
              <a:gd name="T75" fmla="*/ 1402848 h 3973"/>
              <a:gd name="T76" fmla="*/ 1905000 w 4940"/>
              <a:gd name="T77" fmla="*/ 158573 h 3973"/>
              <a:gd name="T78" fmla="*/ 1868365 w 4940"/>
              <a:gd name="T79" fmla="*/ 133109 h 3973"/>
              <a:gd name="T80" fmla="*/ 1792397 w 4940"/>
              <a:gd name="T81" fmla="*/ 89511 h 3973"/>
              <a:gd name="T82" fmla="*/ 1698689 w 4940"/>
              <a:gd name="T83" fmla="*/ 47842 h 3973"/>
              <a:gd name="T84" fmla="*/ 1635832 w 4940"/>
              <a:gd name="T85" fmla="*/ 27393 h 3973"/>
              <a:gd name="T86" fmla="*/ 1567962 w 4940"/>
              <a:gd name="T87" fmla="*/ 11575 h 3973"/>
              <a:gd name="T88" fmla="*/ 1494692 w 4940"/>
              <a:gd name="T89" fmla="*/ 1929 h 3973"/>
              <a:gd name="T90" fmla="*/ 1417952 w 4940"/>
              <a:gd name="T91" fmla="*/ 1157 h 3973"/>
              <a:gd name="T92" fmla="*/ 1338128 w 4940"/>
              <a:gd name="T93" fmla="*/ 10417 h 3973"/>
              <a:gd name="T94" fmla="*/ 1256760 w 4940"/>
              <a:gd name="T95" fmla="*/ 33181 h 3973"/>
              <a:gd name="T96" fmla="*/ 1175007 w 4940"/>
              <a:gd name="T97" fmla="*/ 70220 h 3973"/>
              <a:gd name="T98" fmla="*/ 1092868 w 4940"/>
              <a:gd name="T99" fmla="*/ 123463 h 3973"/>
              <a:gd name="T100" fmla="*/ 1011887 w 4940"/>
              <a:gd name="T101" fmla="*/ 195612 h 3973"/>
              <a:gd name="T102" fmla="*/ 952500 w 4940"/>
              <a:gd name="T103" fmla="*/ 262745 h 397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940" h="3973">
                <a:moveTo>
                  <a:pt x="2470" y="681"/>
                </a:moveTo>
                <a:lnTo>
                  <a:pt x="2470" y="681"/>
                </a:lnTo>
                <a:lnTo>
                  <a:pt x="2419" y="619"/>
                </a:lnTo>
                <a:lnTo>
                  <a:pt x="2368" y="562"/>
                </a:lnTo>
                <a:lnTo>
                  <a:pt x="2315" y="507"/>
                </a:lnTo>
                <a:lnTo>
                  <a:pt x="2264" y="455"/>
                </a:lnTo>
                <a:lnTo>
                  <a:pt x="2211" y="407"/>
                </a:lnTo>
                <a:lnTo>
                  <a:pt x="2158" y="362"/>
                </a:lnTo>
                <a:lnTo>
                  <a:pt x="2106" y="320"/>
                </a:lnTo>
                <a:lnTo>
                  <a:pt x="2053" y="281"/>
                </a:lnTo>
                <a:lnTo>
                  <a:pt x="2000" y="244"/>
                </a:lnTo>
                <a:lnTo>
                  <a:pt x="1946" y="211"/>
                </a:lnTo>
                <a:lnTo>
                  <a:pt x="1894" y="182"/>
                </a:lnTo>
                <a:lnTo>
                  <a:pt x="1840" y="154"/>
                </a:lnTo>
                <a:lnTo>
                  <a:pt x="1787" y="128"/>
                </a:lnTo>
                <a:lnTo>
                  <a:pt x="1733" y="106"/>
                </a:lnTo>
                <a:lnTo>
                  <a:pt x="1680" y="86"/>
                </a:lnTo>
                <a:lnTo>
                  <a:pt x="1628" y="68"/>
                </a:lnTo>
                <a:lnTo>
                  <a:pt x="1575" y="52"/>
                </a:lnTo>
                <a:lnTo>
                  <a:pt x="1522" y="38"/>
                </a:lnTo>
                <a:lnTo>
                  <a:pt x="1469" y="27"/>
                </a:lnTo>
                <a:lnTo>
                  <a:pt x="1417" y="19"/>
                </a:lnTo>
                <a:lnTo>
                  <a:pt x="1365" y="11"/>
                </a:lnTo>
                <a:lnTo>
                  <a:pt x="1314" y="6"/>
                </a:lnTo>
                <a:lnTo>
                  <a:pt x="1264" y="3"/>
                </a:lnTo>
                <a:lnTo>
                  <a:pt x="1212" y="0"/>
                </a:lnTo>
                <a:lnTo>
                  <a:pt x="1163" y="0"/>
                </a:lnTo>
                <a:lnTo>
                  <a:pt x="1113" y="2"/>
                </a:lnTo>
                <a:lnTo>
                  <a:pt x="1064" y="5"/>
                </a:lnTo>
                <a:lnTo>
                  <a:pt x="1016" y="9"/>
                </a:lnTo>
                <a:lnTo>
                  <a:pt x="968" y="15"/>
                </a:lnTo>
                <a:lnTo>
                  <a:pt x="920" y="21"/>
                </a:lnTo>
                <a:lnTo>
                  <a:pt x="875" y="30"/>
                </a:lnTo>
                <a:lnTo>
                  <a:pt x="828" y="38"/>
                </a:lnTo>
                <a:lnTo>
                  <a:pt x="784" y="48"/>
                </a:lnTo>
                <a:lnTo>
                  <a:pt x="740" y="59"/>
                </a:lnTo>
                <a:lnTo>
                  <a:pt x="697" y="71"/>
                </a:lnTo>
                <a:lnTo>
                  <a:pt x="654" y="84"/>
                </a:lnTo>
                <a:lnTo>
                  <a:pt x="614" y="96"/>
                </a:lnTo>
                <a:lnTo>
                  <a:pt x="573" y="111"/>
                </a:lnTo>
                <a:lnTo>
                  <a:pt x="534" y="124"/>
                </a:lnTo>
                <a:lnTo>
                  <a:pt x="496" y="139"/>
                </a:lnTo>
                <a:lnTo>
                  <a:pt x="423" y="169"/>
                </a:lnTo>
                <a:lnTo>
                  <a:pt x="355" y="200"/>
                </a:lnTo>
                <a:lnTo>
                  <a:pt x="292" y="232"/>
                </a:lnTo>
                <a:lnTo>
                  <a:pt x="234" y="263"/>
                </a:lnTo>
                <a:lnTo>
                  <a:pt x="181" y="292"/>
                </a:lnTo>
                <a:lnTo>
                  <a:pt x="135" y="319"/>
                </a:lnTo>
                <a:lnTo>
                  <a:pt x="95" y="345"/>
                </a:lnTo>
                <a:lnTo>
                  <a:pt x="61" y="367"/>
                </a:lnTo>
                <a:lnTo>
                  <a:pt x="16" y="399"/>
                </a:lnTo>
                <a:lnTo>
                  <a:pt x="0" y="411"/>
                </a:lnTo>
                <a:lnTo>
                  <a:pt x="0" y="3702"/>
                </a:lnTo>
                <a:lnTo>
                  <a:pt x="16" y="3690"/>
                </a:lnTo>
                <a:lnTo>
                  <a:pt x="61" y="3658"/>
                </a:lnTo>
                <a:lnTo>
                  <a:pt x="95" y="3636"/>
                </a:lnTo>
                <a:lnTo>
                  <a:pt x="135" y="3612"/>
                </a:lnTo>
                <a:lnTo>
                  <a:pt x="181" y="3583"/>
                </a:lnTo>
                <a:lnTo>
                  <a:pt x="234" y="3554"/>
                </a:lnTo>
                <a:lnTo>
                  <a:pt x="292" y="3523"/>
                </a:lnTo>
                <a:lnTo>
                  <a:pt x="355" y="3493"/>
                </a:lnTo>
                <a:lnTo>
                  <a:pt x="423" y="3461"/>
                </a:lnTo>
                <a:lnTo>
                  <a:pt x="496" y="3431"/>
                </a:lnTo>
                <a:lnTo>
                  <a:pt x="534" y="3417"/>
                </a:lnTo>
                <a:lnTo>
                  <a:pt x="573" y="3402"/>
                </a:lnTo>
                <a:lnTo>
                  <a:pt x="614" y="3388"/>
                </a:lnTo>
                <a:lnTo>
                  <a:pt x="654" y="3375"/>
                </a:lnTo>
                <a:lnTo>
                  <a:pt x="697" y="3363"/>
                </a:lnTo>
                <a:lnTo>
                  <a:pt x="740" y="3350"/>
                </a:lnTo>
                <a:lnTo>
                  <a:pt x="784" y="3339"/>
                </a:lnTo>
                <a:lnTo>
                  <a:pt x="828" y="3330"/>
                </a:lnTo>
                <a:lnTo>
                  <a:pt x="875" y="3321"/>
                </a:lnTo>
                <a:lnTo>
                  <a:pt x="920" y="3312"/>
                </a:lnTo>
                <a:lnTo>
                  <a:pt x="968" y="3306"/>
                </a:lnTo>
                <a:lnTo>
                  <a:pt x="1016" y="3300"/>
                </a:lnTo>
                <a:lnTo>
                  <a:pt x="1064" y="3296"/>
                </a:lnTo>
                <a:lnTo>
                  <a:pt x="1113" y="3294"/>
                </a:lnTo>
                <a:lnTo>
                  <a:pt x="1163" y="3292"/>
                </a:lnTo>
                <a:lnTo>
                  <a:pt x="1212" y="3293"/>
                </a:lnTo>
                <a:lnTo>
                  <a:pt x="1264" y="3294"/>
                </a:lnTo>
                <a:lnTo>
                  <a:pt x="1314" y="3298"/>
                </a:lnTo>
                <a:lnTo>
                  <a:pt x="1365" y="3303"/>
                </a:lnTo>
                <a:lnTo>
                  <a:pt x="1417" y="3310"/>
                </a:lnTo>
                <a:lnTo>
                  <a:pt x="1469" y="3320"/>
                </a:lnTo>
                <a:lnTo>
                  <a:pt x="1522" y="3331"/>
                </a:lnTo>
                <a:lnTo>
                  <a:pt x="1575" y="3344"/>
                </a:lnTo>
                <a:lnTo>
                  <a:pt x="1628" y="3359"/>
                </a:lnTo>
                <a:lnTo>
                  <a:pt x="1680" y="3377"/>
                </a:lnTo>
                <a:lnTo>
                  <a:pt x="1733" y="3397"/>
                </a:lnTo>
                <a:lnTo>
                  <a:pt x="1787" y="3420"/>
                </a:lnTo>
                <a:lnTo>
                  <a:pt x="1840" y="3445"/>
                </a:lnTo>
                <a:lnTo>
                  <a:pt x="1894" y="3473"/>
                </a:lnTo>
                <a:lnTo>
                  <a:pt x="1946" y="3504"/>
                </a:lnTo>
                <a:lnTo>
                  <a:pt x="2000" y="3537"/>
                </a:lnTo>
                <a:lnTo>
                  <a:pt x="2053" y="3572"/>
                </a:lnTo>
                <a:lnTo>
                  <a:pt x="2106" y="3612"/>
                </a:lnTo>
                <a:lnTo>
                  <a:pt x="2158" y="3653"/>
                </a:lnTo>
                <a:lnTo>
                  <a:pt x="2211" y="3699"/>
                </a:lnTo>
                <a:lnTo>
                  <a:pt x="2264" y="3746"/>
                </a:lnTo>
                <a:lnTo>
                  <a:pt x="2315" y="3798"/>
                </a:lnTo>
                <a:lnTo>
                  <a:pt x="2368" y="3853"/>
                </a:lnTo>
                <a:lnTo>
                  <a:pt x="2419" y="3911"/>
                </a:lnTo>
                <a:lnTo>
                  <a:pt x="2470" y="3973"/>
                </a:lnTo>
                <a:lnTo>
                  <a:pt x="2521" y="3911"/>
                </a:lnTo>
                <a:lnTo>
                  <a:pt x="2573" y="3853"/>
                </a:lnTo>
                <a:lnTo>
                  <a:pt x="2624" y="3798"/>
                </a:lnTo>
                <a:lnTo>
                  <a:pt x="2676" y="3746"/>
                </a:lnTo>
                <a:lnTo>
                  <a:pt x="2728" y="3699"/>
                </a:lnTo>
                <a:lnTo>
                  <a:pt x="2781" y="3653"/>
                </a:lnTo>
                <a:lnTo>
                  <a:pt x="2834" y="3612"/>
                </a:lnTo>
                <a:lnTo>
                  <a:pt x="2886" y="3572"/>
                </a:lnTo>
                <a:lnTo>
                  <a:pt x="2940" y="3537"/>
                </a:lnTo>
                <a:lnTo>
                  <a:pt x="2993" y="3504"/>
                </a:lnTo>
                <a:lnTo>
                  <a:pt x="3047" y="3473"/>
                </a:lnTo>
                <a:lnTo>
                  <a:pt x="3100" y="3445"/>
                </a:lnTo>
                <a:lnTo>
                  <a:pt x="3154" y="3420"/>
                </a:lnTo>
                <a:lnTo>
                  <a:pt x="3206" y="3397"/>
                </a:lnTo>
                <a:lnTo>
                  <a:pt x="3259" y="3377"/>
                </a:lnTo>
                <a:lnTo>
                  <a:pt x="3313" y="3359"/>
                </a:lnTo>
                <a:lnTo>
                  <a:pt x="3366" y="3344"/>
                </a:lnTo>
                <a:lnTo>
                  <a:pt x="3418" y="3331"/>
                </a:lnTo>
                <a:lnTo>
                  <a:pt x="3470" y="3320"/>
                </a:lnTo>
                <a:lnTo>
                  <a:pt x="3523" y="3310"/>
                </a:lnTo>
                <a:lnTo>
                  <a:pt x="3574" y="3303"/>
                </a:lnTo>
                <a:lnTo>
                  <a:pt x="3626" y="3298"/>
                </a:lnTo>
                <a:lnTo>
                  <a:pt x="3677" y="3294"/>
                </a:lnTo>
                <a:lnTo>
                  <a:pt x="3727" y="3293"/>
                </a:lnTo>
                <a:lnTo>
                  <a:pt x="3778" y="3292"/>
                </a:lnTo>
                <a:lnTo>
                  <a:pt x="3827" y="3294"/>
                </a:lnTo>
                <a:lnTo>
                  <a:pt x="3876" y="3296"/>
                </a:lnTo>
                <a:lnTo>
                  <a:pt x="3925" y="3300"/>
                </a:lnTo>
                <a:lnTo>
                  <a:pt x="3973" y="3306"/>
                </a:lnTo>
                <a:lnTo>
                  <a:pt x="4019" y="3312"/>
                </a:lnTo>
                <a:lnTo>
                  <a:pt x="4066" y="3321"/>
                </a:lnTo>
                <a:lnTo>
                  <a:pt x="4111" y="3330"/>
                </a:lnTo>
                <a:lnTo>
                  <a:pt x="4155" y="3339"/>
                </a:lnTo>
                <a:lnTo>
                  <a:pt x="4199" y="3350"/>
                </a:lnTo>
                <a:lnTo>
                  <a:pt x="4242" y="3363"/>
                </a:lnTo>
                <a:lnTo>
                  <a:pt x="4285" y="3375"/>
                </a:lnTo>
                <a:lnTo>
                  <a:pt x="4327" y="3388"/>
                </a:lnTo>
                <a:lnTo>
                  <a:pt x="4366" y="3402"/>
                </a:lnTo>
                <a:lnTo>
                  <a:pt x="4405" y="3417"/>
                </a:lnTo>
                <a:lnTo>
                  <a:pt x="4444" y="3431"/>
                </a:lnTo>
                <a:lnTo>
                  <a:pt x="4517" y="3461"/>
                </a:lnTo>
                <a:lnTo>
                  <a:pt x="4585" y="3493"/>
                </a:lnTo>
                <a:lnTo>
                  <a:pt x="4648" y="3523"/>
                </a:lnTo>
                <a:lnTo>
                  <a:pt x="4707" y="3554"/>
                </a:lnTo>
                <a:lnTo>
                  <a:pt x="4758" y="3583"/>
                </a:lnTo>
                <a:lnTo>
                  <a:pt x="4805" y="3612"/>
                </a:lnTo>
                <a:lnTo>
                  <a:pt x="4845" y="3636"/>
                </a:lnTo>
                <a:lnTo>
                  <a:pt x="4878" y="3658"/>
                </a:lnTo>
                <a:lnTo>
                  <a:pt x="4924" y="3690"/>
                </a:lnTo>
                <a:lnTo>
                  <a:pt x="4940" y="3702"/>
                </a:lnTo>
                <a:lnTo>
                  <a:pt x="4940" y="411"/>
                </a:lnTo>
                <a:lnTo>
                  <a:pt x="4924" y="399"/>
                </a:lnTo>
                <a:lnTo>
                  <a:pt x="4878" y="367"/>
                </a:lnTo>
                <a:lnTo>
                  <a:pt x="4845" y="345"/>
                </a:lnTo>
                <a:lnTo>
                  <a:pt x="4805" y="319"/>
                </a:lnTo>
                <a:lnTo>
                  <a:pt x="4758" y="292"/>
                </a:lnTo>
                <a:lnTo>
                  <a:pt x="4707" y="263"/>
                </a:lnTo>
                <a:lnTo>
                  <a:pt x="4648" y="232"/>
                </a:lnTo>
                <a:lnTo>
                  <a:pt x="4585" y="200"/>
                </a:lnTo>
                <a:lnTo>
                  <a:pt x="4517" y="169"/>
                </a:lnTo>
                <a:lnTo>
                  <a:pt x="4444" y="139"/>
                </a:lnTo>
                <a:lnTo>
                  <a:pt x="4405" y="124"/>
                </a:lnTo>
                <a:lnTo>
                  <a:pt x="4366" y="111"/>
                </a:lnTo>
                <a:lnTo>
                  <a:pt x="4327" y="96"/>
                </a:lnTo>
                <a:lnTo>
                  <a:pt x="4285" y="84"/>
                </a:lnTo>
                <a:lnTo>
                  <a:pt x="4242" y="71"/>
                </a:lnTo>
                <a:lnTo>
                  <a:pt x="4199" y="59"/>
                </a:lnTo>
                <a:lnTo>
                  <a:pt x="4155" y="48"/>
                </a:lnTo>
                <a:lnTo>
                  <a:pt x="4111" y="38"/>
                </a:lnTo>
                <a:lnTo>
                  <a:pt x="4066" y="30"/>
                </a:lnTo>
                <a:lnTo>
                  <a:pt x="4019" y="21"/>
                </a:lnTo>
                <a:lnTo>
                  <a:pt x="3973" y="15"/>
                </a:lnTo>
                <a:lnTo>
                  <a:pt x="3925" y="9"/>
                </a:lnTo>
                <a:lnTo>
                  <a:pt x="3876" y="5"/>
                </a:lnTo>
                <a:lnTo>
                  <a:pt x="3827" y="2"/>
                </a:lnTo>
                <a:lnTo>
                  <a:pt x="3778" y="0"/>
                </a:lnTo>
                <a:lnTo>
                  <a:pt x="3727" y="0"/>
                </a:lnTo>
                <a:lnTo>
                  <a:pt x="3677" y="3"/>
                </a:lnTo>
                <a:lnTo>
                  <a:pt x="3626" y="6"/>
                </a:lnTo>
                <a:lnTo>
                  <a:pt x="3574" y="11"/>
                </a:lnTo>
                <a:lnTo>
                  <a:pt x="3523" y="19"/>
                </a:lnTo>
                <a:lnTo>
                  <a:pt x="3470" y="27"/>
                </a:lnTo>
                <a:lnTo>
                  <a:pt x="3418" y="38"/>
                </a:lnTo>
                <a:lnTo>
                  <a:pt x="3366" y="52"/>
                </a:lnTo>
                <a:lnTo>
                  <a:pt x="3313" y="68"/>
                </a:lnTo>
                <a:lnTo>
                  <a:pt x="3259" y="86"/>
                </a:lnTo>
                <a:lnTo>
                  <a:pt x="3206" y="106"/>
                </a:lnTo>
                <a:lnTo>
                  <a:pt x="3154" y="128"/>
                </a:lnTo>
                <a:lnTo>
                  <a:pt x="3100" y="154"/>
                </a:lnTo>
                <a:lnTo>
                  <a:pt x="3047" y="182"/>
                </a:lnTo>
                <a:lnTo>
                  <a:pt x="2993" y="211"/>
                </a:lnTo>
                <a:lnTo>
                  <a:pt x="2940" y="244"/>
                </a:lnTo>
                <a:lnTo>
                  <a:pt x="2886" y="281"/>
                </a:lnTo>
                <a:lnTo>
                  <a:pt x="2834" y="320"/>
                </a:lnTo>
                <a:lnTo>
                  <a:pt x="2781" y="362"/>
                </a:lnTo>
                <a:lnTo>
                  <a:pt x="2728" y="407"/>
                </a:lnTo>
                <a:lnTo>
                  <a:pt x="2676" y="455"/>
                </a:lnTo>
                <a:lnTo>
                  <a:pt x="2624" y="507"/>
                </a:lnTo>
                <a:lnTo>
                  <a:pt x="2573" y="562"/>
                </a:lnTo>
                <a:lnTo>
                  <a:pt x="2521" y="619"/>
                </a:lnTo>
                <a:lnTo>
                  <a:pt x="2470" y="681"/>
                </a:lnTo>
                <a:close/>
              </a:path>
            </a:pathLst>
          </a:custGeom>
          <a:solidFill>
            <a:srgbClr val="FF0000"/>
          </a:solidFill>
          <a:ln>
            <a:noFill/>
          </a:ln>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spTree>
    <p:extLst>
      <p:ext uri="{BB962C8B-B14F-4D97-AF65-F5344CB8AC3E}">
        <p14:creationId xmlns:p14="http://schemas.microsoft.com/office/powerpoint/2010/main" val="35650769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4.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2.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3.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4.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5.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7.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1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1.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2.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3.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4.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5.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2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2.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3.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4.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5.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6.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39.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ags/tag40.xml><?xml version="1.0" encoding="utf-8"?>
<p:tagLst xmlns:a="http://schemas.openxmlformats.org/drawingml/2006/main" xmlns:r="http://schemas.openxmlformats.org/officeDocument/2006/relationships" xmlns:p="http://schemas.openxmlformats.org/presentationml/2006/main">
  <p:tag name="MH" val="20151216180919"/>
  <p:tag name="MH_LIBRARY" val="GRAPHIC"/>
  <p:tag name="MH_TYPE" val="Text"/>
  <p:tag name="MH_ORDER" val="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CTR color">
    <a:dk1>
      <a:srgbClr val="000000"/>
    </a:dk1>
    <a:lt1>
      <a:srgbClr val="FFFFFF"/>
    </a:lt1>
    <a:dk2>
      <a:srgbClr val="FF6400"/>
    </a:dk2>
    <a:lt2>
      <a:srgbClr val="C0C0C0"/>
    </a:lt2>
    <a:accent1>
      <a:srgbClr val="FF6400"/>
    </a:accent1>
    <a:accent2>
      <a:srgbClr val="FFBE09"/>
    </a:accent2>
    <a:accent3>
      <a:srgbClr val="771385"/>
    </a:accent3>
    <a:accent4>
      <a:srgbClr val="9D1D22"/>
    </a:accent4>
    <a:accent5>
      <a:srgbClr val="009CE2"/>
    </a:accent5>
    <a:accent6>
      <a:srgbClr val="A9CB00"/>
    </a:accent6>
    <a:hlink>
      <a:srgbClr val="000000"/>
    </a:hlink>
    <a:folHlink>
      <a:srgbClr val="71717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CTR color">
    <a:dk1>
      <a:srgbClr val="000000"/>
    </a:dk1>
    <a:lt1>
      <a:srgbClr val="FFFFFF"/>
    </a:lt1>
    <a:dk2>
      <a:srgbClr val="FF6400"/>
    </a:dk2>
    <a:lt2>
      <a:srgbClr val="C0C0C0"/>
    </a:lt2>
    <a:accent1>
      <a:srgbClr val="FF6400"/>
    </a:accent1>
    <a:accent2>
      <a:srgbClr val="FFBE09"/>
    </a:accent2>
    <a:accent3>
      <a:srgbClr val="771385"/>
    </a:accent3>
    <a:accent4>
      <a:srgbClr val="9D1D22"/>
    </a:accent4>
    <a:accent5>
      <a:srgbClr val="009CE2"/>
    </a:accent5>
    <a:accent6>
      <a:srgbClr val="A9CB00"/>
    </a:accent6>
    <a:hlink>
      <a:srgbClr val="000000"/>
    </a:hlink>
    <a:folHlink>
      <a:srgbClr val="71717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CTR color">
    <a:dk1>
      <a:srgbClr val="000000"/>
    </a:dk1>
    <a:lt1>
      <a:srgbClr val="FFFFFF"/>
    </a:lt1>
    <a:dk2>
      <a:srgbClr val="FF6400"/>
    </a:dk2>
    <a:lt2>
      <a:srgbClr val="C0C0C0"/>
    </a:lt2>
    <a:accent1>
      <a:srgbClr val="FF6400"/>
    </a:accent1>
    <a:accent2>
      <a:srgbClr val="FFBE09"/>
    </a:accent2>
    <a:accent3>
      <a:srgbClr val="771385"/>
    </a:accent3>
    <a:accent4>
      <a:srgbClr val="9D1D22"/>
    </a:accent4>
    <a:accent5>
      <a:srgbClr val="009CE2"/>
    </a:accent5>
    <a:accent6>
      <a:srgbClr val="A9CB00"/>
    </a:accent6>
    <a:hlink>
      <a:srgbClr val="000000"/>
    </a:hlink>
    <a:folHlink>
      <a:srgbClr val="717171"/>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2700</TotalTime>
  <Words>8284</Words>
  <Application>Microsoft Office PowerPoint</Application>
  <PresentationFormat>全屏显示(4:3)</PresentationFormat>
  <Paragraphs>2510</Paragraphs>
  <Slides>72</Slides>
  <Notes>72</Notes>
  <HiddenSlides>0</HiddenSlides>
  <MMClips>0</MMClips>
  <ScaleCrop>false</ScaleCrop>
  <HeadingPairs>
    <vt:vector size="4" baseType="variant">
      <vt:variant>
        <vt:lpstr>主题</vt:lpstr>
      </vt:variant>
      <vt:variant>
        <vt:i4>2</vt:i4>
      </vt:variant>
      <vt:variant>
        <vt:lpstr>幻灯片标题</vt:lpstr>
      </vt:variant>
      <vt:variant>
        <vt:i4>72</vt:i4>
      </vt:variant>
    </vt:vector>
  </HeadingPairs>
  <TitlesOfParts>
    <vt:vector size="74" baseType="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sherry_cao</dc:creator>
  <cp:lastModifiedBy>sherry_cao</cp:lastModifiedBy>
  <cp:revision>867</cp:revision>
  <dcterms:created xsi:type="dcterms:W3CDTF">2016-04-22T03:54:00Z</dcterms:created>
  <dcterms:modified xsi:type="dcterms:W3CDTF">2016-05-23T08:28:46Z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