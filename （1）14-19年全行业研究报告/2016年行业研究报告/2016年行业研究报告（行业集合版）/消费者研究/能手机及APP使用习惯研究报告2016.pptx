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wdp" ContentType="image/vnd.ms-photo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media/image27.jpg" ContentType="image/png"/>
  <Override PartName="/ppt/media/image31.jpg" ContentType="image/png"/>
  <Override PartName="/ppt/media/image45.jpg" ContentType="image/png"/>
  <Override PartName="/ppt/media/image48.jpg" ContentType="image/png"/>
  <Override PartName="/ppt/media/image90.jpg" ContentType="image/png"/>
  <Override PartName="/ppt/media/image91.jpg" ContentType="image/png"/>
  <Override PartName="/ppt/media/image99.jpg" ContentType="image/png"/>
  <Override PartName="/ppt/media/image101.jpg" ContentType="image/png"/>
  <Override PartName="/ppt/media/image103.jpg" ContentType="image/png"/>
  <Override PartName="/ppt/media/image120.jpg" ContentType="image/png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style1.xml" ContentType="application/vnd.ms-office.chartstyle+xml"/>
  <Override PartName="/ppt/charts/colors1.xml" ContentType="application/vnd.ms-office.chartcolorstyle+xml"/>
  <Override PartName="/ppt/charts/style2.xml" ContentType="application/vnd.ms-office.chartstyle+xml"/>
  <Override PartName="/ppt/charts/colors2.xml" ContentType="application/vnd.ms-office.chartcolorstyle+xml"/>
  <Override PartName="/ppt/charts/style3.xml" ContentType="application/vnd.ms-office.chartstyle+xml"/>
  <Override PartName="/ppt/charts/colors3.xml" ContentType="application/vnd.ms-office.chartcolorstyle+xml"/>
  <Override PartName="/ppt/charts/style4.xml" ContentType="application/vnd.ms-office.chartstyle+xml"/>
  <Override PartName="/ppt/charts/colors4.xml" ContentType="application/vnd.ms-office.chartcolorstyle+xml"/>
  <Override PartName="/ppt/charts/style5.xml" ContentType="application/vnd.ms-office.chartstyle+xml"/>
  <Override PartName="/ppt/charts/colors5.xml" ContentType="application/vnd.ms-office.chartcolorstyle+xml"/>
  <Override PartName="/ppt/charts/style6.xml" ContentType="application/vnd.ms-office.chartstyle+xml"/>
  <Override PartName="/ppt/charts/colors6.xml" ContentType="application/vnd.ms-office.chartcolorstyle+xml"/>
  <Override PartName="/ppt/charts/style7.xml" ContentType="application/vnd.ms-office.chartstyle+xml"/>
  <Override PartName="/ppt/charts/colors7.xml" ContentType="application/vnd.ms-office.chartcolorstyle+xml"/>
  <Override PartName="/ppt/charts/style8.xml" ContentType="application/vnd.ms-office.chartstyle+xml"/>
  <Override PartName="/ppt/charts/colors8.xml" ContentType="application/vnd.ms-office.chartcolorstyle+xml"/>
  <Override PartName="/ppt/charts/style9.xml" ContentType="application/vnd.ms-office.chartstyle+xml"/>
  <Override PartName="/ppt/charts/colors9.xml" ContentType="application/vnd.ms-office.chartcolorstyle+xml"/>
  <Override PartName="/ppt/charts/style10.xml" ContentType="application/vnd.ms-office.chartstyle+xml"/>
  <Override PartName="/ppt/charts/colors10.xml" ContentType="application/vnd.ms-office.chartcolorstyle+xml"/>
  <Override PartName="/ppt/charts/style11.xml" ContentType="application/vnd.ms-office.chartstyle+xml"/>
  <Override PartName="/ppt/charts/colors11.xml" ContentType="application/vnd.ms-office.chartcolorstyle+xml"/>
  <Override PartName="/ppt/charts/style12.xml" ContentType="application/vnd.ms-office.chartstyle+xml"/>
  <Override PartName="/ppt/charts/colors12.xml" ContentType="application/vnd.ms-office.chartcolorstyle+xml"/>
  <Override PartName="/ppt/charts/style13.xml" ContentType="application/vnd.ms-office.chartstyle+xml"/>
  <Override PartName="/ppt/charts/colors13.xml" ContentType="application/vnd.ms-office.chartcolorstyle+xml"/>
  <Override PartName="/ppt/charts/style14.xml" ContentType="application/vnd.ms-office.chartstyle+xml"/>
  <Override PartName="/ppt/charts/colors14.xml" ContentType="application/vnd.ms-office.chartcolorstyle+xml"/>
  <Override PartName="/ppt/charts/style15.xml" ContentType="application/vnd.ms-office.chartstyle+xml"/>
  <Override PartName="/ppt/charts/colors15.xml" ContentType="application/vnd.ms-office.chartcolorstyle+xml"/>
  <Override PartName="/ppt/charts/style16.xml" ContentType="application/vnd.ms-office.chartstyle+xml"/>
  <Override PartName="/ppt/charts/colors16.xml" ContentType="application/vnd.ms-office.chartcolorstyle+xml"/>
  <Override PartName="/ppt/charts/style17.xml" ContentType="application/vnd.ms-office.chartstyle+xml"/>
  <Override PartName="/ppt/charts/colors17.xml" ContentType="application/vnd.ms-office.chartcolorstyle+xml"/>
  <Override PartName="/ppt/charts/style18.xml" ContentType="application/vnd.ms-office.chartstyle+xml"/>
  <Override PartName="/ppt/charts/colors18.xml" ContentType="application/vnd.ms-office.chartcolorstyle+xml"/>
  <Override PartName="/ppt/charts/style19.xml" ContentType="application/vnd.ms-office.chartstyle+xml"/>
  <Override PartName="/ppt/charts/colors19.xml" ContentType="application/vnd.ms-office.chartcolorstyle+xml"/>
  <Override PartName="/ppt/charts/style20.xml" ContentType="application/vnd.ms-office.chartstyle+xml"/>
  <Override PartName="/ppt/charts/colors20.xml" ContentType="application/vnd.ms-office.chartcolorstyle+xml"/>
  <Override PartName="/ppt/charts/style21.xml" ContentType="application/vnd.ms-office.chartstyle+xml"/>
  <Override PartName="/ppt/charts/colors21.xml" ContentType="application/vnd.ms-office.chartcolorstyle+xml"/>
  <Override PartName="/ppt/charts/style22.xml" ContentType="application/vnd.ms-office.chartstyle+xml"/>
  <Override PartName="/ppt/charts/colors22.xml" ContentType="application/vnd.ms-office.chartcolorstyle+xml"/>
  <Override PartName="/ppt/charts/style23.xml" ContentType="application/vnd.ms-office.chartstyle+xml"/>
  <Override PartName="/ppt/charts/colors23.xml" ContentType="application/vnd.ms-office.chartcolorstyle+xml"/>
  <Override PartName="/ppt/charts/style24.xml" ContentType="application/vnd.ms-office.chartstyle+xml"/>
  <Override PartName="/ppt/charts/colors24.xml" ContentType="application/vnd.ms-office.chartcolor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365" r:id="rId2"/>
    <p:sldId id="368" r:id="rId3"/>
    <p:sldId id="366" r:id="rId4"/>
    <p:sldId id="362" r:id="rId5"/>
    <p:sldId id="361" r:id="rId6"/>
    <p:sldId id="329" r:id="rId7"/>
    <p:sldId id="331" r:id="rId8"/>
    <p:sldId id="299" r:id="rId9"/>
    <p:sldId id="301" r:id="rId10"/>
    <p:sldId id="308" r:id="rId11"/>
    <p:sldId id="332" r:id="rId12"/>
    <p:sldId id="307" r:id="rId13"/>
    <p:sldId id="356" r:id="rId14"/>
    <p:sldId id="333" r:id="rId15"/>
    <p:sldId id="334" r:id="rId16"/>
    <p:sldId id="335" r:id="rId17"/>
    <p:sldId id="336" r:id="rId18"/>
    <p:sldId id="337" r:id="rId19"/>
    <p:sldId id="338" r:id="rId20"/>
    <p:sldId id="340" r:id="rId21"/>
    <p:sldId id="369" r:id="rId22"/>
    <p:sldId id="357" r:id="rId23"/>
    <p:sldId id="342" r:id="rId24"/>
    <p:sldId id="312" r:id="rId25"/>
    <p:sldId id="314" r:id="rId26"/>
    <p:sldId id="343" r:id="rId27"/>
    <p:sldId id="344" r:id="rId28"/>
    <p:sldId id="345" r:id="rId29"/>
    <p:sldId id="358" r:id="rId30"/>
    <p:sldId id="347" r:id="rId31"/>
    <p:sldId id="353" r:id="rId32"/>
    <p:sldId id="351" r:id="rId33"/>
    <p:sldId id="355" r:id="rId34"/>
    <p:sldId id="370" r:id="rId35"/>
    <p:sldId id="352" r:id="rId36"/>
    <p:sldId id="348" r:id="rId37"/>
    <p:sldId id="371" r:id="rId38"/>
    <p:sldId id="354" r:id="rId39"/>
    <p:sldId id="350" r:id="rId40"/>
    <p:sldId id="349" r:id="rId41"/>
    <p:sldId id="367" r:id="rId4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9900"/>
    <a:srgbClr val="1F2029"/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1" autoAdjust="0"/>
    <p:restoredTop sz="93190" autoAdjust="0"/>
  </p:normalViewPr>
  <p:slideViewPr>
    <p:cSldViewPr snapToGrid="0">
      <p:cViewPr>
        <p:scale>
          <a:sx n="103" d="100"/>
          <a:sy n="103" d="100"/>
        </p:scale>
        <p:origin x="-312" y="-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interSettings" Target="printerSettings/printerSettings1.bin"/><Relationship Id="rId45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wanglulu01\Desktop\00&#21518;&#32676;&#20307;\00&#21518;&#24046;&#24322;.xlsx" TargetMode="External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wanglulu01\Desktop\00&#21518;&#32676;&#20307;\00&#21518;&#24046;&#24322;.xlsx" TargetMode="External"/><Relationship Id="rId2" Type="http://schemas.microsoft.com/office/2011/relationships/chartStyle" Target="style3.xml"/><Relationship Id="rId3" Type="http://schemas.microsoft.com/office/2011/relationships/chartColorStyle" Target="colors3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wanglulu01\Desktop\00&#21518;&#32676;&#20307;\00&#21518;&#24046;&#24322;.xlsx" TargetMode="External"/><Relationship Id="rId2" Type="http://schemas.microsoft.com/office/2011/relationships/chartStyle" Target="style4.xml"/><Relationship Id="rId3" Type="http://schemas.microsoft.com/office/2011/relationships/chartColorStyle" Target="colors4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wanglulu01\Desktop\00&#21518;&#32676;&#20307;\00&#21518;&#24046;&#24322;.xlsx" TargetMode="External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wanglulu01\Desktop\00&#21518;&#32676;&#20307;\00&#21518;&#24046;&#24322;.xlsx" TargetMode="External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wanglulu01\Desktop\00&#21518;&#32676;&#20307;\00&#21518;&#24046;&#24322;.xlsx" TargetMode="External"/><Relationship Id="rId2" Type="http://schemas.microsoft.com/office/2011/relationships/chartStyle" Target="style7.xml"/><Relationship Id="rId3" Type="http://schemas.microsoft.com/office/2011/relationships/chartColorStyle" Target="colors7.xm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.xlsx"/><Relationship Id="rId2" Type="http://schemas.microsoft.com/office/2011/relationships/chartStyle" Target="style8.xml"/><Relationship Id="rId3" Type="http://schemas.microsoft.com/office/2011/relationships/chartColorStyle" Target="colors8.xm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3.xlsx"/><Relationship Id="rId2" Type="http://schemas.microsoft.com/office/2011/relationships/chartStyle" Target="style9.xml"/><Relationship Id="rId3" Type="http://schemas.microsoft.com/office/2011/relationships/chartColorStyle" Target="colors9.xm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4.xlsx"/><Relationship Id="rId2" Type="http://schemas.microsoft.com/office/2011/relationships/chartStyle" Target="style10.xml"/><Relationship Id="rId3" Type="http://schemas.microsoft.com/office/2011/relationships/chartColorStyle" Target="colors10.xm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wanglulu01\Desktop\00&#21518;&#32676;&#20307;\00&#21518;&#24046;&#24322;.xlsx" TargetMode="External"/><Relationship Id="rId2" Type="http://schemas.microsoft.com/office/2011/relationships/chartStyle" Target="style11.xml"/><Relationship Id="rId3" Type="http://schemas.microsoft.com/office/2011/relationships/chartColorStyle" Target="colors11.xm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wanglulu01\Desktop\00&#21518;&#32676;&#20307;\00&#21518;&#24046;&#24322;.xlsx" TargetMode="External"/><Relationship Id="rId2" Type="http://schemas.microsoft.com/office/2011/relationships/chartStyle" Target="style12.xml"/><Relationship Id="rId3" Type="http://schemas.microsoft.com/office/2011/relationships/chartColorStyle" Target="colors12.xm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wanglulu01\Desktop\00&#21518;&#32676;&#20307;\00&#21518;&#24046;&#24322;.xlsx" TargetMode="External"/><Relationship Id="rId2" Type="http://schemas.microsoft.com/office/2011/relationships/chartStyle" Target="style13.xml"/><Relationship Id="rId3" Type="http://schemas.microsoft.com/office/2011/relationships/chartColorStyle" Target="colors13.xm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wanglulu01\Desktop\00&#21518;&#32676;&#20307;\00&#21518;&#24046;&#24322;.xlsx" TargetMode="External"/><Relationship Id="rId2" Type="http://schemas.microsoft.com/office/2011/relationships/chartStyle" Target="style14.xml"/><Relationship Id="rId3" Type="http://schemas.microsoft.com/office/2011/relationships/chartColorStyle" Target="colors14.xm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wanglulu01\Desktop\00&#21518;&#32676;&#20307;\00&#21518;&#24046;&#24322;.xlsx" TargetMode="External"/><Relationship Id="rId2" Type="http://schemas.microsoft.com/office/2011/relationships/chartStyle" Target="style15.xml"/><Relationship Id="rId3" Type="http://schemas.microsoft.com/office/2011/relationships/chartColorStyle" Target="colors15.xm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wanglulu01\Desktop\00&#21518;&#32676;&#20307;\00&#21518;&#24046;&#24322;.xlsx" TargetMode="External"/><Relationship Id="rId2" Type="http://schemas.microsoft.com/office/2011/relationships/chartStyle" Target="style16.xml"/><Relationship Id="rId3" Type="http://schemas.microsoft.com/office/2011/relationships/chartColorStyle" Target="colors16.xm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wanglulu01\Desktop\00&#21518;&#32676;&#20307;\00&#21518;&#24046;&#24322;.xlsx" TargetMode="External"/><Relationship Id="rId2" Type="http://schemas.microsoft.com/office/2011/relationships/chartStyle" Target="style17.xml"/><Relationship Id="rId3" Type="http://schemas.microsoft.com/office/2011/relationships/chartColorStyle" Target="colors17.xm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wanglulu01\Desktop\00&#21518;&#32676;&#20307;\00&#21518;&#24046;&#24322;.xlsx" TargetMode="External"/><Relationship Id="rId2" Type="http://schemas.microsoft.com/office/2011/relationships/chartStyle" Target="style18.xml"/><Relationship Id="rId3" Type="http://schemas.microsoft.com/office/2011/relationships/chartColorStyle" Target="colors18.xm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wanglulu01\Desktop\00&#21518;&#32676;&#20307;\00&#21518;&#24046;&#24322;.xlsx" TargetMode="External"/><Relationship Id="rId2" Type="http://schemas.microsoft.com/office/2011/relationships/chartStyle" Target="style19.xml"/><Relationship Id="rId3" Type="http://schemas.microsoft.com/office/2011/relationships/chartColorStyle" Target="colors19.xm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wanglulu01\Desktop\00&#21518;&#32676;&#20307;\00&#21518;&#24046;&#24322;.xlsx" TargetMode="External"/><Relationship Id="rId2" Type="http://schemas.microsoft.com/office/2011/relationships/chartStyle" Target="style20.xml"/><Relationship Id="rId3" Type="http://schemas.microsoft.com/office/2011/relationships/chartColorStyle" Target="colors20.xml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wanglulu01\Desktop\00&#21518;&#32676;&#20307;\00&#21518;&#24046;&#24322;.xlsx" TargetMode="External"/><Relationship Id="rId2" Type="http://schemas.microsoft.com/office/2011/relationships/chartStyle" Target="style21.xml"/><Relationship Id="rId3" Type="http://schemas.microsoft.com/office/2011/relationships/chartColorStyle" Target="colors21.xml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wanglulu01\Desktop\00&#21518;&#32676;&#20307;\00&#21518;&#24046;&#24322;.xlsx" TargetMode="External"/><Relationship Id="rId2" Type="http://schemas.microsoft.com/office/2011/relationships/chartStyle" Target="style22.xml"/><Relationship Id="rId3" Type="http://schemas.microsoft.com/office/2011/relationships/chartColorStyle" Target="colors22.xml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wanglulu01\Desktop\00&#21518;&#32676;&#20307;\00&#21518;&#24046;&#24322;.xlsx" TargetMode="External"/><Relationship Id="rId2" Type="http://schemas.microsoft.com/office/2011/relationships/chartStyle" Target="style23.xml"/><Relationship Id="rId3" Type="http://schemas.microsoft.com/office/2011/relationships/chartColorStyle" Target="colors23.xml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wanglulu01\Desktop\00&#21518;&#32676;&#20307;\00&#21518;&#24046;&#24322;.xlsx" TargetMode="External"/><Relationship Id="rId2" Type="http://schemas.microsoft.com/office/2011/relationships/chartStyle" Target="style24.xml"/><Relationship Id="rId3" Type="http://schemas.microsoft.com/office/2011/relationships/chartColorStyle" Target="colors2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第一次使用智能机时间
</c:v>
                </c:pt>
              </c:strCache>
            </c:strRef>
          </c:tx>
          <c:dPt>
            <c:idx val="0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Sheet1!$A$2:$A$4</c:f>
              <c:strCache>
                <c:ptCount val="3"/>
                <c:pt idx="0">
                  <c:v>小学及以前</c:v>
                </c:pt>
                <c:pt idx="1">
                  <c:v>初中</c:v>
                </c:pt>
                <c:pt idx="2">
                  <c:v>高中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0.491</c:v>
                </c:pt>
                <c:pt idx="1">
                  <c:v>0.446</c:v>
                </c:pt>
                <c:pt idx="2">
                  <c:v>0.063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'00非00'!$K$23</c:f>
              <c:strCache>
                <c:ptCount val="1"/>
                <c:pt idx="0">
                  <c:v>00后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0.00853194935112398"/>
                  <c:y val="0.0076114264892024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0.00853194935112403"/>
                  <c:y val="0.015222852978405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'00非00'!$J$24:$J$30</c:f>
              <c:strCache>
                <c:ptCount val="7"/>
                <c:pt idx="0">
                  <c:v>半年或更短</c:v>
                </c:pt>
                <c:pt idx="1">
                  <c:v>半年-1年</c:v>
                </c:pt>
                <c:pt idx="2">
                  <c:v>1-2年</c:v>
                </c:pt>
                <c:pt idx="3">
                  <c:v>2-3年</c:v>
                </c:pt>
                <c:pt idx="4">
                  <c:v>3-5年</c:v>
                </c:pt>
                <c:pt idx="5">
                  <c:v>5年以上</c:v>
                </c:pt>
                <c:pt idx="6">
                  <c:v>没更换过</c:v>
                </c:pt>
              </c:strCache>
            </c:strRef>
          </c:cat>
          <c:val>
            <c:numRef>
              <c:f>'00非00'!$K$24:$K$30</c:f>
              <c:numCache>
                <c:formatCode>###0.0%</c:formatCode>
                <c:ptCount val="7"/>
                <c:pt idx="0">
                  <c:v>0.0618382041507836</c:v>
                </c:pt>
                <c:pt idx="1">
                  <c:v>0.1715374841169</c:v>
                </c:pt>
                <c:pt idx="2">
                  <c:v>0.271918678526048</c:v>
                </c:pt>
                <c:pt idx="3">
                  <c:v>0.168996188055909</c:v>
                </c:pt>
                <c:pt idx="4">
                  <c:v>0.0677678949597628</c:v>
                </c:pt>
                <c:pt idx="5">
                  <c:v>0.0317662007623888</c:v>
                </c:pt>
                <c:pt idx="6">
                  <c:v>0.226175349428208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2134661048"/>
        <c:axId val="2072983064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'00非00'!$L$23</c15:sqref>
                        </c15:formulaRef>
                      </c:ext>
                    </c:extLst>
                    <c:strCache>
                      <c:ptCount val="1"/>
                      <c:pt idx="0">
                        <c:v>00前</c:v>
                      </c:pt>
                    </c:strCache>
                  </c:strRef>
                </c:tx>
                <c:spPr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8.5319493511239776E-3"/>
                        <c:y val="0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</c:extLst>
                  </c:dLbl>
                  <c:dLbl>
                    <c:idx val="1"/>
                    <c:layout>
                      <c:manualLayout>
                        <c:x val="9.9539409096446405E-3"/>
                        <c:y val="2.2834279467607688E-2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</c:extLst>
                  </c:dLbl>
                  <c:dLbl>
                    <c:idx val="4"/>
                    <c:layout>
                      <c:manualLayout>
                        <c:x val="9.9539409096446405E-3"/>
                        <c:y val="1.5222852978405125E-2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</c:extLst>
                  </c:dLbl>
                  <c:dLbl>
                    <c:idx val="5"/>
                    <c:layout>
                      <c:manualLayout>
                        <c:x val="7.1099577926033147E-3"/>
                        <c:y val="-1.3954120697678312E-16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</c:extLst>
                  </c:dLbl>
                  <c:dLbl>
                    <c:idx val="6"/>
                    <c:layout>
                      <c:manualLayout>
                        <c:x val="7.1099577926033147E-3"/>
                        <c:y val="0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defRPr>
                      </a:pPr>
                      <a:endParaRPr lang="zh-CN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'00非00'!$J$24:$J$30</c15:sqref>
                        </c15:formulaRef>
                      </c:ext>
                    </c:extLst>
                    <c:strCache>
                      <c:ptCount val="7"/>
                      <c:pt idx="0">
                        <c:v>半年或更短</c:v>
                      </c:pt>
                      <c:pt idx="1">
                        <c:v>半年-1年</c:v>
                      </c:pt>
                      <c:pt idx="2">
                        <c:v>1-2年</c:v>
                      </c:pt>
                      <c:pt idx="3">
                        <c:v>2-3年</c:v>
                      </c:pt>
                      <c:pt idx="4">
                        <c:v>3-5年</c:v>
                      </c:pt>
                      <c:pt idx="5">
                        <c:v>5年以上</c:v>
                      </c:pt>
                      <c:pt idx="6">
                        <c:v>没更换过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'00非00'!$L$24:$L$30</c15:sqref>
                        </c15:formulaRef>
                      </c:ext>
                    </c:extLst>
                    <c:numCache>
                      <c:formatCode>###0.0%</c:formatCode>
                      <c:ptCount val="7"/>
                      <c:pt idx="0">
                        <c:v>2.8340080971659919E-2</c:v>
                      </c:pt>
                      <c:pt idx="1">
                        <c:v>0.16252168883747831</c:v>
                      </c:pt>
                      <c:pt idx="2">
                        <c:v>0.42220936957779065</c:v>
                      </c:pt>
                      <c:pt idx="3">
                        <c:v>0.20850202429149797</c:v>
                      </c:pt>
                      <c:pt idx="4">
                        <c:v>6.5644881434355123E-2</c:v>
                      </c:pt>
                      <c:pt idx="5">
                        <c:v>3.0364372469635626E-2</c:v>
                      </c:pt>
                      <c:pt idx="6">
                        <c:v>8.2417582417582402E-2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2134661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2072983064"/>
        <c:crosses val="autoZero"/>
        <c:auto val="1"/>
        <c:lblAlgn val="ctr"/>
        <c:lblOffset val="100"/>
        <c:noMultiLvlLbl val="0"/>
      </c:catAx>
      <c:valAx>
        <c:axId val="2072983064"/>
        <c:scaling>
          <c:orientation val="minMax"/>
        </c:scaling>
        <c:delete val="1"/>
        <c:axPos val="l"/>
        <c:numFmt formatCode="###0.0%" sourceLinked="1"/>
        <c:majorTickMark val="none"/>
        <c:minorTickMark val="none"/>
        <c:tickLblPos val="nextTo"/>
        <c:crossAx val="-2134661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'00非00'!$K$42</c:f>
              <c:strCache>
                <c:ptCount val="1"/>
                <c:pt idx="0">
                  <c:v>00后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0.0091751677696585"/>
                  <c:y val="0.013240510750095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0.0114689597120731"/>
                  <c:y val="0.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0.0126158556832805"/>
                  <c:y val="0.0033101276875239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>
                <c:manualLayout>
                  <c:x val="-0.00802827179845122"/>
                  <c:y val="0.023170893812667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>
                <c:manualLayout>
                  <c:x val="-0.0103220637408659"/>
                  <c:y val="0.019860766125143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layout>
                <c:manualLayout>
                  <c:x val="-0.00802827179845118"/>
                  <c:y val="0.016550638437619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layout>
                <c:manualLayout>
                  <c:x val="-0.010322063740866"/>
                  <c:y val="0.023170893812667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0"/>
              <c:layout>
                <c:manualLayout>
                  <c:x val="-0.00802827179845118"/>
                  <c:y val="0.0099303830625718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'00非00'!$J$43:$J$54</c:f>
              <c:strCache>
                <c:ptCount val="12"/>
                <c:pt idx="0">
                  <c:v>小米</c:v>
                </c:pt>
                <c:pt idx="1">
                  <c:v>华为</c:v>
                </c:pt>
                <c:pt idx="2">
                  <c:v>OPPO</c:v>
                </c:pt>
                <c:pt idx="3">
                  <c:v>三星</c:v>
                </c:pt>
                <c:pt idx="4">
                  <c:v>VIVO</c:v>
                </c:pt>
                <c:pt idx="5">
                  <c:v>联想</c:v>
                </c:pt>
                <c:pt idx="6">
                  <c:v>酷派</c:v>
                </c:pt>
                <c:pt idx="7">
                  <c:v>iPhone</c:v>
                </c:pt>
                <c:pt idx="8">
                  <c:v>魅族</c:v>
                </c:pt>
                <c:pt idx="9">
                  <c:v>中兴</c:v>
                </c:pt>
                <c:pt idx="10">
                  <c:v>乐视</c:v>
                </c:pt>
                <c:pt idx="11">
                  <c:v>其他</c:v>
                </c:pt>
              </c:strCache>
            </c:strRef>
          </c:cat>
          <c:val>
            <c:numRef>
              <c:f>'00非00'!$K$43:$K$54</c:f>
              <c:numCache>
                <c:formatCode>###0.0%</c:formatCode>
                <c:ptCount val="12"/>
                <c:pt idx="0">
                  <c:v>0.144430326132995</c:v>
                </c:pt>
                <c:pt idx="1">
                  <c:v>0.118593816179585</c:v>
                </c:pt>
                <c:pt idx="2">
                  <c:v>0.11139347734011</c:v>
                </c:pt>
                <c:pt idx="3">
                  <c:v>0.0961457009741635</c:v>
                </c:pt>
                <c:pt idx="4">
                  <c:v>0.0940279542566709</c:v>
                </c:pt>
                <c:pt idx="5">
                  <c:v>0.0741211351122406</c:v>
                </c:pt>
                <c:pt idx="6">
                  <c:v>0.0677678949597628</c:v>
                </c:pt>
                <c:pt idx="7">
                  <c:v>0.0618382041507836</c:v>
                </c:pt>
                <c:pt idx="8">
                  <c:v>0.036001694197374</c:v>
                </c:pt>
                <c:pt idx="9">
                  <c:v>0.0177890724269377</c:v>
                </c:pt>
                <c:pt idx="10">
                  <c:v>0.0135535789919526</c:v>
                </c:pt>
                <c:pt idx="11">
                  <c:v>0.164337145277425</c:v>
                </c:pt>
              </c:numCache>
            </c:numRef>
          </c:val>
        </c:ser>
        <c:ser>
          <c:idx val="1"/>
          <c:order val="1"/>
          <c:tx>
            <c:strRef>
              <c:f>'00非00'!$L$42</c:f>
              <c:strCache>
                <c:ptCount val="1"/>
                <c:pt idx="0">
                  <c:v>00前</c:v>
                </c:pt>
              </c:strCache>
            </c:strRef>
          </c:tx>
          <c:spPr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0.0114689597120731"/>
                  <c:y val="0.0099303830625717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.0114689597120731"/>
                  <c:y val="0.016550638437619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0.0103220637408658"/>
                  <c:y val="0.016550638437619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0.00917516776965847"/>
                  <c:y val="0.0099303830625718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>
                <c:manualLayout>
                  <c:x val="0.00688137582724387"/>
                  <c:y val="0.0099303830625717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layout>
                <c:manualLayout>
                  <c:x val="0.0091751677696585"/>
                  <c:y val="0.0099303830625718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0"/>
              <c:layout>
                <c:manualLayout>
                  <c:x val="0.00688137582724387"/>
                  <c:y val="0.016550638437619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1"/>
              <c:layout>
                <c:manualLayout>
                  <c:x val="0.0137627516544877"/>
                  <c:y val="0.0099303830625718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'00非00'!$J$43:$J$54</c:f>
              <c:strCache>
                <c:ptCount val="12"/>
                <c:pt idx="0">
                  <c:v>小米</c:v>
                </c:pt>
                <c:pt idx="1">
                  <c:v>华为</c:v>
                </c:pt>
                <c:pt idx="2">
                  <c:v>OPPO</c:v>
                </c:pt>
                <c:pt idx="3">
                  <c:v>三星</c:v>
                </c:pt>
                <c:pt idx="4">
                  <c:v>VIVO</c:v>
                </c:pt>
                <c:pt idx="5">
                  <c:v>联想</c:v>
                </c:pt>
                <c:pt idx="6">
                  <c:v>酷派</c:v>
                </c:pt>
                <c:pt idx="7">
                  <c:v>iPhone</c:v>
                </c:pt>
                <c:pt idx="8">
                  <c:v>魅族</c:v>
                </c:pt>
                <c:pt idx="9">
                  <c:v>中兴</c:v>
                </c:pt>
                <c:pt idx="10">
                  <c:v>乐视</c:v>
                </c:pt>
                <c:pt idx="11">
                  <c:v>其他</c:v>
                </c:pt>
              </c:strCache>
            </c:strRef>
          </c:cat>
          <c:val>
            <c:numRef>
              <c:f>'00非00'!$L$43:$L$54</c:f>
              <c:numCache>
                <c:formatCode>###0.0%</c:formatCode>
                <c:ptCount val="12"/>
                <c:pt idx="0">
                  <c:v>0.155336997396587</c:v>
                </c:pt>
                <c:pt idx="1">
                  <c:v>0.165172114550188</c:v>
                </c:pt>
                <c:pt idx="2">
                  <c:v>0.112236042811686</c:v>
                </c:pt>
                <c:pt idx="3">
                  <c:v>0.0925658085044837</c:v>
                </c:pt>
                <c:pt idx="4">
                  <c:v>0.0908301995950246</c:v>
                </c:pt>
                <c:pt idx="5">
                  <c:v>0.0566965577089962</c:v>
                </c:pt>
                <c:pt idx="6">
                  <c:v>0.037894127856523</c:v>
                </c:pt>
                <c:pt idx="7">
                  <c:v>0.0948799537170957</c:v>
                </c:pt>
                <c:pt idx="8">
                  <c:v>0.0404975412207116</c:v>
                </c:pt>
                <c:pt idx="9">
                  <c:v>0.0228521839745444</c:v>
                </c:pt>
                <c:pt idx="10">
                  <c:v>0.0199595024587793</c:v>
                </c:pt>
                <c:pt idx="11">
                  <c:v>0.11107897020538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2134734808"/>
        <c:axId val="-2134707560"/>
      </c:barChart>
      <c:catAx>
        <c:axId val="-2134734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b" anchorCtr="0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-2134707560"/>
        <c:crosses val="autoZero"/>
        <c:auto val="1"/>
        <c:lblAlgn val="ctr"/>
        <c:lblOffset val="100"/>
        <c:noMultiLvlLbl val="0"/>
      </c:catAx>
      <c:valAx>
        <c:axId val="-2134707560"/>
        <c:scaling>
          <c:orientation val="minMax"/>
        </c:scaling>
        <c:delete val="1"/>
        <c:axPos val="l"/>
        <c:numFmt formatCode="###0.0%" sourceLinked="1"/>
        <c:majorTickMark val="none"/>
        <c:minorTickMark val="none"/>
        <c:tickLblPos val="nextTo"/>
        <c:crossAx val="-2134734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30288075802531"/>
          <c:y val="0.23774007584753"/>
          <c:w val="0.940193500872873"/>
          <c:h val="0.5787379727523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'00非00'!$K$113</c:f>
              <c:strCache>
                <c:ptCount val="1"/>
                <c:pt idx="0">
                  <c:v>00后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0.00876242101207862"/>
                  <c:y val="0.02224187045874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0.0087624210120786"/>
                  <c:y val="0.012709640262138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-0.00657181575905895"/>
                  <c:y val="0.019064460393208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layout>
                <c:manualLayout>
                  <c:x val="-0.0120483288916081"/>
                  <c:y val="0.019064460393208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'00非00'!$J$114:$J$122</c:f>
              <c:strCache>
                <c:ptCount val="9"/>
                <c:pt idx="0">
                  <c:v>外观设计</c:v>
                </c:pt>
                <c:pt idx="1">
                  <c:v>操作系统</c:v>
                </c:pt>
                <c:pt idx="2">
                  <c:v>价格</c:v>
                </c:pt>
                <c:pt idx="3">
                  <c:v>特色功能</c:v>
                </c:pt>
                <c:pt idx="4">
                  <c:v>屏幕尺寸</c:v>
                </c:pt>
                <c:pt idx="5">
                  <c:v>摄像头分辨率</c:v>
                </c:pt>
                <c:pt idx="6">
                  <c:v>手机界面设计</c:v>
                </c:pt>
                <c:pt idx="7">
                  <c:v>国内大品牌</c:v>
                </c:pt>
                <c:pt idx="8">
                  <c:v>国际大品牌</c:v>
                </c:pt>
              </c:strCache>
            </c:strRef>
          </c:cat>
          <c:val>
            <c:numRef>
              <c:f>'00非00'!$K$114:$K$122</c:f>
              <c:numCache>
                <c:formatCode>###0.0%</c:formatCode>
                <c:ptCount val="9"/>
                <c:pt idx="0">
                  <c:v>0.512719298245614</c:v>
                </c:pt>
                <c:pt idx="1">
                  <c:v>0.479385964912281</c:v>
                </c:pt>
                <c:pt idx="2">
                  <c:v>0.458771929824561</c:v>
                </c:pt>
                <c:pt idx="3">
                  <c:v>0.385964912280702</c:v>
                </c:pt>
                <c:pt idx="4">
                  <c:v>0.370175438596491</c:v>
                </c:pt>
                <c:pt idx="5">
                  <c:v>0.333333333333333</c:v>
                </c:pt>
                <c:pt idx="6">
                  <c:v>0.239035087719298</c:v>
                </c:pt>
                <c:pt idx="7">
                  <c:v>0.189035087719298</c:v>
                </c:pt>
                <c:pt idx="8">
                  <c:v>0.110087719298246</c:v>
                </c:pt>
              </c:numCache>
            </c:numRef>
          </c:val>
        </c:ser>
        <c:ser>
          <c:idx val="1"/>
          <c:order val="1"/>
          <c:tx>
            <c:strRef>
              <c:f>'00非00'!$L$113</c:f>
              <c:strCache>
                <c:ptCount val="1"/>
                <c:pt idx="0">
                  <c:v>00前</c:v>
                </c:pt>
              </c:strCache>
            </c:strRef>
          </c:tx>
          <c:spPr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0109530262650982"/>
                  <c:y val="0.0063548201310694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0.0087624210120786"/>
                  <c:y val="0.0095322301966041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.00876242101207852"/>
                  <c:y val="0.0063548201310693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0.00657181575905887"/>
                  <c:y val="0.019064460393208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>
                <c:manualLayout>
                  <c:x val="0.0076671183855687"/>
                  <c:y val="0.003177410065534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'00非00'!$J$114:$J$122</c:f>
              <c:strCache>
                <c:ptCount val="9"/>
                <c:pt idx="0">
                  <c:v>外观设计</c:v>
                </c:pt>
                <c:pt idx="1">
                  <c:v>操作系统</c:v>
                </c:pt>
                <c:pt idx="2">
                  <c:v>价格</c:v>
                </c:pt>
                <c:pt idx="3">
                  <c:v>特色功能</c:v>
                </c:pt>
                <c:pt idx="4">
                  <c:v>屏幕尺寸</c:v>
                </c:pt>
                <c:pt idx="5">
                  <c:v>摄像头分辨率</c:v>
                </c:pt>
                <c:pt idx="6">
                  <c:v>手机界面设计</c:v>
                </c:pt>
                <c:pt idx="7">
                  <c:v>国内大品牌</c:v>
                </c:pt>
                <c:pt idx="8">
                  <c:v>国际大品牌</c:v>
                </c:pt>
              </c:strCache>
            </c:strRef>
          </c:cat>
          <c:val>
            <c:numRef>
              <c:f>'00非00'!$L$114:$L$122</c:f>
              <c:numCache>
                <c:formatCode>###0.0%</c:formatCode>
                <c:ptCount val="9"/>
                <c:pt idx="0">
                  <c:v>0.455542382928275</c:v>
                </c:pt>
                <c:pt idx="1">
                  <c:v>0.480438648488441</c:v>
                </c:pt>
                <c:pt idx="2">
                  <c:v>0.49021932424422</c:v>
                </c:pt>
                <c:pt idx="3">
                  <c:v>0.287196206283343</c:v>
                </c:pt>
                <c:pt idx="4">
                  <c:v>0.352400711321873</c:v>
                </c:pt>
                <c:pt idx="5">
                  <c:v>0.36573799644339</c:v>
                </c:pt>
                <c:pt idx="6">
                  <c:v>0.210432720806165</c:v>
                </c:pt>
                <c:pt idx="7">
                  <c:v>0.272969768820391</c:v>
                </c:pt>
                <c:pt idx="8">
                  <c:v>0.114404267931239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128550840"/>
        <c:axId val="-2146051256"/>
      </c:barChart>
      <c:catAx>
        <c:axId val="2128550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-2146051256"/>
        <c:crosses val="autoZero"/>
        <c:auto val="1"/>
        <c:lblAlgn val="ctr"/>
        <c:lblOffset val="100"/>
        <c:noMultiLvlLbl val="0"/>
      </c:catAx>
      <c:valAx>
        <c:axId val="-2146051256"/>
        <c:scaling>
          <c:orientation val="minMax"/>
        </c:scaling>
        <c:delete val="1"/>
        <c:axPos val="l"/>
        <c:numFmt formatCode="###0.0%" sourceLinked="1"/>
        <c:majorTickMark val="none"/>
        <c:minorTickMark val="none"/>
        <c:tickLblPos val="nextTo"/>
        <c:crossAx val="21285508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30288075802531"/>
          <c:y val="0.0312836417233233"/>
          <c:w val="0.502614661802958"/>
          <c:h val="0.940036450468546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'00男00女'!$L$124</c:f>
              <c:strCache>
                <c:ptCount val="1"/>
                <c:pt idx="0">
                  <c:v>女</c:v>
                </c:pt>
              </c:strCache>
            </c:strRef>
          </c:tx>
          <c:spPr>
            <a:solidFill>
              <a:srgbClr val="FF669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('00男00女'!$J$126,'00男00女'!$J$129:$J$130)</c:f>
              <c:strCache>
                <c:ptCount val="3"/>
                <c:pt idx="0">
                  <c:v>外观设计</c:v>
                </c:pt>
                <c:pt idx="1">
                  <c:v>屏幕尺寸</c:v>
                </c:pt>
                <c:pt idx="2">
                  <c:v>摄像头分辨率</c:v>
                </c:pt>
              </c:strCache>
              <c:extLst>
                <c:ext xmlns:c15="http://schemas.microsoft.com/office/drawing/2012/chart" uri="{02D57815-91ED-43cb-92C2-25804820EDAC}">
                  <c15:fullRef>
                    <c15:sqref>'00男00女'!$J$125:$J$133</c15:sqref>
                  </c15:fullRef>
                </c:ext>
              </c:extLst>
            </c:strRef>
          </c:cat>
          <c:val>
            <c:numRef>
              <c:f>('00男00女'!$L$126,'00男00女'!$L$129:$L$130)</c:f>
              <c:numCache>
                <c:formatCode>###0.0%</c:formatCode>
                <c:ptCount val="3"/>
                <c:pt idx="0">
                  <c:v>0.571050308914387</c:v>
                </c:pt>
                <c:pt idx="1">
                  <c:v>0.406884377758164</c:v>
                </c:pt>
                <c:pt idx="2">
                  <c:v>0.366284201235658</c:v>
                </c:pt>
              </c:numCache>
              <c:extLst>
                <c:ext xmlns:c15="http://schemas.microsoft.com/office/drawing/2012/chart" uri="{02D57815-91ED-43cb-92C2-25804820EDAC}">
                  <c15:fullRef>
                    <c15:sqref>'00男00女'!$L$125:$L$133</c15:sqref>
                  </c15:fullRef>
                </c:ext>
              </c:extLst>
            </c:numRef>
          </c:val>
          <c:extLst/>
        </c:ser>
        <c:ser>
          <c:idx val="0"/>
          <c:order val="1"/>
          <c:tx>
            <c:strRef>
              <c:f>'00男00女'!$K$124</c:f>
              <c:strCache>
                <c:ptCount val="1"/>
                <c:pt idx="0">
                  <c:v>男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('00男00女'!$J$126,'00男00女'!$J$129:$J$130)</c:f>
              <c:strCache>
                <c:ptCount val="3"/>
                <c:pt idx="0">
                  <c:v>外观设计</c:v>
                </c:pt>
                <c:pt idx="1">
                  <c:v>屏幕尺寸</c:v>
                </c:pt>
                <c:pt idx="2">
                  <c:v>摄像头分辨率</c:v>
                </c:pt>
              </c:strCache>
              <c:extLst>
                <c:ext xmlns:c15="http://schemas.microsoft.com/office/drawing/2012/chart" uri="{02D57815-91ED-43cb-92C2-25804820EDAC}">
                  <c15:fullRef>
                    <c15:sqref>'00男00女'!$J$125:$J$133</c15:sqref>
                  </c15:fullRef>
                </c:ext>
              </c:extLst>
            </c:strRef>
          </c:cat>
          <c:val>
            <c:numRef>
              <c:f>('00男00女'!$K$126,'00男00女'!$K$129:$K$130)</c:f>
              <c:numCache>
                <c:formatCode>###0.0%</c:formatCode>
                <c:ptCount val="3"/>
                <c:pt idx="0">
                  <c:v>0.455100261551874</c:v>
                </c:pt>
                <c:pt idx="1">
                  <c:v>0.333914559721011</c:v>
                </c:pt>
                <c:pt idx="2">
                  <c:v>0.300784655623365</c:v>
                </c:pt>
              </c:numCache>
              <c:extLst>
                <c:ext xmlns:c15="http://schemas.microsoft.com/office/drawing/2012/chart" uri="{02D57815-91ED-43cb-92C2-25804820EDAC}">
                  <c15:fullRef>
                    <c15:sqref>'00男00女'!$K$125:$K$133</c15:sqref>
                  </c15:fullRef>
                </c:ext>
              </c:extLst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'00男00女'!$K$128</c15:sqref>
                  <c15:dLbl>
                    <c:idx val="0"/>
                    <c:layout>
                      <c:manualLayout>
                        <c:x val="-5.4765131325491658E-3"/>
                        <c:y val="1.906446039320819E-2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</c:extLst>
                  </c15:dLbl>
                </c15:categoryFilterException>
              </c15:categoryFilterExceptions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074038696"/>
        <c:axId val="2048510952"/>
      </c:barChart>
      <c:catAx>
        <c:axId val="207403869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2048510952"/>
        <c:crosses val="autoZero"/>
        <c:auto val="1"/>
        <c:lblAlgn val="ctr"/>
        <c:lblOffset val="100"/>
        <c:noMultiLvlLbl val="0"/>
      </c:catAx>
      <c:valAx>
        <c:axId val="2048510952"/>
        <c:scaling>
          <c:orientation val="minMax"/>
        </c:scaling>
        <c:delete val="1"/>
        <c:axPos val="t"/>
        <c:numFmt formatCode="###0.0%" sourceLinked="1"/>
        <c:majorTickMark val="none"/>
        <c:minorTickMark val="none"/>
        <c:tickLblPos val="nextTo"/>
        <c:crossAx val="2074038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30288075802531"/>
          <c:y val="0.0312836417233233"/>
          <c:w val="0.555751129512013"/>
          <c:h val="0.94003645046854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'00男00女'!$K$124</c:f>
              <c:strCache>
                <c:ptCount val="1"/>
                <c:pt idx="0">
                  <c:v>男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('00男00女'!$J$125,'00男00女'!$J$132:$J$133)</c:f>
              <c:strCache>
                <c:ptCount val="3"/>
                <c:pt idx="0">
                  <c:v>操作系统</c:v>
                </c:pt>
                <c:pt idx="1">
                  <c:v>国内大品牌</c:v>
                </c:pt>
                <c:pt idx="2">
                  <c:v>国际大品牌</c:v>
                </c:pt>
              </c:strCache>
              <c:extLst>
                <c:ext xmlns:c15="http://schemas.microsoft.com/office/drawing/2012/chart" uri="{02D57815-91ED-43cb-92C2-25804820EDAC}">
                  <c15:fullRef>
                    <c15:sqref>'00男00女'!$J$125:$J$133</c15:sqref>
                  </c15:fullRef>
                </c:ext>
              </c:extLst>
            </c:strRef>
          </c:cat>
          <c:val>
            <c:numRef>
              <c:f>('00男00女'!$K$125,'00男00女'!$K$132:$K$133)</c:f>
              <c:numCache>
                <c:formatCode>###0.0%</c:formatCode>
                <c:ptCount val="3"/>
                <c:pt idx="0">
                  <c:v>0.520488230165649</c:v>
                </c:pt>
                <c:pt idx="1">
                  <c:v>0.206625980819529</c:v>
                </c:pt>
                <c:pt idx="2">
                  <c:v>0.126416739319965</c:v>
                </c:pt>
              </c:numCache>
              <c:extLst>
                <c:ext xmlns:c15="http://schemas.microsoft.com/office/drawing/2012/chart" uri="{02D57815-91ED-43cb-92C2-25804820EDAC}">
                  <c15:fullRef>
                    <c15:sqref>'00男00女'!$K$125:$K$133</c15:sqref>
                  </c15:fullRef>
                </c:ext>
              </c:extLst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'00男00女'!$K$128</c15:sqref>
                  <c15:dLbl>
                    <c:idx val="0"/>
                    <c:layout>
                      <c:manualLayout>
                        <c:x val="-5.4765131325491658E-3"/>
                        <c:y val="1.906446039320819E-2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</c:extLst>
                  </c15:dLbl>
                </c15:categoryFilterException>
              </c15:categoryFilterExceptions>
            </c:ext>
          </c:extLst>
        </c:ser>
        <c:ser>
          <c:idx val="1"/>
          <c:order val="1"/>
          <c:tx>
            <c:strRef>
              <c:f>'00男00女'!$L$124</c:f>
              <c:strCache>
                <c:ptCount val="1"/>
                <c:pt idx="0">
                  <c:v>女</c:v>
                </c:pt>
              </c:strCache>
            </c:strRef>
          </c:tx>
          <c:spPr>
            <a:solidFill>
              <a:srgbClr val="FF669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00547651313254913"/>
                  <c:y val="0.0063548201310694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5="http://schemas.microsoft.com/office/drawing/2012/chart"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('00男00女'!$J$125,'00男00女'!$J$132:$J$133)</c:f>
              <c:strCache>
                <c:ptCount val="3"/>
                <c:pt idx="0">
                  <c:v>操作系统</c:v>
                </c:pt>
                <c:pt idx="1">
                  <c:v>国内大品牌</c:v>
                </c:pt>
                <c:pt idx="2">
                  <c:v>国际大品牌</c:v>
                </c:pt>
              </c:strCache>
              <c:extLst>
                <c:ext xmlns:c15="http://schemas.microsoft.com/office/drawing/2012/chart" uri="{02D57815-91ED-43cb-92C2-25804820EDAC}">
                  <c15:fullRef>
                    <c15:sqref>'00男00女'!$J$125:$J$133</c15:sqref>
                  </c15:fullRef>
                </c:ext>
              </c:extLst>
            </c:strRef>
          </c:cat>
          <c:val>
            <c:numRef>
              <c:f>('00男00女'!$L$125,'00男00女'!$L$132:$L$133)</c:f>
              <c:numCache>
                <c:formatCode>###0.0%</c:formatCode>
                <c:ptCount val="3"/>
                <c:pt idx="0">
                  <c:v>0.437775816416593</c:v>
                </c:pt>
                <c:pt idx="1">
                  <c:v>0.171226831421006</c:v>
                </c:pt>
                <c:pt idx="2">
                  <c:v>0.0935569285083848</c:v>
                </c:pt>
              </c:numCache>
              <c:extLst>
                <c:ext xmlns:c15="http://schemas.microsoft.com/office/drawing/2012/chart" uri="{02D57815-91ED-43cb-92C2-25804820EDAC}">
                  <c15:fullRef>
                    <c15:sqref>'00男00女'!$L$125:$L$133</c15:sqref>
                  </c15:fullRef>
                </c:ext>
              </c:extLst>
            </c:numRef>
          </c:val>
          <c:extLst/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2142601272"/>
        <c:axId val="-2143143736"/>
      </c:barChart>
      <c:catAx>
        <c:axId val="-214260127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-2143143736"/>
        <c:crosses val="autoZero"/>
        <c:auto val="1"/>
        <c:lblAlgn val="ctr"/>
        <c:lblOffset val="100"/>
        <c:noMultiLvlLbl val="0"/>
      </c:catAx>
      <c:valAx>
        <c:axId val="-2143143736"/>
        <c:scaling>
          <c:orientation val="minMax"/>
        </c:scaling>
        <c:delete val="1"/>
        <c:axPos val="t"/>
        <c:numFmt formatCode="###0.0%" sourceLinked="1"/>
        <c:majorTickMark val="none"/>
        <c:minorTickMark val="none"/>
        <c:tickLblPos val="nextTo"/>
        <c:crossAx val="-21426012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92965357907665"/>
          <c:y val="0.129497817781628"/>
          <c:w val="0.572492082275916"/>
          <c:h val="0.853483389614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'00非00'!$K$101</c:f>
              <c:strCache>
                <c:ptCount val="1"/>
                <c:pt idx="0">
                  <c:v>00后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0.0"/>
                  <c:y val="0.0026571594755981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0.00200199284989042"/>
                  <c:y val="0.00531452817635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0.0"/>
                  <c:y val="0.0079714784267943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0.0"/>
                  <c:y val="0.0026571594755980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>
                <c:manualLayout>
                  <c:x val="-0.00200199284989049"/>
                  <c:y val="0.0053143189511962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'00非00'!$J$102:$J$109</c:f>
              <c:strCache>
                <c:ptCount val="8"/>
                <c:pt idx="0">
                  <c:v>500元或更少</c:v>
                </c:pt>
                <c:pt idx="1">
                  <c:v>501-1000元</c:v>
                </c:pt>
                <c:pt idx="2">
                  <c:v>1001-2000元</c:v>
                </c:pt>
                <c:pt idx="3">
                  <c:v>2001-3000元</c:v>
                </c:pt>
                <c:pt idx="4">
                  <c:v>3001-4000元</c:v>
                </c:pt>
                <c:pt idx="5">
                  <c:v>4001-5000元</c:v>
                </c:pt>
                <c:pt idx="6">
                  <c:v>5000元以上</c:v>
                </c:pt>
                <c:pt idx="7">
                  <c:v>不清楚</c:v>
                </c:pt>
              </c:strCache>
            </c:strRef>
          </c:cat>
          <c:val>
            <c:numRef>
              <c:f>'00非00'!$K$102:$K$109</c:f>
              <c:numCache>
                <c:formatCode>###0.0%</c:formatCode>
                <c:ptCount val="8"/>
                <c:pt idx="0">
                  <c:v>0.164760694620923</c:v>
                </c:pt>
                <c:pt idx="1">
                  <c:v>0.308343922066921</c:v>
                </c:pt>
                <c:pt idx="2">
                  <c:v>0.235916984328674</c:v>
                </c:pt>
                <c:pt idx="3">
                  <c:v>0.10292249047014</c:v>
                </c:pt>
                <c:pt idx="4">
                  <c:v>0.0364252435408725</c:v>
                </c:pt>
                <c:pt idx="5">
                  <c:v>0.0207539178314274</c:v>
                </c:pt>
                <c:pt idx="6">
                  <c:v>0.0385429902583651</c:v>
                </c:pt>
                <c:pt idx="7">
                  <c:v>0.0923337568826768</c:v>
                </c:pt>
              </c:numCache>
            </c:numRef>
          </c:val>
        </c:ser>
        <c:ser>
          <c:idx val="1"/>
          <c:order val="1"/>
          <c:tx>
            <c:strRef>
              <c:f>'00非00'!$L$101</c:f>
              <c:strCache>
                <c:ptCount val="1"/>
                <c:pt idx="0">
                  <c:v>00前</c:v>
                </c:pt>
              </c:strCache>
            </c:strRef>
          </c:tx>
          <c:spPr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0.00600597854967133"/>
                  <c:y val="-0.0079714784267941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0.00200199284989035"/>
                  <c:y val="-0.0053143189511961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0.0"/>
                  <c:y val="-0.0053143189511961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0.0"/>
                  <c:y val="-0.0053143189511960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>
                <c:manualLayout>
                  <c:x val="0.0"/>
                  <c:y val="-0.0079714784267942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'00非00'!$J$102:$J$109</c:f>
              <c:strCache>
                <c:ptCount val="8"/>
                <c:pt idx="0">
                  <c:v>500元或更少</c:v>
                </c:pt>
                <c:pt idx="1">
                  <c:v>501-1000元</c:v>
                </c:pt>
                <c:pt idx="2">
                  <c:v>1001-2000元</c:v>
                </c:pt>
                <c:pt idx="3">
                  <c:v>2001-3000元</c:v>
                </c:pt>
                <c:pt idx="4">
                  <c:v>3001-4000元</c:v>
                </c:pt>
                <c:pt idx="5">
                  <c:v>4001-5000元</c:v>
                </c:pt>
                <c:pt idx="6">
                  <c:v>5000元以上</c:v>
                </c:pt>
                <c:pt idx="7">
                  <c:v>不清楚</c:v>
                </c:pt>
              </c:strCache>
            </c:strRef>
          </c:cat>
          <c:val>
            <c:numRef>
              <c:f>'00非00'!$L$102:$L$109</c:f>
              <c:numCache>
                <c:formatCode>###0.0%</c:formatCode>
                <c:ptCount val="8"/>
                <c:pt idx="0">
                  <c:v>0.0647960659531386</c:v>
                </c:pt>
                <c:pt idx="1">
                  <c:v>0.244431588082152</c:v>
                </c:pt>
                <c:pt idx="2">
                  <c:v>0.328030083887764</c:v>
                </c:pt>
                <c:pt idx="3">
                  <c:v>0.178767717674284</c:v>
                </c:pt>
                <c:pt idx="4">
                  <c:v>0.0535146080416546</c:v>
                </c:pt>
                <c:pt idx="5">
                  <c:v>0.03731559155337</c:v>
                </c:pt>
                <c:pt idx="6">
                  <c:v>0.0636389933468325</c:v>
                </c:pt>
                <c:pt idx="7">
                  <c:v>0.0295053514608042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128000712"/>
        <c:axId val="2127669000"/>
      </c:barChart>
      <c:catAx>
        <c:axId val="212800071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2127669000"/>
        <c:crosses val="autoZero"/>
        <c:auto val="1"/>
        <c:lblAlgn val="ctr"/>
        <c:lblOffset val="100"/>
        <c:noMultiLvlLbl val="0"/>
      </c:catAx>
      <c:valAx>
        <c:axId val="2127669000"/>
        <c:scaling>
          <c:orientation val="minMax"/>
        </c:scaling>
        <c:delete val="1"/>
        <c:axPos val="t"/>
        <c:numFmt formatCode="###0.0%" sourceLinked="1"/>
        <c:majorTickMark val="none"/>
        <c:minorTickMark val="none"/>
        <c:tickLblPos val="nextTo"/>
        <c:crossAx val="21280007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rgbClr val="FFD03C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2-AA39-4A56-8CA3-17A1B6FDC16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AA39-4A56-8CA3-17A1B6FDC16E}"/>
              </c:ext>
            </c:extLst>
          </c:dPt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0.84</c:v>
                </c:pt>
                <c:pt idx="1">
                  <c:v>0.16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AA39-4A56-8CA3-17A1B6FDC1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rgbClr val="FFD03C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6BB7-445A-8242-1B30179BE09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BB7-445A-8242-1B30179BE09F}"/>
              </c:ext>
            </c:extLst>
          </c:dPt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0.09</c:v>
                </c:pt>
                <c:pt idx="1">
                  <c:v>0.91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6BB7-445A-8242-1B30179BE0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rgbClr val="FFD03C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2177-4F4C-9D34-690BDC06550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177-4F4C-9D34-690BDC065506}"/>
              </c:ext>
            </c:extLst>
          </c:dPt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0.06</c:v>
                </c:pt>
                <c:pt idx="1">
                  <c:v>0.94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177-4F4C-9D34-690BDC0655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'00非00'!$K$65</c:f>
              <c:strCache>
                <c:ptCount val="1"/>
                <c:pt idx="0">
                  <c:v>00后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'00非00'!$J$66:$J$70</c:f>
              <c:strCache>
                <c:ptCount val="5"/>
                <c:pt idx="0">
                  <c:v>8G及以下</c:v>
                </c:pt>
                <c:pt idx="1">
                  <c:v>16G</c:v>
                </c:pt>
                <c:pt idx="2">
                  <c:v>32G</c:v>
                </c:pt>
                <c:pt idx="3">
                  <c:v>64G及以上</c:v>
                </c:pt>
                <c:pt idx="4">
                  <c:v>不清楚</c:v>
                </c:pt>
              </c:strCache>
            </c:strRef>
          </c:cat>
          <c:val>
            <c:numRef>
              <c:f>'00非00'!$K$66:$K$70</c:f>
              <c:numCache>
                <c:formatCode>###0.0%</c:formatCode>
                <c:ptCount val="5"/>
                <c:pt idx="0">
                  <c:v>0.426090639559509</c:v>
                </c:pt>
                <c:pt idx="1">
                  <c:v>0.246082168572639</c:v>
                </c:pt>
                <c:pt idx="2">
                  <c:v>0.084286319356205</c:v>
                </c:pt>
                <c:pt idx="3">
                  <c:v>0.0631088521812791</c:v>
                </c:pt>
                <c:pt idx="4">
                  <c:v>0.180432020330368</c:v>
                </c:pt>
              </c:numCache>
            </c:numRef>
          </c:val>
        </c:ser>
        <c:ser>
          <c:idx val="1"/>
          <c:order val="1"/>
          <c:tx>
            <c:strRef>
              <c:f>'00非00'!$L$65</c:f>
              <c:strCache>
                <c:ptCount val="1"/>
                <c:pt idx="0">
                  <c:v>00前</c:v>
                </c:pt>
              </c:strCache>
            </c:strRef>
          </c:tx>
          <c:spPr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00853194935112398"/>
                  <c:y val="0.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'00非00'!$J$66:$J$70</c:f>
              <c:strCache>
                <c:ptCount val="5"/>
                <c:pt idx="0">
                  <c:v>8G及以下</c:v>
                </c:pt>
                <c:pt idx="1">
                  <c:v>16G</c:v>
                </c:pt>
                <c:pt idx="2">
                  <c:v>32G</c:v>
                </c:pt>
                <c:pt idx="3">
                  <c:v>64G及以上</c:v>
                </c:pt>
                <c:pt idx="4">
                  <c:v>不清楚</c:v>
                </c:pt>
              </c:strCache>
            </c:strRef>
          </c:cat>
          <c:val>
            <c:numRef>
              <c:f>'00非00'!$L$66:$L$70</c:f>
              <c:numCache>
                <c:formatCode>###0.0%</c:formatCode>
                <c:ptCount val="5"/>
                <c:pt idx="0">
                  <c:v>0.317235396182765</c:v>
                </c:pt>
                <c:pt idx="1">
                  <c:v>0.361191440138808</c:v>
                </c:pt>
                <c:pt idx="2">
                  <c:v>0.146905725853094</c:v>
                </c:pt>
                <c:pt idx="3">
                  <c:v>0.0844418739155581</c:v>
                </c:pt>
                <c:pt idx="4">
                  <c:v>0.0902255639097744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128021864"/>
        <c:axId val="-2145432424"/>
      </c:barChart>
      <c:catAx>
        <c:axId val="2128021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-2145432424"/>
        <c:crosses val="autoZero"/>
        <c:auto val="1"/>
        <c:lblAlgn val="ctr"/>
        <c:lblOffset val="100"/>
        <c:noMultiLvlLbl val="0"/>
      </c:catAx>
      <c:valAx>
        <c:axId val="-2145432424"/>
        <c:scaling>
          <c:orientation val="minMax"/>
        </c:scaling>
        <c:delete val="1"/>
        <c:axPos val="l"/>
        <c:numFmt formatCode="###0.0%" sourceLinked="1"/>
        <c:majorTickMark val="none"/>
        <c:minorTickMark val="none"/>
        <c:tickLblPos val="nextTo"/>
        <c:crossAx val="2128021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'00非00'!$K$74</c:f>
              <c:strCache>
                <c:ptCount val="1"/>
                <c:pt idx="0">
                  <c:v>00后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'00非00'!$J$76:$J$79</c:f>
              <c:strCache>
                <c:ptCount val="4"/>
                <c:pt idx="0">
                  <c:v>无线网络/wifi</c:v>
                </c:pt>
                <c:pt idx="1">
                  <c:v>4G网络</c:v>
                </c:pt>
                <c:pt idx="2">
                  <c:v>3G网络</c:v>
                </c:pt>
                <c:pt idx="3">
                  <c:v>GPRS/2G网络</c:v>
                </c:pt>
              </c:strCache>
            </c:strRef>
          </c:cat>
          <c:val>
            <c:numRef>
              <c:f>'00非00'!$K$76:$K$79</c:f>
              <c:numCache>
                <c:formatCode>###0.0%</c:formatCode>
                <c:ptCount val="4"/>
                <c:pt idx="0">
                  <c:v>0.73994070309191</c:v>
                </c:pt>
                <c:pt idx="1">
                  <c:v>0.36001694197374</c:v>
                </c:pt>
                <c:pt idx="2">
                  <c:v>0.155019059720457</c:v>
                </c:pt>
                <c:pt idx="3">
                  <c:v>0.0991105463786531</c:v>
                </c:pt>
              </c:numCache>
            </c:numRef>
          </c:val>
        </c:ser>
        <c:ser>
          <c:idx val="0"/>
          <c:order val="1"/>
          <c:tx>
            <c:strRef>
              <c:f>'00非00'!$L$74</c:f>
              <c:strCache>
                <c:ptCount val="1"/>
                <c:pt idx="0">
                  <c:v>00前</c:v>
                </c:pt>
              </c:strCache>
            </c:strRef>
          </c:tx>
          <c:spPr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'00非00'!$J$76:$J$79</c:f>
              <c:strCache>
                <c:ptCount val="4"/>
                <c:pt idx="0">
                  <c:v>无线网络/wifi</c:v>
                </c:pt>
                <c:pt idx="1">
                  <c:v>4G网络</c:v>
                </c:pt>
                <c:pt idx="2">
                  <c:v>3G网络</c:v>
                </c:pt>
                <c:pt idx="3">
                  <c:v>GPRS/2G网络</c:v>
                </c:pt>
              </c:strCache>
            </c:strRef>
          </c:cat>
          <c:val>
            <c:numRef>
              <c:f>'00非00'!$L$76:$L$79</c:f>
              <c:numCache>
                <c:formatCode>###0.0%</c:formatCode>
                <c:ptCount val="4"/>
                <c:pt idx="0">
                  <c:v>0.681515765114261</c:v>
                </c:pt>
                <c:pt idx="1">
                  <c:v>0.545559733873301</c:v>
                </c:pt>
                <c:pt idx="2">
                  <c:v>0.179635522129014</c:v>
                </c:pt>
                <c:pt idx="3">
                  <c:v>0.0807058142898467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073294328"/>
        <c:axId val="-2142261400"/>
      </c:barChart>
      <c:catAx>
        <c:axId val="2073294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-2142261400"/>
        <c:crosses val="autoZero"/>
        <c:auto val="1"/>
        <c:lblAlgn val="ctr"/>
        <c:lblOffset val="100"/>
        <c:noMultiLvlLbl val="0"/>
      </c:catAx>
      <c:valAx>
        <c:axId val="-2142261400"/>
        <c:scaling>
          <c:orientation val="minMax"/>
        </c:scaling>
        <c:delete val="1"/>
        <c:axPos val="l"/>
        <c:numFmt formatCode="###0.0%" sourceLinked="1"/>
        <c:majorTickMark val="none"/>
        <c:minorTickMark val="none"/>
        <c:tickLblPos val="nextTo"/>
        <c:crossAx val="2073294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'00非00'!$K$84</c:f>
              <c:strCache>
                <c:ptCount val="1"/>
                <c:pt idx="0">
                  <c:v>00后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'00非00'!$J$85:$J$88</c:f>
              <c:strCache>
                <c:ptCount val="4"/>
                <c:pt idx="0">
                  <c:v>200M及以下</c:v>
                </c:pt>
                <c:pt idx="1">
                  <c:v>201-500M</c:v>
                </c:pt>
                <c:pt idx="2">
                  <c:v>501M-1G</c:v>
                </c:pt>
                <c:pt idx="3">
                  <c:v>1G以上</c:v>
                </c:pt>
              </c:strCache>
            </c:strRef>
          </c:cat>
          <c:val>
            <c:numRef>
              <c:f>'00非00'!$K$85:$K$88</c:f>
              <c:numCache>
                <c:formatCode>###0.0%</c:formatCode>
                <c:ptCount val="4"/>
                <c:pt idx="0">
                  <c:v>0.372299872935197</c:v>
                </c:pt>
                <c:pt idx="1">
                  <c:v>0.191867852604828</c:v>
                </c:pt>
                <c:pt idx="2">
                  <c:v>0.163066497246929</c:v>
                </c:pt>
                <c:pt idx="3">
                  <c:v>0.272765777213045</c:v>
                </c:pt>
              </c:numCache>
            </c:numRef>
          </c:val>
        </c:ser>
        <c:ser>
          <c:idx val="0"/>
          <c:order val="1"/>
          <c:tx>
            <c:strRef>
              <c:f>'00非00'!$L$84</c:f>
              <c:strCache>
                <c:ptCount val="1"/>
                <c:pt idx="0">
                  <c:v>00前</c:v>
                </c:pt>
              </c:strCache>
            </c:strRef>
          </c:tx>
          <c:spPr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'00非00'!$J$85:$J$88</c:f>
              <c:strCache>
                <c:ptCount val="4"/>
                <c:pt idx="0">
                  <c:v>200M及以下</c:v>
                </c:pt>
                <c:pt idx="1">
                  <c:v>201-500M</c:v>
                </c:pt>
                <c:pt idx="2">
                  <c:v>501M-1G</c:v>
                </c:pt>
                <c:pt idx="3">
                  <c:v>1G以上</c:v>
                </c:pt>
              </c:strCache>
            </c:strRef>
          </c:cat>
          <c:val>
            <c:numRef>
              <c:f>'00非00'!$L$85:$L$88</c:f>
              <c:numCache>
                <c:formatCode>###0.0%</c:formatCode>
                <c:ptCount val="4"/>
                <c:pt idx="0">
                  <c:v>0.208851605438241</c:v>
                </c:pt>
                <c:pt idx="1">
                  <c:v>0.213190627711889</c:v>
                </c:pt>
                <c:pt idx="2">
                  <c:v>0.22389354932022</c:v>
                </c:pt>
                <c:pt idx="3">
                  <c:v>0.35406421752965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128236072"/>
        <c:axId val="-2146396504"/>
      </c:barChart>
      <c:catAx>
        <c:axId val="2128236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-2146396504"/>
        <c:crosses val="autoZero"/>
        <c:auto val="1"/>
        <c:lblAlgn val="ctr"/>
        <c:lblOffset val="100"/>
        <c:noMultiLvlLbl val="0"/>
      </c:catAx>
      <c:valAx>
        <c:axId val="-2146396504"/>
        <c:scaling>
          <c:orientation val="minMax"/>
        </c:scaling>
        <c:delete val="1"/>
        <c:axPos val="l"/>
        <c:numFmt formatCode="###0.0%" sourceLinked="1"/>
        <c:majorTickMark val="none"/>
        <c:minorTickMark val="none"/>
        <c:tickLblPos val="nextTo"/>
        <c:crossAx val="2128236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'00非00'!$K$92</c:f>
              <c:strCache>
                <c:ptCount val="1"/>
                <c:pt idx="0">
                  <c:v>00后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'00非00'!$J$93:$J$97</c:f>
              <c:strCache>
                <c:ptCount val="5"/>
                <c:pt idx="0">
                  <c:v>20元或更少</c:v>
                </c:pt>
                <c:pt idx="1">
                  <c:v>21-50元</c:v>
                </c:pt>
                <c:pt idx="2">
                  <c:v>51-100元</c:v>
                </c:pt>
                <c:pt idx="3">
                  <c:v>101-200元</c:v>
                </c:pt>
                <c:pt idx="4">
                  <c:v>200元以上</c:v>
                </c:pt>
              </c:strCache>
            </c:strRef>
          </c:cat>
          <c:val>
            <c:numRef>
              <c:f>'00非00'!$K$93:$K$97</c:f>
              <c:numCache>
                <c:formatCode>###0.0%</c:formatCode>
                <c:ptCount val="5"/>
                <c:pt idx="0">
                  <c:v>0.29436679373147</c:v>
                </c:pt>
                <c:pt idx="1">
                  <c:v>0.351969504447268</c:v>
                </c:pt>
                <c:pt idx="2">
                  <c:v>0.227869546802202</c:v>
                </c:pt>
                <c:pt idx="3">
                  <c:v>0.0792037272342228</c:v>
                </c:pt>
                <c:pt idx="4">
                  <c:v>0.0465904277848369</c:v>
                </c:pt>
              </c:numCache>
            </c:numRef>
          </c:val>
        </c:ser>
        <c:ser>
          <c:idx val="0"/>
          <c:order val="1"/>
          <c:tx>
            <c:strRef>
              <c:f>'00非00'!$L$92</c:f>
              <c:strCache>
                <c:ptCount val="1"/>
                <c:pt idx="0">
                  <c:v>00前</c:v>
                </c:pt>
              </c:strCache>
            </c:strRef>
          </c:tx>
          <c:spPr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0.012797924026686"/>
                  <c:y val="0.0076114264892025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'00非00'!$J$93:$J$97</c:f>
              <c:strCache>
                <c:ptCount val="5"/>
                <c:pt idx="0">
                  <c:v>20元或更少</c:v>
                </c:pt>
                <c:pt idx="1">
                  <c:v>21-50元</c:v>
                </c:pt>
                <c:pt idx="2">
                  <c:v>51-100元</c:v>
                </c:pt>
                <c:pt idx="3">
                  <c:v>101-200元</c:v>
                </c:pt>
                <c:pt idx="4">
                  <c:v>200元以上</c:v>
                </c:pt>
              </c:strCache>
            </c:strRef>
          </c:cat>
          <c:val>
            <c:numRef>
              <c:f>'00非00'!$L$93:$L$97</c:f>
              <c:numCache>
                <c:formatCode>###0.0%</c:formatCode>
                <c:ptCount val="5"/>
                <c:pt idx="0">
                  <c:v>0.0870697136245299</c:v>
                </c:pt>
                <c:pt idx="1">
                  <c:v>0.300549609487995</c:v>
                </c:pt>
                <c:pt idx="2">
                  <c:v>0.363031530228522</c:v>
                </c:pt>
                <c:pt idx="3">
                  <c:v>0.18657795776685</c:v>
                </c:pt>
                <c:pt idx="4">
                  <c:v>0.062771188892103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2143189000"/>
        <c:axId val="2048517368"/>
      </c:barChart>
      <c:catAx>
        <c:axId val="-2143189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2048517368"/>
        <c:crosses val="autoZero"/>
        <c:auto val="1"/>
        <c:lblAlgn val="ctr"/>
        <c:lblOffset val="100"/>
        <c:noMultiLvlLbl val="0"/>
      </c:catAx>
      <c:valAx>
        <c:axId val="2048517368"/>
        <c:scaling>
          <c:orientation val="minMax"/>
        </c:scaling>
        <c:delete val="1"/>
        <c:axPos val="l"/>
        <c:numFmt formatCode="###0.0%" sourceLinked="1"/>
        <c:majorTickMark val="none"/>
        <c:minorTickMark val="none"/>
        <c:tickLblPos val="nextTo"/>
        <c:crossAx val="-2143189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'00非00'!$K$126</c:f>
              <c:strCache>
                <c:ptCount val="1"/>
                <c:pt idx="0">
                  <c:v>00后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'00非00'!$J$127:$J$130</c:f>
              <c:strCache>
                <c:ptCount val="4"/>
                <c:pt idx="0">
                  <c:v>1小时或更短</c:v>
                </c:pt>
                <c:pt idx="1">
                  <c:v>1-3小时</c:v>
                </c:pt>
                <c:pt idx="2">
                  <c:v>3-5小时</c:v>
                </c:pt>
                <c:pt idx="3">
                  <c:v>5小时以上</c:v>
                </c:pt>
              </c:strCache>
            </c:strRef>
          </c:cat>
          <c:val>
            <c:numRef>
              <c:f>'00非00'!$K$127:$K$130</c:f>
              <c:numCache>
                <c:formatCode>###0.0%</c:formatCode>
                <c:ptCount val="4"/>
                <c:pt idx="0">
                  <c:v>0.146548072850487</c:v>
                </c:pt>
                <c:pt idx="1">
                  <c:v>0.302414231257942</c:v>
                </c:pt>
                <c:pt idx="2">
                  <c:v>0.22278695468022</c:v>
                </c:pt>
                <c:pt idx="3">
                  <c:v>0.328250741211351</c:v>
                </c:pt>
              </c:numCache>
            </c:numRef>
          </c:val>
        </c:ser>
        <c:ser>
          <c:idx val="0"/>
          <c:order val="1"/>
          <c:tx>
            <c:strRef>
              <c:f>'00非00'!$L$126</c:f>
              <c:strCache>
                <c:ptCount val="1"/>
                <c:pt idx="0">
                  <c:v>00前</c:v>
                </c:pt>
              </c:strCache>
            </c:strRef>
          </c:tx>
          <c:spPr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'00非00'!$J$127:$J$130</c:f>
              <c:strCache>
                <c:ptCount val="4"/>
                <c:pt idx="0">
                  <c:v>1小时或更短</c:v>
                </c:pt>
                <c:pt idx="1">
                  <c:v>1-3小时</c:v>
                </c:pt>
                <c:pt idx="2">
                  <c:v>3-5小时</c:v>
                </c:pt>
                <c:pt idx="3">
                  <c:v>5小时以上</c:v>
                </c:pt>
              </c:strCache>
            </c:strRef>
          </c:cat>
          <c:val>
            <c:numRef>
              <c:f>'00非00'!$L$127:$L$130</c:f>
              <c:numCache>
                <c:formatCode>###0.0%</c:formatCode>
                <c:ptCount val="4"/>
                <c:pt idx="0">
                  <c:v>0.0610355799826439</c:v>
                </c:pt>
                <c:pt idx="1">
                  <c:v>0.27364767139138</c:v>
                </c:pt>
                <c:pt idx="2">
                  <c:v>0.28521839745444</c:v>
                </c:pt>
                <c:pt idx="3">
                  <c:v>0.380098351171536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2142476824"/>
        <c:axId val="-2142540008"/>
      </c:barChart>
      <c:catAx>
        <c:axId val="-21424768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-2142540008"/>
        <c:crosses val="autoZero"/>
        <c:auto val="1"/>
        <c:lblAlgn val="ctr"/>
        <c:lblOffset val="100"/>
        <c:noMultiLvlLbl val="0"/>
      </c:catAx>
      <c:valAx>
        <c:axId val="-2142540008"/>
        <c:scaling>
          <c:orientation val="minMax"/>
        </c:scaling>
        <c:delete val="1"/>
        <c:axPos val="l"/>
        <c:numFmt formatCode="###0.0%" sourceLinked="1"/>
        <c:majorTickMark val="none"/>
        <c:minorTickMark val="none"/>
        <c:tickLblPos val="nextTo"/>
        <c:crossAx val="-214247682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56419071437273"/>
          <c:y val="0.290357641153005"/>
          <c:w val="0.968716185712545"/>
          <c:h val="0.555904129588432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'00非00'!$K$126</c:f>
              <c:strCache>
                <c:ptCount val="1"/>
                <c:pt idx="0">
                  <c:v>00后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'00非00'!$J$127:$J$130</c:f>
              <c:strCache>
                <c:ptCount val="4"/>
                <c:pt idx="0">
                  <c:v>1小时或更短</c:v>
                </c:pt>
                <c:pt idx="1">
                  <c:v>1-3小时</c:v>
                </c:pt>
                <c:pt idx="2">
                  <c:v>3-5小时</c:v>
                </c:pt>
                <c:pt idx="3">
                  <c:v>5小时以上</c:v>
                </c:pt>
              </c:strCache>
            </c:strRef>
          </c:cat>
          <c:val>
            <c:numRef>
              <c:f>'00非00'!$K$127:$K$130</c:f>
              <c:numCache>
                <c:formatCode>###0.0%</c:formatCode>
                <c:ptCount val="4"/>
                <c:pt idx="0">
                  <c:v>0.146548072850487</c:v>
                </c:pt>
                <c:pt idx="1">
                  <c:v>0.302414231257942</c:v>
                </c:pt>
                <c:pt idx="2">
                  <c:v>0.22278695468022</c:v>
                </c:pt>
                <c:pt idx="3">
                  <c:v>0.328250741211351</c:v>
                </c:pt>
              </c:numCache>
            </c:numRef>
          </c:val>
        </c:ser>
        <c:ser>
          <c:idx val="0"/>
          <c:order val="1"/>
          <c:tx>
            <c:strRef>
              <c:f>'00非00'!$L$126</c:f>
              <c:strCache>
                <c:ptCount val="1"/>
                <c:pt idx="0">
                  <c:v>00前</c:v>
                </c:pt>
              </c:strCache>
            </c:strRef>
          </c:tx>
          <c:spPr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'00非00'!$J$127:$J$130</c:f>
              <c:strCache>
                <c:ptCount val="4"/>
                <c:pt idx="0">
                  <c:v>1小时或更短</c:v>
                </c:pt>
                <c:pt idx="1">
                  <c:v>1-3小时</c:v>
                </c:pt>
                <c:pt idx="2">
                  <c:v>3-5小时</c:v>
                </c:pt>
                <c:pt idx="3">
                  <c:v>5小时以上</c:v>
                </c:pt>
              </c:strCache>
            </c:strRef>
          </c:cat>
          <c:val>
            <c:numRef>
              <c:f>'00非00'!$L$127:$L$130</c:f>
              <c:numCache>
                <c:formatCode>###0.0%</c:formatCode>
                <c:ptCount val="4"/>
                <c:pt idx="0">
                  <c:v>0.0610355799826439</c:v>
                </c:pt>
                <c:pt idx="1">
                  <c:v>0.27364767139138</c:v>
                </c:pt>
                <c:pt idx="2">
                  <c:v>0.28521839745444</c:v>
                </c:pt>
                <c:pt idx="3">
                  <c:v>0.380098351171536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2142715800"/>
        <c:axId val="-2143042520"/>
      </c:barChart>
      <c:catAx>
        <c:axId val="-2142715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-2143042520"/>
        <c:crosses val="autoZero"/>
        <c:auto val="1"/>
        <c:lblAlgn val="ctr"/>
        <c:lblOffset val="100"/>
        <c:noMultiLvlLbl val="0"/>
      </c:catAx>
      <c:valAx>
        <c:axId val="-2143042520"/>
        <c:scaling>
          <c:orientation val="minMax"/>
        </c:scaling>
        <c:delete val="1"/>
        <c:axPos val="l"/>
        <c:numFmt formatCode="###0.0%" sourceLinked="1"/>
        <c:majorTickMark val="none"/>
        <c:minorTickMark val="none"/>
        <c:tickLblPos val="nextTo"/>
        <c:crossAx val="-2142715800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'00非00'!$K$144</c:f>
              <c:strCache>
                <c:ptCount val="1"/>
                <c:pt idx="0">
                  <c:v>00后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0.0107732603013735"/>
                  <c:y val="0.014447423040454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0.00673328768835842"/>
                  <c:y val="0.025282990320795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0.0080799452260302"/>
                  <c:y val="0.02167113456068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0.0107732603013735"/>
                  <c:y val="0.0072237115202271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>
                <c:manualLayout>
                  <c:x val="-0.0080799452260302"/>
                  <c:y val="0.02889484608090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'00非00'!$J$145:$J$151</c:f>
              <c:strCache>
                <c:ptCount val="7"/>
                <c:pt idx="0">
                  <c:v>1-20款</c:v>
                </c:pt>
                <c:pt idx="1">
                  <c:v>21-30款</c:v>
                </c:pt>
                <c:pt idx="2">
                  <c:v>31-40款</c:v>
                </c:pt>
                <c:pt idx="3">
                  <c:v>41-50款</c:v>
                </c:pt>
                <c:pt idx="4">
                  <c:v>51-100款</c:v>
                </c:pt>
                <c:pt idx="5">
                  <c:v>100款以上</c:v>
                </c:pt>
                <c:pt idx="6">
                  <c:v>不清楚</c:v>
                </c:pt>
              </c:strCache>
            </c:strRef>
          </c:cat>
          <c:val>
            <c:numRef>
              <c:f>'00非00'!$K$145:$K$151</c:f>
              <c:numCache>
                <c:formatCode>###0.0%</c:formatCode>
                <c:ptCount val="7"/>
                <c:pt idx="0">
                  <c:v>0.490893689114782</c:v>
                </c:pt>
                <c:pt idx="1">
                  <c:v>0.208809826344769</c:v>
                </c:pt>
                <c:pt idx="2">
                  <c:v>0.0897924608216857</c:v>
                </c:pt>
                <c:pt idx="3">
                  <c:v>0.048284625158831</c:v>
                </c:pt>
                <c:pt idx="4">
                  <c:v>0.0266836086404066</c:v>
                </c:pt>
                <c:pt idx="5">
                  <c:v>0.0220245658619229</c:v>
                </c:pt>
                <c:pt idx="6">
                  <c:v>0.113511224057603</c:v>
                </c:pt>
              </c:numCache>
            </c:numRef>
          </c:val>
        </c:ser>
        <c:ser>
          <c:idx val="0"/>
          <c:order val="1"/>
          <c:tx>
            <c:strRef>
              <c:f>'00非00'!$L$144</c:f>
              <c:strCache>
                <c:ptCount val="1"/>
                <c:pt idx="0">
                  <c:v>00前</c:v>
                </c:pt>
              </c:strCache>
            </c:strRef>
          </c:tx>
          <c:spPr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0121199178390452"/>
                  <c:y val="0.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0.00403997261301515"/>
                  <c:y val="-0.0072237115202273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0.0107732603013735"/>
                  <c:y val="0.018059278800568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>
                <c:manualLayout>
                  <c:x val="0.00673328768835842"/>
                  <c:y val="-0.010835567280340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'00非00'!$J$145:$J$151</c:f>
              <c:strCache>
                <c:ptCount val="7"/>
                <c:pt idx="0">
                  <c:v>1-20款</c:v>
                </c:pt>
                <c:pt idx="1">
                  <c:v>21-30款</c:v>
                </c:pt>
                <c:pt idx="2">
                  <c:v>31-40款</c:v>
                </c:pt>
                <c:pt idx="3">
                  <c:v>41-50款</c:v>
                </c:pt>
                <c:pt idx="4">
                  <c:v>51-100款</c:v>
                </c:pt>
                <c:pt idx="5">
                  <c:v>100款以上</c:v>
                </c:pt>
                <c:pt idx="6">
                  <c:v>不清楚</c:v>
                </c:pt>
              </c:strCache>
            </c:strRef>
          </c:cat>
          <c:val>
            <c:numRef>
              <c:f>'00非00'!$L$145:$L$151</c:f>
              <c:numCache>
                <c:formatCode>###0.0%</c:formatCode>
                <c:ptCount val="7"/>
                <c:pt idx="0">
                  <c:v>0.414521261209141</c:v>
                </c:pt>
                <c:pt idx="1">
                  <c:v>0.241828174717964</c:v>
                </c:pt>
                <c:pt idx="2">
                  <c:v>0.113971651721146</c:v>
                </c:pt>
                <c:pt idx="3">
                  <c:v>0.0575643621637258</c:v>
                </c:pt>
                <c:pt idx="4">
                  <c:v>0.0332658374312988</c:v>
                </c:pt>
                <c:pt idx="5">
                  <c:v>0.0190916980040497</c:v>
                </c:pt>
                <c:pt idx="6">
                  <c:v>0.119757014752676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2134467688"/>
        <c:axId val="-2134464200"/>
      </c:barChart>
      <c:catAx>
        <c:axId val="-2134467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-2134464200"/>
        <c:crosses val="autoZero"/>
        <c:auto val="1"/>
        <c:lblAlgn val="ctr"/>
        <c:lblOffset val="100"/>
        <c:noMultiLvlLbl val="0"/>
      </c:catAx>
      <c:valAx>
        <c:axId val="-2134464200"/>
        <c:scaling>
          <c:orientation val="minMax"/>
        </c:scaling>
        <c:delete val="1"/>
        <c:axPos val="l"/>
        <c:numFmt formatCode="###0.0%" sourceLinked="1"/>
        <c:majorTickMark val="none"/>
        <c:minorTickMark val="none"/>
        <c:tickLblPos val="nextTo"/>
        <c:crossAx val="-2134467688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22577400182602"/>
          <c:y val="0.107632857006879"/>
          <c:w val="0.594931910622929"/>
          <c:h val="0.86206240857584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'00非00'!$K$155</c:f>
              <c:strCache>
                <c:ptCount val="1"/>
                <c:pt idx="0">
                  <c:v>00后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'00非00'!$J$156:$J$162</c:f>
              <c:strCache>
                <c:ptCount val="7"/>
                <c:pt idx="0">
                  <c:v>主动搜索</c:v>
                </c:pt>
                <c:pt idx="1">
                  <c:v>亲友推荐</c:v>
                </c:pt>
                <c:pt idx="2">
                  <c:v>应用商店推荐</c:v>
                </c:pt>
                <c:pt idx="3">
                  <c:v>明星代言推荐</c:v>
                </c:pt>
                <c:pt idx="4">
                  <c:v>论坛、微博推荐</c:v>
                </c:pt>
                <c:pt idx="5">
                  <c:v>广告推荐</c:v>
                </c:pt>
                <c:pt idx="6">
                  <c:v>线下推广</c:v>
                </c:pt>
              </c:strCache>
            </c:strRef>
          </c:cat>
          <c:val>
            <c:numRef>
              <c:f>'00非00'!$K$156:$K$162</c:f>
              <c:numCache>
                <c:formatCode>###0.0%</c:formatCode>
                <c:ptCount val="7"/>
                <c:pt idx="0">
                  <c:v>0.625</c:v>
                </c:pt>
                <c:pt idx="1">
                  <c:v>0.314056939501779</c:v>
                </c:pt>
                <c:pt idx="2">
                  <c:v>0.25711743772242</c:v>
                </c:pt>
                <c:pt idx="3">
                  <c:v>0.164590747330961</c:v>
                </c:pt>
                <c:pt idx="4">
                  <c:v>0.110320284697509</c:v>
                </c:pt>
                <c:pt idx="5">
                  <c:v>0.104092526690391</c:v>
                </c:pt>
                <c:pt idx="6">
                  <c:v>0.0787366548042705</c:v>
                </c:pt>
              </c:numCache>
            </c:numRef>
          </c:val>
        </c:ser>
        <c:ser>
          <c:idx val="1"/>
          <c:order val="1"/>
          <c:tx>
            <c:strRef>
              <c:f>'00非00'!$L$155</c:f>
              <c:strCache>
                <c:ptCount val="1"/>
                <c:pt idx="0">
                  <c:v>00前</c:v>
                </c:pt>
              </c:strCache>
            </c:strRef>
          </c:tx>
          <c:spPr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'00非00'!$J$156:$J$162</c:f>
              <c:strCache>
                <c:ptCount val="7"/>
                <c:pt idx="0">
                  <c:v>主动搜索</c:v>
                </c:pt>
                <c:pt idx="1">
                  <c:v>亲友推荐</c:v>
                </c:pt>
                <c:pt idx="2">
                  <c:v>应用商店推荐</c:v>
                </c:pt>
                <c:pt idx="3">
                  <c:v>明星代言推荐</c:v>
                </c:pt>
                <c:pt idx="4">
                  <c:v>论坛、微博推荐</c:v>
                </c:pt>
                <c:pt idx="5">
                  <c:v>广告推荐</c:v>
                </c:pt>
                <c:pt idx="6">
                  <c:v>线下推广</c:v>
                </c:pt>
              </c:strCache>
            </c:strRef>
          </c:cat>
          <c:val>
            <c:numRef>
              <c:f>'00非00'!$L$156:$L$162</c:f>
              <c:numCache>
                <c:formatCode>###0.0%</c:formatCode>
                <c:ptCount val="7"/>
                <c:pt idx="0">
                  <c:v>0.613971695272508</c:v>
                </c:pt>
                <c:pt idx="1">
                  <c:v>0.348087925323698</c:v>
                </c:pt>
                <c:pt idx="2">
                  <c:v>0.305630834086119</c:v>
                </c:pt>
                <c:pt idx="3">
                  <c:v>0.0719662752183077</c:v>
                </c:pt>
                <c:pt idx="4">
                  <c:v>0.156579343571214</c:v>
                </c:pt>
                <c:pt idx="5">
                  <c:v>0.0966576332429991</c:v>
                </c:pt>
                <c:pt idx="6">
                  <c:v>0.0972598614875037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2133873016"/>
        <c:axId val="-2133869592"/>
      </c:barChart>
      <c:catAx>
        <c:axId val="-213387301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-2133869592"/>
        <c:crosses val="autoZero"/>
        <c:auto val="1"/>
        <c:lblAlgn val="ctr"/>
        <c:lblOffset val="100"/>
        <c:noMultiLvlLbl val="0"/>
      </c:catAx>
      <c:valAx>
        <c:axId val="-2133869592"/>
        <c:scaling>
          <c:orientation val="minMax"/>
        </c:scaling>
        <c:delete val="1"/>
        <c:axPos val="t"/>
        <c:numFmt formatCode="###0.0%" sourceLinked="1"/>
        <c:majorTickMark val="none"/>
        <c:minorTickMark val="none"/>
        <c:tickLblPos val="nextTo"/>
        <c:crossAx val="-2133873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7481237069472"/>
          <c:y val="0.163609888138955"/>
          <c:w val="0.968902760630048"/>
          <c:h val="0.64696291301351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'00非00'!$K$179</c:f>
              <c:strCache>
                <c:ptCount val="1"/>
                <c:pt idx="0">
                  <c:v>00后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0.00685609277211267"/>
                  <c:y val="0.027079851178093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-0.0079987749007981"/>
                  <c:y val="0.01015494419178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>
                <c:manualLayout>
                  <c:x val="-0.010284139158169"/>
                  <c:y val="0.013539925589046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>
                <c:manualLayout>
                  <c:x val="-0.0114268212868544"/>
                  <c:y val="0.013539925589046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layout>
                <c:manualLayout>
                  <c:x val="-0.00685609277211274"/>
                  <c:y val="0.01015494419178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layout>
                <c:manualLayout>
                  <c:x val="-0.00685609277211274"/>
                  <c:y val="0.013539925589046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0"/>
              <c:layout>
                <c:manualLayout>
                  <c:x val="-0.00571341064342721"/>
                  <c:y val="0.0067699627945233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1"/>
              <c:layout>
                <c:manualLayout>
                  <c:x val="-0.00571341064342721"/>
                  <c:y val="0.0067699627945233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'00非00'!$J$180:$J$191</c:f>
              <c:strCache>
                <c:ptCount val="12"/>
                <c:pt idx="0">
                  <c:v>音乐/视频</c:v>
                </c:pt>
                <c:pt idx="1">
                  <c:v>游戏</c:v>
                </c:pt>
                <c:pt idx="2">
                  <c:v>学习工具</c:v>
                </c:pt>
                <c:pt idx="3">
                  <c:v>小说/阅读</c:v>
                </c:pt>
                <c:pt idx="4">
                  <c:v>拍摄/美化</c:v>
                </c:pt>
                <c:pt idx="5">
                  <c:v>聊天/交友</c:v>
                </c:pt>
                <c:pt idx="6">
                  <c:v>购物</c:v>
                </c:pt>
                <c:pt idx="7">
                  <c:v>新闻资讯</c:v>
                </c:pt>
                <c:pt idx="8">
                  <c:v>生活服务</c:v>
                </c:pt>
                <c:pt idx="9">
                  <c:v>旅游/出行</c:v>
                </c:pt>
                <c:pt idx="10">
                  <c:v>医疗/健康</c:v>
                </c:pt>
                <c:pt idx="11">
                  <c:v>金融/理财</c:v>
                </c:pt>
              </c:strCache>
            </c:strRef>
          </c:cat>
          <c:val>
            <c:numRef>
              <c:f>'00非00'!$K$180:$K$191</c:f>
              <c:numCache>
                <c:formatCode>###0.0%</c:formatCode>
                <c:ptCount val="12"/>
                <c:pt idx="0">
                  <c:v>0.59923339011925</c:v>
                </c:pt>
                <c:pt idx="1">
                  <c:v>0.553236797274276</c:v>
                </c:pt>
                <c:pt idx="2">
                  <c:v>0.474020442930153</c:v>
                </c:pt>
                <c:pt idx="3">
                  <c:v>0.371379897785349</c:v>
                </c:pt>
                <c:pt idx="4">
                  <c:v>0.25</c:v>
                </c:pt>
                <c:pt idx="5">
                  <c:v>0.563032367972743</c:v>
                </c:pt>
                <c:pt idx="6">
                  <c:v>0.238926746166951</c:v>
                </c:pt>
                <c:pt idx="7">
                  <c:v>0.154173764906303</c:v>
                </c:pt>
                <c:pt idx="8">
                  <c:v>0.088160136286201</c:v>
                </c:pt>
                <c:pt idx="9">
                  <c:v>0.0711243611584327</c:v>
                </c:pt>
                <c:pt idx="10">
                  <c:v>0.0570698466780238</c:v>
                </c:pt>
                <c:pt idx="11">
                  <c:v>0.0425894378194208</c:v>
                </c:pt>
              </c:numCache>
            </c:numRef>
          </c:val>
        </c:ser>
        <c:ser>
          <c:idx val="1"/>
          <c:order val="1"/>
          <c:tx>
            <c:strRef>
              <c:f>'00非00'!$L$179</c:f>
              <c:strCache>
                <c:ptCount val="1"/>
                <c:pt idx="0">
                  <c:v>00前</c:v>
                </c:pt>
              </c:strCache>
            </c:strRef>
          </c:tx>
          <c:spPr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00914145702948354"/>
                  <c:y val="0.016924906986308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0.0148548676729107"/>
                  <c:y val="0.0203098883835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0.0091414570294835"/>
                  <c:y val="0.01015494419178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.00914145702948354"/>
                  <c:y val="0.020309888383570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0.0137121855442253"/>
                  <c:y val="0.02369486978083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0.00571341064342721"/>
                  <c:y val="0.020309888383570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'00非00'!$J$180:$J$191</c:f>
              <c:strCache>
                <c:ptCount val="12"/>
                <c:pt idx="0">
                  <c:v>音乐/视频</c:v>
                </c:pt>
                <c:pt idx="1">
                  <c:v>游戏</c:v>
                </c:pt>
                <c:pt idx="2">
                  <c:v>学习工具</c:v>
                </c:pt>
                <c:pt idx="3">
                  <c:v>小说/阅读</c:v>
                </c:pt>
                <c:pt idx="4">
                  <c:v>拍摄/美化</c:v>
                </c:pt>
                <c:pt idx="5">
                  <c:v>聊天/交友</c:v>
                </c:pt>
                <c:pt idx="6">
                  <c:v>购物</c:v>
                </c:pt>
                <c:pt idx="7">
                  <c:v>新闻资讯</c:v>
                </c:pt>
                <c:pt idx="8">
                  <c:v>生活服务</c:v>
                </c:pt>
                <c:pt idx="9">
                  <c:v>旅游/出行</c:v>
                </c:pt>
                <c:pt idx="10">
                  <c:v>医疗/健康</c:v>
                </c:pt>
                <c:pt idx="11">
                  <c:v>金融/理财</c:v>
                </c:pt>
              </c:strCache>
            </c:strRef>
          </c:cat>
          <c:val>
            <c:numRef>
              <c:f>'00非00'!$L$180:$L$191</c:f>
              <c:numCache>
                <c:formatCode>###0.0%</c:formatCode>
                <c:ptCount val="12"/>
                <c:pt idx="0">
                  <c:v>0.577012835472579</c:v>
                </c:pt>
                <c:pt idx="1">
                  <c:v>0.356767794632439</c:v>
                </c:pt>
                <c:pt idx="2">
                  <c:v>0.288214702450408</c:v>
                </c:pt>
                <c:pt idx="3">
                  <c:v>0.33926487747958</c:v>
                </c:pt>
                <c:pt idx="4">
                  <c:v>0.221703617269545</c:v>
                </c:pt>
                <c:pt idx="5">
                  <c:v>0.618144690781797</c:v>
                </c:pt>
                <c:pt idx="6">
                  <c:v>0.400816802800467</c:v>
                </c:pt>
                <c:pt idx="7">
                  <c:v>0.366977829638273</c:v>
                </c:pt>
                <c:pt idx="8">
                  <c:v>0.182613768961494</c:v>
                </c:pt>
                <c:pt idx="9">
                  <c:v>0.151983663943991</c:v>
                </c:pt>
                <c:pt idx="10">
                  <c:v>0.131271878646441</c:v>
                </c:pt>
                <c:pt idx="11">
                  <c:v>0.139731621936989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2145255416"/>
        <c:axId val="-2134358616"/>
      </c:barChart>
      <c:catAx>
        <c:axId val="-2145255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-2134358616"/>
        <c:crosses val="autoZero"/>
        <c:auto val="1"/>
        <c:lblAlgn val="ctr"/>
        <c:lblOffset val="100"/>
        <c:noMultiLvlLbl val="0"/>
      </c:catAx>
      <c:valAx>
        <c:axId val="-2134358616"/>
        <c:scaling>
          <c:orientation val="minMax"/>
        </c:scaling>
        <c:delete val="1"/>
        <c:axPos val="l"/>
        <c:numFmt formatCode="###0.0%" sourceLinked="1"/>
        <c:majorTickMark val="none"/>
        <c:minorTickMark val="none"/>
        <c:tickLblPos val="nextTo"/>
        <c:crossAx val="-2145255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7481237069472"/>
          <c:y val="0.163609888138955"/>
          <c:w val="0.968902760630048"/>
          <c:h val="0.64696291301351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'00男00女'!$K$196</c:f>
              <c:strCache>
                <c:ptCount val="1"/>
                <c:pt idx="0">
                  <c:v>男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('00男00女'!$J$197,'00男00女'!$J$204)</c:f>
              <c:strCache>
                <c:ptCount val="2"/>
                <c:pt idx="0">
                  <c:v>游戏</c:v>
                </c:pt>
                <c:pt idx="1">
                  <c:v>新闻资讯</c:v>
                </c:pt>
              </c:strCache>
              <c:extLst>
                <c:ext xmlns:c15="http://schemas.microsoft.com/office/drawing/2012/chart" uri="{02D57815-91ED-43cb-92C2-25804820EDAC}">
                  <c15:fullRef>
                    <c15:sqref>'00男00女'!$J$197:$J$208</c15:sqref>
                  </c15:fullRef>
                </c:ext>
              </c:extLst>
            </c:strRef>
          </c:cat>
          <c:val>
            <c:numRef>
              <c:f>('00男00女'!$K$197,'00男00女'!$K$204)</c:f>
              <c:numCache>
                <c:formatCode>###0.0%</c:formatCode>
                <c:ptCount val="2"/>
                <c:pt idx="0">
                  <c:v>0.642495784148398</c:v>
                </c:pt>
                <c:pt idx="1">
                  <c:v>0.174536256323777</c:v>
                </c:pt>
              </c:numCache>
              <c:extLst>
                <c:ext xmlns:c15="http://schemas.microsoft.com/office/drawing/2012/chart" uri="{02D57815-91ED-43cb-92C2-25804820EDAC}">
                  <c15:fullRef>
                    <c15:sqref>'00男00女'!$K$197:$K$208</c15:sqref>
                  </c15:fullRef>
                </c:ext>
              </c:extLst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'00男00女'!$K$203</c15:sqref>
                  <c15:dLbl>
                    <c:idx val="0"/>
                    <c:layout>
                      <c:manualLayout>
                        <c:x val="-3.4544158212244692E-2"/>
                        <c:y val="2.7438125945751152E-2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</c:extLst>
                  </c15:dLbl>
                </c15:categoryFilterException>
                <c15:categoryFilterException>
                  <c15:sqref>'00男00女'!$K$205</c15:sqref>
                  <c15:dLbl>
                    <c:idx val="1"/>
                    <c:layout>
                      <c:manualLayout>
                        <c:x val="-9.1414570294837058E-3"/>
                        <c:y val="2.4329070797117099E-2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</c:extLst>
                  </c15:dLbl>
                </c15:categoryFilterException>
                <c15:categoryFilterException>
                  <c15:sqref>'00男00女'!$K$206</c15:sqref>
                  <c15:dLbl>
                    <c:idx val="1"/>
                    <c:layout>
                      <c:manualLayout>
                        <c:x val="-4.5707285147417688E-3"/>
                        <c:y val="-1.1150695301561688E-16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</c:extLst>
                  </c15:dLbl>
                </c15:categoryFilterException>
              </c15:categoryFilterExceptions>
            </c:ext>
          </c:extLst>
        </c:ser>
        <c:ser>
          <c:idx val="1"/>
          <c:order val="1"/>
          <c:tx>
            <c:strRef>
              <c:f>'00男00女'!$L$196</c:f>
              <c:strCache>
                <c:ptCount val="1"/>
                <c:pt idx="0">
                  <c:v>女</c:v>
                </c:pt>
              </c:strCache>
            </c:strRef>
          </c:tx>
          <c:spPr>
            <a:solidFill>
              <a:srgbClr val="FF669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0345441582122446"/>
                  <c:y val="0.018288108265600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0.0388621779887752"/>
                  <c:y val="0.016462875567450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('00男00女'!$J$197,'00男00女'!$J$204)</c:f>
              <c:strCache>
                <c:ptCount val="2"/>
                <c:pt idx="0">
                  <c:v>游戏</c:v>
                </c:pt>
                <c:pt idx="1">
                  <c:v>新闻资讯</c:v>
                </c:pt>
              </c:strCache>
              <c:extLst>
                <c:ext xmlns:c15="http://schemas.microsoft.com/office/drawing/2012/chart" uri="{02D57815-91ED-43cb-92C2-25804820EDAC}">
                  <c15:fullRef>
                    <c15:sqref>'00男00女'!$J$197:$J$208</c15:sqref>
                  </c15:fullRef>
                </c:ext>
              </c:extLst>
            </c:strRef>
          </c:cat>
          <c:val>
            <c:numRef>
              <c:f>('00男00女'!$L$197,'00男00女'!$L$204)</c:f>
              <c:numCache>
                <c:formatCode>###0.0%</c:formatCode>
                <c:ptCount val="2"/>
                <c:pt idx="0">
                  <c:v>0.462134251290878</c:v>
                </c:pt>
                <c:pt idx="1">
                  <c:v>0.133390705679862</c:v>
                </c:pt>
              </c:numCache>
              <c:extLst>
                <c:ext xmlns:c15="http://schemas.microsoft.com/office/drawing/2012/chart" uri="{02D57815-91ED-43cb-92C2-25804820EDAC}">
                  <c15:fullRef>
                    <c15:sqref>'00男00女'!$L$197:$L$208</c15:sqref>
                  </c15:fullRef>
                </c:ext>
              </c:extLst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'00男00女'!$L$203</c15:sqref>
                  <c15:dLbl>
                    <c:idx val="0"/>
                    <c:layout>
                      <c:manualLayout>
                        <c:x val="1.7272079106122305E-2"/>
                        <c:y val="4.8768288708269152E-2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</c:extLst>
                  </c15:dLbl>
                </c15:categoryFilterException>
                <c15:categoryFilterException>
                  <c15:sqref>'00男00女'!$L$206</c15:sqref>
                  <c15:dLbl>
                    <c:idx val="1"/>
                    <c:layout>
                      <c:manualLayout>
                        <c:x val="5.7134106434270438E-3"/>
                        <c:y val="6.0822676992791638E-3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</c:extLst>
                  </c15:dLbl>
                </c15:categoryFilterException>
              </c15:categoryFilterExceptions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074058504"/>
        <c:axId val="-2142611432"/>
      </c:barChart>
      <c:catAx>
        <c:axId val="2074058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-2142611432"/>
        <c:crosses val="autoZero"/>
        <c:auto val="1"/>
        <c:lblAlgn val="ctr"/>
        <c:lblOffset val="100"/>
        <c:noMultiLvlLbl val="0"/>
      </c:catAx>
      <c:valAx>
        <c:axId val="-2142611432"/>
        <c:scaling>
          <c:orientation val="minMax"/>
        </c:scaling>
        <c:delete val="1"/>
        <c:axPos val="l"/>
        <c:numFmt formatCode="###0.0%" sourceLinked="1"/>
        <c:majorTickMark val="none"/>
        <c:minorTickMark val="none"/>
        <c:tickLblPos val="nextTo"/>
        <c:crossAx val="2074058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7481237069472"/>
          <c:y val="0.163609888138955"/>
          <c:w val="0.968902760630048"/>
          <c:h val="0.646962913013515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'00男00女'!$L$196</c:f>
              <c:strCache>
                <c:ptCount val="1"/>
                <c:pt idx="0">
                  <c:v>女</c:v>
                </c:pt>
              </c:strCache>
            </c:strRef>
          </c:tx>
          <c:spPr>
            <a:solidFill>
              <a:srgbClr val="FF669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'00男00女'!$J$198:$J$203</c:f>
              <c:strCache>
                <c:ptCount val="6"/>
                <c:pt idx="0">
                  <c:v>音乐/视频</c:v>
                </c:pt>
                <c:pt idx="1">
                  <c:v>聊天/交友</c:v>
                </c:pt>
                <c:pt idx="2">
                  <c:v>学习工具</c:v>
                </c:pt>
                <c:pt idx="3">
                  <c:v>小说/阅读</c:v>
                </c:pt>
                <c:pt idx="4">
                  <c:v>拍摄/美化</c:v>
                </c:pt>
                <c:pt idx="5">
                  <c:v>购物</c:v>
                </c:pt>
              </c:strCache>
              <c:extLst>
                <c:ext xmlns:c15="http://schemas.microsoft.com/office/drawing/2012/chart" uri="{02D57815-91ED-43cb-92C2-25804820EDAC}">
                  <c15:fullRef>
                    <c15:sqref>'00男00女'!$J$197:$J$208</c15:sqref>
                  </c15:fullRef>
                </c:ext>
              </c:extLst>
            </c:strRef>
          </c:cat>
          <c:val>
            <c:numRef>
              <c:f>'00男00女'!$L$198:$L$203</c:f>
              <c:numCache>
                <c:formatCode>###0.0%</c:formatCode>
                <c:ptCount val="6"/>
                <c:pt idx="0">
                  <c:v>0.646299483648881</c:v>
                </c:pt>
                <c:pt idx="1">
                  <c:v>0.601549053356282</c:v>
                </c:pt>
                <c:pt idx="2">
                  <c:v>0.523235800344234</c:v>
                </c:pt>
                <c:pt idx="3">
                  <c:v>0.432874354561102</c:v>
                </c:pt>
                <c:pt idx="4">
                  <c:v>0.335628227194492</c:v>
                </c:pt>
                <c:pt idx="5">
                  <c:v>0.272805507745267</c:v>
                </c:pt>
              </c:numCache>
              <c:extLst>
                <c:ext xmlns:c15="http://schemas.microsoft.com/office/drawing/2012/chart" uri="{02D57815-91ED-43cb-92C2-25804820EDAC}">
                  <c15:fullRef>
                    <c15:sqref>'00男00女'!$L$197:$L$208</c15:sqref>
                  </c15:fullRef>
                </c:ext>
              </c:extLst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'00男00女'!$L$206</c15:sqref>
                  <c15:dLbl>
                    <c:idx val="5"/>
                    <c:layout>
                      <c:manualLayout>
                        <c:x val="5.7134106434270438E-3"/>
                        <c:y val="6.0822676992791638E-3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</c:extLst>
                  </c15:dLbl>
                </c15:categoryFilterException>
              </c15:categoryFilterExceptions>
            </c:ext>
          </c:extLst>
        </c:ser>
        <c:ser>
          <c:idx val="0"/>
          <c:order val="1"/>
          <c:tx>
            <c:strRef>
              <c:f>'00男00女'!$K$196</c:f>
              <c:strCache>
                <c:ptCount val="1"/>
                <c:pt idx="0">
                  <c:v>男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0215984557954439"/>
                  <c:y val="0.034667627533193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0.0215984557954439"/>
                  <c:y val="0.046223503377591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0.0215984557954439"/>
                  <c:y val="0.040445565455392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.0215984557954438"/>
                  <c:y val="0.052001441299790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0.0239982842171599"/>
                  <c:y val="0.034667627533193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0.0287979410605918"/>
                  <c:y val="0.046223503377591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'00男00女'!$J$198:$J$203</c:f>
              <c:strCache>
                <c:ptCount val="6"/>
                <c:pt idx="0">
                  <c:v>音乐/视频</c:v>
                </c:pt>
                <c:pt idx="1">
                  <c:v>聊天/交友</c:v>
                </c:pt>
                <c:pt idx="2">
                  <c:v>学习工具</c:v>
                </c:pt>
                <c:pt idx="3">
                  <c:v>小说/阅读</c:v>
                </c:pt>
                <c:pt idx="4">
                  <c:v>拍摄/美化</c:v>
                </c:pt>
                <c:pt idx="5">
                  <c:v>购物</c:v>
                </c:pt>
              </c:strCache>
              <c:extLst>
                <c:ext xmlns:c15="http://schemas.microsoft.com/office/drawing/2012/chart" uri="{02D57815-91ED-43cb-92C2-25804820EDAC}">
                  <c15:fullRef>
                    <c15:sqref>'00男00女'!$J$197:$J$208</c15:sqref>
                  </c15:fullRef>
                </c:ext>
              </c:extLst>
            </c:strRef>
          </c:cat>
          <c:val>
            <c:numRef>
              <c:f>'00男00女'!$K$198:$K$203</c:f>
              <c:numCache>
                <c:formatCode>###0.0%</c:formatCode>
                <c:ptCount val="6"/>
                <c:pt idx="0">
                  <c:v>0.553119730185498</c:v>
                </c:pt>
                <c:pt idx="1">
                  <c:v>0.525295109612142</c:v>
                </c:pt>
                <c:pt idx="2">
                  <c:v>0.425801011804385</c:v>
                </c:pt>
                <c:pt idx="3">
                  <c:v>0.311129848229342</c:v>
                </c:pt>
                <c:pt idx="4">
                  <c:v>0.16610455311973</c:v>
                </c:pt>
                <c:pt idx="5">
                  <c:v>0.205733558178752</c:v>
                </c:pt>
              </c:numCache>
              <c:extLst>
                <c:ext xmlns:c15="http://schemas.microsoft.com/office/drawing/2012/chart" uri="{02D57815-91ED-43cb-92C2-25804820EDAC}">
                  <c15:fullRef>
                    <c15:sqref>'00男00女'!$K$197:$K$208</c15:sqref>
                  </c15:fullRef>
                </c:ext>
              </c:extLst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'00男00女'!$K$205</c15:sqref>
                  <c15:dLbl>
                    <c:idx val="5"/>
                    <c:layout>
                      <c:manualLayout>
                        <c:x val="-9.1414570294837058E-3"/>
                        <c:y val="2.4329070797117099E-2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</c:extLst>
                  </c15:dLbl>
                </c15:categoryFilterException>
                <c15:categoryFilterException>
                  <c15:sqref>'00男00女'!$K$206</c15:sqref>
                  <c15:dLbl>
                    <c:idx val="5"/>
                    <c:layout>
                      <c:manualLayout>
                        <c:x val="-4.5707285147417688E-3"/>
                        <c:y val="-1.1150695301561688E-16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</c:extLst>
                  </c15:dLbl>
                </c15:categoryFilterException>
              </c15:categoryFilterExceptions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048557528"/>
        <c:axId val="2075706280"/>
      </c:barChart>
      <c:catAx>
        <c:axId val="2048557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2075706280"/>
        <c:crosses val="autoZero"/>
        <c:auto val="1"/>
        <c:lblAlgn val="ctr"/>
        <c:lblOffset val="100"/>
        <c:noMultiLvlLbl val="0"/>
      </c:catAx>
      <c:valAx>
        <c:axId val="2075706280"/>
        <c:scaling>
          <c:orientation val="minMax"/>
        </c:scaling>
        <c:delete val="1"/>
        <c:axPos val="l"/>
        <c:numFmt formatCode="###0.0%" sourceLinked="1"/>
        <c:majorTickMark val="none"/>
        <c:minorTickMark val="none"/>
        <c:tickLblPos val="nextTo"/>
        <c:crossAx val="2048557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7481237069472"/>
          <c:y val="0.163609888138955"/>
          <c:w val="0.968902760630048"/>
          <c:h val="0.64696291301351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'00非00'!$K$195</c:f>
              <c:strCache>
                <c:ptCount val="1"/>
                <c:pt idx="0">
                  <c:v>00后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-0.00457072851474181"/>
                  <c:y val="-0.0033849813972616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-0.00685609277211265"/>
                  <c:y val="0.013539925589046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>
                <c:manualLayout>
                  <c:x val="-0.0079987749007981"/>
                  <c:y val="0.013539925589046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>
                <c:manualLayout>
                  <c:x val="-0.00457072851474185"/>
                  <c:y val="0.013539925589046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layout>
                <c:manualLayout>
                  <c:x val="-0.0091414570294837"/>
                  <c:y val="0.0033849813972615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layout>
                <c:manualLayout>
                  <c:x val="-0.00571341064342721"/>
                  <c:y val="0.016924906986308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0"/>
              <c:layout>
                <c:manualLayout>
                  <c:x val="-0.00799877490079826"/>
                  <c:y val="0.016924906986308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1"/>
              <c:layout>
                <c:manualLayout>
                  <c:x val="-0.0091414570294837"/>
                  <c:y val="0.016924906986308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'00非00'!$J$196:$J$207</c:f>
              <c:strCache>
                <c:ptCount val="12"/>
                <c:pt idx="0">
                  <c:v>游戏</c:v>
                </c:pt>
                <c:pt idx="1">
                  <c:v>音乐/视频</c:v>
                </c:pt>
                <c:pt idx="2">
                  <c:v>小说/阅读</c:v>
                </c:pt>
                <c:pt idx="3">
                  <c:v>学习工具</c:v>
                </c:pt>
                <c:pt idx="4">
                  <c:v>拍摄/美化</c:v>
                </c:pt>
                <c:pt idx="5">
                  <c:v>购物</c:v>
                </c:pt>
                <c:pt idx="6">
                  <c:v>聊天/交友</c:v>
                </c:pt>
                <c:pt idx="7">
                  <c:v>生活服务</c:v>
                </c:pt>
                <c:pt idx="8">
                  <c:v>旅游/出行</c:v>
                </c:pt>
                <c:pt idx="9">
                  <c:v>医疗/健康</c:v>
                </c:pt>
                <c:pt idx="10">
                  <c:v>金融/理财</c:v>
                </c:pt>
                <c:pt idx="11">
                  <c:v>新闻资讯</c:v>
                </c:pt>
              </c:strCache>
            </c:strRef>
          </c:cat>
          <c:val>
            <c:numRef>
              <c:f>'00非00'!$K$196:$K$207</c:f>
              <c:numCache>
                <c:formatCode>###0.0%</c:formatCode>
                <c:ptCount val="12"/>
                <c:pt idx="0">
                  <c:v>0.353569901667379</c:v>
                </c:pt>
                <c:pt idx="1">
                  <c:v>0.209918768704575</c:v>
                </c:pt>
                <c:pt idx="2">
                  <c:v>0.200085506626764</c:v>
                </c:pt>
                <c:pt idx="3">
                  <c:v>0.169730654125695</c:v>
                </c:pt>
                <c:pt idx="4">
                  <c:v>0.0423257802479692</c:v>
                </c:pt>
                <c:pt idx="5">
                  <c:v>0.261222744762719</c:v>
                </c:pt>
                <c:pt idx="6">
                  <c:v>0.223172295852929</c:v>
                </c:pt>
                <c:pt idx="7">
                  <c:v>0.0564343736639589</c:v>
                </c:pt>
                <c:pt idx="8">
                  <c:v>0.039760581445062</c:v>
                </c:pt>
                <c:pt idx="9">
                  <c:v>0.029927319367251</c:v>
                </c:pt>
                <c:pt idx="10">
                  <c:v>0.0294997862334331</c:v>
                </c:pt>
                <c:pt idx="11">
                  <c:v>0.0256519880290723</c:v>
                </c:pt>
              </c:numCache>
            </c:numRef>
          </c:val>
        </c:ser>
        <c:ser>
          <c:idx val="1"/>
          <c:order val="1"/>
          <c:tx>
            <c:strRef>
              <c:f>'00非00'!$L$195</c:f>
              <c:strCache>
                <c:ptCount val="1"/>
                <c:pt idx="0">
                  <c:v>00前</c:v>
                </c:pt>
              </c:strCache>
            </c:strRef>
          </c:tx>
          <c:spPr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0137121855442253"/>
                  <c:y val="0.013539925589046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0.0148548676729107"/>
                  <c:y val="0.027079851178093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0.0125695034155399"/>
                  <c:y val="0.013539925589046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.0148548676729108"/>
                  <c:y val="0.030464832575355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0.0114268212868544"/>
                  <c:y val="0.0033849813972616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'00非00'!$J$196:$J$207</c:f>
              <c:strCache>
                <c:ptCount val="12"/>
                <c:pt idx="0">
                  <c:v>游戏</c:v>
                </c:pt>
                <c:pt idx="1">
                  <c:v>音乐/视频</c:v>
                </c:pt>
                <c:pt idx="2">
                  <c:v>小说/阅读</c:v>
                </c:pt>
                <c:pt idx="3">
                  <c:v>学习工具</c:v>
                </c:pt>
                <c:pt idx="4">
                  <c:v>拍摄/美化</c:v>
                </c:pt>
                <c:pt idx="5">
                  <c:v>购物</c:v>
                </c:pt>
                <c:pt idx="6">
                  <c:v>聊天/交友</c:v>
                </c:pt>
                <c:pt idx="7">
                  <c:v>生活服务</c:v>
                </c:pt>
                <c:pt idx="8">
                  <c:v>旅游/出行</c:v>
                </c:pt>
                <c:pt idx="9">
                  <c:v>医疗/健康</c:v>
                </c:pt>
                <c:pt idx="10">
                  <c:v>金融/理财</c:v>
                </c:pt>
                <c:pt idx="11">
                  <c:v>新闻资讯</c:v>
                </c:pt>
              </c:strCache>
            </c:strRef>
          </c:cat>
          <c:val>
            <c:numRef>
              <c:f>'00非00'!$L$196:$L$207</c:f>
              <c:numCache>
                <c:formatCode>###0.0%</c:formatCode>
                <c:ptCount val="12"/>
                <c:pt idx="0">
                  <c:v>0.268285547103569</c:v>
                </c:pt>
                <c:pt idx="1">
                  <c:v>0.193095377413692</c:v>
                </c:pt>
                <c:pt idx="2">
                  <c:v>0.159449970743125</c:v>
                </c:pt>
                <c:pt idx="3">
                  <c:v>0.122293739028672</c:v>
                </c:pt>
                <c:pt idx="4">
                  <c:v>0.0380339379754242</c:v>
                </c:pt>
                <c:pt idx="5">
                  <c:v>0.464014043300176</c:v>
                </c:pt>
                <c:pt idx="6">
                  <c:v>0.251901696898771</c:v>
                </c:pt>
                <c:pt idx="7">
                  <c:v>0.152720889409011</c:v>
                </c:pt>
                <c:pt idx="8">
                  <c:v>0.107080163838502</c:v>
                </c:pt>
                <c:pt idx="9">
                  <c:v>0.0626097132826214</c:v>
                </c:pt>
                <c:pt idx="10">
                  <c:v>0.105032182562902</c:v>
                </c:pt>
                <c:pt idx="11">
                  <c:v>0.0529549444119368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2146913784"/>
        <c:axId val="-2146945352"/>
      </c:barChart>
      <c:catAx>
        <c:axId val="-2146913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-2146945352"/>
        <c:crosses val="autoZero"/>
        <c:auto val="1"/>
        <c:lblAlgn val="ctr"/>
        <c:lblOffset val="100"/>
        <c:noMultiLvlLbl val="0"/>
      </c:catAx>
      <c:valAx>
        <c:axId val="-2146945352"/>
        <c:scaling>
          <c:orientation val="minMax"/>
        </c:scaling>
        <c:delete val="1"/>
        <c:axPos val="l"/>
        <c:numFmt formatCode="###0.0%" sourceLinked="1"/>
        <c:majorTickMark val="none"/>
        <c:minorTickMark val="none"/>
        <c:tickLblPos val="nextTo"/>
        <c:crossAx val="-2146913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7481237069472"/>
          <c:y val="0.163609888138955"/>
          <c:w val="0.968902760630048"/>
          <c:h val="0.64696291301351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'00男00女'!$K$214</c:f>
              <c:strCache>
                <c:ptCount val="1"/>
                <c:pt idx="0">
                  <c:v>男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'00男00女'!$J$215</c:f>
              <c:strCache>
                <c:ptCount val="1"/>
                <c:pt idx="0">
                  <c:v>游戏</c:v>
                </c:pt>
              </c:strCache>
            </c:strRef>
          </c:cat>
          <c:val>
            <c:numRef>
              <c:f>'00男00女'!$K$215</c:f>
              <c:numCache>
                <c:formatCode>###0.0%</c:formatCode>
                <c:ptCount val="1"/>
                <c:pt idx="0">
                  <c:v>0.47972972972973</c:v>
                </c:pt>
              </c:numCache>
            </c:numRef>
          </c:val>
          <c:extLst/>
        </c:ser>
        <c:ser>
          <c:idx val="1"/>
          <c:order val="1"/>
          <c:tx>
            <c:strRef>
              <c:f>'00男00女'!$L$214</c:f>
              <c:strCache>
                <c:ptCount val="1"/>
                <c:pt idx="0">
                  <c:v>女</c:v>
                </c:pt>
              </c:strCache>
            </c:strRef>
          </c:tx>
          <c:spPr>
            <a:solidFill>
              <a:srgbClr val="FF669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'00男00女'!$J$215</c:f>
              <c:strCache>
                <c:ptCount val="1"/>
                <c:pt idx="0">
                  <c:v>游戏</c:v>
                </c:pt>
              </c:strCache>
            </c:strRef>
          </c:cat>
          <c:val>
            <c:numRef>
              <c:f>'00男00女'!$L$215</c:f>
              <c:numCache>
                <c:formatCode>###0.0%</c:formatCode>
                <c:ptCount val="1"/>
                <c:pt idx="0">
                  <c:v>0.224242424242424</c:v>
                </c:pt>
              </c:numCache>
            </c:numRef>
          </c:val>
          <c:extLst/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2145188008"/>
        <c:axId val="-2145192712"/>
      </c:barChart>
      <c:catAx>
        <c:axId val="-2145188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-2145192712"/>
        <c:crosses val="autoZero"/>
        <c:auto val="1"/>
        <c:lblAlgn val="ctr"/>
        <c:lblOffset val="100"/>
        <c:noMultiLvlLbl val="0"/>
      </c:catAx>
      <c:valAx>
        <c:axId val="-2145192712"/>
        <c:scaling>
          <c:orientation val="minMax"/>
        </c:scaling>
        <c:delete val="1"/>
        <c:axPos val="l"/>
        <c:numFmt formatCode="###0.0%" sourceLinked="1"/>
        <c:majorTickMark val="none"/>
        <c:minorTickMark val="none"/>
        <c:tickLblPos val="nextTo"/>
        <c:crossAx val="-21451880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7481237069472"/>
          <c:y val="0.163609888138955"/>
          <c:w val="0.968902760630048"/>
          <c:h val="0.64696291301351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'00男00女'!$L$214</c:f>
              <c:strCache>
                <c:ptCount val="1"/>
                <c:pt idx="0">
                  <c:v>女</c:v>
                </c:pt>
              </c:strCache>
            </c:strRef>
          </c:tx>
          <c:spPr>
            <a:solidFill>
              <a:srgbClr val="FF669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('00男00女'!$J$216,'00男00女'!$J$219:$J$220)</c:f>
              <c:strCache>
                <c:ptCount val="3"/>
                <c:pt idx="0">
                  <c:v>购物</c:v>
                </c:pt>
                <c:pt idx="1">
                  <c:v>小说/阅读</c:v>
                </c:pt>
                <c:pt idx="2">
                  <c:v>学习工具</c:v>
                </c:pt>
              </c:strCache>
            </c:strRef>
          </c:cat>
          <c:val>
            <c:numRef>
              <c:f>('00男00女'!$L$216,'00男00女'!$L$219:$L$220)</c:f>
              <c:numCache>
                <c:formatCode>###0.0%</c:formatCode>
                <c:ptCount val="3"/>
                <c:pt idx="0">
                  <c:v>0.2995670995671</c:v>
                </c:pt>
                <c:pt idx="1">
                  <c:v>0.245887445887446</c:v>
                </c:pt>
                <c:pt idx="2">
                  <c:v>0.190476190476191</c:v>
                </c:pt>
              </c:numCache>
            </c:numRef>
          </c:val>
          <c:extLst/>
        </c:ser>
        <c:ser>
          <c:idx val="1"/>
          <c:order val="1"/>
          <c:tx>
            <c:strRef>
              <c:f>'00男00女'!$K$214</c:f>
              <c:strCache>
                <c:ptCount val="1"/>
                <c:pt idx="0">
                  <c:v>男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0289637528067058"/>
                  <c:y val="0.0057779379221989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0.0210645474957861"/>
                  <c:y val="0.028889689610994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0.021064547495786"/>
                  <c:y val="0.023111751688795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('00男00女'!$J$216,'00男00女'!$J$219:$J$220)</c:f>
              <c:strCache>
                <c:ptCount val="3"/>
                <c:pt idx="0">
                  <c:v>购物</c:v>
                </c:pt>
                <c:pt idx="1">
                  <c:v>小说/阅读</c:v>
                </c:pt>
                <c:pt idx="2">
                  <c:v>学习工具</c:v>
                </c:pt>
              </c:strCache>
            </c:strRef>
          </c:cat>
          <c:val>
            <c:numRef>
              <c:f>('00男00女'!$K$216,'00男00女'!$K$219:$K$220)</c:f>
              <c:numCache>
                <c:formatCode>###0.0%</c:formatCode>
                <c:ptCount val="3"/>
                <c:pt idx="0">
                  <c:v>0.223817567567568</c:v>
                </c:pt>
                <c:pt idx="1">
                  <c:v>0.155405405405405</c:v>
                </c:pt>
                <c:pt idx="2">
                  <c:v>0.149493243243243</c:v>
                </c:pt>
              </c:numCache>
            </c:numRef>
          </c:val>
          <c:extLst/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2140944040"/>
        <c:axId val="-2140340312"/>
      </c:barChart>
      <c:catAx>
        <c:axId val="-2140944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-2140340312"/>
        <c:crosses val="autoZero"/>
        <c:auto val="1"/>
        <c:lblAlgn val="ctr"/>
        <c:lblOffset val="100"/>
        <c:noMultiLvlLbl val="0"/>
      </c:catAx>
      <c:valAx>
        <c:axId val="-2140340312"/>
        <c:scaling>
          <c:orientation val="minMax"/>
        </c:scaling>
        <c:delete val="1"/>
        <c:axPos val="l"/>
        <c:numFmt formatCode="###0.0%" sourceLinked="1"/>
        <c:majorTickMark val="none"/>
        <c:minorTickMark val="none"/>
        <c:tickLblPos val="nextTo"/>
        <c:crossAx val="-2140944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7EB463-D3A8-4631-95FB-EFDC3D564F91}" type="datetimeFigureOut">
              <a:rPr lang="zh-CN" altLang="en-US" smtClean="0"/>
              <a:t>16/7/20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8A44AF-39D7-4BBC-8091-C545F91DCD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393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8A44AF-39D7-4BBC-8091-C545F91DCD8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894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8A44AF-39D7-4BBC-8091-C545F91DCD8C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150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office.msn.com.cn/Template/Home.shtml" TargetMode="External"/><Relationship Id="rId3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22016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五边形 7"/>
          <p:cNvSpPr/>
          <p:nvPr/>
        </p:nvSpPr>
        <p:spPr>
          <a:xfrm rot="5400000">
            <a:off x="919161" y="176214"/>
            <a:ext cx="1200152" cy="847725"/>
          </a:xfrm>
          <a:prstGeom prst="homePlat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2221166" y="690265"/>
            <a:ext cx="381768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占位符 12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183066" y="249882"/>
            <a:ext cx="3810000" cy="38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 baseline="0"/>
            </a:lvl1pPr>
          </a:lstStyle>
          <a:p>
            <a:pPr lvl="0"/>
            <a:r>
              <a:rPr lang="en-US" altLang="zh-CN" dirty="0" smtClean="0"/>
              <a:t>ADD YOUR TETLE HERE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1" hasCustomPrompt="1"/>
          </p:nvPr>
        </p:nvSpPr>
        <p:spPr>
          <a:xfrm>
            <a:off x="1271587" y="309265"/>
            <a:ext cx="609600" cy="419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 smtClean="0"/>
              <a:t>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50926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267" y="0"/>
            <a:ext cx="6858000" cy="6858000"/>
          </a:xfrm>
          <a:prstGeom prst="rect">
            <a:avLst/>
          </a:prstGeom>
        </p:spPr>
      </p:pic>
      <p:sp>
        <p:nvSpPr>
          <p:cNvPr id="4" name="五边形 3"/>
          <p:cNvSpPr/>
          <p:nvPr userDrawn="1"/>
        </p:nvSpPr>
        <p:spPr>
          <a:xfrm rot="5400000">
            <a:off x="919161" y="176214"/>
            <a:ext cx="1200152" cy="847725"/>
          </a:xfrm>
          <a:prstGeom prst="homePlat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2221166" y="690265"/>
            <a:ext cx="29223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12"/>
          <p:cNvSpPr>
            <a:spLocks noGrp="1"/>
          </p:cNvSpPr>
          <p:nvPr>
            <p:ph type="body" sz="quarter" idx="10" hasCustomPrompt="1"/>
          </p:nvPr>
        </p:nvSpPr>
        <p:spPr>
          <a:xfrm>
            <a:off x="2183066" y="249882"/>
            <a:ext cx="3810000" cy="38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 baseline="0"/>
            </a:lvl1pPr>
          </a:lstStyle>
          <a:p>
            <a:pPr lvl="0"/>
            <a:r>
              <a:rPr lang="en-US" altLang="zh-CN" dirty="0" smtClean="0"/>
              <a:t>ADD YOUR TETLE HERE</a:t>
            </a:r>
            <a:endParaRPr lang="zh-CN" altLang="en-US" dirty="0"/>
          </a:p>
        </p:txBody>
      </p:sp>
      <p:sp>
        <p:nvSpPr>
          <p:cNvPr id="7" name="文本占位符 14"/>
          <p:cNvSpPr>
            <a:spLocks noGrp="1"/>
          </p:cNvSpPr>
          <p:nvPr>
            <p:ph type="body" sz="quarter" idx="11" hasCustomPrompt="1"/>
          </p:nvPr>
        </p:nvSpPr>
        <p:spPr>
          <a:xfrm>
            <a:off x="1271587" y="309265"/>
            <a:ext cx="609600" cy="419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 smtClean="0"/>
              <a:t>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7417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2192000" cy="36385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五边形 2"/>
          <p:cNvSpPr/>
          <p:nvPr userDrawn="1"/>
        </p:nvSpPr>
        <p:spPr>
          <a:xfrm rot="5400000">
            <a:off x="919161" y="176214"/>
            <a:ext cx="1200152" cy="847725"/>
          </a:xfrm>
          <a:prstGeom prst="homePlat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2221166" y="690265"/>
            <a:ext cx="381768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占位符 12"/>
          <p:cNvSpPr>
            <a:spLocks noGrp="1"/>
          </p:cNvSpPr>
          <p:nvPr>
            <p:ph type="body" sz="quarter" idx="10" hasCustomPrompt="1"/>
          </p:nvPr>
        </p:nvSpPr>
        <p:spPr>
          <a:xfrm>
            <a:off x="2183066" y="249882"/>
            <a:ext cx="3810000" cy="381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 baseline="0"/>
            </a:lvl1pPr>
          </a:lstStyle>
          <a:p>
            <a:pPr lvl="0"/>
            <a:r>
              <a:rPr lang="en-US" altLang="zh-CN" dirty="0" smtClean="0"/>
              <a:t>ADD YOUR TETLE HERE</a:t>
            </a:r>
            <a:endParaRPr lang="zh-CN" altLang="en-US" dirty="0"/>
          </a:p>
        </p:txBody>
      </p:sp>
      <p:sp>
        <p:nvSpPr>
          <p:cNvPr id="7" name="文本占位符 14"/>
          <p:cNvSpPr>
            <a:spLocks noGrp="1"/>
          </p:cNvSpPr>
          <p:nvPr>
            <p:ph type="body" sz="quarter" idx="11" hasCustomPrompt="1"/>
          </p:nvPr>
        </p:nvSpPr>
        <p:spPr>
          <a:xfrm>
            <a:off x="1271587" y="309265"/>
            <a:ext cx="609600" cy="419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 smtClean="0"/>
              <a:t>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16059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46"/>
          <a:stretch/>
        </p:blipFill>
        <p:spPr>
          <a:xfrm>
            <a:off x="0" y="0"/>
            <a:ext cx="122283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3298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46"/>
          <a:stretch/>
        </p:blipFill>
        <p:spPr>
          <a:xfrm>
            <a:off x="0" y="0"/>
            <a:ext cx="12228394" cy="6858000"/>
          </a:xfrm>
          <a:prstGeom prst="rect">
            <a:avLst/>
          </a:prstGeom>
        </p:spPr>
      </p:pic>
      <p:grpSp>
        <p:nvGrpSpPr>
          <p:cNvPr id="3" name="组合 2"/>
          <p:cNvGrpSpPr/>
          <p:nvPr userDrawn="1"/>
        </p:nvGrpSpPr>
        <p:grpSpPr>
          <a:xfrm>
            <a:off x="3325220" y="0"/>
            <a:ext cx="5377218" cy="6858000"/>
            <a:chOff x="3534770" y="0"/>
            <a:chExt cx="5377218" cy="6858000"/>
          </a:xfrm>
        </p:grpSpPr>
        <p:sp>
          <p:nvSpPr>
            <p:cNvPr id="4" name="矩形 3"/>
            <p:cNvSpPr/>
            <p:nvPr/>
          </p:nvSpPr>
          <p:spPr>
            <a:xfrm>
              <a:off x="3534770" y="0"/>
              <a:ext cx="5377218" cy="6858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3835021" y="0"/>
              <a:ext cx="4763069" cy="6858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991970" y="0"/>
              <a:ext cx="4428699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36125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&#10;文本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571750" y="0"/>
            <a:ext cx="6915150" cy="6858000"/>
            <a:chOff x="2571750" y="0"/>
            <a:chExt cx="6915150" cy="6858000"/>
          </a:xfrm>
        </p:grpSpPr>
        <p:sp>
          <p:nvSpPr>
            <p:cNvPr id="3" name="梯形 2"/>
            <p:cNvSpPr/>
            <p:nvPr/>
          </p:nvSpPr>
          <p:spPr>
            <a:xfrm>
              <a:off x="2571750" y="0"/>
              <a:ext cx="6915150" cy="6858000"/>
            </a:xfrm>
            <a:prstGeom prst="trapezoid">
              <a:avLst>
                <a:gd name="adj" fmla="val 14444"/>
              </a:avLst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梯形 3"/>
            <p:cNvSpPr/>
            <p:nvPr/>
          </p:nvSpPr>
          <p:spPr>
            <a:xfrm>
              <a:off x="2571750" y="0"/>
              <a:ext cx="6915150" cy="6858000"/>
            </a:xfrm>
            <a:prstGeom prst="trapezoid">
              <a:avLst>
                <a:gd name="adj" fmla="val 22777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梯形 4"/>
            <p:cNvSpPr/>
            <p:nvPr/>
          </p:nvSpPr>
          <p:spPr>
            <a:xfrm>
              <a:off x="2571750" y="0"/>
              <a:ext cx="6915150" cy="6858000"/>
            </a:xfrm>
            <a:prstGeom prst="trapezoid">
              <a:avLst>
                <a:gd name="adj" fmla="val 27841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44080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垂直排列标题与&#10;文本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hlinkClick r:id="rId2"/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431" y="2521041"/>
            <a:ext cx="3177903" cy="418585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4259746" y="3740751"/>
            <a:ext cx="3347390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333" dirty="0">
                <a:solidFill>
                  <a:schemeClr val="accent1"/>
                </a:solidFill>
              </a:rPr>
              <a:t>点击</a:t>
            </a:r>
            <a:r>
              <a:rPr kumimoji="1" lang="en-US" altLang="zh-CN" sz="1333" dirty="0">
                <a:solidFill>
                  <a:schemeClr val="accent1"/>
                </a:solidFill>
              </a:rPr>
              <a:t>Logo</a:t>
            </a:r>
            <a:r>
              <a:rPr kumimoji="1" lang="zh-CN" altLang="en-US" sz="1333" dirty="0">
                <a:solidFill>
                  <a:schemeClr val="accent1"/>
                </a:solidFill>
              </a:rPr>
              <a:t>获取更多优质模板（放映模式</a:t>
            </a:r>
            <a:r>
              <a:rPr kumimoji="1" lang="zh-CN" altLang="en-US" sz="1333" dirty="0">
                <a:solidFill>
                  <a:srgbClr val="1E2D43">
                    <a:lumMod val="75000"/>
                    <a:lumOff val="25000"/>
                  </a:srgbClr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9955402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67" dirty="0">
                <a:solidFill>
                  <a:srgbClr val="FFFFFF"/>
                </a:solidFill>
                <a:latin typeface="Segoe UI Light"/>
                <a:cs typeface="Segoe UI Light"/>
              </a:rPr>
              <a:t>标注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2857674" y="841948"/>
            <a:ext cx="1402001" cy="3292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zh-CN" altLang="en-US" sz="1333" dirty="0">
                <a:solidFill>
                  <a:srgbClr val="FFFFFF"/>
                </a:solidFill>
                <a:latin typeface="Segoe UI Light"/>
                <a:cs typeface="Segoe UI Light"/>
              </a:rPr>
              <a:t>字体使用 </a:t>
            </a: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r>
              <a:rPr lang="zh-CN" altLang="en-US" sz="1333" dirty="0">
                <a:solidFill>
                  <a:srgbClr val="FFFFFF"/>
                </a:solidFill>
                <a:latin typeface="Segoe UI Light"/>
                <a:cs typeface="Segoe UI Light"/>
              </a:rPr>
              <a:t>行距</a:t>
            </a: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r>
              <a:rPr lang="zh-CN" altLang="en-US" sz="1333" dirty="0">
                <a:solidFill>
                  <a:srgbClr val="FFFFFF"/>
                </a:solidFill>
                <a:latin typeface="Segoe UI Light"/>
                <a:cs typeface="Segoe UI Light"/>
              </a:rPr>
              <a:t>背景图片出处</a:t>
            </a:r>
          </a:p>
          <a:p>
            <a:pPr defTabSz="609585">
              <a:lnSpc>
                <a:spcPct val="130000"/>
              </a:lnSpc>
            </a:pPr>
            <a:endParaRPr lang="zh-CN" altLang="en-US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zh-CN" altLang="en-US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r>
              <a:rPr lang="zh-CN" altLang="en-US" sz="1333" dirty="0">
                <a:solidFill>
                  <a:srgbClr val="FFFFFF"/>
                </a:solidFill>
                <a:latin typeface="Segoe UI Light"/>
                <a:cs typeface="Segoe UI Light"/>
              </a:rPr>
              <a:t>声明</a:t>
            </a: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4395052" y="841948"/>
            <a:ext cx="3727457" cy="38257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lnSpc>
                <a:spcPct val="130000"/>
              </a:lnSpc>
            </a:pPr>
            <a:r>
              <a:rPr lang="en-US" altLang="zh-CN" sz="1333" dirty="0" smtClean="0">
                <a:solidFill>
                  <a:srgbClr val="FFFFFF"/>
                </a:solidFill>
                <a:latin typeface="Segoe UI Light"/>
                <a:cs typeface="Segoe UI Light"/>
              </a:rPr>
              <a:t>Arial (</a:t>
            </a:r>
            <a:r>
              <a:rPr lang="zh-CN" altLang="en-US" sz="1333" dirty="0" smtClean="0">
                <a:solidFill>
                  <a:srgbClr val="FFFFFF"/>
                </a:solidFill>
                <a:latin typeface="Segoe UI Light"/>
                <a:cs typeface="Segoe UI Light"/>
              </a:rPr>
              <a:t>正文</a:t>
            </a:r>
            <a:r>
              <a:rPr lang="en-US" altLang="zh-CN" sz="1333" dirty="0" smtClean="0">
                <a:solidFill>
                  <a:srgbClr val="FFFFFF"/>
                </a:solidFill>
                <a:latin typeface="Segoe UI Light"/>
                <a:cs typeface="Segoe UI Light"/>
              </a:rPr>
              <a:t>)</a:t>
            </a: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r>
              <a:rPr lang="zh-CN" altLang="en-US" sz="1333" dirty="0">
                <a:solidFill>
                  <a:srgbClr val="FFFFFF"/>
                </a:solidFill>
                <a:latin typeface="Segoe UI Light"/>
                <a:cs typeface="Segoe UI Light"/>
              </a:rPr>
              <a:t>中文 微软雅黑</a:t>
            </a: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r>
              <a:rPr lang="zh-CN" altLang="en-US" sz="1333" dirty="0">
                <a:solidFill>
                  <a:srgbClr val="FFFFFF"/>
                </a:solidFill>
                <a:latin typeface="Segoe UI Light"/>
                <a:cs typeface="Segoe UI Light"/>
              </a:rPr>
              <a:t>正文 </a:t>
            </a:r>
            <a:r>
              <a:rPr lang="en-US" altLang="zh-CN" sz="1333" dirty="0">
                <a:solidFill>
                  <a:srgbClr val="FFFFFF"/>
                </a:solidFill>
                <a:latin typeface="Segoe UI Light"/>
                <a:cs typeface="Segoe UI Light"/>
              </a:rPr>
              <a:t>1.3</a:t>
            </a: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r>
              <a:rPr lang="en-US" altLang="zh-CN" sz="1333" dirty="0" err="1">
                <a:solidFill>
                  <a:srgbClr val="FFFFFF"/>
                </a:solidFill>
                <a:latin typeface="Segoe UI Light"/>
                <a:cs typeface="Segoe UI Light"/>
              </a:rPr>
              <a:t>cn.bing.com</a:t>
            </a:r>
            <a:endParaRPr lang="zh-CN" altLang="en-US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zh-CN" altLang="en-US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endParaRPr lang="zh-CN" altLang="en-US" sz="1333" dirty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defTabSz="609585">
              <a:lnSpc>
                <a:spcPct val="130000"/>
              </a:lnSpc>
            </a:pPr>
            <a:r>
              <a:rPr lang="zh-CN" altLang="en-US" sz="1333" dirty="0">
                <a:solidFill>
                  <a:prstClr val="white"/>
                </a:solidFill>
              </a:rPr>
              <a:t>互联网是一个开放共享的平台</a:t>
            </a:r>
          </a:p>
          <a:p>
            <a:pPr defTabSz="609585">
              <a:lnSpc>
                <a:spcPct val="130000"/>
              </a:lnSpc>
            </a:pPr>
            <a:r>
              <a:rPr lang="zh-CN" altLang="en-US" sz="1333" dirty="0">
                <a:solidFill>
                  <a:prstClr val="white"/>
                </a:solidFill>
              </a:rPr>
              <a:t>Office</a:t>
            </a:r>
            <a:r>
              <a:rPr lang="en-US" altLang="zh-CN" sz="1333" dirty="0">
                <a:solidFill>
                  <a:prstClr val="white"/>
                </a:solidFill>
              </a:rPr>
              <a:t>PLUS</a:t>
            </a:r>
            <a:r>
              <a:rPr lang="zh-CN" altLang="en-US" sz="1333" dirty="0">
                <a:solidFill>
                  <a:prstClr val="white"/>
                </a:solidFill>
              </a:rPr>
              <a:t> 部分设计灵感与元素来源于网络</a:t>
            </a:r>
          </a:p>
          <a:p>
            <a:pPr defTabSz="609585">
              <a:lnSpc>
                <a:spcPct val="130000"/>
              </a:lnSpc>
            </a:pPr>
            <a:r>
              <a:rPr lang="zh-CN" altLang="en-US" sz="1333" dirty="0">
                <a:solidFill>
                  <a:prstClr val="white"/>
                </a:solidFill>
              </a:rPr>
              <a:t>如有建议请联系officeplus@microsoft.com</a:t>
            </a:r>
            <a:endParaRPr lang="en-US" altLang="zh-CN" sz="1333" dirty="0">
              <a:solidFill>
                <a:srgbClr val="FFFFFF"/>
              </a:solidFill>
              <a:latin typeface="Segoe UI Light"/>
              <a:cs typeface="Segoe UI Light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440603" y="182445"/>
            <a:ext cx="816249" cy="256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67" dirty="0" err="1">
                <a:solidFill>
                  <a:srgbClr val="FFFFFF"/>
                </a:solidFill>
                <a:latin typeface="Segoe UI Light"/>
                <a:cs typeface="Segoe UI Light"/>
              </a:rPr>
              <a:t>OfficePLUS</a:t>
            </a:r>
            <a:endParaRPr lang="zh-CN" altLang="en-US" sz="1067" dirty="0">
              <a:solidFill>
                <a:srgbClr val="FFFFFF"/>
              </a:solidFill>
              <a:latin typeface="Segoe UI Light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2132834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46928" y="187752"/>
            <a:ext cx="11435486" cy="778511"/>
          </a:xfrm>
          <a:prstGeom prst="rect">
            <a:avLst/>
          </a:prstGeom>
        </p:spPr>
        <p:txBody>
          <a:bodyPr lIns="68549" tIns="34273" rIns="68549" bIns="34273" anchor="ctr" anchorCtr="0"/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pic>
        <p:nvPicPr>
          <p:cNvPr id="15" name="Picture 2" descr="C:\Users\wumin\Desktop\++3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788863"/>
            <a:ext cx="12191999" cy="69137"/>
          </a:xfrm>
          <a:prstGeom prst="rect">
            <a:avLst/>
          </a:prstGeom>
          <a:noFill/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24856" y="6396655"/>
            <a:ext cx="1112461" cy="359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4876800" y="63055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FF26B-1E54-4A8B-A11A-D623554FAD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61841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18196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210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7" r:id="rId3"/>
    <p:sldLayoutId id="2147483660" r:id="rId4"/>
    <p:sldLayoutId id="2147483658" r:id="rId5"/>
    <p:sldLayoutId id="2147483666" r:id="rId6"/>
    <p:sldLayoutId id="2147483659" r:id="rId7"/>
    <p:sldLayoutId id="2147483665" r:id="rId8"/>
    <p:sldLayoutId id="2147483664" r:id="rId9"/>
    <p:sldLayoutId id="2147483668" r:id="rId10"/>
    <p:sldLayoutId id="2147483669" r:id="rId11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4" Type="http://schemas.openxmlformats.org/officeDocument/2006/relationships/chart" Target="../charts/chart10.xml"/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0.xml"/><Relationship Id="rId3" Type="http://schemas.openxmlformats.org/officeDocument/2006/relationships/chart" Target="../charts/chart2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3.xml"/><Relationship Id="rId3" Type="http://schemas.openxmlformats.org/officeDocument/2006/relationships/chart" Target="../charts/char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jpg"/><Relationship Id="rId19" Type="http://schemas.openxmlformats.org/officeDocument/2006/relationships/image" Target="../media/image28.png"/><Relationship Id="rId50" Type="http://schemas.microsoft.com/office/2007/relationships/hdphoto" Target="../media/hdphoto1.wdp"/><Relationship Id="rId51" Type="http://schemas.openxmlformats.org/officeDocument/2006/relationships/image" Target="../media/image59.png"/><Relationship Id="rId52" Type="http://schemas.microsoft.com/office/2007/relationships/hdphoto" Target="../media/hdphoto2.wdp"/><Relationship Id="rId53" Type="http://schemas.openxmlformats.org/officeDocument/2006/relationships/image" Target="../media/image60.png"/><Relationship Id="rId40" Type="http://schemas.openxmlformats.org/officeDocument/2006/relationships/image" Target="../media/image49.png"/><Relationship Id="rId41" Type="http://schemas.openxmlformats.org/officeDocument/2006/relationships/image" Target="../media/image50.png"/><Relationship Id="rId42" Type="http://schemas.openxmlformats.org/officeDocument/2006/relationships/image" Target="../media/image51.png"/><Relationship Id="rId43" Type="http://schemas.openxmlformats.org/officeDocument/2006/relationships/image" Target="../media/image52.png"/><Relationship Id="rId44" Type="http://schemas.openxmlformats.org/officeDocument/2006/relationships/image" Target="../media/image53.jpeg"/><Relationship Id="rId45" Type="http://schemas.openxmlformats.org/officeDocument/2006/relationships/image" Target="../media/image54.png"/><Relationship Id="rId46" Type="http://schemas.openxmlformats.org/officeDocument/2006/relationships/image" Target="../media/image55.png"/><Relationship Id="rId47" Type="http://schemas.openxmlformats.org/officeDocument/2006/relationships/image" Target="../media/image56.png"/><Relationship Id="rId48" Type="http://schemas.openxmlformats.org/officeDocument/2006/relationships/image" Target="../media/image57.png"/><Relationship Id="rId49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30" Type="http://schemas.openxmlformats.org/officeDocument/2006/relationships/image" Target="../media/image39.png"/><Relationship Id="rId31" Type="http://schemas.openxmlformats.org/officeDocument/2006/relationships/image" Target="../media/image40.png"/><Relationship Id="rId32" Type="http://schemas.openxmlformats.org/officeDocument/2006/relationships/image" Target="../media/image41.png"/><Relationship Id="rId33" Type="http://schemas.openxmlformats.org/officeDocument/2006/relationships/image" Target="../media/image42.png"/><Relationship Id="rId34" Type="http://schemas.openxmlformats.org/officeDocument/2006/relationships/image" Target="../media/image43.png"/><Relationship Id="rId35" Type="http://schemas.openxmlformats.org/officeDocument/2006/relationships/image" Target="../media/image44.png"/><Relationship Id="rId36" Type="http://schemas.openxmlformats.org/officeDocument/2006/relationships/image" Target="../media/image45.jpg"/><Relationship Id="rId37" Type="http://schemas.openxmlformats.org/officeDocument/2006/relationships/image" Target="../media/image46.png"/><Relationship Id="rId38" Type="http://schemas.openxmlformats.org/officeDocument/2006/relationships/image" Target="../media/image47.png"/><Relationship Id="rId39" Type="http://schemas.openxmlformats.org/officeDocument/2006/relationships/image" Target="../media/image48.jpg"/><Relationship Id="rId20" Type="http://schemas.openxmlformats.org/officeDocument/2006/relationships/image" Target="../media/image29.png"/><Relationship Id="rId21" Type="http://schemas.openxmlformats.org/officeDocument/2006/relationships/image" Target="../media/image30.png"/><Relationship Id="rId22" Type="http://schemas.openxmlformats.org/officeDocument/2006/relationships/image" Target="../media/image31.jpg"/><Relationship Id="rId23" Type="http://schemas.openxmlformats.org/officeDocument/2006/relationships/image" Target="../media/image32.png"/><Relationship Id="rId24" Type="http://schemas.openxmlformats.org/officeDocument/2006/relationships/image" Target="../media/image33.png"/><Relationship Id="rId25" Type="http://schemas.openxmlformats.org/officeDocument/2006/relationships/image" Target="../media/image34.png"/><Relationship Id="rId26" Type="http://schemas.openxmlformats.org/officeDocument/2006/relationships/image" Target="../media/image35.png"/><Relationship Id="rId27" Type="http://schemas.openxmlformats.org/officeDocument/2006/relationships/image" Target="../media/image36.png"/><Relationship Id="rId28" Type="http://schemas.openxmlformats.org/officeDocument/2006/relationships/image" Target="../media/image37.png"/><Relationship Id="rId29" Type="http://schemas.openxmlformats.org/officeDocument/2006/relationships/image" Target="../media/image3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4" Type="http://schemas.openxmlformats.org/officeDocument/2006/relationships/image" Target="../media/image11.png"/><Relationship Id="rId5" Type="http://schemas.openxmlformats.org/officeDocument/2006/relationships/image" Target="../media/image32.png"/><Relationship Id="rId6" Type="http://schemas.openxmlformats.org/officeDocument/2006/relationships/image" Target="../media/image43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63.png"/><Relationship Id="rId10" Type="http://schemas.openxmlformats.org/officeDocument/2006/relationships/image" Target="../media/image64.png"/><Relationship Id="rId11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35.png"/><Relationship Id="rId5" Type="http://schemas.openxmlformats.org/officeDocument/2006/relationships/image" Target="../media/image15.png"/><Relationship Id="rId6" Type="http://schemas.openxmlformats.org/officeDocument/2006/relationships/image" Target="../media/image66.png"/><Relationship Id="rId7" Type="http://schemas.openxmlformats.org/officeDocument/2006/relationships/image" Target="../media/image23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47.png"/><Relationship Id="rId11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Relationship Id="rId9" Type="http://schemas.openxmlformats.org/officeDocument/2006/relationships/image" Target="../media/image74.png"/><Relationship Id="rId10" Type="http://schemas.openxmlformats.org/officeDocument/2006/relationships/image" Target="../media/image75.png"/><Relationship Id="rId11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Relationship Id="rId9" Type="http://schemas.openxmlformats.org/officeDocument/2006/relationships/image" Target="../media/image84.png"/><Relationship Id="rId10" Type="http://schemas.openxmlformats.org/officeDocument/2006/relationships/image" Target="../media/image85.png"/><Relationship Id="rId11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4" Type="http://schemas.openxmlformats.org/officeDocument/2006/relationships/image" Target="../media/image89.png"/><Relationship Id="rId5" Type="http://schemas.openxmlformats.org/officeDocument/2006/relationships/image" Target="../media/image90.jpg"/><Relationship Id="rId6" Type="http://schemas.openxmlformats.org/officeDocument/2006/relationships/image" Target="../media/image44.png"/><Relationship Id="rId7" Type="http://schemas.openxmlformats.org/officeDocument/2006/relationships/image" Target="../media/image91.jpg"/><Relationship Id="rId8" Type="http://schemas.openxmlformats.org/officeDocument/2006/relationships/image" Target="../media/image92.png"/><Relationship Id="rId9" Type="http://schemas.openxmlformats.org/officeDocument/2006/relationships/image" Target="../media/image93.png"/><Relationship Id="rId10" Type="http://schemas.openxmlformats.org/officeDocument/2006/relationships/image" Target="../media/image94.png"/><Relationship Id="rId11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image" Target="../media/image99.jpg"/><Relationship Id="rId6" Type="http://schemas.openxmlformats.org/officeDocument/2006/relationships/image" Target="../media/image28.png"/><Relationship Id="rId7" Type="http://schemas.openxmlformats.org/officeDocument/2006/relationships/image" Target="../media/image100.png"/><Relationship Id="rId8" Type="http://schemas.openxmlformats.org/officeDocument/2006/relationships/image" Target="../media/image101.jpg"/><Relationship Id="rId9" Type="http://schemas.openxmlformats.org/officeDocument/2006/relationships/image" Target="../media/image102.png"/><Relationship Id="rId10" Type="http://schemas.openxmlformats.org/officeDocument/2006/relationships/image" Target="../media/image40.png"/><Relationship Id="rId11" Type="http://schemas.openxmlformats.org/officeDocument/2006/relationships/image" Target="../media/image103.jp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4" Type="http://schemas.openxmlformats.org/officeDocument/2006/relationships/image" Target="../media/image55.png"/><Relationship Id="rId5" Type="http://schemas.openxmlformats.org/officeDocument/2006/relationships/image" Target="../media/image105.png"/><Relationship Id="rId6" Type="http://schemas.openxmlformats.org/officeDocument/2006/relationships/image" Target="../media/image106.png"/><Relationship Id="rId7" Type="http://schemas.openxmlformats.org/officeDocument/2006/relationships/image" Target="../media/image107.png"/><Relationship Id="rId8" Type="http://schemas.openxmlformats.org/officeDocument/2006/relationships/image" Target="../media/image108.png"/><Relationship Id="rId9" Type="http://schemas.openxmlformats.org/officeDocument/2006/relationships/image" Target="../media/image109.png"/><Relationship Id="rId10" Type="http://schemas.openxmlformats.org/officeDocument/2006/relationships/image" Target="../media/image110.png"/><Relationship Id="rId11" Type="http://schemas.openxmlformats.org/officeDocument/2006/relationships/image" Target="../media/image111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4" Type="http://schemas.openxmlformats.org/officeDocument/2006/relationships/image" Target="../media/image114.png"/><Relationship Id="rId5" Type="http://schemas.openxmlformats.org/officeDocument/2006/relationships/image" Target="../media/image115.png"/><Relationship Id="rId6" Type="http://schemas.openxmlformats.org/officeDocument/2006/relationships/image" Target="../media/image116.png"/><Relationship Id="rId7" Type="http://schemas.openxmlformats.org/officeDocument/2006/relationships/image" Target="../media/image117.png"/><Relationship Id="rId8" Type="http://schemas.openxmlformats.org/officeDocument/2006/relationships/image" Target="../media/image118.png"/><Relationship Id="rId9" Type="http://schemas.openxmlformats.org/officeDocument/2006/relationships/image" Target="../media/image24.png"/><Relationship Id="rId10" Type="http://schemas.openxmlformats.org/officeDocument/2006/relationships/image" Target="../media/image37.png"/><Relationship Id="rId11" Type="http://schemas.openxmlformats.org/officeDocument/2006/relationships/image" Target="../media/image31.jp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g"/><Relationship Id="rId4" Type="http://schemas.openxmlformats.org/officeDocument/2006/relationships/image" Target="../media/image121.png"/><Relationship Id="rId5" Type="http://schemas.openxmlformats.org/officeDocument/2006/relationships/image" Target="../media/image122.png"/><Relationship Id="rId6" Type="http://schemas.openxmlformats.org/officeDocument/2006/relationships/image" Target="../media/image38.png"/><Relationship Id="rId7" Type="http://schemas.openxmlformats.org/officeDocument/2006/relationships/image" Target="../media/image57.png"/><Relationship Id="rId8" Type="http://schemas.openxmlformats.org/officeDocument/2006/relationships/image" Target="../media/image123.png"/><Relationship Id="rId9" Type="http://schemas.openxmlformats.org/officeDocument/2006/relationships/image" Target="../media/image124.png"/><Relationship Id="rId10" Type="http://schemas.openxmlformats.org/officeDocument/2006/relationships/image" Target="../media/image125.png"/><Relationship Id="rId11" Type="http://schemas.openxmlformats.org/officeDocument/2006/relationships/image" Target="../media/image126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4" Type="http://schemas.openxmlformats.org/officeDocument/2006/relationships/image" Target="../media/image127.png"/><Relationship Id="rId5" Type="http://schemas.openxmlformats.org/officeDocument/2006/relationships/image" Target="../media/image128.png"/><Relationship Id="rId6" Type="http://schemas.openxmlformats.org/officeDocument/2006/relationships/image" Target="../media/image129.jpeg"/><Relationship Id="rId7" Type="http://schemas.openxmlformats.org/officeDocument/2006/relationships/image" Target="../media/image130.png"/><Relationship Id="rId8" Type="http://schemas.openxmlformats.org/officeDocument/2006/relationships/image" Target="../media/image131.png"/><Relationship Id="rId9" Type="http://schemas.openxmlformats.org/officeDocument/2006/relationships/image" Target="../media/image132.png"/><Relationship Id="rId10" Type="http://schemas.openxmlformats.org/officeDocument/2006/relationships/image" Target="../media/image133.png"/><Relationship Id="rId11" Type="http://schemas.openxmlformats.org/officeDocument/2006/relationships/image" Target="../media/image134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30588"/>
            <a:ext cx="12261994" cy="9196496"/>
          </a:xfrm>
          <a:prstGeom prst="rect">
            <a:avLst/>
          </a:prstGeom>
        </p:spPr>
      </p:pic>
      <p:sp>
        <p:nvSpPr>
          <p:cNvPr id="8" name="平行四边形 7"/>
          <p:cNvSpPr/>
          <p:nvPr/>
        </p:nvSpPr>
        <p:spPr>
          <a:xfrm>
            <a:off x="0" y="0"/>
            <a:ext cx="12261994" cy="6858000"/>
          </a:xfrm>
          <a:prstGeom prst="parallelogram">
            <a:avLst>
              <a:gd name="adj" fmla="val 0"/>
            </a:avLst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8098" y="6196380"/>
            <a:ext cx="1344061" cy="4342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24651" y="1775410"/>
            <a:ext cx="48753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 smtClean="0">
                <a:solidFill>
                  <a:schemeClr val="tx1">
                    <a:lumMod val="95000"/>
                  </a:schemeClr>
                </a:solidFill>
              </a:rPr>
              <a:t>00</a:t>
            </a:r>
            <a:r>
              <a:rPr lang="zh-CN" altLang="en-US" sz="4000" b="1" dirty="0" smtClean="0">
                <a:solidFill>
                  <a:schemeClr val="tx1">
                    <a:lumMod val="95000"/>
                  </a:schemeClr>
                </a:solidFill>
              </a:rPr>
              <a:t>后智能手机及</a:t>
            </a:r>
            <a:r>
              <a:rPr lang="en-US" altLang="zh-CN" sz="4000" b="1" dirty="0" smtClean="0">
                <a:solidFill>
                  <a:schemeClr val="tx1">
                    <a:lumMod val="95000"/>
                  </a:schemeClr>
                </a:solidFill>
              </a:rPr>
              <a:t>APP</a:t>
            </a:r>
          </a:p>
          <a:p>
            <a:r>
              <a:rPr lang="zh-CN" altLang="en-US" sz="4000" b="1" dirty="0" smtClean="0">
                <a:solidFill>
                  <a:schemeClr val="tx1">
                    <a:lumMod val="95000"/>
                  </a:schemeClr>
                </a:solidFill>
              </a:rPr>
              <a:t>使用习惯研究报告</a:t>
            </a:r>
            <a:endParaRPr lang="zh-CN" altLang="en-US" sz="4000" b="1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1273810"/>
            <a:ext cx="495300" cy="2326640"/>
          </a:xfrm>
          <a:prstGeom prst="rect">
            <a:avLst/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63388" y="1273810"/>
            <a:ext cx="5924024" cy="23266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三角形 2"/>
          <p:cNvSpPr/>
          <p:nvPr/>
        </p:nvSpPr>
        <p:spPr>
          <a:xfrm rot="5400000">
            <a:off x="6170436" y="2302478"/>
            <a:ext cx="312390" cy="269302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532" y="6196380"/>
            <a:ext cx="2008738" cy="45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133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 smtClean="0"/>
              <a:t>声明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32883" y="1975317"/>
            <a:ext cx="10589273" cy="3257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defTabSz="914377" fontAlgn="base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b="1" dirty="0" smtClean="0"/>
              <a:t>本</a:t>
            </a:r>
            <a:r>
              <a:rPr lang="zh-CN" altLang="en-US" b="1" dirty="0"/>
              <a:t>报告由百度手机助手大数据团队</a:t>
            </a:r>
            <a:r>
              <a:rPr lang="zh-CN" altLang="en-US" b="1" dirty="0" smtClean="0"/>
              <a:t>、百度</a:t>
            </a:r>
            <a:r>
              <a:rPr lang="en-US" altLang="zh-CN" b="1" dirty="0" smtClean="0"/>
              <a:t>MUX</a:t>
            </a:r>
            <a:r>
              <a:rPr lang="zh-CN" altLang="en-US" b="1" dirty="0" smtClean="0"/>
              <a:t>用户研究团队联合发布。报告内容包括</a:t>
            </a:r>
            <a:r>
              <a:rPr lang="en-US" altLang="zh-CN" b="1" dirty="0" smtClean="0"/>
              <a:t>00</a:t>
            </a:r>
            <a:r>
              <a:rPr lang="zh-CN" altLang="en-US" b="1" dirty="0" smtClean="0"/>
              <a:t>后智能手机使用经验及选购、智能手机属性及使用习惯、</a:t>
            </a:r>
            <a:r>
              <a:rPr lang="zh-CN" altLang="en-US" b="1" dirty="0"/>
              <a:t>智能</a:t>
            </a:r>
            <a:r>
              <a:rPr lang="zh-CN" altLang="en-US" b="1" dirty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手机</a:t>
            </a:r>
            <a:r>
              <a:rPr lang="en-US" altLang="zh-CN" b="1" dirty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APP</a:t>
            </a:r>
            <a:r>
              <a:rPr lang="zh-CN" altLang="en-US" b="1" dirty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使用</a:t>
            </a:r>
            <a:r>
              <a:rPr lang="zh-CN" altLang="en-US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习惯、以及</a:t>
            </a:r>
            <a:r>
              <a:rPr lang="zh-CN" altLang="en-US" b="1" dirty="0"/>
              <a:t>智能</a:t>
            </a:r>
            <a:r>
              <a:rPr lang="zh-CN" altLang="en-US" b="1" dirty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手机热门</a:t>
            </a:r>
            <a:r>
              <a:rPr lang="en-US" altLang="zh-CN" b="1" dirty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APP</a:t>
            </a:r>
            <a:r>
              <a:rPr lang="zh-CN" altLang="en-US" b="1" dirty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排行</a:t>
            </a:r>
            <a:r>
              <a:rPr lang="zh-CN" altLang="en-US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榜。</a:t>
            </a:r>
            <a:endParaRPr lang="en-US" altLang="zh-CN" b="1" dirty="0" smtClean="0">
              <a:solidFill>
                <a:srgbClr val="FFFFFF"/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marL="285750" indent="-285750" defTabSz="914377" fontAlgn="base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报告</a:t>
            </a:r>
            <a:r>
              <a:rPr lang="zh-CN" altLang="en-US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中榜单数</a:t>
            </a:r>
            <a:r>
              <a:rPr lang="zh-CN" altLang="en-US" b="1" dirty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据来源于百度手机助手大</a:t>
            </a:r>
            <a:r>
              <a:rPr lang="zh-CN" altLang="en-US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数据团队，通过对百度手机助手内安卓</a:t>
            </a:r>
            <a:r>
              <a:rPr lang="en-US" altLang="zh-CN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APP</a:t>
            </a:r>
            <a:r>
              <a:rPr lang="zh-CN" altLang="en-US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整体榜单进行深入挖掘，精准呈现最受</a:t>
            </a:r>
            <a:r>
              <a:rPr lang="en-US" altLang="zh-CN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00</a:t>
            </a:r>
            <a:r>
              <a:rPr lang="zh-CN" altLang="en-US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后用户欢迎的</a:t>
            </a:r>
            <a:r>
              <a:rPr lang="en-US" altLang="zh-CN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APP</a:t>
            </a:r>
            <a:r>
              <a:rPr lang="zh-CN" altLang="en-US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榜单。其他数据来源于百度</a:t>
            </a:r>
            <a:r>
              <a:rPr lang="en-US" altLang="zh-CN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MUX</a:t>
            </a:r>
            <a:r>
              <a:rPr lang="zh-CN" altLang="en-US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用户研究团队对</a:t>
            </a:r>
            <a:r>
              <a:rPr lang="en-US" altLang="zh-CN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5819</a:t>
            </a:r>
            <a:r>
              <a:rPr lang="zh-CN" altLang="en-US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名网民的独家调研，数据经过严格清洗和筛选。</a:t>
            </a:r>
            <a:endParaRPr lang="en-US" altLang="zh-CN" b="1" dirty="0" smtClean="0">
              <a:solidFill>
                <a:srgbClr val="FFFFFF"/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marL="285750" indent="-285750" defTabSz="914377" fontAlgn="base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报告</a:t>
            </a:r>
            <a:r>
              <a:rPr lang="zh-CN" altLang="en-US" b="1" dirty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版权归百度手机助手大数据团队</a:t>
            </a:r>
            <a:r>
              <a:rPr lang="zh-CN" altLang="en-US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、百度</a:t>
            </a:r>
            <a:r>
              <a:rPr lang="en-US" altLang="zh-CN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MUX</a:t>
            </a:r>
            <a:r>
              <a:rPr lang="zh-CN" altLang="en-US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用户研究团队共同所有，任何中文转载或引用，须注明报告来源，同时不得删减或改写报告内容。国外机构如需转载引用，请提前联系以获取授权。</a:t>
            </a:r>
            <a:endParaRPr lang="en-US" altLang="zh-CN" b="1" dirty="0" smtClean="0">
              <a:solidFill>
                <a:srgbClr val="FFFFFF"/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4806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 smtClean="0"/>
              <a:t>研究背景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16294" y="1988308"/>
            <a:ext cx="4260980" cy="3495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dirty="0"/>
              <a:t>本报告中的“</a:t>
            </a:r>
            <a:r>
              <a:rPr lang="en-US" altLang="zh-CN" dirty="0"/>
              <a:t>00</a:t>
            </a:r>
            <a:r>
              <a:rPr lang="zh-CN" altLang="en-US" dirty="0"/>
              <a:t>后”泛指</a:t>
            </a:r>
            <a:r>
              <a:rPr lang="en-US" altLang="zh-CN" dirty="0"/>
              <a:t>2000</a:t>
            </a:r>
            <a:r>
              <a:rPr lang="zh-CN" altLang="en-US" dirty="0"/>
              <a:t>年左右出生的用户群体，他们在互联网和智能手机的陪伴下成长，即将成为移动互联网和主流消费人群的中坚力量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/>
              <a:t>了解</a:t>
            </a:r>
            <a:r>
              <a:rPr lang="zh-CN" altLang="en-US" dirty="0"/>
              <a:t>年轻一代智能手机的使用习惯，有助于</a:t>
            </a:r>
            <a:r>
              <a:rPr lang="en-US" altLang="zh-CN" dirty="0"/>
              <a:t>APP</a:t>
            </a:r>
            <a:r>
              <a:rPr lang="zh-CN" altLang="en-US" dirty="0"/>
              <a:t>开发者及移动互联网从业者洞悉发展趋势，制定更精准的产品、运营方案及品牌推广策略。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724" y="0"/>
            <a:ext cx="68742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1726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 smtClean="0"/>
              <a:t>研究结论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339897" y="1380930"/>
            <a:ext cx="3574369" cy="4747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282453" y="1380930"/>
            <a:ext cx="3574369" cy="4747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225009" y="1380930"/>
            <a:ext cx="3574369" cy="4747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645275" y="2059820"/>
            <a:ext cx="2853704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492089" y="1504071"/>
            <a:ext cx="3269983" cy="45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77">
              <a:lnSpc>
                <a:spcPct val="130000"/>
              </a:lnSpc>
            </a:pPr>
            <a:r>
              <a:rPr lang="en-US" altLang="zh-CN" b="1" dirty="0" smtClean="0"/>
              <a:t>00</a:t>
            </a:r>
            <a:r>
              <a:rPr lang="zh-CN" altLang="en-US" b="1" dirty="0" smtClean="0"/>
              <a:t>后</a:t>
            </a:r>
            <a:r>
              <a:rPr lang="zh-CN" altLang="en-US" b="1" dirty="0"/>
              <a:t>智能</a:t>
            </a:r>
            <a:r>
              <a:rPr lang="zh-CN" altLang="en-US" b="1" dirty="0" smtClean="0"/>
              <a:t>手机使用经验及选择</a:t>
            </a:r>
            <a:endParaRPr lang="en-US" altLang="zh-CN" b="1" dirty="0">
              <a:solidFill>
                <a:prstClr val="black"/>
              </a:solidFill>
            </a:endParaRPr>
          </a:p>
        </p:txBody>
      </p:sp>
      <p:sp>
        <p:nvSpPr>
          <p:cNvPr id="39" name="文本框 8"/>
          <p:cNvSpPr txBox="1"/>
          <p:nvPr/>
        </p:nvSpPr>
        <p:spPr>
          <a:xfrm>
            <a:off x="535655" y="2354239"/>
            <a:ext cx="3126602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>
                <a:solidFill>
                  <a:schemeClr val="accent4"/>
                </a:solidFill>
              </a:rPr>
              <a:t>接触智能手机早，换机潜力</a:t>
            </a:r>
            <a:r>
              <a:rPr lang="zh-CN" altLang="en-US" sz="1400" b="1" dirty="0" smtClean="0">
                <a:solidFill>
                  <a:schemeClr val="accent4"/>
                </a:solidFill>
              </a:rPr>
              <a:t>大</a:t>
            </a:r>
            <a:endParaRPr lang="en-US" altLang="zh-CN" sz="1400" b="1" dirty="0" smtClean="0">
              <a:solidFill>
                <a:schemeClr val="accent4"/>
              </a:solidFill>
            </a:endParaRPr>
          </a:p>
          <a:p>
            <a:r>
              <a:rPr lang="zh-CN" altLang="en-US" sz="1100" dirty="0" smtClean="0"/>
              <a:t>半数</a:t>
            </a:r>
            <a:r>
              <a:rPr lang="en-US" altLang="zh-CN" sz="1100" dirty="0"/>
              <a:t>00</a:t>
            </a:r>
            <a:r>
              <a:rPr lang="zh-CN" altLang="en-US" sz="1100" dirty="0"/>
              <a:t>后在小学时就已开始</a:t>
            </a:r>
            <a:r>
              <a:rPr lang="zh-CN" altLang="en-US" sz="1100" dirty="0" smtClean="0"/>
              <a:t>使用智能手机，</a:t>
            </a:r>
            <a:r>
              <a:rPr lang="zh-CN" altLang="en-US" sz="1100" dirty="0"/>
              <a:t>超过</a:t>
            </a:r>
            <a:r>
              <a:rPr lang="en-US" altLang="zh-CN" sz="1100" dirty="0"/>
              <a:t>2</a:t>
            </a:r>
            <a:r>
              <a:rPr lang="zh-CN" altLang="en-US" sz="1100" dirty="0"/>
              <a:t>成目前尚未更换过，对低龄用户的争夺将越来越激烈。</a:t>
            </a:r>
            <a:endParaRPr lang="en-US" altLang="zh-CN" sz="1100" dirty="0"/>
          </a:p>
          <a:p>
            <a:endParaRPr lang="en-US" altLang="zh-CN" sz="1100" dirty="0"/>
          </a:p>
          <a:p>
            <a:r>
              <a:rPr lang="zh-CN" altLang="en-US" sz="1400" b="1" dirty="0">
                <a:solidFill>
                  <a:schemeClr val="accent4"/>
                </a:solidFill>
              </a:rPr>
              <a:t>小米手机渗透率最高，联想、酷派使用比例突出</a:t>
            </a:r>
            <a:endParaRPr lang="en-US" altLang="zh-CN" sz="1400" b="1" dirty="0">
              <a:solidFill>
                <a:schemeClr val="accent4"/>
              </a:solidFill>
            </a:endParaRPr>
          </a:p>
          <a:p>
            <a:r>
              <a:rPr lang="en-US" altLang="zh-CN" sz="1100" dirty="0" smtClean="0"/>
              <a:t>00</a:t>
            </a:r>
            <a:r>
              <a:rPr lang="zh-CN" altLang="en-US" sz="1100" dirty="0"/>
              <a:t>后使用小米手机最多，由于价格优势，联想和酷派在</a:t>
            </a:r>
            <a:r>
              <a:rPr lang="en-US" altLang="zh-CN" sz="1100" dirty="0"/>
              <a:t>00</a:t>
            </a:r>
            <a:r>
              <a:rPr lang="zh-CN" altLang="en-US" sz="1100" dirty="0"/>
              <a:t>后群体中渗透率相对较高，此外“其他”品牌整体使用比例</a:t>
            </a:r>
            <a:r>
              <a:rPr lang="en-US" altLang="zh-CN" sz="1100" dirty="0"/>
              <a:t>00</a:t>
            </a:r>
            <a:r>
              <a:rPr lang="zh-CN" altLang="en-US" sz="1100" dirty="0"/>
              <a:t>后也相对更多。</a:t>
            </a:r>
            <a:endParaRPr lang="en-US" altLang="zh-CN" sz="1100" dirty="0"/>
          </a:p>
          <a:p>
            <a:endParaRPr lang="zh-CN" altLang="en-US" sz="1100" dirty="0"/>
          </a:p>
          <a:p>
            <a:r>
              <a:rPr lang="zh-CN" altLang="en-US" sz="1400" b="1" dirty="0">
                <a:solidFill>
                  <a:schemeClr val="accent4"/>
                </a:solidFill>
              </a:rPr>
              <a:t>特色功能是购机时的重要关注点</a:t>
            </a:r>
            <a:endParaRPr lang="en-US" altLang="zh-CN" sz="1400" b="1" dirty="0">
              <a:solidFill>
                <a:schemeClr val="accent4"/>
              </a:solidFill>
            </a:endParaRPr>
          </a:p>
          <a:p>
            <a:r>
              <a:rPr lang="zh-CN" altLang="en-US" sz="1100" dirty="0" smtClean="0"/>
              <a:t>外观</a:t>
            </a:r>
            <a:r>
              <a:rPr lang="zh-CN" altLang="en-US" sz="1100" dirty="0"/>
              <a:t>、系统、价格是</a:t>
            </a:r>
            <a:r>
              <a:rPr lang="en-US" altLang="zh-CN" sz="1100" dirty="0"/>
              <a:t>00</a:t>
            </a:r>
            <a:r>
              <a:rPr lang="zh-CN" altLang="en-US" sz="1100" dirty="0"/>
              <a:t>后</a:t>
            </a:r>
            <a:r>
              <a:rPr lang="zh-CN" altLang="en-US" sz="1100" dirty="0" smtClean="0"/>
              <a:t>选购智能手机时</a:t>
            </a:r>
            <a:r>
              <a:rPr lang="zh-CN" altLang="en-US" sz="1100" dirty="0"/>
              <a:t>最为关注的三大因素，此外</a:t>
            </a:r>
            <a:r>
              <a:rPr lang="en-US" altLang="zh-CN" sz="1100" dirty="0"/>
              <a:t>00</a:t>
            </a:r>
            <a:r>
              <a:rPr lang="zh-CN" altLang="en-US" sz="1100" dirty="0"/>
              <a:t>后用户对特色功能的关注程度更高，“有特色”对</a:t>
            </a:r>
            <a:r>
              <a:rPr lang="en-US" altLang="zh-CN" sz="1100" dirty="0"/>
              <a:t>00</a:t>
            </a:r>
            <a:r>
              <a:rPr lang="zh-CN" altLang="en-US" sz="1100" dirty="0"/>
              <a:t>后年轻用户的吸引力不容小觑。</a:t>
            </a:r>
            <a:endParaRPr lang="en-US" altLang="zh-CN" sz="1100" dirty="0"/>
          </a:p>
          <a:p>
            <a:endParaRPr lang="en-US" altLang="zh-CN" sz="1100" dirty="0"/>
          </a:p>
          <a:p>
            <a:r>
              <a:rPr lang="zh-CN" altLang="en-US" sz="1400" b="1" dirty="0">
                <a:solidFill>
                  <a:schemeClr val="accent4"/>
                </a:solidFill>
              </a:rPr>
              <a:t>男生购机时更关注系统与品牌，女生更关注外观、屏幕与拍照等视觉效果</a:t>
            </a:r>
            <a:endParaRPr lang="en-US" altLang="zh-CN" sz="1400" b="1" dirty="0">
              <a:solidFill>
                <a:schemeClr val="accent4"/>
              </a:solidFill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4613895" y="2059820"/>
            <a:ext cx="2853704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4460709" y="1551648"/>
            <a:ext cx="32699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00</a:t>
            </a:r>
            <a:r>
              <a:rPr lang="zh-CN" altLang="en-US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后智能手机</a:t>
            </a:r>
            <a:r>
              <a:rPr lang="zh-CN" altLang="en-US" b="1" dirty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属性及使用习惯</a:t>
            </a:r>
          </a:p>
        </p:txBody>
      </p:sp>
      <p:sp>
        <p:nvSpPr>
          <p:cNvPr id="45" name="文本框 8"/>
          <p:cNvSpPr txBox="1"/>
          <p:nvPr/>
        </p:nvSpPr>
        <p:spPr>
          <a:xfrm>
            <a:off x="4504275" y="2354239"/>
            <a:ext cx="312660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>
                <a:solidFill>
                  <a:schemeClr val="accent4"/>
                </a:solidFill>
              </a:rPr>
              <a:t>安卓机使用占绝对优势</a:t>
            </a:r>
            <a:endParaRPr lang="en-US" altLang="zh-CN" sz="1400" b="1" dirty="0">
              <a:solidFill>
                <a:schemeClr val="accent4"/>
              </a:solidFill>
            </a:endParaRPr>
          </a:p>
          <a:p>
            <a:r>
              <a:rPr lang="zh-CN" altLang="en-US" sz="1100" dirty="0" smtClean="0"/>
              <a:t>受</a:t>
            </a:r>
            <a:r>
              <a:rPr lang="zh-CN" altLang="en-US" sz="1100" dirty="0"/>
              <a:t>价位及机型丰富程度影响，超过</a:t>
            </a:r>
            <a:r>
              <a:rPr lang="en-US" altLang="zh-CN" sz="1100" dirty="0"/>
              <a:t>8</a:t>
            </a:r>
            <a:r>
              <a:rPr lang="zh-CN" altLang="en-US" sz="1100" dirty="0"/>
              <a:t>成</a:t>
            </a:r>
            <a:r>
              <a:rPr lang="en-US" altLang="zh-CN" sz="1100" dirty="0"/>
              <a:t>00</a:t>
            </a:r>
            <a:r>
              <a:rPr lang="zh-CN" altLang="en-US" sz="1100" dirty="0"/>
              <a:t>后使用</a:t>
            </a:r>
            <a:r>
              <a:rPr lang="en-US" altLang="zh-CN" sz="1100" dirty="0"/>
              <a:t>Android</a:t>
            </a:r>
            <a:r>
              <a:rPr lang="zh-CN" altLang="en-US" sz="1100" dirty="0" smtClean="0"/>
              <a:t>系统智能手机。</a:t>
            </a:r>
            <a:endParaRPr lang="en-US" altLang="zh-CN" sz="1100" dirty="0"/>
          </a:p>
          <a:p>
            <a:endParaRPr lang="en-US" altLang="zh-CN" sz="1100" dirty="0" smtClean="0"/>
          </a:p>
          <a:p>
            <a:r>
              <a:rPr lang="zh-CN" altLang="en-US" sz="1400" b="1" dirty="0">
                <a:solidFill>
                  <a:schemeClr val="accent4"/>
                </a:solidFill>
              </a:rPr>
              <a:t>存储空间整体偏低</a:t>
            </a:r>
            <a:endParaRPr lang="en-US" altLang="zh-CN" sz="1400" b="1" dirty="0">
              <a:solidFill>
                <a:schemeClr val="accent4"/>
              </a:solidFill>
            </a:endParaRPr>
          </a:p>
          <a:p>
            <a:r>
              <a:rPr lang="en-US" altLang="zh-CN" sz="1100" dirty="0" smtClean="0"/>
              <a:t>00</a:t>
            </a:r>
            <a:r>
              <a:rPr lang="zh-CN" altLang="en-US" sz="1100" dirty="0" smtClean="0"/>
              <a:t>后智能手机存储空间</a:t>
            </a:r>
            <a:r>
              <a:rPr lang="zh-CN" altLang="en-US" sz="1100" dirty="0"/>
              <a:t>相对</a:t>
            </a:r>
            <a:r>
              <a:rPr lang="en-US" altLang="zh-CN" sz="1100" dirty="0"/>
              <a:t>00</a:t>
            </a:r>
            <a:r>
              <a:rPr lang="zh-CN" altLang="en-US" sz="1100" dirty="0"/>
              <a:t>前用户来说更</a:t>
            </a:r>
            <a:r>
              <a:rPr lang="zh-CN" altLang="en-US" sz="1100" dirty="0" smtClean="0"/>
              <a:t>小，</a:t>
            </a:r>
            <a:r>
              <a:rPr lang="en-US" altLang="zh-CN" sz="1100" dirty="0" smtClean="0"/>
              <a:t>4</a:t>
            </a:r>
            <a:r>
              <a:rPr lang="zh-CN" altLang="en-US" sz="1100" dirty="0" smtClean="0"/>
              <a:t>成在</a:t>
            </a:r>
            <a:r>
              <a:rPr lang="en-US" altLang="zh-CN" sz="1100" dirty="0" smtClean="0"/>
              <a:t>8G</a:t>
            </a:r>
            <a:r>
              <a:rPr lang="zh-CN" altLang="en-US" sz="1100" dirty="0"/>
              <a:t>以下</a:t>
            </a:r>
            <a:r>
              <a:rPr lang="zh-CN" altLang="en-US" sz="1100" dirty="0" smtClean="0"/>
              <a:t>。</a:t>
            </a:r>
            <a:endParaRPr lang="zh-CN" altLang="en-US" sz="1100" dirty="0"/>
          </a:p>
          <a:p>
            <a:endParaRPr lang="en-US" altLang="zh-CN" sz="1100" dirty="0"/>
          </a:p>
          <a:p>
            <a:r>
              <a:rPr lang="zh-CN" altLang="en-US" sz="1400" b="1" dirty="0">
                <a:solidFill>
                  <a:schemeClr val="accent4"/>
                </a:solidFill>
              </a:rPr>
              <a:t>话费少、流量少</a:t>
            </a:r>
            <a:endParaRPr lang="en-US" altLang="zh-CN" sz="1400" b="1" dirty="0">
              <a:solidFill>
                <a:schemeClr val="accent4"/>
              </a:solidFill>
            </a:endParaRPr>
          </a:p>
          <a:p>
            <a:r>
              <a:rPr lang="zh-CN" altLang="en-US" sz="1100" dirty="0" smtClean="0"/>
              <a:t>受</a:t>
            </a:r>
            <a:r>
              <a:rPr lang="zh-CN" altLang="en-US" sz="1100" dirty="0"/>
              <a:t>无经济来源限制，</a:t>
            </a:r>
            <a:r>
              <a:rPr lang="en-US" altLang="zh-CN" sz="1100" dirty="0"/>
              <a:t>00</a:t>
            </a:r>
            <a:r>
              <a:rPr lang="zh-CN" altLang="en-US" sz="1100" dirty="0"/>
              <a:t>后话费普遍较低，每月</a:t>
            </a:r>
            <a:r>
              <a:rPr lang="en-US" altLang="zh-CN" sz="1100" dirty="0"/>
              <a:t>50</a:t>
            </a:r>
            <a:r>
              <a:rPr lang="zh-CN" altLang="en-US" sz="1100" dirty="0"/>
              <a:t>元</a:t>
            </a:r>
            <a:r>
              <a:rPr lang="zh-CN" altLang="en-US" sz="1100" dirty="0" smtClean="0"/>
              <a:t>以下用户接近</a:t>
            </a:r>
            <a:r>
              <a:rPr lang="en-US" altLang="zh-CN" sz="1100" dirty="0"/>
              <a:t>7</a:t>
            </a:r>
            <a:r>
              <a:rPr lang="zh-CN" altLang="en-US" sz="1100" dirty="0"/>
              <a:t>成，</a:t>
            </a:r>
            <a:r>
              <a:rPr lang="en-US" altLang="zh-CN" sz="1100" dirty="0"/>
              <a:t>3</a:t>
            </a:r>
            <a:r>
              <a:rPr lang="zh-CN" altLang="en-US" sz="1100" dirty="0"/>
              <a:t>成用户仅为</a:t>
            </a:r>
            <a:r>
              <a:rPr lang="en-US" altLang="zh-CN" sz="1100" dirty="0"/>
              <a:t>20</a:t>
            </a:r>
            <a:r>
              <a:rPr lang="zh-CN" altLang="en-US" sz="1100" dirty="0"/>
              <a:t>元</a:t>
            </a:r>
            <a:r>
              <a:rPr lang="zh-CN" altLang="en-US" sz="1100" dirty="0" smtClean="0"/>
              <a:t>以下。</a:t>
            </a:r>
            <a:endParaRPr lang="zh-CN" altLang="en-US" sz="1100" dirty="0"/>
          </a:p>
          <a:p>
            <a:r>
              <a:rPr lang="en-US" altLang="zh-CN" sz="1100" dirty="0"/>
              <a:t>00</a:t>
            </a:r>
            <a:r>
              <a:rPr lang="zh-CN" altLang="en-US" sz="1100" dirty="0"/>
              <a:t>后用户</a:t>
            </a:r>
            <a:r>
              <a:rPr lang="zh-CN" altLang="en-US" sz="1100" dirty="0" smtClean="0"/>
              <a:t>更多使用</a:t>
            </a:r>
            <a:r>
              <a:rPr lang="zh-CN" altLang="en-US" sz="1100" dirty="0"/>
              <a:t>免费的无线网，</a:t>
            </a:r>
            <a:r>
              <a:rPr lang="en-US" altLang="zh-CN" sz="1100" dirty="0"/>
              <a:t>4G</a:t>
            </a:r>
            <a:r>
              <a:rPr lang="zh-CN" altLang="en-US" sz="1100" dirty="0"/>
              <a:t>网络</a:t>
            </a:r>
            <a:r>
              <a:rPr lang="zh-CN" altLang="en-US" sz="1100" dirty="0" smtClean="0"/>
              <a:t>的使用比例相对</a:t>
            </a:r>
            <a:r>
              <a:rPr lang="zh-CN" altLang="en-US" sz="1100" dirty="0"/>
              <a:t>较低，手机流量少，近</a:t>
            </a:r>
            <a:r>
              <a:rPr lang="en-US" altLang="zh-CN" sz="1100" dirty="0"/>
              <a:t>4</a:t>
            </a:r>
            <a:r>
              <a:rPr lang="zh-CN" altLang="en-US" sz="1100" dirty="0"/>
              <a:t>成用户在</a:t>
            </a:r>
            <a:r>
              <a:rPr lang="en-US" altLang="zh-CN" sz="1100" dirty="0"/>
              <a:t>200M</a:t>
            </a:r>
            <a:r>
              <a:rPr lang="zh-CN" altLang="en-US" sz="1100" dirty="0"/>
              <a:t>以下。</a:t>
            </a:r>
            <a:endParaRPr lang="en-US" altLang="zh-CN" sz="1100" dirty="0"/>
          </a:p>
          <a:p>
            <a:endParaRPr lang="zh-CN" altLang="en-US" sz="1100" dirty="0"/>
          </a:p>
          <a:p>
            <a:r>
              <a:rPr lang="zh-CN" altLang="en-US" sz="1400" b="1" dirty="0">
                <a:solidFill>
                  <a:schemeClr val="accent4"/>
                </a:solidFill>
              </a:rPr>
              <a:t>日</a:t>
            </a:r>
            <a:r>
              <a:rPr lang="zh-CN" altLang="en-US" sz="1400" b="1" dirty="0" smtClean="0">
                <a:solidFill>
                  <a:schemeClr val="accent4"/>
                </a:solidFill>
              </a:rPr>
              <a:t>使用智能手机时</a:t>
            </a:r>
            <a:r>
              <a:rPr lang="zh-CN" altLang="en-US" sz="1400" b="1" dirty="0">
                <a:solidFill>
                  <a:schemeClr val="accent4"/>
                </a:solidFill>
              </a:rPr>
              <a:t>长偏短，消遣娱乐和学习目的突出</a:t>
            </a:r>
            <a:endParaRPr lang="en-US" altLang="zh-CN" sz="1400" b="1" dirty="0">
              <a:solidFill>
                <a:schemeClr val="accent4"/>
              </a:solidFill>
            </a:endParaRPr>
          </a:p>
          <a:p>
            <a:r>
              <a:rPr lang="zh-CN" altLang="en-US" sz="1100" dirty="0"/>
              <a:t>由于学校和家长的</a:t>
            </a:r>
            <a:r>
              <a:rPr lang="zh-CN" altLang="en-US" sz="1100" dirty="0" smtClean="0"/>
              <a:t>限制，</a:t>
            </a:r>
            <a:r>
              <a:rPr lang="en-US" altLang="zh-CN" sz="1100" dirty="0" smtClean="0"/>
              <a:t>00</a:t>
            </a:r>
            <a:r>
              <a:rPr lang="zh-CN" altLang="en-US" sz="1100" dirty="0"/>
              <a:t>后每天</a:t>
            </a:r>
            <a:r>
              <a:rPr lang="zh-CN" altLang="en-US" sz="1100" dirty="0" smtClean="0"/>
              <a:t>使用智能手机时长相对</a:t>
            </a:r>
            <a:r>
              <a:rPr lang="en-US" altLang="zh-CN" sz="1100" dirty="0" smtClean="0"/>
              <a:t>00</a:t>
            </a:r>
            <a:r>
              <a:rPr lang="zh-CN" altLang="en-US" sz="1100" dirty="0" smtClean="0"/>
              <a:t>前偏</a:t>
            </a:r>
            <a:r>
              <a:rPr lang="zh-CN" altLang="en-US" sz="1100" dirty="0"/>
              <a:t>短</a:t>
            </a:r>
            <a:r>
              <a:rPr lang="zh-CN" altLang="en-US" sz="1100" dirty="0" smtClean="0"/>
              <a:t>，</a:t>
            </a:r>
            <a:r>
              <a:rPr lang="en-US" altLang="zh-CN" sz="1100" dirty="0"/>
              <a:t>1</a:t>
            </a:r>
            <a:r>
              <a:rPr lang="zh-CN" altLang="en-US" sz="1100" dirty="0"/>
              <a:t>小时以下明显</a:t>
            </a:r>
            <a:r>
              <a:rPr lang="zh-CN" altLang="en-US" sz="1100" dirty="0" smtClean="0"/>
              <a:t>更多。</a:t>
            </a:r>
            <a:endParaRPr lang="zh-CN" altLang="en-US" sz="1100" dirty="0"/>
          </a:p>
        </p:txBody>
      </p:sp>
      <p:cxnSp>
        <p:nvCxnSpPr>
          <p:cNvPr id="46" name="直接连接符 45"/>
          <p:cNvCxnSpPr/>
          <p:nvPr/>
        </p:nvCxnSpPr>
        <p:spPr>
          <a:xfrm>
            <a:off x="8649916" y="2059820"/>
            <a:ext cx="2853704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8254750" y="1551648"/>
            <a:ext cx="35370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00</a:t>
            </a:r>
            <a:r>
              <a:rPr lang="zh-CN" altLang="en-US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后</a:t>
            </a:r>
            <a:r>
              <a:rPr lang="en-US" altLang="zh-CN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APP</a:t>
            </a:r>
            <a:r>
              <a:rPr lang="zh-CN" altLang="en-US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下载及使用习惯</a:t>
            </a:r>
            <a:endParaRPr lang="en-US" altLang="zh-CN" dirty="0"/>
          </a:p>
        </p:txBody>
      </p:sp>
      <p:sp>
        <p:nvSpPr>
          <p:cNvPr id="48" name="文本框 8"/>
          <p:cNvSpPr txBox="1"/>
          <p:nvPr/>
        </p:nvSpPr>
        <p:spPr>
          <a:xfrm>
            <a:off x="8540296" y="2354239"/>
            <a:ext cx="3126602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>
                <a:solidFill>
                  <a:schemeClr val="accent4"/>
                </a:solidFill>
              </a:rPr>
              <a:t>主动搜索下载</a:t>
            </a:r>
            <a:r>
              <a:rPr lang="en-US" altLang="zh-CN" sz="1400" b="1" dirty="0">
                <a:solidFill>
                  <a:schemeClr val="accent4"/>
                </a:solidFill>
              </a:rPr>
              <a:t>APP</a:t>
            </a:r>
            <a:r>
              <a:rPr lang="zh-CN" altLang="en-US" sz="1400" b="1" dirty="0">
                <a:solidFill>
                  <a:schemeClr val="accent4"/>
                </a:solidFill>
              </a:rPr>
              <a:t>最多，明星代</a:t>
            </a:r>
            <a:r>
              <a:rPr lang="zh-CN" altLang="en-US" sz="1400" b="1" dirty="0" smtClean="0">
                <a:solidFill>
                  <a:schemeClr val="accent4"/>
                </a:solidFill>
              </a:rPr>
              <a:t>言推荐下载</a:t>
            </a:r>
            <a:r>
              <a:rPr lang="zh-CN" altLang="en-US" sz="1400" b="1" dirty="0">
                <a:solidFill>
                  <a:schemeClr val="accent4"/>
                </a:solidFill>
              </a:rPr>
              <a:t>突出</a:t>
            </a:r>
            <a:endParaRPr lang="en-US" altLang="zh-CN" sz="1400" b="1" dirty="0">
              <a:solidFill>
                <a:schemeClr val="accent4"/>
              </a:solidFill>
            </a:endParaRPr>
          </a:p>
          <a:p>
            <a:r>
              <a:rPr lang="zh-CN" altLang="en-US" sz="1100" dirty="0" smtClean="0"/>
              <a:t>年轻人</a:t>
            </a:r>
            <a:r>
              <a:rPr lang="zh-CN" altLang="en-US" sz="1100" dirty="0"/>
              <a:t>素来是明星粉丝的主力军，明星代言对</a:t>
            </a:r>
            <a:r>
              <a:rPr lang="en-US" altLang="zh-CN" sz="1100" dirty="0"/>
              <a:t>00</a:t>
            </a:r>
            <a:r>
              <a:rPr lang="zh-CN" altLang="en-US" sz="1100" dirty="0"/>
              <a:t>后的感召力相对更强，尤其是对女生更有吸引力。</a:t>
            </a:r>
          </a:p>
          <a:p>
            <a:endParaRPr lang="en-US" altLang="zh-CN" sz="1100" dirty="0"/>
          </a:p>
          <a:p>
            <a:r>
              <a:rPr lang="zh-CN" altLang="en-US" sz="1400" b="1" dirty="0">
                <a:solidFill>
                  <a:schemeClr val="accent4"/>
                </a:solidFill>
              </a:rPr>
              <a:t>学习、娱乐类</a:t>
            </a:r>
            <a:r>
              <a:rPr lang="en-US" altLang="zh-CN" sz="1400" b="1" dirty="0">
                <a:solidFill>
                  <a:schemeClr val="accent4"/>
                </a:solidFill>
              </a:rPr>
              <a:t>APP</a:t>
            </a:r>
            <a:r>
              <a:rPr lang="zh-CN" altLang="en-US" sz="1400" b="1" dirty="0">
                <a:solidFill>
                  <a:schemeClr val="accent4"/>
                </a:solidFill>
              </a:rPr>
              <a:t>使用最为频繁</a:t>
            </a:r>
            <a:endParaRPr lang="en-US" altLang="zh-CN" sz="1400" b="1" dirty="0">
              <a:solidFill>
                <a:schemeClr val="accent4"/>
              </a:solidFill>
            </a:endParaRPr>
          </a:p>
          <a:p>
            <a:r>
              <a:rPr lang="en-US" altLang="zh-CN" sz="1100" dirty="0" smtClean="0"/>
              <a:t>00</a:t>
            </a:r>
            <a:r>
              <a:rPr lang="zh-CN" altLang="en-US" sz="1100" dirty="0"/>
              <a:t>后在学习之外，主要活动就是娱乐，影音、</a:t>
            </a:r>
            <a:r>
              <a:rPr lang="zh-CN" altLang="en-US" sz="1100" dirty="0" smtClean="0"/>
              <a:t>游戏、</a:t>
            </a:r>
            <a:r>
              <a:rPr lang="zh-CN" altLang="en-US" sz="1100" dirty="0"/>
              <a:t>阅读</a:t>
            </a:r>
            <a:r>
              <a:rPr lang="zh-CN" altLang="en-US" sz="1100" dirty="0" smtClean="0"/>
              <a:t>、</a:t>
            </a:r>
            <a:r>
              <a:rPr lang="zh-CN" altLang="en-US" sz="1100" dirty="0"/>
              <a:t>拍照是</a:t>
            </a:r>
            <a:r>
              <a:rPr lang="en-US" altLang="zh-CN" sz="1100" dirty="0"/>
              <a:t>00</a:t>
            </a:r>
            <a:r>
              <a:rPr lang="zh-CN" altLang="en-US" sz="1100" dirty="0"/>
              <a:t>后主要的娱乐方式</a:t>
            </a:r>
            <a:r>
              <a:rPr lang="zh-CN" altLang="en-US" sz="1100" dirty="0" smtClean="0"/>
              <a:t>。</a:t>
            </a:r>
            <a:endParaRPr lang="en-US" altLang="zh-CN" sz="1100" dirty="0" smtClean="0"/>
          </a:p>
          <a:p>
            <a:endParaRPr lang="en-US" altLang="zh-CN" sz="1100" dirty="0"/>
          </a:p>
          <a:p>
            <a:r>
              <a:rPr lang="zh-CN" altLang="en-US" sz="1400" b="1" dirty="0">
                <a:solidFill>
                  <a:schemeClr val="accent4"/>
                </a:solidFill>
              </a:rPr>
              <a:t>男生打</a:t>
            </a:r>
            <a:r>
              <a:rPr lang="zh-CN" altLang="en-US" sz="1400" b="1" dirty="0" smtClean="0">
                <a:solidFill>
                  <a:schemeClr val="accent4"/>
                </a:solidFill>
              </a:rPr>
              <a:t>游戏更多</a:t>
            </a:r>
            <a:r>
              <a:rPr lang="zh-CN" altLang="en-US" sz="1400" b="1" dirty="0">
                <a:solidFill>
                  <a:schemeClr val="accent4"/>
                </a:solidFill>
              </a:rPr>
              <a:t>，女生学习、娱乐</a:t>
            </a:r>
            <a:r>
              <a:rPr lang="en-US" altLang="zh-CN" sz="1400" b="1" dirty="0">
                <a:solidFill>
                  <a:schemeClr val="accent4"/>
                </a:solidFill>
              </a:rPr>
              <a:t>APP</a:t>
            </a:r>
            <a:r>
              <a:rPr lang="zh-CN" altLang="en-US" sz="1400" b="1" dirty="0">
                <a:solidFill>
                  <a:schemeClr val="accent4"/>
                </a:solidFill>
              </a:rPr>
              <a:t>使用</a:t>
            </a:r>
            <a:r>
              <a:rPr lang="zh-CN" altLang="en-US" sz="1400" b="1" dirty="0" smtClean="0">
                <a:solidFill>
                  <a:schemeClr val="accent4"/>
                </a:solidFill>
              </a:rPr>
              <a:t>更丰富，</a:t>
            </a:r>
            <a:r>
              <a:rPr lang="zh-CN" altLang="en-US" sz="1400" b="1" dirty="0">
                <a:solidFill>
                  <a:schemeClr val="accent4"/>
                </a:solidFill>
              </a:rPr>
              <a:t>消费</a:t>
            </a:r>
            <a:r>
              <a:rPr lang="en-US" altLang="zh-CN" sz="1400" b="1" dirty="0">
                <a:solidFill>
                  <a:schemeClr val="accent4"/>
                </a:solidFill>
              </a:rPr>
              <a:t>APP</a:t>
            </a:r>
            <a:r>
              <a:rPr lang="zh-CN" altLang="en-US" sz="1400" b="1" dirty="0">
                <a:solidFill>
                  <a:schemeClr val="accent4"/>
                </a:solidFill>
              </a:rPr>
              <a:t>与常用</a:t>
            </a:r>
            <a:r>
              <a:rPr lang="en-US" altLang="zh-CN" sz="1400" b="1" dirty="0">
                <a:solidFill>
                  <a:schemeClr val="accent4"/>
                </a:solidFill>
              </a:rPr>
              <a:t>APP</a:t>
            </a:r>
            <a:r>
              <a:rPr lang="zh-CN" altLang="en-US" sz="1400" b="1" dirty="0">
                <a:solidFill>
                  <a:schemeClr val="accent4"/>
                </a:solidFill>
              </a:rPr>
              <a:t>类型基本一致</a:t>
            </a:r>
          </a:p>
          <a:p>
            <a:r>
              <a:rPr lang="en-US" altLang="zh-CN" sz="1100" dirty="0"/>
              <a:t>00</a:t>
            </a:r>
            <a:r>
              <a:rPr lang="zh-CN" altLang="en-US" sz="1100" dirty="0"/>
              <a:t>后在游戏、影音、阅读、学习类</a:t>
            </a:r>
            <a:r>
              <a:rPr lang="en-US" altLang="zh-CN" sz="1100" dirty="0"/>
              <a:t>APP</a:t>
            </a:r>
            <a:r>
              <a:rPr lang="zh-CN" altLang="en-US" sz="1100" dirty="0"/>
              <a:t>中消费更</a:t>
            </a:r>
            <a:r>
              <a:rPr lang="zh-CN" altLang="en-US" sz="1100" dirty="0" smtClean="0"/>
              <a:t>普遍，其中男生</a:t>
            </a:r>
            <a:r>
              <a:rPr lang="zh-CN" altLang="en-US" sz="1100" dirty="0"/>
              <a:t>更多在游戏，女生更多在购物、阅读、学习</a:t>
            </a:r>
            <a:r>
              <a:rPr lang="en-US" altLang="zh-CN" sz="1100" dirty="0"/>
              <a:t>APP</a:t>
            </a:r>
            <a:r>
              <a:rPr lang="zh-CN" altLang="en-US" sz="1100" dirty="0"/>
              <a:t>中</a:t>
            </a:r>
            <a:r>
              <a:rPr lang="zh-CN" altLang="en-US" sz="1100" dirty="0" smtClean="0"/>
              <a:t>消费。</a:t>
            </a:r>
            <a:endParaRPr lang="zh-CN" altLang="en-US" sz="1100" dirty="0"/>
          </a:p>
        </p:txBody>
      </p:sp>
      <p:sp>
        <p:nvSpPr>
          <p:cNvPr id="49" name="矩形 48"/>
          <p:cNvSpPr/>
          <p:nvPr/>
        </p:nvSpPr>
        <p:spPr>
          <a:xfrm>
            <a:off x="339897" y="6251458"/>
            <a:ext cx="48479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注：</a:t>
            </a:r>
            <a:r>
              <a:rPr lang="en-US" altLang="zh-CN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00</a:t>
            </a:r>
            <a:r>
              <a:rPr lang="zh-CN" altLang="en-US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后智能手机</a:t>
            </a:r>
            <a:r>
              <a:rPr lang="zh-CN" altLang="en-US" b="1" dirty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热门</a:t>
            </a:r>
            <a:r>
              <a:rPr lang="en-US" altLang="zh-CN" b="1" dirty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APP</a:t>
            </a:r>
            <a:r>
              <a:rPr lang="zh-CN" altLang="en-US" b="1" dirty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排行</a:t>
            </a:r>
            <a:r>
              <a:rPr lang="zh-CN" altLang="en-US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榜详见报告</a:t>
            </a:r>
            <a:endParaRPr lang="zh-CN" altLang="en-US" b="1" dirty="0">
              <a:solidFill>
                <a:srgbClr val="FFFFFF"/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7389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1"/>
          <p:cNvGrpSpPr/>
          <p:nvPr/>
        </p:nvGrpSpPr>
        <p:grpSpPr>
          <a:xfrm>
            <a:off x="1027450" y="1970262"/>
            <a:ext cx="2917476" cy="2917476"/>
            <a:chOff x="2690037" y="689787"/>
            <a:chExt cx="3763926" cy="3763926"/>
          </a:xfrm>
        </p:grpSpPr>
        <p:grpSp>
          <p:nvGrpSpPr>
            <p:cNvPr id="3" name="组 2"/>
            <p:cNvGrpSpPr/>
            <p:nvPr/>
          </p:nvGrpSpPr>
          <p:grpSpPr>
            <a:xfrm>
              <a:off x="2690037" y="689787"/>
              <a:ext cx="3763926" cy="3763926"/>
              <a:chOff x="2733851" y="566092"/>
              <a:chExt cx="3794540" cy="3794540"/>
            </a:xfrm>
          </p:grpSpPr>
          <p:sp>
            <p:nvSpPr>
              <p:cNvPr id="6" name="椭圆 5"/>
              <p:cNvSpPr/>
              <p:nvPr/>
            </p:nvSpPr>
            <p:spPr>
              <a:xfrm>
                <a:off x="2733851" y="566092"/>
                <a:ext cx="3794540" cy="3794540"/>
              </a:xfrm>
              <a:prstGeom prst="ellipse">
                <a:avLst/>
              </a:prstGeom>
              <a:noFill/>
              <a:ln w="76200">
                <a:solidFill>
                  <a:schemeClr val="accent1">
                    <a:alpha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/>
                <a:endParaRPr kumimoji="1"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2900089" y="732330"/>
                <a:ext cx="3462065" cy="3462065"/>
              </a:xfrm>
              <a:prstGeom prst="ellipse">
                <a:avLst/>
              </a:prstGeom>
              <a:solidFill>
                <a:schemeClr val="accent1">
                  <a:alpha val="9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/>
                <a:endParaRPr kumimoji="1" lang="zh-CN" altLang="en-US" sz="240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4" name="文本框 3"/>
            <p:cNvSpPr txBox="1"/>
            <p:nvPr/>
          </p:nvSpPr>
          <p:spPr>
            <a:xfrm>
              <a:off x="3240984" y="2227620"/>
              <a:ext cx="2662037" cy="6486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377"/>
              <a:r>
                <a:rPr kumimoji="1" lang="en-US" altLang="zh-CN" sz="2667" b="1" dirty="0">
                  <a:solidFill>
                    <a:srgbClr val="FFFFFF"/>
                  </a:solidFill>
                </a:rPr>
                <a:t>CONTENTS</a:t>
              </a:r>
              <a:endParaRPr kumimoji="1" lang="zh-CN" altLang="en-US" sz="2667" b="1" dirty="0">
                <a:solidFill>
                  <a:srgbClr val="FFFFFF"/>
                </a:solidFill>
              </a:endParaRPr>
            </a:p>
          </p:txBody>
        </p:sp>
      </p:grpSp>
      <p:sp>
        <p:nvSpPr>
          <p:cNvPr id="16" name="矩形 15"/>
          <p:cNvSpPr/>
          <p:nvPr/>
        </p:nvSpPr>
        <p:spPr>
          <a:xfrm>
            <a:off x="4897821" y="630622"/>
            <a:ext cx="7294179" cy="55967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kumimoji="1" lang="zh-CN" altLang="en-US" sz="2400">
              <a:solidFill>
                <a:srgbClr val="FFFFFF"/>
              </a:solidFill>
            </a:endParaRPr>
          </a:p>
        </p:txBody>
      </p:sp>
      <p:sp>
        <p:nvSpPr>
          <p:cNvPr id="8" name="矩形 217"/>
          <p:cNvSpPr>
            <a:spLocks noChangeArrowheads="1"/>
          </p:cNvSpPr>
          <p:nvPr/>
        </p:nvSpPr>
        <p:spPr bwMode="auto">
          <a:xfrm>
            <a:off x="5909506" y="1391003"/>
            <a:ext cx="1544140" cy="400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9" tIns="45719" rIns="91439" bIns="45719">
            <a:spAutoFit/>
          </a:bodyPr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 smtClean="0">
                <a:solidFill>
                  <a:srgbClr val="FFFFFF"/>
                </a:solidFill>
                <a:ea typeface="微软雅黑 Light" charset="0"/>
                <a:cs typeface="微软雅黑 Light" charset="0"/>
              </a:rPr>
              <a:t>Part </a:t>
            </a:r>
            <a:r>
              <a:rPr lang="en-US" altLang="zh-CN" sz="2000" dirty="0">
                <a:solidFill>
                  <a:srgbClr val="FFFFFF"/>
                </a:solidFill>
                <a:ea typeface="微软雅黑 Light" charset="0"/>
                <a:cs typeface="微软雅黑 Light" charset="0"/>
              </a:rPr>
              <a:t>01</a:t>
            </a:r>
            <a:endParaRPr lang="zh-CN" altLang="en-US" sz="2000" dirty="0">
              <a:solidFill>
                <a:srgbClr val="FFFFFF"/>
              </a:solidFill>
              <a:ea typeface="微软雅黑 Light" charset="0"/>
              <a:cs typeface="微软雅黑 Light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7177171" y="1329447"/>
            <a:ext cx="47566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/>
              <a:t>智能手机使用经验及选择</a:t>
            </a:r>
            <a:endParaRPr lang="zh-CN" altLang="en-US" sz="2800" b="1" dirty="0"/>
          </a:p>
        </p:txBody>
      </p:sp>
      <p:sp>
        <p:nvSpPr>
          <p:cNvPr id="15" name="矩形 245"/>
          <p:cNvSpPr>
            <a:spLocks noChangeArrowheads="1"/>
          </p:cNvSpPr>
          <p:nvPr/>
        </p:nvSpPr>
        <p:spPr bwMode="auto">
          <a:xfrm>
            <a:off x="5909506" y="2527653"/>
            <a:ext cx="1561516" cy="400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9" tIns="45719" rIns="91439" bIns="45719">
            <a:spAutoFit/>
          </a:bodyPr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FFFFFF"/>
                </a:solidFill>
                <a:ea typeface="微软雅黑 Light" charset="0"/>
                <a:cs typeface="微软雅黑 Light" charset="0"/>
              </a:rPr>
              <a:t>Part 02</a:t>
            </a:r>
            <a:endParaRPr lang="zh-CN" altLang="en-US" sz="2000" dirty="0">
              <a:solidFill>
                <a:srgbClr val="FFFFFF"/>
              </a:solidFill>
              <a:ea typeface="微软雅黑 Light" charset="0"/>
              <a:cs typeface="微软雅黑 Light" charset="0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7177171" y="2466097"/>
            <a:ext cx="47566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/>
              <a:t>智能</a:t>
            </a:r>
            <a:r>
              <a:rPr lang="zh-CN" altLang="en-US" sz="2800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手机属性及使用习惯</a:t>
            </a:r>
            <a:endParaRPr lang="zh-CN" altLang="en-US" sz="2800" b="1" dirty="0">
              <a:solidFill>
                <a:srgbClr val="FFFFFF"/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23" name="矩形 284"/>
          <p:cNvSpPr>
            <a:spLocks noChangeArrowheads="1"/>
          </p:cNvSpPr>
          <p:nvPr/>
        </p:nvSpPr>
        <p:spPr bwMode="auto">
          <a:xfrm>
            <a:off x="5909506" y="3665890"/>
            <a:ext cx="1561516" cy="400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9" tIns="45719" rIns="91439" bIns="45719">
            <a:spAutoFit/>
          </a:bodyPr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FFFFFF"/>
                </a:solidFill>
                <a:ea typeface="微软雅黑 Light" charset="0"/>
                <a:cs typeface="微软雅黑 Light" charset="0"/>
              </a:rPr>
              <a:t>Part 03</a:t>
            </a:r>
            <a:endParaRPr lang="zh-CN" altLang="en-US" sz="2000" dirty="0">
              <a:solidFill>
                <a:srgbClr val="FFFFFF"/>
              </a:solidFill>
              <a:ea typeface="微软雅黑 Light" charset="0"/>
              <a:cs typeface="微软雅黑 Light" charset="0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7177171" y="3604334"/>
            <a:ext cx="47566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/>
              <a:t>智能</a:t>
            </a:r>
            <a:r>
              <a:rPr lang="zh-CN" altLang="en-US" sz="2800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手机</a:t>
            </a:r>
            <a:r>
              <a:rPr lang="en-US" altLang="zh-CN" sz="2800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APP</a:t>
            </a:r>
            <a:r>
              <a:rPr lang="zh-CN" altLang="en-US" sz="2800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使用习惯</a:t>
            </a:r>
            <a:endParaRPr lang="zh-CN" altLang="en-US" sz="2800" b="1" dirty="0">
              <a:solidFill>
                <a:srgbClr val="FFFFFF"/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30" name="矩形 292"/>
          <p:cNvSpPr>
            <a:spLocks noChangeArrowheads="1"/>
          </p:cNvSpPr>
          <p:nvPr/>
        </p:nvSpPr>
        <p:spPr bwMode="auto">
          <a:xfrm>
            <a:off x="5909506" y="4802541"/>
            <a:ext cx="1566573" cy="400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9" tIns="45719" rIns="91439" bIns="45719">
            <a:spAutoFit/>
          </a:bodyPr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FFFFFF"/>
                </a:solidFill>
                <a:ea typeface="微软雅黑 Light" charset="0"/>
                <a:cs typeface="微软雅黑 Light" charset="0"/>
              </a:rPr>
              <a:t>Part 04</a:t>
            </a:r>
            <a:endParaRPr lang="zh-CN" altLang="en-US" sz="2000" dirty="0">
              <a:solidFill>
                <a:srgbClr val="FFFFFF"/>
              </a:solidFill>
              <a:ea typeface="微软雅黑 Light" charset="0"/>
              <a:cs typeface="微软雅黑 Light" charset="0"/>
            </a:endParaRPr>
          </a:p>
        </p:txBody>
      </p:sp>
      <p:sp>
        <p:nvSpPr>
          <p:cNvPr id="32" name="矩形 31"/>
          <p:cNvSpPr/>
          <p:nvPr/>
        </p:nvSpPr>
        <p:spPr bwMode="auto">
          <a:xfrm>
            <a:off x="7177171" y="4740985"/>
            <a:ext cx="47566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/>
              <a:t>智能</a:t>
            </a:r>
            <a:r>
              <a:rPr lang="zh-CN" altLang="en-US" sz="2800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手机热门</a:t>
            </a:r>
            <a:r>
              <a:rPr lang="en-US" altLang="zh-CN" sz="2800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APP</a:t>
            </a:r>
            <a:r>
              <a:rPr lang="zh-CN" altLang="en-US" sz="2800" b="1" dirty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排行榜</a:t>
            </a:r>
          </a:p>
        </p:txBody>
      </p:sp>
    </p:spTree>
    <p:extLst>
      <p:ext uri="{BB962C8B-B14F-4D97-AF65-F5344CB8AC3E}">
        <p14:creationId xmlns:p14="http://schemas.microsoft.com/office/powerpoint/2010/main" val="38408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848100" y="2644854"/>
            <a:ext cx="4724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dirty="0" smtClean="0"/>
              <a:t>PART ONE</a:t>
            </a:r>
            <a:endParaRPr lang="zh-CN" altLang="en-US" sz="6600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3962400" y="3790950"/>
            <a:ext cx="41719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11"/>
          <p:cNvSpPr/>
          <p:nvPr/>
        </p:nvSpPr>
        <p:spPr>
          <a:xfrm>
            <a:off x="3962400" y="4264104"/>
            <a:ext cx="4119429" cy="1061825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400" b="1" dirty="0" smtClean="0"/>
              <a:t>智能手机使用时间</a:t>
            </a:r>
            <a:endParaRPr kumimoji="1" lang="en-US" altLang="zh-CN" sz="1400" b="1" dirty="0" smtClean="0"/>
          </a:p>
          <a:p>
            <a:pPr algn="ctr">
              <a:lnSpc>
                <a:spcPct val="150000"/>
              </a:lnSpc>
            </a:pPr>
            <a:r>
              <a:rPr kumimoji="1" lang="zh-CN" altLang="en-US" sz="1400" b="1" dirty="0" smtClean="0"/>
              <a:t>智能手机换机频率</a:t>
            </a:r>
            <a:endParaRPr kumimoji="1" lang="en-US" altLang="zh-CN" sz="1400" b="1" dirty="0" smtClean="0"/>
          </a:p>
          <a:p>
            <a:pPr algn="ctr">
              <a:lnSpc>
                <a:spcPct val="150000"/>
              </a:lnSpc>
            </a:pPr>
            <a:r>
              <a:rPr kumimoji="1" lang="zh-CN" altLang="en-US" sz="1400" b="1" dirty="0" smtClean="0"/>
              <a:t>智能手机品牌及选购</a:t>
            </a:r>
            <a:endParaRPr kumimoji="1" lang="zh-CN" altLang="en-US" sz="1400" b="1" dirty="0"/>
          </a:p>
        </p:txBody>
      </p:sp>
      <p:grpSp>
        <p:nvGrpSpPr>
          <p:cNvPr id="12" name="组合 11"/>
          <p:cNvGrpSpPr/>
          <p:nvPr/>
        </p:nvGrpSpPr>
        <p:grpSpPr>
          <a:xfrm>
            <a:off x="5215664" y="1516868"/>
            <a:ext cx="1127986" cy="1127986"/>
            <a:chOff x="5438775" y="2660650"/>
            <a:chExt cx="596900" cy="596900"/>
          </a:xfrm>
          <a:solidFill>
            <a:schemeClr val="tx1"/>
          </a:solidFill>
        </p:grpSpPr>
        <p:sp>
          <p:nvSpPr>
            <p:cNvPr id="10" name="Freeform 185"/>
            <p:cNvSpPr>
              <a:spLocks/>
            </p:cNvSpPr>
            <p:nvPr/>
          </p:nvSpPr>
          <p:spPr bwMode="auto">
            <a:xfrm>
              <a:off x="5438775" y="2660650"/>
              <a:ext cx="165100" cy="165100"/>
            </a:xfrm>
            <a:custGeom>
              <a:avLst/>
              <a:gdLst/>
              <a:ahLst/>
              <a:cxnLst>
                <a:cxn ang="0">
                  <a:pos x="18" y="18"/>
                </a:cxn>
                <a:cxn ang="0">
                  <a:pos x="18" y="18"/>
                </a:cxn>
                <a:cxn ang="0">
                  <a:pos x="10" y="28"/>
                </a:cxn>
                <a:cxn ang="0">
                  <a:pos x="6" y="38"/>
                </a:cxn>
                <a:cxn ang="0">
                  <a:pos x="2" y="50"/>
                </a:cxn>
                <a:cxn ang="0">
                  <a:pos x="0" y="60"/>
                </a:cxn>
                <a:cxn ang="0">
                  <a:pos x="2" y="72"/>
                </a:cxn>
                <a:cxn ang="0">
                  <a:pos x="6" y="84"/>
                </a:cxn>
                <a:cxn ang="0">
                  <a:pos x="10" y="94"/>
                </a:cxn>
                <a:cxn ang="0">
                  <a:pos x="18" y="104"/>
                </a:cxn>
                <a:cxn ang="0">
                  <a:pos x="104" y="18"/>
                </a:cxn>
                <a:cxn ang="0">
                  <a:pos x="104" y="18"/>
                </a:cxn>
                <a:cxn ang="0">
                  <a:pos x="96" y="10"/>
                </a:cxn>
                <a:cxn ang="0">
                  <a:pos x="84" y="4"/>
                </a:cxn>
                <a:cxn ang="0">
                  <a:pos x="74" y="2"/>
                </a:cxn>
                <a:cxn ang="0">
                  <a:pos x="62" y="0"/>
                </a:cxn>
                <a:cxn ang="0">
                  <a:pos x="50" y="2"/>
                </a:cxn>
                <a:cxn ang="0">
                  <a:pos x="38" y="4"/>
                </a:cxn>
                <a:cxn ang="0">
                  <a:pos x="28" y="10"/>
                </a:cxn>
                <a:cxn ang="0">
                  <a:pos x="18" y="18"/>
                </a:cxn>
                <a:cxn ang="0">
                  <a:pos x="18" y="18"/>
                </a:cxn>
              </a:cxnLst>
              <a:rect l="0" t="0" r="r" b="b"/>
              <a:pathLst>
                <a:path w="104" h="104">
                  <a:moveTo>
                    <a:pt x="18" y="18"/>
                  </a:moveTo>
                  <a:lnTo>
                    <a:pt x="18" y="18"/>
                  </a:lnTo>
                  <a:lnTo>
                    <a:pt x="10" y="28"/>
                  </a:lnTo>
                  <a:lnTo>
                    <a:pt x="6" y="38"/>
                  </a:lnTo>
                  <a:lnTo>
                    <a:pt x="2" y="50"/>
                  </a:lnTo>
                  <a:lnTo>
                    <a:pt x="0" y="60"/>
                  </a:lnTo>
                  <a:lnTo>
                    <a:pt x="2" y="72"/>
                  </a:lnTo>
                  <a:lnTo>
                    <a:pt x="6" y="84"/>
                  </a:lnTo>
                  <a:lnTo>
                    <a:pt x="10" y="94"/>
                  </a:lnTo>
                  <a:lnTo>
                    <a:pt x="18" y="104"/>
                  </a:lnTo>
                  <a:lnTo>
                    <a:pt x="104" y="18"/>
                  </a:lnTo>
                  <a:lnTo>
                    <a:pt x="104" y="18"/>
                  </a:lnTo>
                  <a:lnTo>
                    <a:pt x="96" y="10"/>
                  </a:lnTo>
                  <a:lnTo>
                    <a:pt x="84" y="4"/>
                  </a:lnTo>
                  <a:lnTo>
                    <a:pt x="74" y="2"/>
                  </a:lnTo>
                  <a:lnTo>
                    <a:pt x="62" y="0"/>
                  </a:lnTo>
                  <a:lnTo>
                    <a:pt x="50" y="2"/>
                  </a:lnTo>
                  <a:lnTo>
                    <a:pt x="38" y="4"/>
                  </a:lnTo>
                  <a:lnTo>
                    <a:pt x="28" y="10"/>
                  </a:lnTo>
                  <a:lnTo>
                    <a:pt x="18" y="18"/>
                  </a:lnTo>
                  <a:lnTo>
                    <a:pt x="18" y="1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186"/>
            <p:cNvSpPr>
              <a:spLocks noEditPoints="1"/>
            </p:cNvSpPr>
            <p:nvPr/>
          </p:nvSpPr>
          <p:spPr bwMode="auto">
            <a:xfrm>
              <a:off x="5505450" y="2727325"/>
              <a:ext cx="530225" cy="530225"/>
            </a:xfrm>
            <a:custGeom>
              <a:avLst/>
              <a:gdLst/>
              <a:ahLst/>
              <a:cxnLst>
                <a:cxn ang="0">
                  <a:pos x="188" y="274"/>
                </a:cxn>
                <a:cxn ang="0">
                  <a:pos x="334" y="334"/>
                </a:cxn>
                <a:cxn ang="0">
                  <a:pos x="274" y="186"/>
                </a:cxn>
                <a:cxn ang="0">
                  <a:pos x="86" y="0"/>
                </a:cxn>
                <a:cxn ang="0">
                  <a:pos x="0" y="86"/>
                </a:cxn>
                <a:cxn ang="0">
                  <a:pos x="188" y="274"/>
                </a:cxn>
                <a:cxn ang="0">
                  <a:pos x="208" y="234"/>
                </a:cxn>
                <a:cxn ang="0">
                  <a:pos x="208" y="234"/>
                </a:cxn>
                <a:cxn ang="0">
                  <a:pos x="214" y="230"/>
                </a:cxn>
                <a:cxn ang="0">
                  <a:pos x="222" y="230"/>
                </a:cxn>
                <a:cxn ang="0">
                  <a:pos x="228" y="230"/>
                </a:cxn>
                <a:cxn ang="0">
                  <a:pos x="234" y="232"/>
                </a:cxn>
                <a:cxn ang="0">
                  <a:pos x="234" y="232"/>
                </a:cxn>
                <a:cxn ang="0">
                  <a:pos x="230" y="228"/>
                </a:cxn>
                <a:cxn ang="0">
                  <a:pos x="230" y="222"/>
                </a:cxn>
                <a:cxn ang="0">
                  <a:pos x="232" y="214"/>
                </a:cxn>
                <a:cxn ang="0">
                  <a:pos x="236" y="206"/>
                </a:cxn>
                <a:cxn ang="0">
                  <a:pos x="236" y="206"/>
                </a:cxn>
                <a:cxn ang="0">
                  <a:pos x="242" y="202"/>
                </a:cxn>
                <a:cxn ang="0">
                  <a:pos x="250" y="198"/>
                </a:cxn>
                <a:cxn ang="0">
                  <a:pos x="258" y="196"/>
                </a:cxn>
                <a:cxn ang="0">
                  <a:pos x="294" y="280"/>
                </a:cxn>
                <a:cxn ang="0">
                  <a:pos x="282" y="294"/>
                </a:cxn>
                <a:cxn ang="0">
                  <a:pos x="196" y="258"/>
                </a:cxn>
                <a:cxn ang="0">
                  <a:pos x="196" y="258"/>
                </a:cxn>
                <a:cxn ang="0">
                  <a:pos x="198" y="250"/>
                </a:cxn>
                <a:cxn ang="0">
                  <a:pos x="202" y="242"/>
                </a:cxn>
                <a:cxn ang="0">
                  <a:pos x="208" y="234"/>
                </a:cxn>
                <a:cxn ang="0">
                  <a:pos x="208" y="234"/>
                </a:cxn>
              </a:cxnLst>
              <a:rect l="0" t="0" r="r" b="b"/>
              <a:pathLst>
                <a:path w="334" h="334">
                  <a:moveTo>
                    <a:pt x="188" y="274"/>
                  </a:moveTo>
                  <a:lnTo>
                    <a:pt x="334" y="334"/>
                  </a:lnTo>
                  <a:lnTo>
                    <a:pt x="274" y="186"/>
                  </a:lnTo>
                  <a:lnTo>
                    <a:pt x="86" y="0"/>
                  </a:lnTo>
                  <a:lnTo>
                    <a:pt x="0" y="86"/>
                  </a:lnTo>
                  <a:lnTo>
                    <a:pt x="188" y="274"/>
                  </a:lnTo>
                  <a:close/>
                  <a:moveTo>
                    <a:pt x="208" y="234"/>
                  </a:moveTo>
                  <a:lnTo>
                    <a:pt x="208" y="234"/>
                  </a:lnTo>
                  <a:lnTo>
                    <a:pt x="214" y="230"/>
                  </a:lnTo>
                  <a:lnTo>
                    <a:pt x="222" y="230"/>
                  </a:lnTo>
                  <a:lnTo>
                    <a:pt x="228" y="230"/>
                  </a:lnTo>
                  <a:lnTo>
                    <a:pt x="234" y="232"/>
                  </a:lnTo>
                  <a:lnTo>
                    <a:pt x="234" y="232"/>
                  </a:lnTo>
                  <a:lnTo>
                    <a:pt x="230" y="228"/>
                  </a:lnTo>
                  <a:lnTo>
                    <a:pt x="230" y="222"/>
                  </a:lnTo>
                  <a:lnTo>
                    <a:pt x="232" y="214"/>
                  </a:lnTo>
                  <a:lnTo>
                    <a:pt x="236" y="206"/>
                  </a:lnTo>
                  <a:lnTo>
                    <a:pt x="236" y="206"/>
                  </a:lnTo>
                  <a:lnTo>
                    <a:pt x="242" y="202"/>
                  </a:lnTo>
                  <a:lnTo>
                    <a:pt x="250" y="198"/>
                  </a:lnTo>
                  <a:lnTo>
                    <a:pt x="258" y="196"/>
                  </a:lnTo>
                  <a:lnTo>
                    <a:pt x="294" y="280"/>
                  </a:lnTo>
                  <a:lnTo>
                    <a:pt x="282" y="294"/>
                  </a:lnTo>
                  <a:lnTo>
                    <a:pt x="196" y="258"/>
                  </a:lnTo>
                  <a:lnTo>
                    <a:pt x="196" y="258"/>
                  </a:lnTo>
                  <a:lnTo>
                    <a:pt x="198" y="250"/>
                  </a:lnTo>
                  <a:lnTo>
                    <a:pt x="202" y="242"/>
                  </a:lnTo>
                  <a:lnTo>
                    <a:pt x="208" y="234"/>
                  </a:lnTo>
                  <a:lnTo>
                    <a:pt x="208" y="23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3" name="Rectangle 11"/>
          <p:cNvSpPr/>
          <p:nvPr/>
        </p:nvSpPr>
        <p:spPr>
          <a:xfrm>
            <a:off x="4014921" y="3858252"/>
            <a:ext cx="4119429" cy="461661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zh-CN" altLang="en-US" sz="2400" b="1" dirty="0"/>
              <a:t>智能手机</a:t>
            </a:r>
            <a:r>
              <a:rPr lang="zh-CN" altLang="en-US" sz="2400" b="1" dirty="0" smtClean="0"/>
              <a:t>使用经验及</a:t>
            </a:r>
            <a:r>
              <a:rPr lang="zh-CN" altLang="en-US" sz="2400" b="1" dirty="0"/>
              <a:t>选择</a:t>
            </a:r>
          </a:p>
        </p:txBody>
      </p:sp>
    </p:spTree>
    <p:extLst>
      <p:ext uri="{BB962C8B-B14F-4D97-AF65-F5344CB8AC3E}">
        <p14:creationId xmlns:p14="http://schemas.microsoft.com/office/powerpoint/2010/main" val="2375529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2183066" y="249882"/>
            <a:ext cx="8855048" cy="381000"/>
          </a:xfrm>
        </p:spPr>
        <p:txBody>
          <a:bodyPr/>
          <a:lstStyle/>
          <a:p>
            <a:r>
              <a:rPr lang="en-US" altLang="zh-CN" dirty="0" smtClean="0"/>
              <a:t>00</a:t>
            </a:r>
            <a:r>
              <a:rPr lang="zh-CN" altLang="en-US" dirty="0" smtClean="0"/>
              <a:t>后接触智能手机早，半数</a:t>
            </a:r>
            <a:r>
              <a:rPr lang="en-US" altLang="zh-CN" dirty="0" smtClean="0"/>
              <a:t>00</a:t>
            </a:r>
            <a:r>
              <a:rPr lang="zh-CN" altLang="en-US" dirty="0" smtClean="0"/>
              <a:t>后在小学时就已开始使用智能手机</a:t>
            </a:r>
            <a:endParaRPr lang="zh-CN" altLang="en-US" dirty="0"/>
          </a:p>
        </p:txBody>
      </p:sp>
      <p:grpSp>
        <p:nvGrpSpPr>
          <p:cNvPr id="37" name="组合 36"/>
          <p:cNvGrpSpPr/>
          <p:nvPr/>
        </p:nvGrpSpPr>
        <p:grpSpPr>
          <a:xfrm>
            <a:off x="2356440" y="2264005"/>
            <a:ext cx="7858804" cy="3927061"/>
            <a:chOff x="2271599" y="1557642"/>
            <a:chExt cx="8007014" cy="4122805"/>
          </a:xfrm>
        </p:grpSpPr>
        <p:graphicFrame>
          <p:nvGraphicFramePr>
            <p:cNvPr id="21" name="图表 20"/>
            <p:cNvGraphicFramePr/>
            <p:nvPr>
              <p:extLst>
                <p:ext uri="{D42A27DB-BD31-4B8C-83A1-F6EECF244321}">
                  <p14:modId xmlns:p14="http://schemas.microsoft.com/office/powerpoint/2010/main" val="3846278425"/>
                </p:ext>
              </p:extLst>
            </p:nvPr>
          </p:nvGraphicFramePr>
          <p:xfrm>
            <a:off x="2271599" y="2031432"/>
            <a:ext cx="7859604" cy="364901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22" name="任意多边形 21"/>
            <p:cNvSpPr/>
            <p:nvPr/>
          </p:nvSpPr>
          <p:spPr>
            <a:xfrm>
              <a:off x="3228884" y="2046879"/>
              <a:ext cx="2625162" cy="253261"/>
            </a:xfrm>
            <a:custGeom>
              <a:avLst/>
              <a:gdLst>
                <a:gd name="connsiteX0" fmla="*/ 2154264 w 2154264"/>
                <a:gd name="connsiteY0" fmla="*/ 464949 h 464949"/>
                <a:gd name="connsiteX1" fmla="*/ 1704813 w 2154264"/>
                <a:gd name="connsiteY1" fmla="*/ 0 h 464949"/>
                <a:gd name="connsiteX2" fmla="*/ 0 w 2154264"/>
                <a:gd name="connsiteY2" fmla="*/ 0 h 46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54264" h="464949">
                  <a:moveTo>
                    <a:pt x="2154264" y="464949"/>
                  </a:moveTo>
                  <a:lnTo>
                    <a:pt x="1704813" y="0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chemeClr val="tx1">
                  <a:lumMod val="50000"/>
                  <a:lumOff val="50000"/>
                </a:schemeClr>
              </a:solidFill>
              <a:prstDash val="sysDot"/>
              <a:headEnd type="oval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783"/>
              <a:endParaRPr lang="zh-CN" altLang="en-US" sz="1400">
                <a:solidFill>
                  <a:prstClr val="white"/>
                </a:solidFill>
                <a:latin typeface="Calibri"/>
                <a:ea typeface="宋体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3228884" y="1557642"/>
              <a:ext cx="89800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783"/>
              <a:r>
                <a:rPr lang="en-US" altLang="zh-CN" sz="2800" dirty="0" smtClean="0">
                  <a:latin typeface="Calibri"/>
                  <a:ea typeface="宋体"/>
                </a:rPr>
                <a:t>6.3%</a:t>
              </a:r>
              <a:endParaRPr lang="zh-CN" altLang="en-US" sz="2800" dirty="0">
                <a:latin typeface="Calibri"/>
                <a:ea typeface="宋体"/>
              </a:endParaRPr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7494309" y="2751951"/>
              <a:ext cx="1688631" cy="511278"/>
            </a:xfrm>
            <a:custGeom>
              <a:avLst/>
              <a:gdLst>
                <a:gd name="connsiteX0" fmla="*/ 0 w 1720312"/>
                <a:gd name="connsiteY0" fmla="*/ 278970 h 278970"/>
                <a:gd name="connsiteX1" fmla="*/ 278970 w 1720312"/>
                <a:gd name="connsiteY1" fmla="*/ 0 h 278970"/>
                <a:gd name="connsiteX2" fmla="*/ 1720312 w 1720312"/>
                <a:gd name="connsiteY2" fmla="*/ 0 h 278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20312" h="278970">
                  <a:moveTo>
                    <a:pt x="0" y="278970"/>
                  </a:moveTo>
                  <a:lnTo>
                    <a:pt x="278970" y="0"/>
                  </a:lnTo>
                  <a:lnTo>
                    <a:pt x="1720312" y="0"/>
                  </a:lnTo>
                </a:path>
              </a:pathLst>
            </a:custGeom>
            <a:noFill/>
            <a:ln w="22225">
              <a:solidFill>
                <a:schemeClr val="tx1">
                  <a:lumMod val="50000"/>
                  <a:lumOff val="50000"/>
                </a:schemeClr>
              </a:solidFill>
              <a:prstDash val="sysDot"/>
              <a:headEnd type="oval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783"/>
              <a:endParaRPr lang="zh-CN" altLang="en-US" sz="1400">
                <a:solidFill>
                  <a:prstClr val="white"/>
                </a:solidFill>
                <a:latin typeface="Calibri"/>
                <a:ea typeface="宋体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8315763" y="2213284"/>
              <a:ext cx="108074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783"/>
              <a:r>
                <a:rPr lang="en-US" altLang="zh-CN" sz="2800" dirty="0" smtClean="0">
                  <a:latin typeface="Calibri"/>
                  <a:ea typeface="宋体"/>
                </a:rPr>
                <a:t>49.1%</a:t>
              </a:r>
              <a:endParaRPr lang="zh-CN" altLang="en-US" sz="2800" dirty="0">
                <a:latin typeface="Calibri"/>
                <a:ea typeface="宋体"/>
              </a:endParaRPr>
            </a:p>
          </p:txBody>
        </p:sp>
        <p:sp>
          <p:nvSpPr>
            <p:cNvPr id="26" name="任意多边形 25"/>
            <p:cNvSpPr/>
            <p:nvPr/>
          </p:nvSpPr>
          <p:spPr>
            <a:xfrm flipH="1">
              <a:off x="3228882" y="4411744"/>
              <a:ext cx="1597641" cy="394947"/>
            </a:xfrm>
            <a:custGeom>
              <a:avLst/>
              <a:gdLst>
                <a:gd name="connsiteX0" fmla="*/ 0 w 1844299"/>
                <a:gd name="connsiteY0" fmla="*/ 0 h 387457"/>
                <a:gd name="connsiteX1" fmla="*/ 402956 w 1844299"/>
                <a:gd name="connsiteY1" fmla="*/ 387457 h 387457"/>
                <a:gd name="connsiteX2" fmla="*/ 1844299 w 1844299"/>
                <a:gd name="connsiteY2" fmla="*/ 387457 h 387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44299" h="387457">
                  <a:moveTo>
                    <a:pt x="0" y="0"/>
                  </a:moveTo>
                  <a:lnTo>
                    <a:pt x="402956" y="387457"/>
                  </a:lnTo>
                  <a:lnTo>
                    <a:pt x="1844299" y="387457"/>
                  </a:lnTo>
                </a:path>
              </a:pathLst>
            </a:custGeom>
            <a:noFill/>
            <a:ln w="22225">
              <a:solidFill>
                <a:schemeClr val="tx1">
                  <a:lumMod val="50000"/>
                  <a:lumOff val="50000"/>
                </a:schemeClr>
              </a:solidFill>
              <a:prstDash val="sysDot"/>
              <a:headEnd type="oval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783"/>
              <a:endParaRPr lang="zh-CN" altLang="en-US" sz="1400">
                <a:solidFill>
                  <a:prstClr val="white"/>
                </a:solidFill>
                <a:latin typeface="Calibri"/>
                <a:ea typeface="宋体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3228884" y="4315824"/>
              <a:ext cx="108074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783"/>
              <a:r>
                <a:rPr lang="en-US" altLang="zh-CN" sz="2800" dirty="0" smtClean="0">
                  <a:latin typeface="Calibri"/>
                  <a:ea typeface="宋体"/>
                </a:rPr>
                <a:t>44.6%</a:t>
              </a:r>
              <a:endParaRPr lang="zh-CN" altLang="en-US" sz="2800" dirty="0">
                <a:latin typeface="Calibri"/>
                <a:ea typeface="宋体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2711988" y="2152606"/>
              <a:ext cx="710784" cy="4200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783"/>
              <a:r>
                <a:rPr lang="zh-CN" altLang="en-US" sz="2000" b="1" dirty="0" smtClean="0">
                  <a:latin typeface="+mn-ea"/>
                  <a:cs typeface="Arial" panose="020B0604020202020204" pitchFamily="34" charset="0"/>
                </a:rPr>
                <a:t>高中</a:t>
              </a:r>
              <a:endParaRPr lang="en-US" altLang="zh-CN" sz="2000" b="1" dirty="0"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711987" y="4839044"/>
              <a:ext cx="710784" cy="4200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783"/>
              <a:r>
                <a:rPr lang="zh-CN" altLang="en-US" sz="2000" b="1" dirty="0" smtClean="0">
                  <a:latin typeface="+mn-ea"/>
                  <a:cs typeface="Arial" panose="020B0604020202020204" pitchFamily="34" charset="0"/>
                </a:rPr>
                <a:t>初中</a:t>
              </a:r>
              <a:endParaRPr lang="en-US" altLang="zh-CN" sz="2000" b="1" dirty="0">
                <a:latin typeface="+mn-ea"/>
                <a:cs typeface="Arial" panose="020B0604020202020204" pitchFamily="34" charset="0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8783877" y="2832952"/>
              <a:ext cx="1494736" cy="4200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783"/>
              <a:r>
                <a:rPr lang="zh-CN" altLang="en-US" sz="2000" b="1" dirty="0" smtClean="0">
                  <a:latin typeface="+mn-ea"/>
                  <a:cs typeface="Arial" panose="020B0604020202020204" pitchFamily="34" charset="0"/>
                </a:rPr>
                <a:t>小学及以前</a:t>
              </a:r>
              <a:endParaRPr lang="en-US" altLang="zh-CN" sz="2000" b="1" dirty="0">
                <a:latin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8" name="文本框 37"/>
          <p:cNvSpPr txBox="1"/>
          <p:nvPr/>
        </p:nvSpPr>
        <p:spPr>
          <a:xfrm>
            <a:off x="4458878" y="1718598"/>
            <a:ext cx="3443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/>
              <a:t>00</a:t>
            </a:r>
            <a:r>
              <a:rPr lang="zh-CN" altLang="en-US" b="1" dirty="0" smtClean="0"/>
              <a:t>后第一次使用智能手机的时间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2183066" y="889051"/>
            <a:ext cx="9153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随着智能手机的普及，年轻用户接触智能手机的时间点越来越早，超过</a:t>
            </a:r>
            <a:r>
              <a:rPr lang="en-US" altLang="zh-CN" dirty="0" smtClean="0"/>
              <a:t>9</a:t>
            </a:r>
            <a:r>
              <a:rPr lang="zh-CN" altLang="en-US" dirty="0" smtClean="0"/>
              <a:t>成</a:t>
            </a:r>
            <a:r>
              <a:rPr lang="en-US" altLang="zh-CN" dirty="0" smtClean="0"/>
              <a:t>00</a:t>
            </a:r>
            <a:r>
              <a:rPr lang="zh-CN" altLang="en-US" dirty="0" smtClean="0"/>
              <a:t>后在初中及以前就开始使用智能手机，对低龄用户的争夺将越来越激烈。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0832" y="6522720"/>
            <a:ext cx="2503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注：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后用户</a:t>
            </a:r>
            <a:r>
              <a:rPr lang="en-US" altLang="zh-CN" sz="1400" dirty="0" smtClean="0"/>
              <a:t>N=2361</a:t>
            </a:r>
            <a:endParaRPr lang="zh-CN" altLang="en-US" sz="1400" dirty="0"/>
          </a:p>
        </p:txBody>
      </p:sp>
      <p:sp>
        <p:nvSpPr>
          <p:cNvPr id="18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138335" y="113522"/>
            <a:ext cx="742852" cy="653720"/>
          </a:xfrm>
        </p:spPr>
        <p:txBody>
          <a:bodyPr/>
          <a:lstStyle/>
          <a:p>
            <a:pPr algn="ctr"/>
            <a:r>
              <a:rPr lang="zh-CN" altLang="en-US" sz="2000" dirty="0" smtClean="0">
                <a:solidFill>
                  <a:schemeClr val="accent2"/>
                </a:solidFill>
              </a:rPr>
              <a:t>接触时间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9519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2183065" y="249882"/>
            <a:ext cx="9414885" cy="381000"/>
          </a:xfrm>
        </p:spPr>
        <p:txBody>
          <a:bodyPr/>
          <a:lstStyle/>
          <a:p>
            <a:r>
              <a:rPr lang="en-US" altLang="zh-CN" dirty="0" smtClean="0"/>
              <a:t>00</a:t>
            </a:r>
            <a:r>
              <a:rPr lang="zh-CN" altLang="en-US" dirty="0" smtClean="0"/>
              <a:t>后使用智能手机</a:t>
            </a:r>
            <a:r>
              <a:rPr lang="en-US" altLang="zh-CN" dirty="0" smtClean="0"/>
              <a:t>1-2</a:t>
            </a:r>
            <a:r>
              <a:rPr lang="zh-CN" altLang="en-US" dirty="0" smtClean="0"/>
              <a:t>年后更换比例较高，超过</a:t>
            </a:r>
            <a:r>
              <a:rPr lang="en-US" altLang="zh-CN" dirty="0" smtClean="0"/>
              <a:t>2</a:t>
            </a:r>
            <a:r>
              <a:rPr lang="zh-CN" altLang="en-US" dirty="0" smtClean="0"/>
              <a:t>成目前尚未更换过</a:t>
            </a:r>
            <a:endParaRPr lang="zh-CN" altLang="en-US" dirty="0"/>
          </a:p>
        </p:txBody>
      </p:sp>
      <p:graphicFrame>
        <p:nvGraphicFramePr>
          <p:cNvPr id="5" name="图表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1534402"/>
              </p:ext>
            </p:extLst>
          </p:nvPr>
        </p:nvGraphicFramePr>
        <p:xfrm>
          <a:off x="1608031" y="2564091"/>
          <a:ext cx="8931136" cy="30935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958501" y="1718598"/>
            <a:ext cx="2780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/>
              <a:t>00</a:t>
            </a:r>
            <a:r>
              <a:rPr lang="zh-CN" altLang="en-US" b="1" dirty="0" smtClean="0"/>
              <a:t>后更换智能手机的频率</a:t>
            </a:r>
            <a:endParaRPr lang="zh-CN" altLang="en-US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2183066" y="889051"/>
            <a:ext cx="9153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00</a:t>
            </a:r>
            <a:r>
              <a:rPr lang="zh-CN" altLang="en-US" dirty="0" smtClean="0"/>
              <a:t>后用户在</a:t>
            </a:r>
            <a:r>
              <a:rPr lang="en-US" altLang="zh-CN" dirty="0" smtClean="0"/>
              <a:t>1-2</a:t>
            </a:r>
            <a:r>
              <a:rPr lang="zh-CN" altLang="en-US" dirty="0" smtClean="0"/>
              <a:t>年内换机比例较高，但由于</a:t>
            </a:r>
            <a:r>
              <a:rPr lang="en-US" altLang="zh-CN" dirty="0" smtClean="0"/>
              <a:t>00</a:t>
            </a:r>
            <a:r>
              <a:rPr lang="zh-CN" altLang="en-US" dirty="0" smtClean="0"/>
              <a:t>后年龄较低，使用智能手机时间并不长，因此当前尚未换机用户也较多，但未来换机是必然。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0832" y="6522720"/>
            <a:ext cx="5109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注：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后用户</a:t>
            </a:r>
            <a:r>
              <a:rPr lang="en-US" altLang="zh-CN" sz="1400" dirty="0" smtClean="0"/>
              <a:t>N=2361</a:t>
            </a:r>
            <a:endParaRPr lang="zh-CN" altLang="en-US" sz="1400" dirty="0"/>
          </a:p>
        </p:txBody>
      </p:sp>
      <p:sp>
        <p:nvSpPr>
          <p:cNvPr id="10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138335" y="113522"/>
            <a:ext cx="742852" cy="653720"/>
          </a:xfrm>
        </p:spPr>
        <p:txBody>
          <a:bodyPr/>
          <a:lstStyle/>
          <a:p>
            <a:pPr algn="ctr"/>
            <a:r>
              <a:rPr lang="zh-CN" altLang="en-US" sz="2000" dirty="0" smtClean="0">
                <a:solidFill>
                  <a:schemeClr val="accent2"/>
                </a:solidFill>
              </a:rPr>
              <a:t>换机频率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9585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2183065" y="249882"/>
            <a:ext cx="9480199" cy="381000"/>
          </a:xfrm>
        </p:spPr>
        <p:txBody>
          <a:bodyPr/>
          <a:lstStyle/>
          <a:p>
            <a:r>
              <a:rPr lang="en-US" altLang="zh-CN" dirty="0" smtClean="0"/>
              <a:t>00</a:t>
            </a:r>
            <a:r>
              <a:rPr lang="zh-CN" altLang="en-US" dirty="0" smtClean="0"/>
              <a:t>后使用小米手机最多，联想和酷派相对</a:t>
            </a:r>
            <a:r>
              <a:rPr lang="en-US" altLang="zh-CN" dirty="0" smtClean="0"/>
              <a:t>00</a:t>
            </a:r>
            <a:r>
              <a:rPr lang="zh-CN" altLang="en-US" dirty="0" smtClean="0"/>
              <a:t>前用户使用比例也较高</a:t>
            </a:r>
            <a:endParaRPr lang="zh-CN" altLang="en-US" dirty="0"/>
          </a:p>
        </p:txBody>
      </p:sp>
      <p:graphicFrame>
        <p:nvGraphicFramePr>
          <p:cNvPr id="5" name="图表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5598594"/>
              </p:ext>
            </p:extLst>
          </p:nvPr>
        </p:nvGraphicFramePr>
        <p:xfrm>
          <a:off x="509046" y="2113176"/>
          <a:ext cx="11073367" cy="3836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958501" y="1718598"/>
            <a:ext cx="2300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使用的智能手机品牌</a:t>
            </a:r>
            <a:endParaRPr lang="zh-CN" altLang="en-US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2183066" y="889051"/>
            <a:ext cx="9153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由于价格优势，</a:t>
            </a:r>
            <a:r>
              <a:rPr lang="zh-CN" altLang="en-US" dirty="0" smtClean="0"/>
              <a:t>联想和酷派在</a:t>
            </a:r>
            <a:r>
              <a:rPr lang="en-US" altLang="zh-CN" dirty="0" smtClean="0"/>
              <a:t>00</a:t>
            </a:r>
            <a:r>
              <a:rPr lang="zh-CN" altLang="en-US" dirty="0" smtClean="0"/>
              <a:t>后群体中渗透率相对更高，此外“其他”品牌整体使用比例</a:t>
            </a:r>
            <a:r>
              <a:rPr lang="en-US" altLang="zh-CN" dirty="0" smtClean="0"/>
              <a:t>00</a:t>
            </a:r>
            <a:r>
              <a:rPr lang="zh-CN" altLang="en-US" dirty="0" smtClean="0"/>
              <a:t>后也相对更多。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0832" y="6522720"/>
            <a:ext cx="5109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注：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后用户</a:t>
            </a:r>
            <a:r>
              <a:rPr lang="en-US" altLang="zh-CN" sz="1400" dirty="0" smtClean="0"/>
              <a:t>N=2361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前用户</a:t>
            </a:r>
            <a:r>
              <a:rPr lang="en-US" altLang="zh-CN" sz="1400" dirty="0" smtClean="0"/>
              <a:t>N=3458</a:t>
            </a:r>
            <a:endParaRPr lang="zh-CN" altLang="en-US" sz="1400" dirty="0"/>
          </a:p>
        </p:txBody>
      </p:sp>
      <p:sp>
        <p:nvSpPr>
          <p:cNvPr id="10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138335" y="113522"/>
            <a:ext cx="742852" cy="653720"/>
          </a:xfrm>
        </p:spPr>
        <p:txBody>
          <a:bodyPr/>
          <a:lstStyle/>
          <a:p>
            <a:pPr algn="ctr"/>
            <a:r>
              <a:rPr lang="zh-CN" altLang="en-US" sz="2000" dirty="0" smtClean="0">
                <a:solidFill>
                  <a:schemeClr val="accent2"/>
                </a:solidFill>
              </a:rPr>
              <a:t>手机品牌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0514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2183065" y="249882"/>
            <a:ext cx="8715089" cy="381000"/>
          </a:xfrm>
        </p:spPr>
        <p:txBody>
          <a:bodyPr/>
          <a:lstStyle/>
          <a:p>
            <a:r>
              <a:rPr lang="zh-CN" altLang="en-US" dirty="0" smtClean="0"/>
              <a:t>外观、系统、价格是</a:t>
            </a:r>
            <a:r>
              <a:rPr lang="en-US" altLang="zh-CN" dirty="0" smtClean="0"/>
              <a:t>00</a:t>
            </a:r>
            <a:r>
              <a:rPr lang="zh-CN" altLang="en-US" dirty="0" smtClean="0"/>
              <a:t>后选购智能手机时最为关注的三大因素</a:t>
            </a:r>
            <a:endParaRPr lang="zh-CN" altLang="en-US" dirty="0"/>
          </a:p>
        </p:txBody>
      </p:sp>
      <p:graphicFrame>
        <p:nvGraphicFramePr>
          <p:cNvPr id="5" name="图表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4202093"/>
              </p:ext>
            </p:extLst>
          </p:nvPr>
        </p:nvGraphicFramePr>
        <p:xfrm>
          <a:off x="358218" y="2103169"/>
          <a:ext cx="11594969" cy="38525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901940" y="1724411"/>
            <a:ext cx="2545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选购智能手机关注因素</a:t>
            </a:r>
            <a:endParaRPr lang="zh-CN" altLang="en-US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2183066" y="889051"/>
            <a:ext cx="9153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除外观、系统和价格外，</a:t>
            </a:r>
            <a:r>
              <a:rPr lang="en-US" altLang="zh-CN" dirty="0" smtClean="0"/>
              <a:t>00</a:t>
            </a:r>
            <a:r>
              <a:rPr lang="zh-CN" altLang="en-US" dirty="0" smtClean="0"/>
              <a:t>后用户对特色功能的关注程度更高，而对品牌的关注相对较弱，“有特色”对</a:t>
            </a:r>
            <a:r>
              <a:rPr lang="en-US" altLang="zh-CN" dirty="0" smtClean="0"/>
              <a:t>00</a:t>
            </a:r>
            <a:r>
              <a:rPr lang="zh-CN" altLang="en-US" dirty="0" smtClean="0"/>
              <a:t>后年轻用户的吸引力不容小觑。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0832" y="6522720"/>
            <a:ext cx="5109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注：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后用户</a:t>
            </a:r>
            <a:r>
              <a:rPr lang="en-US" altLang="zh-CN" sz="1400" dirty="0" smtClean="0"/>
              <a:t>N=2361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前用户</a:t>
            </a:r>
            <a:r>
              <a:rPr lang="en-US" altLang="zh-CN" sz="1400" dirty="0" smtClean="0"/>
              <a:t>N=3458</a:t>
            </a:r>
            <a:endParaRPr lang="zh-CN" altLang="en-US" sz="1400" dirty="0"/>
          </a:p>
        </p:txBody>
      </p:sp>
      <p:sp>
        <p:nvSpPr>
          <p:cNvPr id="10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138335" y="113522"/>
            <a:ext cx="742852" cy="653720"/>
          </a:xfrm>
        </p:spPr>
        <p:txBody>
          <a:bodyPr/>
          <a:lstStyle/>
          <a:p>
            <a:pPr algn="ctr"/>
            <a:r>
              <a:rPr lang="zh-CN" altLang="en-US" sz="2000" dirty="0" smtClean="0">
                <a:solidFill>
                  <a:schemeClr val="accent2"/>
                </a:solidFill>
              </a:rPr>
              <a:t>选购因素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54184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2183065" y="249882"/>
            <a:ext cx="9508191" cy="381000"/>
          </a:xfrm>
        </p:spPr>
        <p:txBody>
          <a:bodyPr/>
          <a:lstStyle/>
          <a:p>
            <a:r>
              <a:rPr lang="en-US" altLang="zh-CN" dirty="0" smtClean="0"/>
              <a:t>00</a:t>
            </a:r>
            <a:r>
              <a:rPr lang="zh-CN" altLang="en-US" dirty="0" smtClean="0"/>
              <a:t>后男生更关注系统与品牌，女生更关注外观、屏幕与拍照</a:t>
            </a:r>
            <a:endParaRPr lang="zh-CN" altLang="en-US" dirty="0"/>
          </a:p>
        </p:txBody>
      </p:sp>
      <p:sp>
        <p:nvSpPr>
          <p:cNvPr id="72" name="椭圆 13"/>
          <p:cNvSpPr/>
          <p:nvPr/>
        </p:nvSpPr>
        <p:spPr bwMode="auto">
          <a:xfrm>
            <a:off x="6643183" y="3075782"/>
            <a:ext cx="960295" cy="1955968"/>
          </a:xfrm>
          <a:custGeom>
            <a:avLst/>
            <a:gdLst/>
            <a:ahLst/>
            <a:cxnLst/>
            <a:rect l="l" t="t" r="r" b="b"/>
            <a:pathLst>
              <a:path w="1310605" h="2668589">
                <a:moveTo>
                  <a:pt x="386613" y="420688"/>
                </a:moveTo>
                <a:lnTo>
                  <a:pt x="401429" y="420688"/>
                </a:lnTo>
                <a:lnTo>
                  <a:pt x="404605" y="420688"/>
                </a:lnTo>
                <a:lnTo>
                  <a:pt x="431592" y="420688"/>
                </a:lnTo>
                <a:lnTo>
                  <a:pt x="663367" y="420688"/>
                </a:lnTo>
                <a:lnTo>
                  <a:pt x="663367" y="422275"/>
                </a:lnTo>
                <a:lnTo>
                  <a:pt x="879267" y="422275"/>
                </a:lnTo>
                <a:lnTo>
                  <a:pt x="906255" y="422275"/>
                </a:lnTo>
                <a:lnTo>
                  <a:pt x="909430" y="422275"/>
                </a:lnTo>
                <a:lnTo>
                  <a:pt x="924246" y="422275"/>
                </a:lnTo>
                <a:lnTo>
                  <a:pt x="926987" y="425016"/>
                </a:lnTo>
                <a:cubicBezTo>
                  <a:pt x="986397" y="429942"/>
                  <a:pt x="1035769" y="469628"/>
                  <a:pt x="1054768" y="524387"/>
                </a:cubicBezTo>
                <a:cubicBezTo>
                  <a:pt x="1061164" y="530768"/>
                  <a:pt x="1065349" y="538890"/>
                  <a:pt x="1068360" y="547744"/>
                </a:cubicBezTo>
                <a:lnTo>
                  <a:pt x="1305508" y="1245125"/>
                </a:lnTo>
                <a:cubicBezTo>
                  <a:pt x="1322444" y="1294929"/>
                  <a:pt x="1295799" y="1349033"/>
                  <a:pt x="1245995" y="1365969"/>
                </a:cubicBezTo>
                <a:cubicBezTo>
                  <a:pt x="1196191" y="1382906"/>
                  <a:pt x="1142087" y="1356261"/>
                  <a:pt x="1125150" y="1306456"/>
                </a:cubicBezTo>
                <a:lnTo>
                  <a:pt x="926510" y="722313"/>
                </a:lnTo>
                <a:lnTo>
                  <a:pt x="906255" y="722313"/>
                </a:lnTo>
                <a:lnTo>
                  <a:pt x="906255" y="759507"/>
                </a:lnTo>
                <a:lnTo>
                  <a:pt x="1220580" y="1784350"/>
                </a:lnTo>
                <a:lnTo>
                  <a:pt x="906255" y="1784350"/>
                </a:lnTo>
                <a:lnTo>
                  <a:pt x="899905" y="1784350"/>
                </a:lnTo>
                <a:cubicBezTo>
                  <a:pt x="899905" y="2046553"/>
                  <a:pt x="899905" y="2308755"/>
                  <a:pt x="899905" y="2570957"/>
                </a:cubicBezTo>
                <a:cubicBezTo>
                  <a:pt x="899905" y="2624878"/>
                  <a:pt x="856194" y="2668589"/>
                  <a:pt x="802273" y="2668589"/>
                </a:cubicBezTo>
                <a:lnTo>
                  <a:pt x="802274" y="2668588"/>
                </a:lnTo>
                <a:cubicBezTo>
                  <a:pt x="748353" y="2668588"/>
                  <a:pt x="704642" y="2624877"/>
                  <a:pt x="704642" y="2570956"/>
                </a:cubicBezTo>
                <a:lnTo>
                  <a:pt x="704642" y="1784350"/>
                </a:lnTo>
                <a:lnTo>
                  <a:pt x="663367" y="1784350"/>
                </a:lnTo>
                <a:lnTo>
                  <a:pt x="655430" y="1784350"/>
                </a:lnTo>
                <a:lnTo>
                  <a:pt x="604630" y="1784350"/>
                </a:lnTo>
                <a:lnTo>
                  <a:pt x="604630" y="2571750"/>
                </a:lnTo>
                <a:cubicBezTo>
                  <a:pt x="604630" y="2625232"/>
                  <a:pt x="561274" y="2668588"/>
                  <a:pt x="507792" y="2668588"/>
                </a:cubicBezTo>
                <a:lnTo>
                  <a:pt x="507793" y="2668589"/>
                </a:lnTo>
                <a:cubicBezTo>
                  <a:pt x="454311" y="2668589"/>
                  <a:pt x="410955" y="2625233"/>
                  <a:pt x="410955" y="2571751"/>
                </a:cubicBezTo>
                <a:cubicBezTo>
                  <a:pt x="410955" y="2309284"/>
                  <a:pt x="410955" y="2046817"/>
                  <a:pt x="410955" y="1784350"/>
                </a:cubicBezTo>
                <a:lnTo>
                  <a:pt x="404605" y="1784350"/>
                </a:lnTo>
                <a:lnTo>
                  <a:pt x="90280" y="1784350"/>
                </a:lnTo>
                <a:lnTo>
                  <a:pt x="404605" y="758041"/>
                </a:lnTo>
                <a:lnTo>
                  <a:pt x="404605" y="720725"/>
                </a:lnTo>
                <a:lnTo>
                  <a:pt x="384620" y="720725"/>
                </a:lnTo>
                <a:lnTo>
                  <a:pt x="185454" y="1306414"/>
                </a:lnTo>
                <a:cubicBezTo>
                  <a:pt x="168518" y="1356218"/>
                  <a:pt x="114414" y="1382863"/>
                  <a:pt x="64610" y="1365927"/>
                </a:cubicBezTo>
                <a:cubicBezTo>
                  <a:pt x="14806" y="1348991"/>
                  <a:pt x="-11839" y="1294887"/>
                  <a:pt x="5097" y="1245083"/>
                </a:cubicBezTo>
                <a:lnTo>
                  <a:pt x="242756" y="546199"/>
                </a:lnTo>
                <a:lnTo>
                  <a:pt x="255889" y="523630"/>
                </a:lnTo>
                <a:cubicBezTo>
                  <a:pt x="274608" y="468440"/>
                  <a:pt x="324161" y="428396"/>
                  <a:pt x="383857" y="423444"/>
                </a:cubicBezTo>
                <a:close/>
                <a:moveTo>
                  <a:pt x="664161" y="0"/>
                </a:moveTo>
                <a:cubicBezTo>
                  <a:pt x="779454" y="0"/>
                  <a:pt x="872917" y="93819"/>
                  <a:pt x="872917" y="209550"/>
                </a:cubicBezTo>
                <a:cubicBezTo>
                  <a:pt x="872917" y="325281"/>
                  <a:pt x="779454" y="419100"/>
                  <a:pt x="664161" y="419100"/>
                </a:cubicBezTo>
                <a:cubicBezTo>
                  <a:pt x="548868" y="419100"/>
                  <a:pt x="455405" y="325281"/>
                  <a:pt x="455405" y="209550"/>
                </a:cubicBezTo>
                <a:cubicBezTo>
                  <a:pt x="455405" y="93819"/>
                  <a:pt x="548868" y="0"/>
                  <a:pt x="664161" y="0"/>
                </a:cubicBezTo>
                <a:close/>
              </a:path>
            </a:pathLst>
          </a:custGeom>
          <a:solidFill>
            <a:srgbClr val="FF66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73" name="Freeform 9"/>
          <p:cNvSpPr>
            <a:spLocks/>
          </p:cNvSpPr>
          <p:nvPr/>
        </p:nvSpPr>
        <p:spPr bwMode="gray">
          <a:xfrm>
            <a:off x="4614590" y="3075782"/>
            <a:ext cx="859211" cy="1981239"/>
          </a:xfrm>
          <a:custGeom>
            <a:avLst/>
            <a:gdLst/>
            <a:ahLst/>
            <a:cxnLst/>
            <a:rect l="l" t="t" r="r" b="b"/>
            <a:pathLst>
              <a:path w="1168400" h="2703513">
                <a:moveTo>
                  <a:pt x="582619" y="0"/>
                </a:moveTo>
                <a:lnTo>
                  <a:pt x="626736" y="4665"/>
                </a:lnTo>
                <a:lnTo>
                  <a:pt x="666126" y="18659"/>
                </a:lnTo>
                <a:lnTo>
                  <a:pt x="702365" y="38872"/>
                </a:lnTo>
                <a:lnTo>
                  <a:pt x="732301" y="65305"/>
                </a:lnTo>
                <a:lnTo>
                  <a:pt x="759087" y="99512"/>
                </a:lnTo>
                <a:lnTo>
                  <a:pt x="777994" y="136829"/>
                </a:lnTo>
                <a:lnTo>
                  <a:pt x="790599" y="180366"/>
                </a:lnTo>
                <a:lnTo>
                  <a:pt x="793750" y="227012"/>
                </a:lnTo>
                <a:lnTo>
                  <a:pt x="790599" y="272104"/>
                </a:lnTo>
                <a:lnTo>
                  <a:pt x="777994" y="315641"/>
                </a:lnTo>
                <a:lnTo>
                  <a:pt x="759087" y="352958"/>
                </a:lnTo>
                <a:lnTo>
                  <a:pt x="732301" y="387165"/>
                </a:lnTo>
                <a:lnTo>
                  <a:pt x="702365" y="415153"/>
                </a:lnTo>
                <a:lnTo>
                  <a:pt x="666126" y="436921"/>
                </a:lnTo>
                <a:lnTo>
                  <a:pt x="637098" y="446088"/>
                </a:lnTo>
                <a:lnTo>
                  <a:pt x="988960" y="446088"/>
                </a:lnTo>
                <a:lnTo>
                  <a:pt x="1031781" y="454216"/>
                </a:lnTo>
                <a:lnTo>
                  <a:pt x="1076641" y="474534"/>
                </a:lnTo>
                <a:lnTo>
                  <a:pt x="1113345" y="502981"/>
                </a:lnTo>
                <a:lnTo>
                  <a:pt x="1143931" y="541587"/>
                </a:lnTo>
                <a:lnTo>
                  <a:pt x="1166361" y="584256"/>
                </a:lnTo>
                <a:lnTo>
                  <a:pt x="1168400" y="606607"/>
                </a:lnTo>
                <a:lnTo>
                  <a:pt x="1168400" y="1478286"/>
                </a:lnTo>
                <a:lnTo>
                  <a:pt x="1168400" y="1482350"/>
                </a:lnTo>
                <a:lnTo>
                  <a:pt x="1162283" y="1496573"/>
                </a:lnTo>
                <a:lnTo>
                  <a:pt x="1148009" y="1516892"/>
                </a:lnTo>
                <a:lnTo>
                  <a:pt x="1135775" y="1537211"/>
                </a:lnTo>
                <a:lnTo>
                  <a:pt x="1117423" y="1553466"/>
                </a:lnTo>
                <a:lnTo>
                  <a:pt x="1092954" y="1565657"/>
                </a:lnTo>
                <a:lnTo>
                  <a:pt x="1060328" y="1571753"/>
                </a:lnTo>
                <a:lnTo>
                  <a:pt x="1029742" y="1565657"/>
                </a:lnTo>
                <a:lnTo>
                  <a:pt x="1005273" y="1553466"/>
                </a:lnTo>
                <a:lnTo>
                  <a:pt x="984882" y="1537211"/>
                </a:lnTo>
                <a:lnTo>
                  <a:pt x="972647" y="1516892"/>
                </a:lnTo>
                <a:lnTo>
                  <a:pt x="962452" y="1496573"/>
                </a:lnTo>
                <a:lnTo>
                  <a:pt x="956334" y="1480318"/>
                </a:lnTo>
                <a:lnTo>
                  <a:pt x="954295" y="1468127"/>
                </a:lnTo>
                <a:lnTo>
                  <a:pt x="950217" y="1462031"/>
                </a:lnTo>
                <a:lnTo>
                  <a:pt x="950217" y="783381"/>
                </a:lnTo>
                <a:lnTo>
                  <a:pt x="897201" y="783381"/>
                </a:lnTo>
                <a:lnTo>
                  <a:pt x="893123" y="2614110"/>
                </a:lnTo>
                <a:lnTo>
                  <a:pt x="893123" y="2616142"/>
                </a:lnTo>
                <a:lnTo>
                  <a:pt x="891084" y="2626302"/>
                </a:lnTo>
                <a:lnTo>
                  <a:pt x="884966" y="2640525"/>
                </a:lnTo>
                <a:lnTo>
                  <a:pt x="874771" y="2658812"/>
                </a:lnTo>
                <a:lnTo>
                  <a:pt x="856419" y="2673035"/>
                </a:lnTo>
                <a:lnTo>
                  <a:pt x="831950" y="2687258"/>
                </a:lnTo>
                <a:lnTo>
                  <a:pt x="799324" y="2697418"/>
                </a:lnTo>
                <a:lnTo>
                  <a:pt x="758543" y="2703513"/>
                </a:lnTo>
                <a:lnTo>
                  <a:pt x="715722" y="2697418"/>
                </a:lnTo>
                <a:lnTo>
                  <a:pt x="683096" y="2687258"/>
                </a:lnTo>
                <a:lnTo>
                  <a:pt x="658627" y="2673035"/>
                </a:lnTo>
                <a:lnTo>
                  <a:pt x="642314" y="2656780"/>
                </a:lnTo>
                <a:lnTo>
                  <a:pt x="632119" y="2638493"/>
                </a:lnTo>
                <a:lnTo>
                  <a:pt x="623962" y="2626302"/>
                </a:lnTo>
                <a:lnTo>
                  <a:pt x="621923" y="2614110"/>
                </a:lnTo>
                <a:lnTo>
                  <a:pt x="621923" y="2612078"/>
                </a:lnTo>
                <a:lnTo>
                  <a:pt x="621923" y="2553154"/>
                </a:lnTo>
                <a:lnTo>
                  <a:pt x="621923" y="2486101"/>
                </a:lnTo>
                <a:lnTo>
                  <a:pt x="621923" y="2408890"/>
                </a:lnTo>
                <a:lnTo>
                  <a:pt x="621923" y="2327614"/>
                </a:lnTo>
                <a:lnTo>
                  <a:pt x="621923" y="2238211"/>
                </a:lnTo>
                <a:lnTo>
                  <a:pt x="619884" y="2148808"/>
                </a:lnTo>
                <a:lnTo>
                  <a:pt x="619884" y="2057374"/>
                </a:lnTo>
                <a:lnTo>
                  <a:pt x="619884" y="1970002"/>
                </a:lnTo>
                <a:lnTo>
                  <a:pt x="619884" y="1880600"/>
                </a:lnTo>
                <a:lnTo>
                  <a:pt x="619884" y="1795260"/>
                </a:lnTo>
                <a:lnTo>
                  <a:pt x="619884" y="1718049"/>
                </a:lnTo>
                <a:lnTo>
                  <a:pt x="619884" y="1644901"/>
                </a:lnTo>
                <a:lnTo>
                  <a:pt x="615806" y="1583944"/>
                </a:lnTo>
                <a:lnTo>
                  <a:pt x="615806" y="1531115"/>
                </a:lnTo>
                <a:lnTo>
                  <a:pt x="615806" y="1492509"/>
                </a:lnTo>
                <a:lnTo>
                  <a:pt x="615806" y="1468127"/>
                </a:lnTo>
                <a:lnTo>
                  <a:pt x="615806" y="1459999"/>
                </a:lnTo>
                <a:lnTo>
                  <a:pt x="568907" y="1459999"/>
                </a:lnTo>
                <a:lnTo>
                  <a:pt x="568907" y="2612078"/>
                </a:lnTo>
                <a:lnTo>
                  <a:pt x="566868" y="2616142"/>
                </a:lnTo>
                <a:lnTo>
                  <a:pt x="562790" y="2626302"/>
                </a:lnTo>
                <a:lnTo>
                  <a:pt x="554633" y="2640525"/>
                </a:lnTo>
                <a:lnTo>
                  <a:pt x="540360" y="2658812"/>
                </a:lnTo>
                <a:lnTo>
                  <a:pt x="519969" y="2675067"/>
                </a:lnTo>
                <a:lnTo>
                  <a:pt x="495500" y="2691322"/>
                </a:lnTo>
                <a:lnTo>
                  <a:pt x="462874" y="2701481"/>
                </a:lnTo>
                <a:lnTo>
                  <a:pt x="442483" y="2703513"/>
                </a:lnTo>
                <a:lnTo>
                  <a:pt x="405779" y="2703513"/>
                </a:lnTo>
                <a:lnTo>
                  <a:pt x="385389" y="2701481"/>
                </a:lnTo>
                <a:lnTo>
                  <a:pt x="354802" y="2691322"/>
                </a:lnTo>
                <a:lnTo>
                  <a:pt x="330333" y="2675067"/>
                </a:lnTo>
                <a:lnTo>
                  <a:pt x="307903" y="2658812"/>
                </a:lnTo>
                <a:lnTo>
                  <a:pt x="291590" y="2640525"/>
                </a:lnTo>
                <a:lnTo>
                  <a:pt x="281395" y="2626302"/>
                </a:lnTo>
                <a:lnTo>
                  <a:pt x="277317" y="2616142"/>
                </a:lnTo>
                <a:lnTo>
                  <a:pt x="275278" y="2612078"/>
                </a:lnTo>
                <a:lnTo>
                  <a:pt x="273238" y="785413"/>
                </a:lnTo>
                <a:lnTo>
                  <a:pt x="220222" y="783381"/>
                </a:lnTo>
                <a:lnTo>
                  <a:pt x="220222" y="1462031"/>
                </a:lnTo>
                <a:lnTo>
                  <a:pt x="220222" y="1468127"/>
                </a:lnTo>
                <a:lnTo>
                  <a:pt x="218183" y="1478286"/>
                </a:lnTo>
                <a:lnTo>
                  <a:pt x="216144" y="1494541"/>
                </a:lnTo>
                <a:lnTo>
                  <a:pt x="210027" y="1512828"/>
                </a:lnTo>
                <a:lnTo>
                  <a:pt x="203909" y="1531115"/>
                </a:lnTo>
                <a:lnTo>
                  <a:pt x="187597" y="1549402"/>
                </a:lnTo>
                <a:lnTo>
                  <a:pt x="171284" y="1565657"/>
                </a:lnTo>
                <a:lnTo>
                  <a:pt x="146815" y="1575817"/>
                </a:lnTo>
                <a:lnTo>
                  <a:pt x="114189" y="1577849"/>
                </a:lnTo>
                <a:lnTo>
                  <a:pt x="79525" y="1575817"/>
                </a:lnTo>
                <a:lnTo>
                  <a:pt x="53016" y="1563625"/>
                </a:lnTo>
                <a:lnTo>
                  <a:pt x="32625" y="1549402"/>
                </a:lnTo>
                <a:lnTo>
                  <a:pt x="18352" y="1529083"/>
                </a:lnTo>
                <a:lnTo>
                  <a:pt x="8156" y="1512828"/>
                </a:lnTo>
                <a:lnTo>
                  <a:pt x="2039" y="1494541"/>
                </a:lnTo>
                <a:lnTo>
                  <a:pt x="0" y="1484382"/>
                </a:lnTo>
                <a:lnTo>
                  <a:pt x="0" y="1480318"/>
                </a:lnTo>
                <a:lnTo>
                  <a:pt x="0" y="647245"/>
                </a:lnTo>
                <a:lnTo>
                  <a:pt x="8156" y="598480"/>
                </a:lnTo>
                <a:lnTo>
                  <a:pt x="30586" y="553778"/>
                </a:lnTo>
                <a:lnTo>
                  <a:pt x="61173" y="511108"/>
                </a:lnTo>
                <a:lnTo>
                  <a:pt x="101955" y="478598"/>
                </a:lnTo>
                <a:lnTo>
                  <a:pt x="146815" y="456247"/>
                </a:lnTo>
                <a:lnTo>
                  <a:pt x="191675" y="446088"/>
                </a:lnTo>
                <a:lnTo>
                  <a:pt x="530920" y="446088"/>
                </a:lnTo>
                <a:lnTo>
                  <a:pt x="491234" y="430702"/>
                </a:lnTo>
                <a:lnTo>
                  <a:pt x="453419" y="404269"/>
                </a:lnTo>
                <a:lnTo>
                  <a:pt x="418756" y="368507"/>
                </a:lnTo>
                <a:lnTo>
                  <a:pt x="393546" y="326525"/>
                </a:lnTo>
                <a:lnTo>
                  <a:pt x="379365" y="276769"/>
                </a:lnTo>
                <a:lnTo>
                  <a:pt x="373063" y="227012"/>
                </a:lnTo>
                <a:lnTo>
                  <a:pt x="379365" y="175701"/>
                </a:lnTo>
                <a:lnTo>
                  <a:pt x="393546" y="125945"/>
                </a:lnTo>
                <a:lnTo>
                  <a:pt x="418756" y="83963"/>
                </a:lnTo>
                <a:lnTo>
                  <a:pt x="453419" y="49756"/>
                </a:lnTo>
                <a:lnTo>
                  <a:pt x="491234" y="21768"/>
                </a:lnTo>
                <a:lnTo>
                  <a:pt x="535351" y="4665"/>
                </a:lnTo>
                <a:close/>
              </a:path>
            </a:pathLst>
          </a:cu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6674330" y="2447908"/>
            <a:ext cx="185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</a:rPr>
              <a:t>女生更关注：</a:t>
            </a:r>
            <a:endParaRPr lang="zh-CN" altLang="en-US" b="1" dirty="0">
              <a:solidFill>
                <a:prstClr val="white">
                  <a:lumMod val="50000"/>
                </a:prstClr>
              </a:solidFill>
              <a:latin typeface="微软雅黑" panose="020B0503020204020204" pitchFamily="34" charset="-122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3971471" y="2447908"/>
            <a:ext cx="185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</a:rPr>
              <a:t>男生更关注：</a:t>
            </a:r>
            <a:endParaRPr lang="zh-CN" altLang="en-US" b="1" dirty="0">
              <a:solidFill>
                <a:prstClr val="white">
                  <a:lumMod val="50000"/>
                </a:prstClr>
              </a:solidFill>
              <a:latin typeface="微软雅黑" panose="020B0503020204020204" pitchFamily="34" charset="-122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4550608" y="1721382"/>
            <a:ext cx="300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smtClean="0"/>
              <a:t>00</a:t>
            </a:r>
            <a:r>
              <a:rPr lang="zh-CN" altLang="en-US" b="1" dirty="0" smtClean="0"/>
              <a:t>后选购智能手机关注因素</a:t>
            </a:r>
            <a:endParaRPr lang="zh-CN" altLang="en-US" b="1" dirty="0"/>
          </a:p>
        </p:txBody>
      </p:sp>
      <p:graphicFrame>
        <p:nvGraphicFramePr>
          <p:cNvPr id="95" name="图表 9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9213948"/>
              </p:ext>
            </p:extLst>
          </p:nvPr>
        </p:nvGraphicFramePr>
        <p:xfrm>
          <a:off x="7744629" y="3003928"/>
          <a:ext cx="3107094" cy="2214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7" name="图表 9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2923713"/>
              </p:ext>
            </p:extLst>
          </p:nvPr>
        </p:nvGraphicFramePr>
        <p:xfrm>
          <a:off x="1430428" y="3003928"/>
          <a:ext cx="3107094" cy="2214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2183066" y="889051"/>
            <a:ext cx="9153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00</a:t>
            </a:r>
            <a:r>
              <a:rPr lang="zh-CN" altLang="en-US" dirty="0" smtClean="0"/>
              <a:t>后群体中，男生更关注与操作方式密切相关的系统、以及是否是知名品牌。女生更注重视觉效果，如智能手机本身的外观、拍照的效果与显示。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10832" y="6522720"/>
            <a:ext cx="5109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注：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后男生用户</a:t>
            </a:r>
            <a:r>
              <a:rPr lang="en-US" altLang="zh-CN" sz="1400" dirty="0" smtClean="0"/>
              <a:t>N=1147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后女生用户</a:t>
            </a:r>
            <a:r>
              <a:rPr lang="en-US" altLang="zh-CN" sz="1400" dirty="0" smtClean="0"/>
              <a:t>N=1133</a:t>
            </a:r>
            <a:endParaRPr lang="zh-CN" altLang="en-US" sz="1400" dirty="0"/>
          </a:p>
        </p:txBody>
      </p:sp>
      <p:sp>
        <p:nvSpPr>
          <p:cNvPr id="1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138335" y="113522"/>
            <a:ext cx="742852" cy="653720"/>
          </a:xfrm>
        </p:spPr>
        <p:txBody>
          <a:bodyPr/>
          <a:lstStyle/>
          <a:p>
            <a:pPr algn="ctr"/>
            <a:r>
              <a:rPr lang="zh-CN" altLang="en-US" sz="2000" dirty="0" smtClean="0">
                <a:solidFill>
                  <a:schemeClr val="accent2"/>
                </a:solidFill>
              </a:rPr>
              <a:t>选购因素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43448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2183066" y="249882"/>
            <a:ext cx="8631114" cy="381000"/>
          </a:xfrm>
        </p:spPr>
        <p:txBody>
          <a:bodyPr/>
          <a:lstStyle/>
          <a:p>
            <a:r>
              <a:rPr lang="en-US" altLang="zh-CN" dirty="0" smtClean="0"/>
              <a:t>00</a:t>
            </a:r>
            <a:r>
              <a:rPr lang="zh-CN" altLang="en-US" dirty="0" smtClean="0"/>
              <a:t>后由于可支配金钱有限，选择千元及以下智能手机更多</a:t>
            </a:r>
            <a:endParaRPr lang="zh-CN" altLang="en-US" dirty="0"/>
          </a:p>
        </p:txBody>
      </p:sp>
      <p:graphicFrame>
        <p:nvGraphicFramePr>
          <p:cNvPr id="5" name="图表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7241826"/>
              </p:ext>
            </p:extLst>
          </p:nvPr>
        </p:nvGraphicFramePr>
        <p:xfrm>
          <a:off x="3337648" y="1704059"/>
          <a:ext cx="6343679" cy="4779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081049" y="1724411"/>
            <a:ext cx="214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智能手机购买金额</a:t>
            </a:r>
            <a:endParaRPr lang="zh-CN" altLang="en-US" b="1" dirty="0"/>
          </a:p>
        </p:txBody>
      </p:sp>
      <p:sp>
        <p:nvSpPr>
          <p:cNvPr id="7" name="圆角矩形 6"/>
          <p:cNvSpPr/>
          <p:nvPr/>
        </p:nvSpPr>
        <p:spPr>
          <a:xfrm>
            <a:off x="3685592" y="2295020"/>
            <a:ext cx="5458408" cy="1063689"/>
          </a:xfrm>
          <a:prstGeom prst="roundRect">
            <a:avLst/>
          </a:prstGeom>
          <a:noFill/>
          <a:ln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183066" y="889051"/>
            <a:ext cx="9153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00</a:t>
            </a:r>
            <a:r>
              <a:rPr lang="zh-CN" altLang="en-US" dirty="0" smtClean="0"/>
              <a:t>后本身没有经济来源，且父母普遍不愿意花“大价钱”给“小孩子”买智能手机，因此</a:t>
            </a:r>
            <a:r>
              <a:rPr lang="en-US" altLang="zh-CN" dirty="0" smtClean="0"/>
              <a:t>00</a:t>
            </a:r>
            <a:r>
              <a:rPr lang="zh-CN" altLang="en-US" dirty="0" smtClean="0"/>
              <a:t>后智能手机购买价格普遍偏低。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0832" y="6522720"/>
            <a:ext cx="5109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注：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后用户</a:t>
            </a:r>
            <a:r>
              <a:rPr lang="en-US" altLang="zh-CN" sz="1400" dirty="0" smtClean="0"/>
              <a:t>N=2361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前用户</a:t>
            </a:r>
            <a:r>
              <a:rPr lang="en-US" altLang="zh-CN" sz="1400" dirty="0" smtClean="0"/>
              <a:t>N=3458</a:t>
            </a:r>
            <a:endParaRPr lang="zh-CN" altLang="en-US" sz="1400" dirty="0"/>
          </a:p>
        </p:txBody>
      </p:sp>
      <p:sp>
        <p:nvSpPr>
          <p:cNvPr id="11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138335" y="113522"/>
            <a:ext cx="742852" cy="653720"/>
          </a:xfrm>
        </p:spPr>
        <p:txBody>
          <a:bodyPr/>
          <a:lstStyle/>
          <a:p>
            <a:pPr algn="ctr"/>
            <a:r>
              <a:rPr lang="zh-CN" altLang="en-US" sz="2000" dirty="0" smtClean="0">
                <a:solidFill>
                  <a:schemeClr val="accent2"/>
                </a:solidFill>
              </a:rPr>
              <a:t>购买金额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5680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848100" y="2644854"/>
            <a:ext cx="4724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dirty="0" smtClean="0"/>
              <a:t>PART TWO</a:t>
            </a:r>
            <a:endParaRPr lang="zh-CN" altLang="en-US" sz="6600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3962400" y="3790950"/>
            <a:ext cx="41719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 112"/>
          <p:cNvSpPr>
            <a:spLocks/>
          </p:cNvSpPr>
          <p:nvPr/>
        </p:nvSpPr>
        <p:spPr bwMode="auto">
          <a:xfrm>
            <a:off x="5583964" y="1322103"/>
            <a:ext cx="876300" cy="1160631"/>
          </a:xfrm>
          <a:custGeom>
            <a:avLst/>
            <a:gdLst/>
            <a:ahLst/>
            <a:cxnLst>
              <a:cxn ang="0">
                <a:pos x="112" y="0"/>
              </a:cxn>
              <a:cxn ang="0">
                <a:pos x="76" y="0"/>
              </a:cxn>
              <a:cxn ang="0">
                <a:pos x="50" y="0"/>
              </a:cxn>
              <a:cxn ang="0">
                <a:pos x="32" y="4"/>
              </a:cxn>
              <a:cxn ang="0">
                <a:pos x="18" y="12"/>
              </a:cxn>
              <a:cxn ang="0">
                <a:pos x="14" y="16"/>
              </a:cxn>
              <a:cxn ang="0">
                <a:pos x="4" y="28"/>
              </a:cxn>
              <a:cxn ang="0">
                <a:pos x="0" y="44"/>
              </a:cxn>
              <a:cxn ang="0">
                <a:pos x="0" y="62"/>
              </a:cxn>
              <a:cxn ang="0">
                <a:pos x="0" y="480"/>
              </a:cxn>
              <a:cxn ang="0">
                <a:pos x="6" y="492"/>
              </a:cxn>
              <a:cxn ang="0">
                <a:pos x="18" y="498"/>
              </a:cxn>
              <a:cxn ang="0">
                <a:pos x="328" y="498"/>
              </a:cxn>
              <a:cxn ang="0">
                <a:pos x="340" y="492"/>
              </a:cxn>
              <a:cxn ang="0">
                <a:pos x="346" y="480"/>
              </a:cxn>
              <a:cxn ang="0">
                <a:pos x="346" y="58"/>
              </a:cxn>
              <a:cxn ang="0">
                <a:pos x="340" y="46"/>
              </a:cxn>
              <a:cxn ang="0">
                <a:pos x="328" y="40"/>
              </a:cxn>
              <a:cxn ang="0">
                <a:pos x="122" y="40"/>
              </a:cxn>
              <a:cxn ang="0">
                <a:pos x="118" y="32"/>
              </a:cxn>
              <a:cxn ang="0">
                <a:pos x="110" y="28"/>
              </a:cxn>
              <a:cxn ang="0">
                <a:pos x="104" y="30"/>
              </a:cxn>
              <a:cxn ang="0">
                <a:pos x="98" y="36"/>
              </a:cxn>
              <a:cxn ang="0">
                <a:pos x="98" y="46"/>
              </a:cxn>
              <a:cxn ang="0">
                <a:pos x="68" y="134"/>
              </a:cxn>
              <a:cxn ang="0">
                <a:pos x="42" y="40"/>
              </a:cxn>
              <a:cxn ang="0">
                <a:pos x="18" y="40"/>
              </a:cxn>
              <a:cxn ang="0">
                <a:pos x="38" y="18"/>
              </a:cxn>
              <a:cxn ang="0">
                <a:pos x="358" y="18"/>
              </a:cxn>
              <a:cxn ang="0">
                <a:pos x="358" y="464"/>
              </a:cxn>
              <a:cxn ang="0">
                <a:pos x="366" y="462"/>
              </a:cxn>
              <a:cxn ang="0">
                <a:pos x="376" y="452"/>
              </a:cxn>
              <a:cxn ang="0">
                <a:pos x="376" y="18"/>
              </a:cxn>
              <a:cxn ang="0">
                <a:pos x="376" y="10"/>
              </a:cxn>
              <a:cxn ang="0">
                <a:pos x="366" y="2"/>
              </a:cxn>
              <a:cxn ang="0">
                <a:pos x="358" y="0"/>
              </a:cxn>
            </a:cxnLst>
            <a:rect l="0" t="0" r="r" b="b"/>
            <a:pathLst>
              <a:path w="376" h="498">
                <a:moveTo>
                  <a:pt x="358" y="0"/>
                </a:moveTo>
                <a:lnTo>
                  <a:pt x="112" y="0"/>
                </a:lnTo>
                <a:lnTo>
                  <a:pt x="112" y="0"/>
                </a:lnTo>
                <a:lnTo>
                  <a:pt x="76" y="0"/>
                </a:lnTo>
                <a:lnTo>
                  <a:pt x="50" y="0"/>
                </a:lnTo>
                <a:lnTo>
                  <a:pt x="50" y="0"/>
                </a:lnTo>
                <a:lnTo>
                  <a:pt x="42" y="0"/>
                </a:lnTo>
                <a:lnTo>
                  <a:pt x="32" y="4"/>
                </a:lnTo>
                <a:lnTo>
                  <a:pt x="24" y="8"/>
                </a:lnTo>
                <a:lnTo>
                  <a:pt x="18" y="12"/>
                </a:lnTo>
                <a:lnTo>
                  <a:pt x="14" y="16"/>
                </a:lnTo>
                <a:lnTo>
                  <a:pt x="14" y="16"/>
                </a:lnTo>
                <a:lnTo>
                  <a:pt x="8" y="22"/>
                </a:lnTo>
                <a:lnTo>
                  <a:pt x="4" y="28"/>
                </a:lnTo>
                <a:lnTo>
                  <a:pt x="2" y="38"/>
                </a:lnTo>
                <a:lnTo>
                  <a:pt x="0" y="44"/>
                </a:lnTo>
                <a:lnTo>
                  <a:pt x="0" y="58"/>
                </a:lnTo>
                <a:lnTo>
                  <a:pt x="0" y="62"/>
                </a:lnTo>
                <a:lnTo>
                  <a:pt x="0" y="480"/>
                </a:lnTo>
                <a:lnTo>
                  <a:pt x="0" y="480"/>
                </a:lnTo>
                <a:lnTo>
                  <a:pt x="2" y="488"/>
                </a:lnTo>
                <a:lnTo>
                  <a:pt x="6" y="492"/>
                </a:lnTo>
                <a:lnTo>
                  <a:pt x="12" y="496"/>
                </a:lnTo>
                <a:lnTo>
                  <a:pt x="18" y="498"/>
                </a:lnTo>
                <a:lnTo>
                  <a:pt x="328" y="498"/>
                </a:lnTo>
                <a:lnTo>
                  <a:pt x="328" y="498"/>
                </a:lnTo>
                <a:lnTo>
                  <a:pt x="334" y="496"/>
                </a:lnTo>
                <a:lnTo>
                  <a:pt x="340" y="492"/>
                </a:lnTo>
                <a:lnTo>
                  <a:pt x="344" y="488"/>
                </a:lnTo>
                <a:lnTo>
                  <a:pt x="346" y="480"/>
                </a:lnTo>
                <a:lnTo>
                  <a:pt x="346" y="58"/>
                </a:lnTo>
                <a:lnTo>
                  <a:pt x="346" y="58"/>
                </a:lnTo>
                <a:lnTo>
                  <a:pt x="344" y="52"/>
                </a:lnTo>
                <a:lnTo>
                  <a:pt x="340" y="46"/>
                </a:lnTo>
                <a:lnTo>
                  <a:pt x="334" y="42"/>
                </a:lnTo>
                <a:lnTo>
                  <a:pt x="328" y="40"/>
                </a:lnTo>
                <a:lnTo>
                  <a:pt x="122" y="40"/>
                </a:lnTo>
                <a:lnTo>
                  <a:pt x="122" y="40"/>
                </a:lnTo>
                <a:lnTo>
                  <a:pt x="120" y="36"/>
                </a:lnTo>
                <a:lnTo>
                  <a:pt x="118" y="32"/>
                </a:lnTo>
                <a:lnTo>
                  <a:pt x="114" y="30"/>
                </a:lnTo>
                <a:lnTo>
                  <a:pt x="110" y="28"/>
                </a:lnTo>
                <a:lnTo>
                  <a:pt x="110" y="28"/>
                </a:lnTo>
                <a:lnTo>
                  <a:pt x="104" y="30"/>
                </a:lnTo>
                <a:lnTo>
                  <a:pt x="102" y="32"/>
                </a:lnTo>
                <a:lnTo>
                  <a:pt x="98" y="36"/>
                </a:lnTo>
                <a:lnTo>
                  <a:pt x="98" y="40"/>
                </a:lnTo>
                <a:lnTo>
                  <a:pt x="98" y="46"/>
                </a:lnTo>
                <a:lnTo>
                  <a:pt x="98" y="162"/>
                </a:lnTo>
                <a:lnTo>
                  <a:pt x="68" y="134"/>
                </a:lnTo>
                <a:lnTo>
                  <a:pt x="42" y="162"/>
                </a:lnTo>
                <a:lnTo>
                  <a:pt x="42" y="40"/>
                </a:lnTo>
                <a:lnTo>
                  <a:pt x="18" y="40"/>
                </a:lnTo>
                <a:lnTo>
                  <a:pt x="18" y="40"/>
                </a:lnTo>
                <a:lnTo>
                  <a:pt x="18" y="40"/>
                </a:lnTo>
                <a:lnTo>
                  <a:pt x="38" y="18"/>
                </a:lnTo>
                <a:lnTo>
                  <a:pt x="94" y="18"/>
                </a:lnTo>
                <a:lnTo>
                  <a:pt x="358" y="18"/>
                </a:lnTo>
                <a:lnTo>
                  <a:pt x="358" y="464"/>
                </a:lnTo>
                <a:lnTo>
                  <a:pt x="358" y="464"/>
                </a:lnTo>
                <a:lnTo>
                  <a:pt x="358" y="464"/>
                </a:lnTo>
                <a:lnTo>
                  <a:pt x="366" y="462"/>
                </a:lnTo>
                <a:lnTo>
                  <a:pt x="372" y="458"/>
                </a:lnTo>
                <a:lnTo>
                  <a:pt x="376" y="452"/>
                </a:lnTo>
                <a:lnTo>
                  <a:pt x="376" y="446"/>
                </a:lnTo>
                <a:lnTo>
                  <a:pt x="376" y="18"/>
                </a:lnTo>
                <a:lnTo>
                  <a:pt x="376" y="18"/>
                </a:lnTo>
                <a:lnTo>
                  <a:pt x="376" y="10"/>
                </a:lnTo>
                <a:lnTo>
                  <a:pt x="372" y="6"/>
                </a:lnTo>
                <a:lnTo>
                  <a:pt x="366" y="2"/>
                </a:lnTo>
                <a:lnTo>
                  <a:pt x="358" y="0"/>
                </a:lnTo>
                <a:lnTo>
                  <a:pt x="358" y="0"/>
                </a:lnTo>
                <a:close/>
              </a:path>
            </a:pathLst>
          </a:cu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u="sng"/>
          </a:p>
        </p:txBody>
      </p:sp>
      <p:sp>
        <p:nvSpPr>
          <p:cNvPr id="9" name="Rectangle 11"/>
          <p:cNvSpPr/>
          <p:nvPr/>
        </p:nvSpPr>
        <p:spPr>
          <a:xfrm>
            <a:off x="3962400" y="4264104"/>
            <a:ext cx="4119429" cy="1061825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400" b="1" dirty="0" smtClean="0"/>
              <a:t>智能手机操作系统</a:t>
            </a:r>
            <a:endParaRPr kumimoji="1" lang="en-US" altLang="zh-CN" sz="1400" b="1" dirty="0" smtClean="0"/>
          </a:p>
          <a:p>
            <a:pPr algn="ctr">
              <a:lnSpc>
                <a:spcPct val="150000"/>
              </a:lnSpc>
            </a:pPr>
            <a:r>
              <a:rPr kumimoji="1" lang="zh-CN" altLang="en-US" sz="1400" b="1" dirty="0" smtClean="0"/>
              <a:t>智能手机上网及流量</a:t>
            </a:r>
            <a:endParaRPr kumimoji="1" lang="en-US" altLang="zh-CN" sz="1400" b="1" dirty="0" smtClean="0"/>
          </a:p>
          <a:p>
            <a:pPr algn="ctr">
              <a:lnSpc>
                <a:spcPct val="150000"/>
              </a:lnSpc>
            </a:pPr>
            <a:r>
              <a:rPr kumimoji="1" lang="zh-CN" altLang="en-US" sz="1400" b="1" dirty="0" smtClean="0"/>
              <a:t>智能手机使用时长及目的</a:t>
            </a:r>
            <a:endParaRPr kumimoji="1" lang="zh-CN" altLang="en-US" sz="1400" b="1" dirty="0"/>
          </a:p>
        </p:txBody>
      </p:sp>
      <p:sp>
        <p:nvSpPr>
          <p:cNvPr id="10" name="Rectangle 11"/>
          <p:cNvSpPr/>
          <p:nvPr/>
        </p:nvSpPr>
        <p:spPr>
          <a:xfrm>
            <a:off x="4014921" y="3858252"/>
            <a:ext cx="4119429" cy="461661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/>
              <a:t>智能</a:t>
            </a:r>
            <a:r>
              <a:rPr lang="zh-CN" altLang="en-US" sz="2400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手机</a:t>
            </a:r>
            <a:r>
              <a:rPr lang="zh-CN" altLang="en-US" sz="2400" b="1" dirty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属性及使用习惯</a:t>
            </a:r>
          </a:p>
        </p:txBody>
      </p:sp>
    </p:spTree>
    <p:extLst>
      <p:ext uri="{BB962C8B-B14F-4D97-AF65-F5344CB8AC3E}">
        <p14:creationId xmlns:p14="http://schemas.microsoft.com/office/powerpoint/2010/main" val="4116793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2183066" y="249882"/>
            <a:ext cx="5652508" cy="381000"/>
          </a:xfrm>
        </p:spPr>
        <p:txBody>
          <a:bodyPr/>
          <a:lstStyle/>
          <a:p>
            <a:r>
              <a:rPr lang="zh-CN" altLang="en-US" dirty="0" smtClean="0"/>
              <a:t>超过</a:t>
            </a:r>
            <a:r>
              <a:rPr lang="en-US" altLang="zh-CN" dirty="0" smtClean="0"/>
              <a:t>8</a:t>
            </a:r>
            <a:r>
              <a:rPr lang="zh-CN" altLang="en-US" dirty="0" smtClean="0"/>
              <a:t>成</a:t>
            </a:r>
            <a:r>
              <a:rPr lang="en-US" altLang="zh-CN" dirty="0" smtClean="0"/>
              <a:t>00</a:t>
            </a:r>
            <a:r>
              <a:rPr lang="zh-CN" altLang="en-US" dirty="0" smtClean="0"/>
              <a:t>后使用</a:t>
            </a:r>
            <a:r>
              <a:rPr lang="en-US" altLang="zh-CN" dirty="0" smtClean="0"/>
              <a:t>Android</a:t>
            </a:r>
            <a:r>
              <a:rPr lang="zh-CN" altLang="en-US" dirty="0" smtClean="0"/>
              <a:t>系统智能手机</a:t>
            </a:r>
            <a:endParaRPr lang="zh-CN" altLang="en-US" dirty="0"/>
          </a:p>
        </p:txBody>
      </p:sp>
      <p:grpSp>
        <p:nvGrpSpPr>
          <p:cNvPr id="5" name="组合 58"/>
          <p:cNvGrpSpPr/>
          <p:nvPr/>
        </p:nvGrpSpPr>
        <p:grpSpPr>
          <a:xfrm>
            <a:off x="7437966" y="2919539"/>
            <a:ext cx="2700294" cy="2700295"/>
            <a:chOff x="6005041" y="1814378"/>
            <a:chExt cx="4457700" cy="4457700"/>
          </a:xfrm>
        </p:grpSpPr>
        <p:sp>
          <p:nvSpPr>
            <p:cNvPr id="7" name="椭圆 6"/>
            <p:cNvSpPr/>
            <p:nvPr/>
          </p:nvSpPr>
          <p:spPr>
            <a:xfrm>
              <a:off x="6005041" y="1814378"/>
              <a:ext cx="4457700" cy="445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783"/>
              <a:endParaRPr lang="zh-CN" altLang="en-US" sz="140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6986563" y="2795900"/>
              <a:ext cx="2494656" cy="249465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783"/>
              <a:endParaRPr lang="zh-CN" altLang="en-US" sz="140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7835574" y="3968178"/>
            <a:ext cx="1905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 defTabSz="685783">
              <a:defRPr sz="3600" b="1">
                <a:solidFill>
                  <a:prstClr val="black">
                    <a:lumMod val="75000"/>
                    <a:lumOff val="25000"/>
                  </a:prstClr>
                </a:solidFill>
                <a:ea typeface="宋体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  <a:ea typeface="微软雅黑"/>
                <a:cs typeface="+mn-ea"/>
                <a:sym typeface="+mn-lt"/>
              </a:rPr>
              <a:t>10%</a:t>
            </a:r>
            <a:endParaRPr lang="zh-CN" altLang="en-US" dirty="0">
              <a:solidFill>
                <a:schemeClr val="tx1"/>
              </a:solidFill>
              <a:ea typeface="微软雅黑"/>
              <a:cs typeface="+mn-ea"/>
              <a:sym typeface="+mn-lt"/>
            </a:endParaRPr>
          </a:p>
        </p:txBody>
      </p:sp>
      <p:grpSp>
        <p:nvGrpSpPr>
          <p:cNvPr id="10" name="组合 65"/>
          <p:cNvGrpSpPr/>
          <p:nvPr/>
        </p:nvGrpSpPr>
        <p:grpSpPr>
          <a:xfrm>
            <a:off x="2032378" y="2919539"/>
            <a:ext cx="2700294" cy="2700295"/>
            <a:chOff x="6005041" y="1814378"/>
            <a:chExt cx="4457700" cy="4457700"/>
          </a:xfrm>
        </p:grpSpPr>
        <p:sp>
          <p:nvSpPr>
            <p:cNvPr id="12" name="椭圆 11"/>
            <p:cNvSpPr/>
            <p:nvPr/>
          </p:nvSpPr>
          <p:spPr>
            <a:xfrm>
              <a:off x="6005041" y="1814378"/>
              <a:ext cx="4457700" cy="445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783"/>
              <a:endParaRPr lang="zh-CN" altLang="en-US" sz="140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6986563" y="2795900"/>
              <a:ext cx="2494656" cy="249465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783"/>
              <a:endParaRPr lang="zh-CN" altLang="en-US" sz="140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2455679" y="3968178"/>
            <a:ext cx="1905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783"/>
            <a:r>
              <a:rPr lang="en-US" altLang="zh-CN" sz="3600" b="1" dirty="0">
                <a:cs typeface="+mn-ea"/>
                <a:sym typeface="+mn-lt"/>
              </a:rPr>
              <a:t>6</a:t>
            </a:r>
            <a:r>
              <a:rPr lang="en-US" altLang="zh-CN" sz="3600" b="1" dirty="0" smtClean="0">
                <a:cs typeface="+mn-ea"/>
                <a:sym typeface="+mn-lt"/>
              </a:rPr>
              <a:t>%</a:t>
            </a:r>
            <a:endParaRPr lang="zh-CN" altLang="en-US" sz="3600" b="1" dirty="0"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287340" y="2457241"/>
            <a:ext cx="3624893" cy="3624893"/>
            <a:chOff x="6005041" y="1814378"/>
            <a:chExt cx="4457700" cy="4457700"/>
          </a:xfrm>
        </p:grpSpPr>
        <p:sp>
          <p:nvSpPr>
            <p:cNvPr id="17" name="椭圆 16"/>
            <p:cNvSpPr/>
            <p:nvPr/>
          </p:nvSpPr>
          <p:spPr>
            <a:xfrm>
              <a:off x="6005041" y="1814378"/>
              <a:ext cx="4457700" cy="445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783"/>
              <a:endParaRPr lang="zh-CN" altLang="en-US" sz="140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6840853" y="2650190"/>
              <a:ext cx="2786076" cy="27860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783"/>
              <a:endParaRPr lang="zh-CN" altLang="en-US" sz="140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5082503" y="3795887"/>
            <a:ext cx="2034561" cy="947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783"/>
            <a:r>
              <a:rPr lang="en-US" altLang="zh-CN" sz="6000" b="1" dirty="0" smtClean="0">
                <a:cs typeface="+mn-ea"/>
                <a:sym typeface="+mn-lt"/>
              </a:rPr>
              <a:t>84%</a:t>
            </a:r>
            <a:endParaRPr lang="zh-CN" altLang="en-US" sz="6000" b="1" dirty="0"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488807" y="6069567"/>
            <a:ext cx="3221951" cy="45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lnSpc>
                <a:spcPct val="130000"/>
              </a:lnSpc>
            </a:pPr>
            <a:r>
              <a:rPr lang="en-US" altLang="zh-CN" sz="2000" dirty="0" smtClean="0">
                <a:cs typeface="+mn-ea"/>
                <a:sym typeface="+mn-lt"/>
              </a:rPr>
              <a:t>Android</a:t>
            </a:r>
            <a:endParaRPr lang="zh-CN" altLang="en-US" sz="2000" dirty="0"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865032" y="5739391"/>
            <a:ext cx="682556" cy="414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377">
              <a:lnSpc>
                <a:spcPct val="130000"/>
              </a:lnSpc>
            </a:pPr>
            <a:r>
              <a:rPr lang="en-US" altLang="zh-CN" dirty="0" smtClean="0">
                <a:cs typeface="+mn-ea"/>
                <a:sym typeface="+mn-lt"/>
              </a:rPr>
              <a:t>iOS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138035" y="5739392"/>
            <a:ext cx="1602614" cy="416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lnSpc>
                <a:spcPct val="130000"/>
              </a:lnSpc>
            </a:pPr>
            <a:r>
              <a:rPr lang="zh-CN" altLang="en-US" dirty="0" smtClean="0">
                <a:cs typeface="+mn-ea"/>
                <a:sym typeface="+mn-lt"/>
              </a:rPr>
              <a:t>其他或不清楚</a:t>
            </a:r>
            <a:endParaRPr lang="zh-CN" altLang="en-US" dirty="0">
              <a:cs typeface="+mn-ea"/>
              <a:sym typeface="+mn-lt"/>
            </a:endParaRPr>
          </a:p>
        </p:txBody>
      </p:sp>
      <p:graphicFrame>
        <p:nvGraphicFramePr>
          <p:cNvPr id="22" name="图表 21"/>
          <p:cNvGraphicFramePr/>
          <p:nvPr>
            <p:extLst>
              <p:ext uri="{D42A27DB-BD31-4B8C-83A1-F6EECF244321}">
                <p14:modId xmlns:p14="http://schemas.microsoft.com/office/powerpoint/2010/main" val="3289770541"/>
              </p:ext>
            </p:extLst>
          </p:nvPr>
        </p:nvGraphicFramePr>
        <p:xfrm>
          <a:off x="3657566" y="2651183"/>
          <a:ext cx="4855507" cy="32370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3" name="图表 22"/>
          <p:cNvGraphicFramePr/>
          <p:nvPr>
            <p:extLst>
              <p:ext uri="{D42A27DB-BD31-4B8C-83A1-F6EECF244321}">
                <p14:modId xmlns:p14="http://schemas.microsoft.com/office/powerpoint/2010/main" val="72134685"/>
              </p:ext>
            </p:extLst>
          </p:nvPr>
        </p:nvGraphicFramePr>
        <p:xfrm>
          <a:off x="7105228" y="3136903"/>
          <a:ext cx="3365768" cy="22438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4" name="图表 23"/>
          <p:cNvGraphicFramePr/>
          <p:nvPr>
            <p:extLst>
              <p:ext uri="{D42A27DB-BD31-4B8C-83A1-F6EECF244321}">
                <p14:modId xmlns:p14="http://schemas.microsoft.com/office/powerpoint/2010/main" val="3864084485"/>
              </p:ext>
            </p:extLst>
          </p:nvPr>
        </p:nvGraphicFramePr>
        <p:xfrm>
          <a:off x="1695484" y="3136903"/>
          <a:ext cx="3365768" cy="22438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4845187" y="1719652"/>
            <a:ext cx="2657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/>
              <a:t>00</a:t>
            </a:r>
            <a:r>
              <a:rPr lang="zh-CN" altLang="en-US" b="1" dirty="0" smtClean="0"/>
              <a:t>后智能手机操作系统</a:t>
            </a:r>
            <a:endParaRPr lang="zh-CN" altLang="en-US" b="1" dirty="0"/>
          </a:p>
        </p:txBody>
      </p:sp>
      <p:sp>
        <p:nvSpPr>
          <p:cNvPr id="28" name="文本框 27"/>
          <p:cNvSpPr txBox="1"/>
          <p:nvPr/>
        </p:nvSpPr>
        <p:spPr>
          <a:xfrm>
            <a:off x="2183066" y="889051"/>
            <a:ext cx="9153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由于</a:t>
            </a:r>
            <a:r>
              <a:rPr lang="en-US" altLang="zh-CN" dirty="0" smtClean="0"/>
              <a:t>Android</a:t>
            </a:r>
            <a:r>
              <a:rPr lang="zh-CN" altLang="en-US" dirty="0" smtClean="0"/>
              <a:t>系统手机整体价位偏低且可选择机型、款式等都很丰富，绝大多数</a:t>
            </a:r>
            <a:r>
              <a:rPr lang="en-US" altLang="zh-CN" dirty="0" smtClean="0"/>
              <a:t>00</a:t>
            </a:r>
            <a:r>
              <a:rPr lang="zh-CN" altLang="en-US" dirty="0" smtClean="0"/>
              <a:t>后目前使用安卓机。</a:t>
            </a:r>
            <a:endParaRPr lang="zh-CN" alt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10832" y="6522720"/>
            <a:ext cx="2503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注：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后用户</a:t>
            </a:r>
            <a:r>
              <a:rPr lang="en-US" altLang="zh-CN" sz="1400" dirty="0" smtClean="0"/>
              <a:t>N=2361</a:t>
            </a:r>
            <a:endParaRPr lang="zh-CN" altLang="en-US" sz="1400" dirty="0"/>
          </a:p>
        </p:txBody>
      </p:sp>
      <p:sp>
        <p:nvSpPr>
          <p:cNvPr id="27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138335" y="113522"/>
            <a:ext cx="742852" cy="653720"/>
          </a:xfrm>
        </p:spPr>
        <p:txBody>
          <a:bodyPr/>
          <a:lstStyle/>
          <a:p>
            <a:pPr algn="ctr"/>
            <a:r>
              <a:rPr lang="zh-CN" altLang="en-US" sz="2000" dirty="0" smtClean="0">
                <a:solidFill>
                  <a:schemeClr val="accent2"/>
                </a:solidFill>
              </a:rPr>
              <a:t>操作系统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736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2183065" y="249882"/>
            <a:ext cx="8864380" cy="381000"/>
          </a:xfrm>
        </p:spPr>
        <p:txBody>
          <a:bodyPr/>
          <a:lstStyle/>
          <a:p>
            <a:r>
              <a:rPr lang="en-US" altLang="zh-CN" dirty="0" smtClean="0"/>
              <a:t>00</a:t>
            </a:r>
            <a:r>
              <a:rPr lang="zh-CN" altLang="en-US" dirty="0" smtClean="0"/>
              <a:t>后手机存储空间相对</a:t>
            </a:r>
            <a:r>
              <a:rPr lang="en-US" altLang="zh-CN" dirty="0" smtClean="0"/>
              <a:t>00</a:t>
            </a:r>
            <a:r>
              <a:rPr lang="zh-CN" altLang="en-US" dirty="0" smtClean="0"/>
              <a:t>前更小，</a:t>
            </a:r>
            <a:r>
              <a:rPr lang="en-US" altLang="zh-CN" dirty="0" smtClean="0"/>
              <a:t>4</a:t>
            </a:r>
            <a:r>
              <a:rPr lang="zh-CN" altLang="en-US" dirty="0" smtClean="0"/>
              <a:t>成</a:t>
            </a:r>
            <a:r>
              <a:rPr lang="en-US" altLang="zh-CN" dirty="0" smtClean="0"/>
              <a:t>00</a:t>
            </a:r>
            <a:r>
              <a:rPr lang="zh-CN" altLang="en-US" dirty="0" smtClean="0"/>
              <a:t>后存储空间在</a:t>
            </a:r>
            <a:r>
              <a:rPr lang="en-US" altLang="zh-CN" dirty="0" smtClean="0"/>
              <a:t>8G</a:t>
            </a:r>
            <a:r>
              <a:rPr lang="zh-CN" altLang="en-US" dirty="0"/>
              <a:t>以下</a:t>
            </a:r>
          </a:p>
        </p:txBody>
      </p:sp>
      <p:graphicFrame>
        <p:nvGraphicFramePr>
          <p:cNvPr id="5" name="图表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583004"/>
              </p:ext>
            </p:extLst>
          </p:nvPr>
        </p:nvGraphicFramePr>
        <p:xfrm>
          <a:off x="1608031" y="2320565"/>
          <a:ext cx="8931136" cy="3337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047711" y="1718598"/>
            <a:ext cx="2300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智能手机</a:t>
            </a:r>
            <a:r>
              <a:rPr lang="zh-CN" altLang="en-US" b="1" dirty="0"/>
              <a:t>存储空间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0832" y="6522720"/>
            <a:ext cx="5109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注：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后用户</a:t>
            </a:r>
            <a:r>
              <a:rPr lang="en-US" altLang="zh-CN" sz="1400" dirty="0" smtClean="0"/>
              <a:t>N=2361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前用户</a:t>
            </a:r>
            <a:r>
              <a:rPr lang="en-US" altLang="zh-CN" sz="1400" dirty="0" smtClean="0"/>
              <a:t>N=3458</a:t>
            </a:r>
            <a:endParaRPr lang="zh-CN" altLang="en-US" sz="1400" dirty="0"/>
          </a:p>
        </p:txBody>
      </p:sp>
      <p:sp>
        <p:nvSpPr>
          <p:cNvPr id="10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138335" y="113522"/>
            <a:ext cx="742852" cy="653720"/>
          </a:xfrm>
        </p:spPr>
        <p:txBody>
          <a:bodyPr/>
          <a:lstStyle/>
          <a:p>
            <a:pPr algn="ctr"/>
            <a:r>
              <a:rPr lang="zh-CN" altLang="en-US" sz="2000" dirty="0" smtClean="0">
                <a:solidFill>
                  <a:schemeClr val="accent2"/>
                </a:solidFill>
              </a:rPr>
              <a:t>存储空间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0512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2183065" y="249882"/>
            <a:ext cx="9218943" cy="381000"/>
          </a:xfrm>
        </p:spPr>
        <p:txBody>
          <a:bodyPr/>
          <a:lstStyle/>
          <a:p>
            <a:r>
              <a:rPr lang="zh-CN" altLang="en-US" dirty="0" smtClean="0"/>
              <a:t>超过</a:t>
            </a:r>
            <a:r>
              <a:rPr lang="en-US" altLang="zh-CN" dirty="0" smtClean="0"/>
              <a:t>7</a:t>
            </a:r>
            <a:r>
              <a:rPr lang="zh-CN" altLang="en-US" dirty="0" smtClean="0"/>
              <a:t>成</a:t>
            </a:r>
            <a:r>
              <a:rPr lang="en-US" altLang="zh-CN" dirty="0" smtClean="0"/>
              <a:t>00</a:t>
            </a:r>
            <a:r>
              <a:rPr lang="zh-CN" altLang="en-US" dirty="0" smtClean="0"/>
              <a:t>后使用</a:t>
            </a:r>
            <a:r>
              <a:rPr lang="en-US" altLang="zh-CN" dirty="0" err="1" smtClean="0"/>
              <a:t>WiFi</a:t>
            </a:r>
            <a:r>
              <a:rPr lang="zh-CN" altLang="en-US" dirty="0" smtClean="0"/>
              <a:t>上网，</a:t>
            </a:r>
            <a:r>
              <a:rPr lang="en-US" altLang="zh-CN" dirty="0" smtClean="0"/>
              <a:t>4G</a:t>
            </a:r>
            <a:r>
              <a:rPr lang="zh-CN" altLang="en-US" dirty="0"/>
              <a:t>网络相对</a:t>
            </a:r>
            <a:r>
              <a:rPr lang="en-US" altLang="zh-CN" dirty="0"/>
              <a:t>00</a:t>
            </a:r>
            <a:r>
              <a:rPr lang="zh-CN" altLang="en-US" dirty="0"/>
              <a:t>前用户使用</a:t>
            </a:r>
            <a:r>
              <a:rPr lang="zh-CN" altLang="en-US" dirty="0" smtClean="0"/>
              <a:t>尚不普遍</a:t>
            </a:r>
            <a:endParaRPr lang="zh-CN" altLang="en-US" dirty="0"/>
          </a:p>
        </p:txBody>
      </p:sp>
      <p:graphicFrame>
        <p:nvGraphicFramePr>
          <p:cNvPr id="5" name="图表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3611611"/>
              </p:ext>
            </p:extLst>
          </p:nvPr>
        </p:nvGraphicFramePr>
        <p:xfrm>
          <a:off x="1608031" y="2320565"/>
          <a:ext cx="8931136" cy="3337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047711" y="1718598"/>
            <a:ext cx="2300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智能手机上网方式</a:t>
            </a:r>
            <a:endParaRPr lang="zh-CN" altLang="en-US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0832" y="6522720"/>
            <a:ext cx="5109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注：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后用户</a:t>
            </a:r>
            <a:r>
              <a:rPr lang="en-US" altLang="zh-CN" sz="1400" dirty="0" smtClean="0"/>
              <a:t>N=2361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前用户</a:t>
            </a:r>
            <a:r>
              <a:rPr lang="en-US" altLang="zh-CN" sz="1400" dirty="0" smtClean="0"/>
              <a:t>N=3458</a:t>
            </a:r>
            <a:endParaRPr lang="zh-CN" altLang="en-US" sz="1400" dirty="0"/>
          </a:p>
        </p:txBody>
      </p:sp>
      <p:sp>
        <p:nvSpPr>
          <p:cNvPr id="10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138335" y="113522"/>
            <a:ext cx="742852" cy="653720"/>
          </a:xfrm>
        </p:spPr>
        <p:txBody>
          <a:bodyPr/>
          <a:lstStyle/>
          <a:p>
            <a:pPr algn="ctr"/>
            <a:r>
              <a:rPr lang="zh-CN" altLang="en-US" sz="2000" dirty="0" smtClean="0">
                <a:solidFill>
                  <a:schemeClr val="accent2"/>
                </a:solidFill>
              </a:rPr>
              <a:t>上网方式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6532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2183066" y="249882"/>
            <a:ext cx="7604746" cy="381000"/>
          </a:xfrm>
        </p:spPr>
        <p:txBody>
          <a:bodyPr/>
          <a:lstStyle/>
          <a:p>
            <a:r>
              <a:rPr lang="en-US" altLang="zh-CN" dirty="0" smtClean="0"/>
              <a:t>00</a:t>
            </a:r>
            <a:r>
              <a:rPr lang="zh-CN" altLang="en-US" dirty="0" smtClean="0"/>
              <a:t>后手机使用流量相对偏低，近</a:t>
            </a:r>
            <a:r>
              <a:rPr lang="en-US" altLang="zh-CN" dirty="0" smtClean="0"/>
              <a:t>4</a:t>
            </a:r>
            <a:r>
              <a:rPr lang="zh-CN" altLang="en-US" dirty="0" smtClean="0"/>
              <a:t>成用户在</a:t>
            </a:r>
            <a:r>
              <a:rPr lang="en-US" altLang="zh-CN" dirty="0" smtClean="0"/>
              <a:t>200M</a:t>
            </a:r>
            <a:r>
              <a:rPr lang="zh-CN" altLang="en-US" dirty="0"/>
              <a:t>以下</a:t>
            </a:r>
          </a:p>
        </p:txBody>
      </p:sp>
      <p:graphicFrame>
        <p:nvGraphicFramePr>
          <p:cNvPr id="5" name="图表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7951627"/>
              </p:ext>
            </p:extLst>
          </p:nvPr>
        </p:nvGraphicFramePr>
        <p:xfrm>
          <a:off x="1608031" y="2305325"/>
          <a:ext cx="8931136" cy="3337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047711" y="1703358"/>
            <a:ext cx="2300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智能手机使用流量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2183066" y="889051"/>
            <a:ext cx="9153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“更多流量”意味着“更多话费”</a:t>
            </a:r>
            <a:r>
              <a:rPr lang="zh-CN" altLang="en-US" dirty="0" smtClean="0"/>
              <a:t>，且</a:t>
            </a:r>
            <a:r>
              <a:rPr lang="en-US" altLang="zh-CN" dirty="0" smtClean="0"/>
              <a:t>00</a:t>
            </a:r>
            <a:r>
              <a:rPr lang="zh-CN" altLang="en-US" dirty="0" smtClean="0"/>
              <a:t>后使用</a:t>
            </a:r>
            <a:r>
              <a:rPr lang="en-US" altLang="zh-CN" dirty="0" err="1" smtClean="0"/>
              <a:t>WiFi</a:t>
            </a:r>
            <a:r>
              <a:rPr lang="zh-CN" altLang="en-US" dirty="0" smtClean="0"/>
              <a:t>比例较高，因此</a:t>
            </a:r>
            <a:r>
              <a:rPr lang="en-US" altLang="zh-CN" dirty="0" smtClean="0"/>
              <a:t>00</a:t>
            </a:r>
            <a:r>
              <a:rPr lang="zh-CN" altLang="en-US" dirty="0" smtClean="0"/>
              <a:t>后手机</a:t>
            </a:r>
            <a:r>
              <a:rPr lang="zh-CN" altLang="en-US" dirty="0"/>
              <a:t>使用流量</a:t>
            </a:r>
            <a:r>
              <a:rPr lang="zh-CN" altLang="en-US" dirty="0" smtClean="0"/>
              <a:t>整体偏低。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0832" y="6522720"/>
            <a:ext cx="5109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注：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后用户</a:t>
            </a:r>
            <a:r>
              <a:rPr lang="en-US" altLang="zh-CN" sz="1400" dirty="0" smtClean="0"/>
              <a:t>N=2361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前用户</a:t>
            </a:r>
            <a:r>
              <a:rPr lang="en-US" altLang="zh-CN" sz="1400" dirty="0" smtClean="0"/>
              <a:t>N=3458</a:t>
            </a:r>
            <a:endParaRPr lang="zh-CN" altLang="en-US" sz="1400" dirty="0"/>
          </a:p>
        </p:txBody>
      </p:sp>
      <p:sp>
        <p:nvSpPr>
          <p:cNvPr id="10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138335" y="113522"/>
            <a:ext cx="742852" cy="653720"/>
          </a:xfrm>
        </p:spPr>
        <p:txBody>
          <a:bodyPr/>
          <a:lstStyle/>
          <a:p>
            <a:pPr algn="ctr"/>
            <a:r>
              <a:rPr lang="zh-CN" altLang="en-US" sz="2000" dirty="0" smtClean="0">
                <a:solidFill>
                  <a:schemeClr val="accent2"/>
                </a:solidFill>
              </a:rPr>
              <a:t>手机流量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3265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2183065" y="249882"/>
            <a:ext cx="7492779" cy="381000"/>
          </a:xfrm>
        </p:spPr>
        <p:txBody>
          <a:bodyPr/>
          <a:lstStyle/>
          <a:p>
            <a:r>
              <a:rPr lang="en-US" altLang="zh-CN" dirty="0" smtClean="0"/>
              <a:t>00</a:t>
            </a:r>
            <a:r>
              <a:rPr lang="zh-CN" altLang="en-US" dirty="0" smtClean="0"/>
              <a:t>后手机话费整体水平偏低，</a:t>
            </a:r>
            <a:r>
              <a:rPr lang="en-US" altLang="zh-CN" dirty="0" smtClean="0"/>
              <a:t>3</a:t>
            </a:r>
            <a:r>
              <a:rPr lang="zh-CN" altLang="en-US" dirty="0" smtClean="0"/>
              <a:t>成用户仅为</a:t>
            </a:r>
            <a:r>
              <a:rPr lang="en-US" altLang="zh-CN" dirty="0" smtClean="0"/>
              <a:t>20</a:t>
            </a:r>
            <a:r>
              <a:rPr lang="zh-CN" altLang="en-US" dirty="0" smtClean="0"/>
              <a:t>元以下</a:t>
            </a:r>
            <a:endParaRPr lang="zh-CN" altLang="en-US" dirty="0"/>
          </a:p>
        </p:txBody>
      </p:sp>
      <p:graphicFrame>
        <p:nvGraphicFramePr>
          <p:cNvPr id="5" name="图表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4931373"/>
              </p:ext>
            </p:extLst>
          </p:nvPr>
        </p:nvGraphicFramePr>
        <p:xfrm>
          <a:off x="1608031" y="2320565"/>
          <a:ext cx="8931136" cy="3337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047711" y="1718598"/>
            <a:ext cx="2300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智能手机每月话费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2183066" y="889051"/>
            <a:ext cx="9153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受无经济来源限制，</a:t>
            </a:r>
            <a:r>
              <a:rPr lang="en-US" altLang="zh-CN" dirty="0" smtClean="0"/>
              <a:t>00</a:t>
            </a:r>
            <a:r>
              <a:rPr lang="zh-CN" altLang="en-US" dirty="0" smtClean="0"/>
              <a:t>后话费普遍较低，每月</a:t>
            </a:r>
            <a:r>
              <a:rPr lang="en-US" altLang="zh-CN" dirty="0" smtClean="0"/>
              <a:t>50</a:t>
            </a:r>
            <a:r>
              <a:rPr lang="zh-CN" altLang="en-US" dirty="0" smtClean="0"/>
              <a:t>元以下用户接近</a:t>
            </a:r>
            <a:r>
              <a:rPr lang="en-US" altLang="zh-CN" dirty="0" smtClean="0"/>
              <a:t>7</a:t>
            </a:r>
            <a:r>
              <a:rPr lang="zh-CN" altLang="en-US" dirty="0" smtClean="0"/>
              <a:t>成。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0832" y="6522720"/>
            <a:ext cx="5109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注：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后用户</a:t>
            </a:r>
            <a:r>
              <a:rPr lang="en-US" altLang="zh-CN" sz="1400" dirty="0" smtClean="0"/>
              <a:t>N=2361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前用户</a:t>
            </a:r>
            <a:r>
              <a:rPr lang="en-US" altLang="zh-CN" sz="1400" dirty="0" smtClean="0"/>
              <a:t>N=3458</a:t>
            </a:r>
            <a:endParaRPr lang="zh-CN" altLang="en-US" sz="1400" dirty="0"/>
          </a:p>
        </p:txBody>
      </p:sp>
      <p:sp>
        <p:nvSpPr>
          <p:cNvPr id="10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138335" y="113522"/>
            <a:ext cx="742852" cy="653720"/>
          </a:xfrm>
        </p:spPr>
        <p:txBody>
          <a:bodyPr/>
          <a:lstStyle/>
          <a:p>
            <a:pPr algn="ctr"/>
            <a:r>
              <a:rPr lang="zh-CN" altLang="en-US" sz="2000" dirty="0" smtClean="0">
                <a:solidFill>
                  <a:schemeClr val="accent2"/>
                </a:solidFill>
              </a:rPr>
              <a:t>手机话费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8305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2183066" y="249882"/>
            <a:ext cx="8948354" cy="381000"/>
          </a:xfrm>
        </p:spPr>
        <p:txBody>
          <a:bodyPr/>
          <a:lstStyle/>
          <a:p>
            <a:r>
              <a:rPr lang="en-US" altLang="zh-CN" dirty="0" smtClean="0"/>
              <a:t>00</a:t>
            </a:r>
            <a:r>
              <a:rPr lang="zh-CN" altLang="en-US" dirty="0" smtClean="0"/>
              <a:t>后每天使用智能手机时</a:t>
            </a:r>
            <a:r>
              <a:rPr lang="zh-CN" altLang="en-US" dirty="0"/>
              <a:t>长相对</a:t>
            </a:r>
            <a:r>
              <a:rPr lang="en-US" altLang="zh-CN" dirty="0"/>
              <a:t>00</a:t>
            </a:r>
            <a:r>
              <a:rPr lang="zh-CN" altLang="en-US" dirty="0"/>
              <a:t>前偏</a:t>
            </a:r>
            <a:r>
              <a:rPr lang="zh-CN" altLang="en-US" dirty="0" smtClean="0"/>
              <a:t>短，</a:t>
            </a:r>
            <a:r>
              <a:rPr lang="en-US" altLang="zh-CN" dirty="0" smtClean="0"/>
              <a:t>1</a:t>
            </a:r>
            <a:r>
              <a:rPr lang="zh-CN" altLang="en-US" dirty="0" smtClean="0"/>
              <a:t>小时以下明显更多</a:t>
            </a:r>
            <a:endParaRPr lang="zh-CN" altLang="en-US" dirty="0"/>
          </a:p>
        </p:txBody>
      </p:sp>
      <p:graphicFrame>
        <p:nvGraphicFramePr>
          <p:cNvPr id="5" name="图表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1114676"/>
              </p:ext>
            </p:extLst>
          </p:nvPr>
        </p:nvGraphicFramePr>
        <p:xfrm>
          <a:off x="1608031" y="2320565"/>
          <a:ext cx="8931136" cy="3337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047711" y="1718598"/>
            <a:ext cx="2606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智能手机每日使用时长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2183066" y="889051"/>
            <a:ext cx="9153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家长和学校普遍有“玩手机影响学业”的观念，因此对</a:t>
            </a:r>
            <a:r>
              <a:rPr lang="en-US" altLang="zh-CN" dirty="0" smtClean="0"/>
              <a:t>00</a:t>
            </a:r>
            <a:r>
              <a:rPr lang="zh-CN" altLang="en-US" dirty="0" smtClean="0"/>
              <a:t>后使用智能手机基本都会管制。</a:t>
            </a:r>
            <a:endParaRPr lang="en-US" altLang="zh-CN" dirty="0" smtClean="0"/>
          </a:p>
        </p:txBody>
      </p:sp>
      <p:sp>
        <p:nvSpPr>
          <p:cNvPr id="9" name="文本框 8"/>
          <p:cNvSpPr txBox="1"/>
          <p:nvPr/>
        </p:nvSpPr>
        <p:spPr>
          <a:xfrm>
            <a:off x="10832" y="6522720"/>
            <a:ext cx="5109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注：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后用户</a:t>
            </a:r>
            <a:r>
              <a:rPr lang="en-US" altLang="zh-CN" sz="1400" dirty="0" smtClean="0"/>
              <a:t>N=2361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前用户</a:t>
            </a:r>
            <a:r>
              <a:rPr lang="en-US" altLang="zh-CN" sz="1400" dirty="0" smtClean="0"/>
              <a:t>N=3458</a:t>
            </a:r>
            <a:endParaRPr lang="zh-CN" altLang="en-US" sz="1400" dirty="0"/>
          </a:p>
        </p:txBody>
      </p:sp>
      <p:sp>
        <p:nvSpPr>
          <p:cNvPr id="10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138335" y="113522"/>
            <a:ext cx="742852" cy="653720"/>
          </a:xfrm>
        </p:spPr>
        <p:txBody>
          <a:bodyPr/>
          <a:lstStyle/>
          <a:p>
            <a:pPr algn="ctr"/>
            <a:r>
              <a:rPr lang="zh-CN" altLang="en-US" sz="2000" dirty="0" smtClean="0">
                <a:solidFill>
                  <a:schemeClr val="accent2"/>
                </a:solidFill>
              </a:rPr>
              <a:t>使用时长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687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2183065" y="249882"/>
            <a:ext cx="6755662" cy="381000"/>
          </a:xfrm>
        </p:spPr>
        <p:txBody>
          <a:bodyPr/>
          <a:lstStyle/>
          <a:p>
            <a:r>
              <a:rPr lang="en-US" altLang="zh-CN" dirty="0" smtClean="0"/>
              <a:t>00</a:t>
            </a:r>
            <a:r>
              <a:rPr lang="zh-CN" altLang="en-US" dirty="0" smtClean="0"/>
              <a:t>后长时间使用手机用户中，女生比例相对更高</a:t>
            </a:r>
            <a:endParaRPr lang="zh-CN" altLang="en-US" dirty="0"/>
          </a:p>
        </p:txBody>
      </p:sp>
      <p:sp>
        <p:nvSpPr>
          <p:cNvPr id="72" name="椭圆 13"/>
          <p:cNvSpPr/>
          <p:nvPr/>
        </p:nvSpPr>
        <p:spPr bwMode="auto">
          <a:xfrm>
            <a:off x="6706324" y="2962932"/>
            <a:ext cx="960295" cy="1955968"/>
          </a:xfrm>
          <a:custGeom>
            <a:avLst/>
            <a:gdLst/>
            <a:ahLst/>
            <a:cxnLst/>
            <a:rect l="l" t="t" r="r" b="b"/>
            <a:pathLst>
              <a:path w="1310605" h="2668589">
                <a:moveTo>
                  <a:pt x="386613" y="420688"/>
                </a:moveTo>
                <a:lnTo>
                  <a:pt x="401429" y="420688"/>
                </a:lnTo>
                <a:lnTo>
                  <a:pt x="404605" y="420688"/>
                </a:lnTo>
                <a:lnTo>
                  <a:pt x="431592" y="420688"/>
                </a:lnTo>
                <a:lnTo>
                  <a:pt x="663367" y="420688"/>
                </a:lnTo>
                <a:lnTo>
                  <a:pt x="663367" y="422275"/>
                </a:lnTo>
                <a:lnTo>
                  <a:pt x="879267" y="422275"/>
                </a:lnTo>
                <a:lnTo>
                  <a:pt x="906255" y="422275"/>
                </a:lnTo>
                <a:lnTo>
                  <a:pt x="909430" y="422275"/>
                </a:lnTo>
                <a:lnTo>
                  <a:pt x="924246" y="422275"/>
                </a:lnTo>
                <a:lnTo>
                  <a:pt x="926987" y="425016"/>
                </a:lnTo>
                <a:cubicBezTo>
                  <a:pt x="986397" y="429942"/>
                  <a:pt x="1035769" y="469628"/>
                  <a:pt x="1054768" y="524387"/>
                </a:cubicBezTo>
                <a:cubicBezTo>
                  <a:pt x="1061164" y="530768"/>
                  <a:pt x="1065349" y="538890"/>
                  <a:pt x="1068360" y="547744"/>
                </a:cubicBezTo>
                <a:lnTo>
                  <a:pt x="1305508" y="1245125"/>
                </a:lnTo>
                <a:cubicBezTo>
                  <a:pt x="1322444" y="1294929"/>
                  <a:pt x="1295799" y="1349033"/>
                  <a:pt x="1245995" y="1365969"/>
                </a:cubicBezTo>
                <a:cubicBezTo>
                  <a:pt x="1196191" y="1382906"/>
                  <a:pt x="1142087" y="1356261"/>
                  <a:pt x="1125150" y="1306456"/>
                </a:cubicBezTo>
                <a:lnTo>
                  <a:pt x="926510" y="722313"/>
                </a:lnTo>
                <a:lnTo>
                  <a:pt x="906255" y="722313"/>
                </a:lnTo>
                <a:lnTo>
                  <a:pt x="906255" y="759507"/>
                </a:lnTo>
                <a:lnTo>
                  <a:pt x="1220580" y="1784350"/>
                </a:lnTo>
                <a:lnTo>
                  <a:pt x="906255" y="1784350"/>
                </a:lnTo>
                <a:lnTo>
                  <a:pt x="899905" y="1784350"/>
                </a:lnTo>
                <a:cubicBezTo>
                  <a:pt x="899905" y="2046553"/>
                  <a:pt x="899905" y="2308755"/>
                  <a:pt x="899905" y="2570957"/>
                </a:cubicBezTo>
                <a:cubicBezTo>
                  <a:pt x="899905" y="2624878"/>
                  <a:pt x="856194" y="2668589"/>
                  <a:pt x="802273" y="2668589"/>
                </a:cubicBezTo>
                <a:lnTo>
                  <a:pt x="802274" y="2668588"/>
                </a:lnTo>
                <a:cubicBezTo>
                  <a:pt x="748353" y="2668588"/>
                  <a:pt x="704642" y="2624877"/>
                  <a:pt x="704642" y="2570956"/>
                </a:cubicBezTo>
                <a:lnTo>
                  <a:pt x="704642" y="1784350"/>
                </a:lnTo>
                <a:lnTo>
                  <a:pt x="663367" y="1784350"/>
                </a:lnTo>
                <a:lnTo>
                  <a:pt x="655430" y="1784350"/>
                </a:lnTo>
                <a:lnTo>
                  <a:pt x="604630" y="1784350"/>
                </a:lnTo>
                <a:lnTo>
                  <a:pt x="604630" y="2571750"/>
                </a:lnTo>
                <a:cubicBezTo>
                  <a:pt x="604630" y="2625232"/>
                  <a:pt x="561274" y="2668588"/>
                  <a:pt x="507792" y="2668588"/>
                </a:cubicBezTo>
                <a:lnTo>
                  <a:pt x="507793" y="2668589"/>
                </a:lnTo>
                <a:cubicBezTo>
                  <a:pt x="454311" y="2668589"/>
                  <a:pt x="410955" y="2625233"/>
                  <a:pt x="410955" y="2571751"/>
                </a:cubicBezTo>
                <a:cubicBezTo>
                  <a:pt x="410955" y="2309284"/>
                  <a:pt x="410955" y="2046817"/>
                  <a:pt x="410955" y="1784350"/>
                </a:cubicBezTo>
                <a:lnTo>
                  <a:pt x="404605" y="1784350"/>
                </a:lnTo>
                <a:lnTo>
                  <a:pt x="90280" y="1784350"/>
                </a:lnTo>
                <a:lnTo>
                  <a:pt x="404605" y="758041"/>
                </a:lnTo>
                <a:lnTo>
                  <a:pt x="404605" y="720725"/>
                </a:lnTo>
                <a:lnTo>
                  <a:pt x="384620" y="720725"/>
                </a:lnTo>
                <a:lnTo>
                  <a:pt x="185454" y="1306414"/>
                </a:lnTo>
                <a:cubicBezTo>
                  <a:pt x="168518" y="1356218"/>
                  <a:pt x="114414" y="1382863"/>
                  <a:pt x="64610" y="1365927"/>
                </a:cubicBezTo>
                <a:cubicBezTo>
                  <a:pt x="14806" y="1348991"/>
                  <a:pt x="-11839" y="1294887"/>
                  <a:pt x="5097" y="1245083"/>
                </a:cubicBezTo>
                <a:lnTo>
                  <a:pt x="242756" y="546199"/>
                </a:lnTo>
                <a:lnTo>
                  <a:pt x="255889" y="523630"/>
                </a:lnTo>
                <a:cubicBezTo>
                  <a:pt x="274608" y="468440"/>
                  <a:pt x="324161" y="428396"/>
                  <a:pt x="383857" y="423444"/>
                </a:cubicBezTo>
                <a:close/>
                <a:moveTo>
                  <a:pt x="664161" y="0"/>
                </a:moveTo>
                <a:cubicBezTo>
                  <a:pt x="779454" y="0"/>
                  <a:pt x="872917" y="93819"/>
                  <a:pt x="872917" y="209550"/>
                </a:cubicBezTo>
                <a:cubicBezTo>
                  <a:pt x="872917" y="325281"/>
                  <a:pt x="779454" y="419100"/>
                  <a:pt x="664161" y="419100"/>
                </a:cubicBezTo>
                <a:cubicBezTo>
                  <a:pt x="548868" y="419100"/>
                  <a:pt x="455405" y="325281"/>
                  <a:pt x="455405" y="209550"/>
                </a:cubicBezTo>
                <a:cubicBezTo>
                  <a:pt x="455405" y="93819"/>
                  <a:pt x="548868" y="0"/>
                  <a:pt x="664161" y="0"/>
                </a:cubicBezTo>
                <a:close/>
              </a:path>
            </a:pathLst>
          </a:custGeom>
          <a:solidFill>
            <a:srgbClr val="FF66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73" name="Freeform 9"/>
          <p:cNvSpPr>
            <a:spLocks/>
          </p:cNvSpPr>
          <p:nvPr/>
        </p:nvSpPr>
        <p:spPr bwMode="gray">
          <a:xfrm>
            <a:off x="4677731" y="2962932"/>
            <a:ext cx="859211" cy="1981239"/>
          </a:xfrm>
          <a:custGeom>
            <a:avLst/>
            <a:gdLst/>
            <a:ahLst/>
            <a:cxnLst/>
            <a:rect l="l" t="t" r="r" b="b"/>
            <a:pathLst>
              <a:path w="1168400" h="2703513">
                <a:moveTo>
                  <a:pt x="582619" y="0"/>
                </a:moveTo>
                <a:lnTo>
                  <a:pt x="626736" y="4665"/>
                </a:lnTo>
                <a:lnTo>
                  <a:pt x="666126" y="18659"/>
                </a:lnTo>
                <a:lnTo>
                  <a:pt x="702365" y="38872"/>
                </a:lnTo>
                <a:lnTo>
                  <a:pt x="732301" y="65305"/>
                </a:lnTo>
                <a:lnTo>
                  <a:pt x="759087" y="99512"/>
                </a:lnTo>
                <a:lnTo>
                  <a:pt x="777994" y="136829"/>
                </a:lnTo>
                <a:lnTo>
                  <a:pt x="790599" y="180366"/>
                </a:lnTo>
                <a:lnTo>
                  <a:pt x="793750" y="227012"/>
                </a:lnTo>
                <a:lnTo>
                  <a:pt x="790599" y="272104"/>
                </a:lnTo>
                <a:lnTo>
                  <a:pt x="777994" y="315641"/>
                </a:lnTo>
                <a:lnTo>
                  <a:pt x="759087" y="352958"/>
                </a:lnTo>
                <a:lnTo>
                  <a:pt x="732301" y="387165"/>
                </a:lnTo>
                <a:lnTo>
                  <a:pt x="702365" y="415153"/>
                </a:lnTo>
                <a:lnTo>
                  <a:pt x="666126" y="436921"/>
                </a:lnTo>
                <a:lnTo>
                  <a:pt x="637098" y="446088"/>
                </a:lnTo>
                <a:lnTo>
                  <a:pt x="988960" y="446088"/>
                </a:lnTo>
                <a:lnTo>
                  <a:pt x="1031781" y="454216"/>
                </a:lnTo>
                <a:lnTo>
                  <a:pt x="1076641" y="474534"/>
                </a:lnTo>
                <a:lnTo>
                  <a:pt x="1113345" y="502981"/>
                </a:lnTo>
                <a:lnTo>
                  <a:pt x="1143931" y="541587"/>
                </a:lnTo>
                <a:lnTo>
                  <a:pt x="1166361" y="584256"/>
                </a:lnTo>
                <a:lnTo>
                  <a:pt x="1168400" y="606607"/>
                </a:lnTo>
                <a:lnTo>
                  <a:pt x="1168400" y="1478286"/>
                </a:lnTo>
                <a:lnTo>
                  <a:pt x="1168400" y="1482350"/>
                </a:lnTo>
                <a:lnTo>
                  <a:pt x="1162283" y="1496573"/>
                </a:lnTo>
                <a:lnTo>
                  <a:pt x="1148009" y="1516892"/>
                </a:lnTo>
                <a:lnTo>
                  <a:pt x="1135775" y="1537211"/>
                </a:lnTo>
                <a:lnTo>
                  <a:pt x="1117423" y="1553466"/>
                </a:lnTo>
                <a:lnTo>
                  <a:pt x="1092954" y="1565657"/>
                </a:lnTo>
                <a:lnTo>
                  <a:pt x="1060328" y="1571753"/>
                </a:lnTo>
                <a:lnTo>
                  <a:pt x="1029742" y="1565657"/>
                </a:lnTo>
                <a:lnTo>
                  <a:pt x="1005273" y="1553466"/>
                </a:lnTo>
                <a:lnTo>
                  <a:pt x="984882" y="1537211"/>
                </a:lnTo>
                <a:lnTo>
                  <a:pt x="972647" y="1516892"/>
                </a:lnTo>
                <a:lnTo>
                  <a:pt x="962452" y="1496573"/>
                </a:lnTo>
                <a:lnTo>
                  <a:pt x="956334" y="1480318"/>
                </a:lnTo>
                <a:lnTo>
                  <a:pt x="954295" y="1468127"/>
                </a:lnTo>
                <a:lnTo>
                  <a:pt x="950217" y="1462031"/>
                </a:lnTo>
                <a:lnTo>
                  <a:pt x="950217" y="783381"/>
                </a:lnTo>
                <a:lnTo>
                  <a:pt x="897201" y="783381"/>
                </a:lnTo>
                <a:lnTo>
                  <a:pt x="893123" y="2614110"/>
                </a:lnTo>
                <a:lnTo>
                  <a:pt x="893123" y="2616142"/>
                </a:lnTo>
                <a:lnTo>
                  <a:pt x="891084" y="2626302"/>
                </a:lnTo>
                <a:lnTo>
                  <a:pt x="884966" y="2640525"/>
                </a:lnTo>
                <a:lnTo>
                  <a:pt x="874771" y="2658812"/>
                </a:lnTo>
                <a:lnTo>
                  <a:pt x="856419" y="2673035"/>
                </a:lnTo>
                <a:lnTo>
                  <a:pt x="831950" y="2687258"/>
                </a:lnTo>
                <a:lnTo>
                  <a:pt x="799324" y="2697418"/>
                </a:lnTo>
                <a:lnTo>
                  <a:pt x="758543" y="2703513"/>
                </a:lnTo>
                <a:lnTo>
                  <a:pt x="715722" y="2697418"/>
                </a:lnTo>
                <a:lnTo>
                  <a:pt x="683096" y="2687258"/>
                </a:lnTo>
                <a:lnTo>
                  <a:pt x="658627" y="2673035"/>
                </a:lnTo>
                <a:lnTo>
                  <a:pt x="642314" y="2656780"/>
                </a:lnTo>
                <a:lnTo>
                  <a:pt x="632119" y="2638493"/>
                </a:lnTo>
                <a:lnTo>
                  <a:pt x="623962" y="2626302"/>
                </a:lnTo>
                <a:lnTo>
                  <a:pt x="621923" y="2614110"/>
                </a:lnTo>
                <a:lnTo>
                  <a:pt x="621923" y="2612078"/>
                </a:lnTo>
                <a:lnTo>
                  <a:pt x="621923" y="2553154"/>
                </a:lnTo>
                <a:lnTo>
                  <a:pt x="621923" y="2486101"/>
                </a:lnTo>
                <a:lnTo>
                  <a:pt x="621923" y="2408890"/>
                </a:lnTo>
                <a:lnTo>
                  <a:pt x="621923" y="2327614"/>
                </a:lnTo>
                <a:lnTo>
                  <a:pt x="621923" y="2238211"/>
                </a:lnTo>
                <a:lnTo>
                  <a:pt x="619884" y="2148808"/>
                </a:lnTo>
                <a:lnTo>
                  <a:pt x="619884" y="2057374"/>
                </a:lnTo>
                <a:lnTo>
                  <a:pt x="619884" y="1970002"/>
                </a:lnTo>
                <a:lnTo>
                  <a:pt x="619884" y="1880600"/>
                </a:lnTo>
                <a:lnTo>
                  <a:pt x="619884" y="1795260"/>
                </a:lnTo>
                <a:lnTo>
                  <a:pt x="619884" y="1718049"/>
                </a:lnTo>
                <a:lnTo>
                  <a:pt x="619884" y="1644901"/>
                </a:lnTo>
                <a:lnTo>
                  <a:pt x="615806" y="1583944"/>
                </a:lnTo>
                <a:lnTo>
                  <a:pt x="615806" y="1531115"/>
                </a:lnTo>
                <a:lnTo>
                  <a:pt x="615806" y="1492509"/>
                </a:lnTo>
                <a:lnTo>
                  <a:pt x="615806" y="1468127"/>
                </a:lnTo>
                <a:lnTo>
                  <a:pt x="615806" y="1459999"/>
                </a:lnTo>
                <a:lnTo>
                  <a:pt x="568907" y="1459999"/>
                </a:lnTo>
                <a:lnTo>
                  <a:pt x="568907" y="2612078"/>
                </a:lnTo>
                <a:lnTo>
                  <a:pt x="566868" y="2616142"/>
                </a:lnTo>
                <a:lnTo>
                  <a:pt x="562790" y="2626302"/>
                </a:lnTo>
                <a:lnTo>
                  <a:pt x="554633" y="2640525"/>
                </a:lnTo>
                <a:lnTo>
                  <a:pt x="540360" y="2658812"/>
                </a:lnTo>
                <a:lnTo>
                  <a:pt x="519969" y="2675067"/>
                </a:lnTo>
                <a:lnTo>
                  <a:pt x="495500" y="2691322"/>
                </a:lnTo>
                <a:lnTo>
                  <a:pt x="462874" y="2701481"/>
                </a:lnTo>
                <a:lnTo>
                  <a:pt x="442483" y="2703513"/>
                </a:lnTo>
                <a:lnTo>
                  <a:pt x="405779" y="2703513"/>
                </a:lnTo>
                <a:lnTo>
                  <a:pt x="385389" y="2701481"/>
                </a:lnTo>
                <a:lnTo>
                  <a:pt x="354802" y="2691322"/>
                </a:lnTo>
                <a:lnTo>
                  <a:pt x="330333" y="2675067"/>
                </a:lnTo>
                <a:lnTo>
                  <a:pt x="307903" y="2658812"/>
                </a:lnTo>
                <a:lnTo>
                  <a:pt x="291590" y="2640525"/>
                </a:lnTo>
                <a:lnTo>
                  <a:pt x="281395" y="2626302"/>
                </a:lnTo>
                <a:lnTo>
                  <a:pt x="277317" y="2616142"/>
                </a:lnTo>
                <a:lnTo>
                  <a:pt x="275278" y="2612078"/>
                </a:lnTo>
                <a:lnTo>
                  <a:pt x="273238" y="785413"/>
                </a:lnTo>
                <a:lnTo>
                  <a:pt x="220222" y="783381"/>
                </a:lnTo>
                <a:lnTo>
                  <a:pt x="220222" y="1462031"/>
                </a:lnTo>
                <a:lnTo>
                  <a:pt x="220222" y="1468127"/>
                </a:lnTo>
                <a:lnTo>
                  <a:pt x="218183" y="1478286"/>
                </a:lnTo>
                <a:lnTo>
                  <a:pt x="216144" y="1494541"/>
                </a:lnTo>
                <a:lnTo>
                  <a:pt x="210027" y="1512828"/>
                </a:lnTo>
                <a:lnTo>
                  <a:pt x="203909" y="1531115"/>
                </a:lnTo>
                <a:lnTo>
                  <a:pt x="187597" y="1549402"/>
                </a:lnTo>
                <a:lnTo>
                  <a:pt x="171284" y="1565657"/>
                </a:lnTo>
                <a:lnTo>
                  <a:pt x="146815" y="1575817"/>
                </a:lnTo>
                <a:lnTo>
                  <a:pt x="114189" y="1577849"/>
                </a:lnTo>
                <a:lnTo>
                  <a:pt x="79525" y="1575817"/>
                </a:lnTo>
                <a:lnTo>
                  <a:pt x="53016" y="1563625"/>
                </a:lnTo>
                <a:lnTo>
                  <a:pt x="32625" y="1549402"/>
                </a:lnTo>
                <a:lnTo>
                  <a:pt x="18352" y="1529083"/>
                </a:lnTo>
                <a:lnTo>
                  <a:pt x="8156" y="1512828"/>
                </a:lnTo>
                <a:lnTo>
                  <a:pt x="2039" y="1494541"/>
                </a:lnTo>
                <a:lnTo>
                  <a:pt x="0" y="1484382"/>
                </a:lnTo>
                <a:lnTo>
                  <a:pt x="0" y="1480318"/>
                </a:lnTo>
                <a:lnTo>
                  <a:pt x="0" y="647245"/>
                </a:lnTo>
                <a:lnTo>
                  <a:pt x="8156" y="598480"/>
                </a:lnTo>
                <a:lnTo>
                  <a:pt x="30586" y="553778"/>
                </a:lnTo>
                <a:lnTo>
                  <a:pt x="61173" y="511108"/>
                </a:lnTo>
                <a:lnTo>
                  <a:pt x="101955" y="478598"/>
                </a:lnTo>
                <a:lnTo>
                  <a:pt x="146815" y="456247"/>
                </a:lnTo>
                <a:lnTo>
                  <a:pt x="191675" y="446088"/>
                </a:lnTo>
                <a:lnTo>
                  <a:pt x="530920" y="446088"/>
                </a:lnTo>
                <a:lnTo>
                  <a:pt x="491234" y="430702"/>
                </a:lnTo>
                <a:lnTo>
                  <a:pt x="453419" y="404269"/>
                </a:lnTo>
                <a:lnTo>
                  <a:pt x="418756" y="368507"/>
                </a:lnTo>
                <a:lnTo>
                  <a:pt x="393546" y="326525"/>
                </a:lnTo>
                <a:lnTo>
                  <a:pt x="379365" y="276769"/>
                </a:lnTo>
                <a:lnTo>
                  <a:pt x="373063" y="227012"/>
                </a:lnTo>
                <a:lnTo>
                  <a:pt x="379365" y="175701"/>
                </a:lnTo>
                <a:lnTo>
                  <a:pt x="393546" y="125945"/>
                </a:lnTo>
                <a:lnTo>
                  <a:pt x="418756" y="83963"/>
                </a:lnTo>
                <a:lnTo>
                  <a:pt x="453419" y="49756"/>
                </a:lnTo>
                <a:lnTo>
                  <a:pt x="491234" y="21768"/>
                </a:lnTo>
                <a:lnTo>
                  <a:pt x="535351" y="4665"/>
                </a:lnTo>
                <a:close/>
              </a:path>
            </a:pathLst>
          </a:cu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4296084" y="1712390"/>
            <a:ext cx="3622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smtClean="0"/>
              <a:t>00</a:t>
            </a:r>
            <a:r>
              <a:rPr lang="zh-CN" altLang="en-US" b="1" dirty="0" smtClean="0"/>
              <a:t>后每日使用</a:t>
            </a:r>
            <a:r>
              <a:rPr lang="zh-CN" altLang="en-US" b="1" dirty="0"/>
              <a:t>智能手机</a:t>
            </a:r>
            <a:r>
              <a:rPr lang="en-US" altLang="zh-CN" b="1" dirty="0" smtClean="0"/>
              <a:t>5</a:t>
            </a:r>
            <a:r>
              <a:rPr lang="zh-CN" altLang="en-US" b="1" dirty="0" smtClean="0"/>
              <a:t>小时以上</a:t>
            </a:r>
            <a:endParaRPr lang="zh-CN" altLang="en-US" b="1" dirty="0"/>
          </a:p>
        </p:txBody>
      </p:sp>
      <p:sp>
        <p:nvSpPr>
          <p:cNvPr id="41" name="文本框 40"/>
          <p:cNvSpPr txBox="1"/>
          <p:nvPr/>
        </p:nvSpPr>
        <p:spPr>
          <a:xfrm>
            <a:off x="2855895" y="4091946"/>
            <a:ext cx="18582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 smtClean="0">
                <a:latin typeface="微软雅黑" panose="020B0503020204020204" pitchFamily="34" charset="-122"/>
              </a:rPr>
              <a:t>30%</a:t>
            </a:r>
            <a:endParaRPr lang="zh-CN" altLang="en-US" sz="5400" b="1" dirty="0">
              <a:latin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768831" y="4091946"/>
            <a:ext cx="18582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 smtClean="0">
                <a:latin typeface="微软雅黑" panose="020B0503020204020204" pitchFamily="34" charset="-122"/>
              </a:rPr>
              <a:t>35%</a:t>
            </a:r>
            <a:endParaRPr lang="zh-CN" altLang="en-US" sz="5400" b="1" dirty="0">
              <a:latin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904608" y="2426915"/>
            <a:ext cx="1147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</a:rPr>
              <a:t>女生：</a:t>
            </a:r>
            <a:endParaRPr lang="zh-CN" altLang="en-US" b="1" dirty="0">
              <a:solidFill>
                <a:prstClr val="white">
                  <a:lumMod val="50000"/>
                </a:prst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772473" y="2426915"/>
            <a:ext cx="888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</a:rPr>
              <a:t>男生：</a:t>
            </a:r>
            <a:endParaRPr lang="zh-CN" altLang="en-US" b="1" dirty="0">
              <a:solidFill>
                <a:prstClr val="white">
                  <a:lumMod val="50000"/>
                </a:prstClr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832" y="6522720"/>
            <a:ext cx="5109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注：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后男生用户</a:t>
            </a:r>
            <a:r>
              <a:rPr lang="en-US" altLang="zh-CN" sz="1400" dirty="0" smtClean="0"/>
              <a:t>N=1147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后女生用户</a:t>
            </a:r>
            <a:r>
              <a:rPr lang="en-US" altLang="zh-CN" sz="1400" dirty="0" smtClean="0"/>
              <a:t>N=1133</a:t>
            </a:r>
            <a:endParaRPr lang="zh-CN" altLang="en-US" sz="1400" dirty="0"/>
          </a:p>
        </p:txBody>
      </p:sp>
      <p:sp>
        <p:nvSpPr>
          <p:cNvPr id="1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138335" y="113522"/>
            <a:ext cx="742852" cy="653720"/>
          </a:xfrm>
        </p:spPr>
        <p:txBody>
          <a:bodyPr/>
          <a:lstStyle/>
          <a:p>
            <a:pPr algn="ctr"/>
            <a:r>
              <a:rPr lang="zh-CN" altLang="en-US" sz="2000" dirty="0" smtClean="0">
                <a:solidFill>
                  <a:schemeClr val="accent2"/>
                </a:solidFill>
              </a:rPr>
              <a:t>使用时长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2245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2183065" y="249882"/>
            <a:ext cx="7371482" cy="381000"/>
          </a:xfrm>
        </p:spPr>
        <p:txBody>
          <a:bodyPr/>
          <a:lstStyle/>
          <a:p>
            <a:r>
              <a:rPr lang="en-US" altLang="zh-CN" dirty="0" smtClean="0"/>
              <a:t>00</a:t>
            </a:r>
            <a:r>
              <a:rPr lang="zh-CN" altLang="en-US" dirty="0" smtClean="0"/>
              <a:t>后通过智能手机来消遣娱乐和学习的比例相对更高</a:t>
            </a:r>
            <a:endParaRPr lang="zh-CN" altLang="en-US" dirty="0"/>
          </a:p>
        </p:txBody>
      </p:sp>
      <p:sp>
        <p:nvSpPr>
          <p:cNvPr id="62" name="文本框 61"/>
          <p:cNvSpPr txBox="1"/>
          <p:nvPr/>
        </p:nvSpPr>
        <p:spPr>
          <a:xfrm>
            <a:off x="5123125" y="1566834"/>
            <a:ext cx="2606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智能手机使用目的</a:t>
            </a:r>
            <a:endParaRPr lang="zh-CN" altLang="en-US" b="1" dirty="0"/>
          </a:p>
        </p:txBody>
      </p:sp>
      <p:sp>
        <p:nvSpPr>
          <p:cNvPr id="54" name="文本框 53"/>
          <p:cNvSpPr txBox="1"/>
          <p:nvPr/>
        </p:nvSpPr>
        <p:spPr>
          <a:xfrm>
            <a:off x="10832" y="6522720"/>
            <a:ext cx="5109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注：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后用户</a:t>
            </a:r>
            <a:r>
              <a:rPr lang="en-US" altLang="zh-CN" sz="1400" dirty="0" smtClean="0"/>
              <a:t>N=2361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前用户</a:t>
            </a:r>
            <a:r>
              <a:rPr lang="en-US" altLang="zh-CN" sz="1400" dirty="0" smtClean="0"/>
              <a:t>N=3458</a:t>
            </a:r>
            <a:endParaRPr lang="zh-CN" altLang="en-US" sz="1400" dirty="0"/>
          </a:p>
        </p:txBody>
      </p:sp>
      <p:sp>
        <p:nvSpPr>
          <p:cNvPr id="6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138335" y="113522"/>
            <a:ext cx="742852" cy="653720"/>
          </a:xfrm>
        </p:spPr>
        <p:txBody>
          <a:bodyPr/>
          <a:lstStyle/>
          <a:p>
            <a:pPr algn="ctr"/>
            <a:r>
              <a:rPr lang="zh-CN" altLang="en-US" sz="2000" dirty="0" smtClean="0">
                <a:solidFill>
                  <a:schemeClr val="accent2"/>
                </a:solidFill>
              </a:rPr>
              <a:t>使用目的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  <p:graphicFrame>
        <p:nvGraphicFramePr>
          <p:cNvPr id="64" name="图表 6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8953838"/>
              </p:ext>
            </p:extLst>
          </p:nvPr>
        </p:nvGraphicFramePr>
        <p:xfrm>
          <a:off x="1608031" y="1817645"/>
          <a:ext cx="8931136" cy="3337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矩形 2"/>
          <p:cNvSpPr/>
          <p:nvPr/>
        </p:nvSpPr>
        <p:spPr>
          <a:xfrm>
            <a:off x="701040" y="2286000"/>
            <a:ext cx="10820400" cy="3185160"/>
          </a:xfrm>
          <a:prstGeom prst="rect">
            <a:avLst/>
          </a:prstGeom>
          <a:solidFill>
            <a:srgbClr val="1F2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3263790" y="3141327"/>
            <a:ext cx="793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63"/>
            <a:r>
              <a:rPr lang="en-US" altLang="zh-CN" b="1" dirty="0" smtClean="0">
                <a:solidFill>
                  <a:schemeClr val="accent4"/>
                </a:solidFill>
                <a:cs typeface="Arial" panose="020B0604020202020204" pitchFamily="34" charset="0"/>
              </a:rPr>
              <a:t>73%</a:t>
            </a:r>
            <a:endParaRPr lang="en-US" altLang="zh-CN" b="1" dirty="0">
              <a:solidFill>
                <a:schemeClr val="accent4"/>
              </a:solidFill>
              <a:cs typeface="Arial" panose="020B0604020202020204" pitchFamily="34" charset="0"/>
            </a:endParaRPr>
          </a:p>
        </p:txBody>
      </p:sp>
      <p:sp>
        <p:nvSpPr>
          <p:cNvPr id="66" name="饼图 52"/>
          <p:cNvSpPr/>
          <p:nvPr/>
        </p:nvSpPr>
        <p:spPr>
          <a:xfrm flipH="1" flipV="1">
            <a:off x="2246858" y="3653719"/>
            <a:ext cx="893719" cy="893717"/>
          </a:xfrm>
          <a:prstGeom prst="pie">
            <a:avLst>
              <a:gd name="adj1" fmla="val 0"/>
              <a:gd name="adj2" fmla="val 1076875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69"/>
            <a:endParaRPr kumimoji="1" lang="zh-CN" altLang="en-US" sz="3200">
              <a:solidFill>
                <a:srgbClr val="FFFFFF"/>
              </a:solidFill>
            </a:endParaRPr>
          </a:p>
        </p:txBody>
      </p:sp>
      <p:sp>
        <p:nvSpPr>
          <p:cNvPr id="67" name="弧形 76"/>
          <p:cNvSpPr/>
          <p:nvPr/>
        </p:nvSpPr>
        <p:spPr>
          <a:xfrm rot="5400000">
            <a:off x="2061637" y="3468498"/>
            <a:ext cx="1264155" cy="1264155"/>
          </a:xfrm>
          <a:prstGeom prst="arc">
            <a:avLst>
              <a:gd name="adj1" fmla="val 5413643"/>
              <a:gd name="adj2" fmla="val 11494291"/>
            </a:avLst>
          </a:prstGeom>
          <a:ln w="1587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263"/>
            <a:endParaRPr lang="zh-CN" altLang="en-US" sz="1867">
              <a:solidFill>
                <a:prstClr val="black"/>
              </a:solidFill>
            </a:endParaRPr>
          </a:p>
        </p:txBody>
      </p:sp>
      <p:sp>
        <p:nvSpPr>
          <p:cNvPr id="68" name="弧形 76"/>
          <p:cNvSpPr/>
          <p:nvPr/>
        </p:nvSpPr>
        <p:spPr>
          <a:xfrm rot="5400000">
            <a:off x="1776625" y="3183487"/>
            <a:ext cx="1834181" cy="1834181"/>
          </a:xfrm>
          <a:prstGeom prst="arc">
            <a:avLst>
              <a:gd name="adj1" fmla="val 5355792"/>
              <a:gd name="adj2" fmla="val 13204920"/>
            </a:avLst>
          </a:prstGeom>
          <a:ln w="158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263"/>
            <a:endParaRPr lang="zh-CN" altLang="en-US" sz="1867">
              <a:solidFill>
                <a:prstClr val="black"/>
              </a:solidFill>
            </a:endParaRPr>
          </a:p>
        </p:txBody>
      </p:sp>
      <p:sp>
        <p:nvSpPr>
          <p:cNvPr id="69" name="三角形 56"/>
          <p:cNvSpPr/>
          <p:nvPr/>
        </p:nvSpPr>
        <p:spPr>
          <a:xfrm flipV="1">
            <a:off x="2522028" y="2730665"/>
            <a:ext cx="343370" cy="257527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69"/>
            <a:endParaRPr kumimoji="1" lang="zh-CN" altLang="en-US" sz="3200">
              <a:solidFill>
                <a:srgbClr val="404040"/>
              </a:solidFill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2139714" y="23790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63"/>
            <a:r>
              <a:rPr lang="zh-CN" altLang="en-US" dirty="0" smtClean="0">
                <a:latin typeface="Calibri Light" panose="020F0302020204030204"/>
                <a:cs typeface="Arial" panose="020B0604020202020204" pitchFamily="34" charset="0"/>
              </a:rPr>
              <a:t>消遣娱乐</a:t>
            </a:r>
            <a:endParaRPr lang="en-US" altLang="zh-CN" dirty="0">
              <a:latin typeface="Calibri Light" panose="020F0302020204030204"/>
              <a:cs typeface="Arial" panose="020B0604020202020204" pitchFamily="34" charset="0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2765607" y="3427095"/>
            <a:ext cx="745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63"/>
            <a:r>
              <a:rPr lang="en-US" altLang="zh-CN" b="1" dirty="0" smtClean="0">
                <a:solidFill>
                  <a:schemeClr val="accent4">
                    <a:lumMod val="20000"/>
                    <a:lumOff val="80000"/>
                  </a:schemeClr>
                </a:solidFill>
                <a:cs typeface="Arial" panose="020B0604020202020204" pitchFamily="34" charset="0"/>
              </a:rPr>
              <a:t>63%</a:t>
            </a:r>
            <a:endParaRPr lang="en-US" altLang="zh-CN" b="1" dirty="0">
              <a:solidFill>
                <a:schemeClr val="accent4">
                  <a:lumMod val="20000"/>
                  <a:lumOff val="8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849945" y="5328753"/>
            <a:ext cx="793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63"/>
            <a:r>
              <a:rPr lang="en-US" altLang="zh-CN" b="1" dirty="0" smtClean="0">
                <a:solidFill>
                  <a:schemeClr val="accent4"/>
                </a:solidFill>
                <a:cs typeface="Arial" panose="020B0604020202020204" pitchFamily="34" charset="0"/>
              </a:rPr>
              <a:t>33%</a:t>
            </a:r>
            <a:endParaRPr lang="en-US" altLang="zh-CN" b="1" dirty="0">
              <a:solidFill>
                <a:schemeClr val="accent4"/>
              </a:solidFill>
              <a:cs typeface="Arial" panose="020B0604020202020204" pitchFamily="34" charset="0"/>
            </a:endParaRPr>
          </a:p>
        </p:txBody>
      </p:sp>
      <p:sp>
        <p:nvSpPr>
          <p:cNvPr id="73" name="饼图 52"/>
          <p:cNvSpPr/>
          <p:nvPr/>
        </p:nvSpPr>
        <p:spPr>
          <a:xfrm flipH="1" flipV="1">
            <a:off x="2246858" y="5904007"/>
            <a:ext cx="893719" cy="893717"/>
          </a:xfrm>
          <a:prstGeom prst="pie">
            <a:avLst>
              <a:gd name="adj1" fmla="val 0"/>
              <a:gd name="adj2" fmla="val 1076875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69"/>
            <a:endParaRPr kumimoji="1" lang="zh-CN" altLang="en-US" sz="3200">
              <a:solidFill>
                <a:srgbClr val="FFFFFF"/>
              </a:solidFill>
            </a:endParaRPr>
          </a:p>
        </p:txBody>
      </p:sp>
      <p:sp>
        <p:nvSpPr>
          <p:cNvPr id="74" name="弧形 76"/>
          <p:cNvSpPr/>
          <p:nvPr/>
        </p:nvSpPr>
        <p:spPr>
          <a:xfrm rot="5400000">
            <a:off x="2061637" y="5718786"/>
            <a:ext cx="1264155" cy="1264155"/>
          </a:xfrm>
          <a:prstGeom prst="arc">
            <a:avLst>
              <a:gd name="adj1" fmla="val 5413643"/>
              <a:gd name="adj2" fmla="val 10960829"/>
            </a:avLst>
          </a:prstGeom>
          <a:ln w="1587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263"/>
            <a:endParaRPr lang="zh-CN" altLang="en-US" sz="1867">
              <a:solidFill>
                <a:prstClr val="black"/>
              </a:solidFill>
            </a:endParaRPr>
          </a:p>
        </p:txBody>
      </p:sp>
      <p:sp>
        <p:nvSpPr>
          <p:cNvPr id="75" name="弧形 76"/>
          <p:cNvSpPr/>
          <p:nvPr/>
        </p:nvSpPr>
        <p:spPr>
          <a:xfrm rot="5400000">
            <a:off x="1776625" y="5433775"/>
            <a:ext cx="1834181" cy="1834181"/>
          </a:xfrm>
          <a:prstGeom prst="arc">
            <a:avLst>
              <a:gd name="adj1" fmla="val 5355792"/>
              <a:gd name="adj2" fmla="val 8016120"/>
            </a:avLst>
          </a:prstGeom>
          <a:ln w="158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263"/>
            <a:endParaRPr lang="zh-CN" altLang="en-US" sz="1867">
              <a:solidFill>
                <a:prstClr val="black"/>
              </a:solidFill>
            </a:endParaRPr>
          </a:p>
        </p:txBody>
      </p:sp>
      <p:sp>
        <p:nvSpPr>
          <p:cNvPr id="76" name="三角形 56"/>
          <p:cNvSpPr/>
          <p:nvPr/>
        </p:nvSpPr>
        <p:spPr>
          <a:xfrm flipV="1">
            <a:off x="2522028" y="4980953"/>
            <a:ext cx="343370" cy="257527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69"/>
            <a:endParaRPr kumimoji="1" lang="zh-CN" altLang="en-US" sz="3200">
              <a:solidFill>
                <a:srgbClr val="404040"/>
              </a:solidFill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139714" y="462931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63"/>
            <a:r>
              <a:rPr lang="zh-CN" altLang="en-US" dirty="0" smtClean="0">
                <a:latin typeface="Calibri Light" panose="020F0302020204030204"/>
                <a:cs typeface="Arial" panose="020B0604020202020204" pitchFamily="34" charset="0"/>
              </a:rPr>
              <a:t>获得资讯</a:t>
            </a:r>
            <a:endParaRPr lang="en-US" altLang="zh-CN" dirty="0">
              <a:latin typeface="Calibri Light" panose="020F0302020204030204"/>
              <a:cs typeface="Arial" panose="020B0604020202020204" pitchFamily="34" charset="0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2717091" y="5645021"/>
            <a:ext cx="745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63"/>
            <a:r>
              <a:rPr lang="en-US" altLang="zh-CN" b="1" dirty="0" smtClean="0">
                <a:solidFill>
                  <a:schemeClr val="accent4">
                    <a:lumMod val="20000"/>
                    <a:lumOff val="80000"/>
                  </a:schemeClr>
                </a:solidFill>
                <a:cs typeface="Arial" panose="020B0604020202020204" pitchFamily="34" charset="0"/>
              </a:rPr>
              <a:t>51%</a:t>
            </a:r>
            <a:endParaRPr lang="en-US" altLang="zh-CN" b="1" dirty="0">
              <a:solidFill>
                <a:schemeClr val="accent4">
                  <a:lumMod val="20000"/>
                  <a:lumOff val="8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5318223" y="5278389"/>
            <a:ext cx="793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63"/>
            <a:r>
              <a:rPr lang="en-US" altLang="zh-CN" b="1" dirty="0" smtClean="0">
                <a:solidFill>
                  <a:schemeClr val="accent4"/>
                </a:solidFill>
                <a:cs typeface="Arial" panose="020B0604020202020204" pitchFamily="34" charset="0"/>
              </a:rPr>
              <a:t>28%</a:t>
            </a:r>
            <a:endParaRPr lang="en-US" altLang="zh-CN" b="1" dirty="0">
              <a:solidFill>
                <a:schemeClr val="accent4"/>
              </a:solidFill>
              <a:cs typeface="Arial" panose="020B0604020202020204" pitchFamily="34" charset="0"/>
            </a:endParaRPr>
          </a:p>
        </p:txBody>
      </p:sp>
      <p:sp>
        <p:nvSpPr>
          <p:cNvPr id="80" name="饼图 52"/>
          <p:cNvSpPr/>
          <p:nvPr/>
        </p:nvSpPr>
        <p:spPr>
          <a:xfrm flipH="1" flipV="1">
            <a:off x="5715136" y="5904007"/>
            <a:ext cx="893719" cy="893717"/>
          </a:xfrm>
          <a:prstGeom prst="pie">
            <a:avLst>
              <a:gd name="adj1" fmla="val 0"/>
              <a:gd name="adj2" fmla="val 1076875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69"/>
            <a:endParaRPr kumimoji="1" lang="zh-CN" altLang="en-US" sz="3200">
              <a:solidFill>
                <a:srgbClr val="FFFFFF"/>
              </a:solidFill>
            </a:endParaRPr>
          </a:p>
        </p:txBody>
      </p:sp>
      <p:sp>
        <p:nvSpPr>
          <p:cNvPr id="81" name="弧形 76"/>
          <p:cNvSpPr/>
          <p:nvPr/>
        </p:nvSpPr>
        <p:spPr>
          <a:xfrm rot="5400000">
            <a:off x="5529915" y="5718786"/>
            <a:ext cx="1264155" cy="1264155"/>
          </a:xfrm>
          <a:prstGeom prst="arc">
            <a:avLst>
              <a:gd name="adj1" fmla="val 5413643"/>
              <a:gd name="adj2" fmla="val 9710226"/>
            </a:avLst>
          </a:prstGeom>
          <a:ln w="1587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263"/>
            <a:endParaRPr lang="zh-CN" altLang="en-US" sz="1867">
              <a:solidFill>
                <a:prstClr val="black"/>
              </a:solidFill>
            </a:endParaRPr>
          </a:p>
        </p:txBody>
      </p:sp>
      <p:sp>
        <p:nvSpPr>
          <p:cNvPr id="82" name="弧形 76"/>
          <p:cNvSpPr/>
          <p:nvPr/>
        </p:nvSpPr>
        <p:spPr>
          <a:xfrm rot="5400000">
            <a:off x="5244903" y="5433775"/>
            <a:ext cx="1834181" cy="1834181"/>
          </a:xfrm>
          <a:prstGeom prst="arc">
            <a:avLst>
              <a:gd name="adj1" fmla="val 5355792"/>
              <a:gd name="adj2" fmla="val 7740539"/>
            </a:avLst>
          </a:prstGeom>
          <a:ln w="158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263"/>
            <a:endParaRPr lang="zh-CN" altLang="en-US" sz="1867">
              <a:solidFill>
                <a:prstClr val="black"/>
              </a:solidFill>
            </a:endParaRPr>
          </a:p>
        </p:txBody>
      </p:sp>
      <p:sp>
        <p:nvSpPr>
          <p:cNvPr id="83" name="三角形 56"/>
          <p:cNvSpPr/>
          <p:nvPr/>
        </p:nvSpPr>
        <p:spPr>
          <a:xfrm flipV="1">
            <a:off x="5990306" y="4980953"/>
            <a:ext cx="343370" cy="257527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69"/>
            <a:endParaRPr kumimoji="1" lang="zh-CN" altLang="en-US" sz="3200">
              <a:solidFill>
                <a:srgbClr val="404040"/>
              </a:solidFill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5377160" y="462931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63"/>
            <a:r>
              <a:rPr lang="zh-CN" altLang="en-US" dirty="0" smtClean="0">
                <a:latin typeface="Calibri Light" panose="020F0302020204030204"/>
                <a:cs typeface="Arial" panose="020B0604020202020204" pitchFamily="34" charset="0"/>
              </a:rPr>
              <a:t>解决生活问题</a:t>
            </a:r>
            <a:endParaRPr lang="en-US" altLang="zh-CN" dirty="0">
              <a:latin typeface="Calibri Light" panose="020F0302020204030204"/>
              <a:cs typeface="Arial" panose="020B0604020202020204" pitchFamily="34" charset="0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6233885" y="5677383"/>
            <a:ext cx="745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63"/>
            <a:r>
              <a:rPr lang="en-US" altLang="zh-CN" b="1" dirty="0" smtClean="0">
                <a:solidFill>
                  <a:schemeClr val="accent4">
                    <a:lumMod val="20000"/>
                    <a:lumOff val="80000"/>
                  </a:schemeClr>
                </a:solidFill>
                <a:cs typeface="Arial" panose="020B0604020202020204" pitchFamily="34" charset="0"/>
              </a:rPr>
              <a:t>43%</a:t>
            </a:r>
            <a:endParaRPr lang="en-US" altLang="zh-CN" b="1" dirty="0">
              <a:solidFill>
                <a:schemeClr val="accent4">
                  <a:lumMod val="20000"/>
                  <a:lumOff val="8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6358724" y="2982712"/>
            <a:ext cx="793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63"/>
            <a:r>
              <a:rPr lang="en-US" altLang="zh-CN" b="1" dirty="0" smtClean="0">
                <a:solidFill>
                  <a:schemeClr val="accent4"/>
                </a:solidFill>
                <a:cs typeface="Arial" panose="020B0604020202020204" pitchFamily="34" charset="0"/>
              </a:rPr>
              <a:t>66%</a:t>
            </a:r>
            <a:endParaRPr lang="en-US" altLang="zh-CN" b="1" dirty="0">
              <a:solidFill>
                <a:schemeClr val="accent4"/>
              </a:solidFill>
              <a:cs typeface="Arial" panose="020B0604020202020204" pitchFamily="34" charset="0"/>
            </a:endParaRPr>
          </a:p>
        </p:txBody>
      </p:sp>
      <p:sp>
        <p:nvSpPr>
          <p:cNvPr id="87" name="饼图 52"/>
          <p:cNvSpPr/>
          <p:nvPr/>
        </p:nvSpPr>
        <p:spPr>
          <a:xfrm flipH="1" flipV="1">
            <a:off x="5715136" y="3653719"/>
            <a:ext cx="893719" cy="893717"/>
          </a:xfrm>
          <a:prstGeom prst="pie">
            <a:avLst>
              <a:gd name="adj1" fmla="val 0"/>
              <a:gd name="adj2" fmla="val 1076875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69"/>
            <a:endParaRPr kumimoji="1" lang="zh-CN" altLang="en-US" sz="3200">
              <a:solidFill>
                <a:srgbClr val="FFFFFF"/>
              </a:solidFill>
            </a:endParaRPr>
          </a:p>
        </p:txBody>
      </p:sp>
      <p:sp>
        <p:nvSpPr>
          <p:cNvPr id="88" name="弧形 76"/>
          <p:cNvSpPr/>
          <p:nvPr/>
        </p:nvSpPr>
        <p:spPr>
          <a:xfrm rot="5400000">
            <a:off x="5529915" y="3468498"/>
            <a:ext cx="1264155" cy="1264155"/>
          </a:xfrm>
          <a:prstGeom prst="arc">
            <a:avLst>
              <a:gd name="adj1" fmla="val 5413643"/>
              <a:gd name="adj2" fmla="val 13454779"/>
            </a:avLst>
          </a:prstGeom>
          <a:ln w="1587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263"/>
            <a:endParaRPr lang="zh-CN" altLang="en-US" sz="1867">
              <a:solidFill>
                <a:prstClr val="black"/>
              </a:solidFill>
            </a:endParaRPr>
          </a:p>
        </p:txBody>
      </p:sp>
      <p:sp>
        <p:nvSpPr>
          <p:cNvPr id="89" name="弧形 76"/>
          <p:cNvSpPr/>
          <p:nvPr/>
        </p:nvSpPr>
        <p:spPr>
          <a:xfrm rot="5400000">
            <a:off x="5244903" y="3183487"/>
            <a:ext cx="1834181" cy="1834181"/>
          </a:xfrm>
          <a:prstGeom prst="arc">
            <a:avLst>
              <a:gd name="adj1" fmla="val 5355792"/>
              <a:gd name="adj2" fmla="val 11734155"/>
            </a:avLst>
          </a:prstGeom>
          <a:ln w="158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263"/>
            <a:endParaRPr lang="zh-CN" altLang="en-US" sz="1867">
              <a:solidFill>
                <a:prstClr val="black"/>
              </a:solidFill>
            </a:endParaRPr>
          </a:p>
        </p:txBody>
      </p:sp>
      <p:sp>
        <p:nvSpPr>
          <p:cNvPr id="90" name="三角形 56"/>
          <p:cNvSpPr/>
          <p:nvPr/>
        </p:nvSpPr>
        <p:spPr>
          <a:xfrm flipV="1">
            <a:off x="5990306" y="2730665"/>
            <a:ext cx="343370" cy="257527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69"/>
            <a:endParaRPr kumimoji="1" lang="zh-CN" altLang="en-US" sz="3200">
              <a:solidFill>
                <a:srgbClr val="404040"/>
              </a:solidFill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5607992" y="23790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63"/>
            <a:r>
              <a:rPr lang="zh-CN" altLang="en-US" dirty="0" smtClean="0">
                <a:latin typeface="Calibri Light" panose="020F0302020204030204"/>
                <a:cs typeface="Arial" panose="020B0604020202020204" pitchFamily="34" charset="0"/>
              </a:rPr>
              <a:t>社交沟通</a:t>
            </a:r>
            <a:endParaRPr lang="en-US" altLang="zh-CN" dirty="0">
              <a:latin typeface="Calibri Light" panose="020F0302020204030204"/>
              <a:cs typeface="Arial" panose="020B0604020202020204" pitchFamily="34" charset="0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6557083" y="3589084"/>
            <a:ext cx="745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63"/>
            <a:r>
              <a:rPr lang="en-US" altLang="zh-CN" b="1" dirty="0" smtClean="0">
                <a:solidFill>
                  <a:schemeClr val="accent4">
                    <a:lumMod val="20000"/>
                    <a:lumOff val="80000"/>
                  </a:schemeClr>
                </a:solidFill>
                <a:cs typeface="Arial" panose="020B0604020202020204" pitchFamily="34" charset="0"/>
              </a:rPr>
              <a:t>76%</a:t>
            </a:r>
            <a:endParaRPr lang="en-US" altLang="zh-CN" b="1" dirty="0">
              <a:solidFill>
                <a:schemeClr val="accent4">
                  <a:lumMod val="20000"/>
                  <a:lumOff val="8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8418814" y="5554698"/>
            <a:ext cx="793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63"/>
            <a:r>
              <a:rPr lang="en-US" altLang="zh-CN" b="1" dirty="0" smtClean="0">
                <a:solidFill>
                  <a:schemeClr val="accent4"/>
                </a:solidFill>
                <a:cs typeface="Arial" panose="020B0604020202020204" pitchFamily="34" charset="0"/>
              </a:rPr>
              <a:t>13%</a:t>
            </a:r>
            <a:endParaRPr lang="en-US" altLang="zh-CN" b="1" dirty="0">
              <a:solidFill>
                <a:schemeClr val="accent4"/>
              </a:solidFill>
              <a:cs typeface="Arial" panose="020B0604020202020204" pitchFamily="34" charset="0"/>
            </a:endParaRPr>
          </a:p>
        </p:txBody>
      </p:sp>
      <p:sp>
        <p:nvSpPr>
          <p:cNvPr id="94" name="饼图 52"/>
          <p:cNvSpPr/>
          <p:nvPr/>
        </p:nvSpPr>
        <p:spPr>
          <a:xfrm flipH="1" flipV="1">
            <a:off x="9183414" y="5904007"/>
            <a:ext cx="893719" cy="893717"/>
          </a:xfrm>
          <a:prstGeom prst="pie">
            <a:avLst>
              <a:gd name="adj1" fmla="val 0"/>
              <a:gd name="adj2" fmla="val 1076875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69"/>
            <a:endParaRPr kumimoji="1" lang="zh-CN" altLang="en-US" sz="3200">
              <a:solidFill>
                <a:srgbClr val="FFFFFF"/>
              </a:solidFill>
            </a:endParaRPr>
          </a:p>
        </p:txBody>
      </p:sp>
      <p:sp>
        <p:nvSpPr>
          <p:cNvPr id="95" name="弧形 76"/>
          <p:cNvSpPr/>
          <p:nvPr/>
        </p:nvSpPr>
        <p:spPr>
          <a:xfrm rot="5400000">
            <a:off x="8998193" y="5718786"/>
            <a:ext cx="1264155" cy="1264155"/>
          </a:xfrm>
          <a:prstGeom prst="arc">
            <a:avLst>
              <a:gd name="adj1" fmla="val 5413643"/>
              <a:gd name="adj2" fmla="val 7897004"/>
            </a:avLst>
          </a:prstGeom>
          <a:ln w="1587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263"/>
            <a:endParaRPr lang="zh-CN" altLang="en-US" sz="1867">
              <a:solidFill>
                <a:prstClr val="black"/>
              </a:solidFill>
            </a:endParaRPr>
          </a:p>
        </p:txBody>
      </p:sp>
      <p:sp>
        <p:nvSpPr>
          <p:cNvPr id="96" name="弧形 76"/>
          <p:cNvSpPr/>
          <p:nvPr/>
        </p:nvSpPr>
        <p:spPr>
          <a:xfrm rot="5400000">
            <a:off x="8713181" y="5433775"/>
            <a:ext cx="1834181" cy="1834181"/>
          </a:xfrm>
          <a:prstGeom prst="arc">
            <a:avLst>
              <a:gd name="adj1" fmla="val 5355792"/>
              <a:gd name="adj2" fmla="val 6605940"/>
            </a:avLst>
          </a:prstGeom>
          <a:ln w="158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263"/>
            <a:endParaRPr lang="zh-CN" altLang="en-US" sz="1867">
              <a:solidFill>
                <a:prstClr val="black"/>
              </a:solidFill>
            </a:endParaRPr>
          </a:p>
        </p:txBody>
      </p:sp>
      <p:sp>
        <p:nvSpPr>
          <p:cNvPr id="97" name="三角形 56"/>
          <p:cNvSpPr/>
          <p:nvPr/>
        </p:nvSpPr>
        <p:spPr>
          <a:xfrm flipV="1">
            <a:off x="9458584" y="4980953"/>
            <a:ext cx="343370" cy="257527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69"/>
            <a:endParaRPr kumimoji="1" lang="zh-CN" altLang="en-US" sz="3200">
              <a:solidFill>
                <a:srgbClr val="404040"/>
              </a:solidFill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9076269" y="462931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63"/>
            <a:r>
              <a:rPr lang="zh-CN" altLang="en-US" dirty="0">
                <a:latin typeface="Calibri Light" panose="020F0302020204030204"/>
                <a:cs typeface="Arial" panose="020B0604020202020204" pitchFamily="34" charset="0"/>
              </a:rPr>
              <a:t>事务管理</a:t>
            </a:r>
            <a:endParaRPr lang="en-US" altLang="zh-CN" dirty="0">
              <a:latin typeface="Calibri Light" panose="020F0302020204030204"/>
              <a:cs typeface="Arial" panose="020B0604020202020204" pitchFamily="34" charset="0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9124949" y="5576836"/>
            <a:ext cx="745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63"/>
            <a:r>
              <a:rPr lang="en-US" altLang="zh-CN" b="1" dirty="0" smtClean="0">
                <a:solidFill>
                  <a:schemeClr val="accent4">
                    <a:lumMod val="20000"/>
                    <a:lumOff val="80000"/>
                  </a:schemeClr>
                </a:solidFill>
                <a:cs typeface="Arial" panose="020B0604020202020204" pitchFamily="34" charset="0"/>
              </a:rPr>
              <a:t>22%</a:t>
            </a:r>
            <a:endParaRPr lang="en-US" altLang="zh-CN" b="1" dirty="0">
              <a:solidFill>
                <a:schemeClr val="accent4">
                  <a:lumMod val="20000"/>
                  <a:lumOff val="8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9785431" y="2963452"/>
            <a:ext cx="793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63"/>
            <a:r>
              <a:rPr lang="en-US" altLang="zh-CN" b="1" dirty="0" smtClean="0">
                <a:solidFill>
                  <a:schemeClr val="accent4"/>
                </a:solidFill>
                <a:cs typeface="Arial" panose="020B0604020202020204" pitchFamily="34" charset="0"/>
              </a:rPr>
              <a:t>58%</a:t>
            </a:r>
            <a:endParaRPr lang="en-US" altLang="zh-CN" b="1" dirty="0">
              <a:solidFill>
                <a:schemeClr val="accent4"/>
              </a:solidFill>
              <a:cs typeface="Arial" panose="020B0604020202020204" pitchFamily="34" charset="0"/>
            </a:endParaRPr>
          </a:p>
        </p:txBody>
      </p:sp>
      <p:sp>
        <p:nvSpPr>
          <p:cNvPr id="101" name="饼图 52"/>
          <p:cNvSpPr/>
          <p:nvPr/>
        </p:nvSpPr>
        <p:spPr>
          <a:xfrm flipH="1" flipV="1">
            <a:off x="9183414" y="3653719"/>
            <a:ext cx="893719" cy="893717"/>
          </a:xfrm>
          <a:prstGeom prst="pie">
            <a:avLst>
              <a:gd name="adj1" fmla="val 0"/>
              <a:gd name="adj2" fmla="val 1076875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69"/>
            <a:endParaRPr kumimoji="1" lang="zh-CN" altLang="en-US" sz="3200">
              <a:solidFill>
                <a:srgbClr val="FFFFFF"/>
              </a:solidFill>
            </a:endParaRPr>
          </a:p>
        </p:txBody>
      </p:sp>
      <p:sp>
        <p:nvSpPr>
          <p:cNvPr id="102" name="弧形 76"/>
          <p:cNvSpPr/>
          <p:nvPr/>
        </p:nvSpPr>
        <p:spPr>
          <a:xfrm rot="5400000">
            <a:off x="8998193" y="3468498"/>
            <a:ext cx="1264155" cy="1264155"/>
          </a:xfrm>
          <a:prstGeom prst="arc">
            <a:avLst>
              <a:gd name="adj1" fmla="val 5413643"/>
              <a:gd name="adj2" fmla="val 8473047"/>
            </a:avLst>
          </a:prstGeom>
          <a:ln w="1587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263"/>
            <a:endParaRPr lang="zh-CN" altLang="en-US" sz="1867">
              <a:solidFill>
                <a:prstClr val="black"/>
              </a:solidFill>
            </a:endParaRPr>
          </a:p>
        </p:txBody>
      </p:sp>
      <p:sp>
        <p:nvSpPr>
          <p:cNvPr id="103" name="弧形 76"/>
          <p:cNvSpPr/>
          <p:nvPr/>
        </p:nvSpPr>
        <p:spPr>
          <a:xfrm rot="5400000">
            <a:off x="8713181" y="3183487"/>
            <a:ext cx="1834181" cy="1834181"/>
          </a:xfrm>
          <a:prstGeom prst="arc">
            <a:avLst>
              <a:gd name="adj1" fmla="val 5355792"/>
              <a:gd name="adj2" fmla="val 11517637"/>
            </a:avLst>
          </a:prstGeom>
          <a:ln w="158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263"/>
            <a:endParaRPr lang="zh-CN" altLang="en-US" sz="1867">
              <a:solidFill>
                <a:prstClr val="black"/>
              </a:solidFill>
            </a:endParaRPr>
          </a:p>
        </p:txBody>
      </p:sp>
      <p:sp>
        <p:nvSpPr>
          <p:cNvPr id="104" name="三角形 56"/>
          <p:cNvSpPr/>
          <p:nvPr/>
        </p:nvSpPr>
        <p:spPr>
          <a:xfrm flipV="1">
            <a:off x="9458584" y="2730665"/>
            <a:ext cx="343370" cy="257527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69"/>
            <a:endParaRPr kumimoji="1" lang="zh-CN" altLang="en-US" sz="3200">
              <a:solidFill>
                <a:srgbClr val="404040"/>
              </a:solidFill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9076270" y="23790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263"/>
            <a:r>
              <a:rPr lang="zh-CN" altLang="en-US" dirty="0" smtClean="0">
                <a:latin typeface="Calibri Light" panose="020F0302020204030204"/>
                <a:cs typeface="Arial" panose="020B0604020202020204" pitchFamily="34" charset="0"/>
              </a:rPr>
              <a:t>学习工作</a:t>
            </a:r>
            <a:endParaRPr lang="en-US" altLang="zh-CN" dirty="0">
              <a:latin typeface="Calibri Light" panose="020F0302020204030204"/>
              <a:cs typeface="Arial" panose="020B0604020202020204" pitchFamily="34" charset="0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9257565" y="3355008"/>
            <a:ext cx="745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63"/>
            <a:r>
              <a:rPr lang="en-US" altLang="zh-CN" b="1" dirty="0" smtClean="0">
                <a:solidFill>
                  <a:schemeClr val="accent4">
                    <a:lumMod val="20000"/>
                    <a:lumOff val="80000"/>
                  </a:schemeClr>
                </a:solidFill>
                <a:cs typeface="Arial" panose="020B0604020202020204" pitchFamily="34" charset="0"/>
              </a:rPr>
              <a:t>31%</a:t>
            </a:r>
            <a:endParaRPr lang="en-US" altLang="zh-CN" b="1" dirty="0">
              <a:solidFill>
                <a:schemeClr val="accent4">
                  <a:lumMod val="20000"/>
                  <a:lumOff val="80000"/>
                </a:scheme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2131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619500" y="2644854"/>
            <a:ext cx="56578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 smtClean="0"/>
              <a:t>PART THREE</a:t>
            </a:r>
            <a:endParaRPr lang="zh-CN" altLang="en-US" sz="6000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3962400" y="3790950"/>
            <a:ext cx="41719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 94"/>
          <p:cNvSpPr>
            <a:spLocks noEditPoints="1"/>
          </p:cNvSpPr>
          <p:nvPr/>
        </p:nvSpPr>
        <p:spPr bwMode="auto">
          <a:xfrm>
            <a:off x="5410200" y="1339734"/>
            <a:ext cx="1143000" cy="1143000"/>
          </a:xfrm>
          <a:custGeom>
            <a:avLst/>
            <a:gdLst/>
            <a:ahLst/>
            <a:cxnLst>
              <a:cxn ang="0">
                <a:pos x="224" y="0"/>
              </a:cxn>
              <a:cxn ang="0">
                <a:pos x="180" y="4"/>
              </a:cxn>
              <a:cxn ang="0">
                <a:pos x="138" y="18"/>
              </a:cxn>
              <a:cxn ang="0">
                <a:pos x="100" y="38"/>
              </a:cxn>
              <a:cxn ang="0">
                <a:pos x="66" y="66"/>
              </a:cxn>
              <a:cxn ang="0">
                <a:pos x="38" y="98"/>
              </a:cxn>
              <a:cxn ang="0">
                <a:pos x="18" y="136"/>
              </a:cxn>
              <a:cxn ang="0">
                <a:pos x="6" y="178"/>
              </a:cxn>
              <a:cxn ang="0">
                <a:pos x="0" y="224"/>
              </a:cxn>
              <a:cxn ang="0">
                <a:pos x="2" y="246"/>
              </a:cxn>
              <a:cxn ang="0">
                <a:pos x="10" y="290"/>
              </a:cxn>
              <a:cxn ang="0">
                <a:pos x="28" y="330"/>
              </a:cxn>
              <a:cxn ang="0">
                <a:pos x="52" y="366"/>
              </a:cxn>
              <a:cxn ang="0">
                <a:pos x="82" y="396"/>
              </a:cxn>
              <a:cxn ang="0">
                <a:pos x="118" y="420"/>
              </a:cxn>
              <a:cxn ang="0">
                <a:pos x="158" y="438"/>
              </a:cxn>
              <a:cxn ang="0">
                <a:pos x="202" y="446"/>
              </a:cxn>
              <a:cxn ang="0">
                <a:pos x="224" y="448"/>
              </a:cxn>
              <a:cxn ang="0">
                <a:pos x="270" y="444"/>
              </a:cxn>
              <a:cxn ang="0">
                <a:pos x="312" y="430"/>
              </a:cxn>
              <a:cxn ang="0">
                <a:pos x="350" y="410"/>
              </a:cxn>
              <a:cxn ang="0">
                <a:pos x="382" y="382"/>
              </a:cxn>
              <a:cxn ang="0">
                <a:pos x="410" y="350"/>
              </a:cxn>
              <a:cxn ang="0">
                <a:pos x="430" y="312"/>
              </a:cxn>
              <a:cxn ang="0">
                <a:pos x="444" y="270"/>
              </a:cxn>
              <a:cxn ang="0">
                <a:pos x="448" y="224"/>
              </a:cxn>
              <a:cxn ang="0">
                <a:pos x="448" y="202"/>
              </a:cxn>
              <a:cxn ang="0">
                <a:pos x="438" y="158"/>
              </a:cxn>
              <a:cxn ang="0">
                <a:pos x="422" y="118"/>
              </a:cxn>
              <a:cxn ang="0">
                <a:pos x="398" y="82"/>
              </a:cxn>
              <a:cxn ang="0">
                <a:pos x="366" y="52"/>
              </a:cxn>
              <a:cxn ang="0">
                <a:pos x="332" y="28"/>
              </a:cxn>
              <a:cxn ang="0">
                <a:pos x="292" y="10"/>
              </a:cxn>
              <a:cxn ang="0">
                <a:pos x="248" y="2"/>
              </a:cxn>
              <a:cxn ang="0">
                <a:pos x="224" y="0"/>
              </a:cxn>
              <a:cxn ang="0">
                <a:pos x="86" y="224"/>
              </a:cxn>
              <a:cxn ang="0">
                <a:pos x="190" y="248"/>
              </a:cxn>
              <a:cxn ang="0">
                <a:pos x="364" y="154"/>
              </a:cxn>
            </a:cxnLst>
            <a:rect l="0" t="0" r="r" b="b"/>
            <a:pathLst>
              <a:path w="448" h="448">
                <a:moveTo>
                  <a:pt x="224" y="0"/>
                </a:moveTo>
                <a:lnTo>
                  <a:pt x="224" y="0"/>
                </a:lnTo>
                <a:lnTo>
                  <a:pt x="202" y="2"/>
                </a:lnTo>
                <a:lnTo>
                  <a:pt x="180" y="4"/>
                </a:lnTo>
                <a:lnTo>
                  <a:pt x="158" y="10"/>
                </a:lnTo>
                <a:lnTo>
                  <a:pt x="138" y="18"/>
                </a:lnTo>
                <a:lnTo>
                  <a:pt x="118" y="28"/>
                </a:lnTo>
                <a:lnTo>
                  <a:pt x="100" y="38"/>
                </a:lnTo>
                <a:lnTo>
                  <a:pt x="82" y="52"/>
                </a:lnTo>
                <a:lnTo>
                  <a:pt x="66" y="66"/>
                </a:lnTo>
                <a:lnTo>
                  <a:pt x="52" y="82"/>
                </a:lnTo>
                <a:lnTo>
                  <a:pt x="38" y="98"/>
                </a:lnTo>
                <a:lnTo>
                  <a:pt x="28" y="118"/>
                </a:lnTo>
                <a:lnTo>
                  <a:pt x="18" y="136"/>
                </a:lnTo>
                <a:lnTo>
                  <a:pt x="10" y="158"/>
                </a:lnTo>
                <a:lnTo>
                  <a:pt x="6" y="178"/>
                </a:lnTo>
                <a:lnTo>
                  <a:pt x="2" y="202"/>
                </a:lnTo>
                <a:lnTo>
                  <a:pt x="0" y="224"/>
                </a:lnTo>
                <a:lnTo>
                  <a:pt x="0" y="224"/>
                </a:lnTo>
                <a:lnTo>
                  <a:pt x="2" y="246"/>
                </a:lnTo>
                <a:lnTo>
                  <a:pt x="6" y="270"/>
                </a:lnTo>
                <a:lnTo>
                  <a:pt x="10" y="290"/>
                </a:lnTo>
                <a:lnTo>
                  <a:pt x="18" y="312"/>
                </a:lnTo>
                <a:lnTo>
                  <a:pt x="28" y="330"/>
                </a:lnTo>
                <a:lnTo>
                  <a:pt x="38" y="350"/>
                </a:lnTo>
                <a:lnTo>
                  <a:pt x="52" y="366"/>
                </a:lnTo>
                <a:lnTo>
                  <a:pt x="66" y="382"/>
                </a:lnTo>
                <a:lnTo>
                  <a:pt x="82" y="396"/>
                </a:lnTo>
                <a:lnTo>
                  <a:pt x="100" y="410"/>
                </a:lnTo>
                <a:lnTo>
                  <a:pt x="118" y="420"/>
                </a:lnTo>
                <a:lnTo>
                  <a:pt x="138" y="430"/>
                </a:lnTo>
                <a:lnTo>
                  <a:pt x="158" y="438"/>
                </a:lnTo>
                <a:lnTo>
                  <a:pt x="180" y="444"/>
                </a:lnTo>
                <a:lnTo>
                  <a:pt x="202" y="446"/>
                </a:lnTo>
                <a:lnTo>
                  <a:pt x="224" y="448"/>
                </a:lnTo>
                <a:lnTo>
                  <a:pt x="224" y="448"/>
                </a:lnTo>
                <a:lnTo>
                  <a:pt x="248" y="446"/>
                </a:lnTo>
                <a:lnTo>
                  <a:pt x="270" y="444"/>
                </a:lnTo>
                <a:lnTo>
                  <a:pt x="292" y="438"/>
                </a:lnTo>
                <a:lnTo>
                  <a:pt x="312" y="430"/>
                </a:lnTo>
                <a:lnTo>
                  <a:pt x="332" y="420"/>
                </a:lnTo>
                <a:lnTo>
                  <a:pt x="350" y="410"/>
                </a:lnTo>
                <a:lnTo>
                  <a:pt x="366" y="396"/>
                </a:lnTo>
                <a:lnTo>
                  <a:pt x="382" y="382"/>
                </a:lnTo>
                <a:lnTo>
                  <a:pt x="398" y="366"/>
                </a:lnTo>
                <a:lnTo>
                  <a:pt x="410" y="350"/>
                </a:lnTo>
                <a:lnTo>
                  <a:pt x="422" y="330"/>
                </a:lnTo>
                <a:lnTo>
                  <a:pt x="430" y="312"/>
                </a:lnTo>
                <a:lnTo>
                  <a:pt x="438" y="290"/>
                </a:lnTo>
                <a:lnTo>
                  <a:pt x="444" y="270"/>
                </a:lnTo>
                <a:lnTo>
                  <a:pt x="448" y="246"/>
                </a:lnTo>
                <a:lnTo>
                  <a:pt x="448" y="224"/>
                </a:lnTo>
                <a:lnTo>
                  <a:pt x="448" y="224"/>
                </a:lnTo>
                <a:lnTo>
                  <a:pt x="448" y="202"/>
                </a:lnTo>
                <a:lnTo>
                  <a:pt x="444" y="178"/>
                </a:lnTo>
                <a:lnTo>
                  <a:pt x="438" y="158"/>
                </a:lnTo>
                <a:lnTo>
                  <a:pt x="430" y="136"/>
                </a:lnTo>
                <a:lnTo>
                  <a:pt x="422" y="118"/>
                </a:lnTo>
                <a:lnTo>
                  <a:pt x="410" y="98"/>
                </a:lnTo>
                <a:lnTo>
                  <a:pt x="398" y="82"/>
                </a:lnTo>
                <a:lnTo>
                  <a:pt x="382" y="66"/>
                </a:lnTo>
                <a:lnTo>
                  <a:pt x="366" y="52"/>
                </a:lnTo>
                <a:lnTo>
                  <a:pt x="350" y="38"/>
                </a:lnTo>
                <a:lnTo>
                  <a:pt x="332" y="28"/>
                </a:lnTo>
                <a:lnTo>
                  <a:pt x="312" y="18"/>
                </a:lnTo>
                <a:lnTo>
                  <a:pt x="292" y="10"/>
                </a:lnTo>
                <a:lnTo>
                  <a:pt x="270" y="4"/>
                </a:lnTo>
                <a:lnTo>
                  <a:pt x="248" y="2"/>
                </a:lnTo>
                <a:lnTo>
                  <a:pt x="224" y="0"/>
                </a:lnTo>
                <a:lnTo>
                  <a:pt x="224" y="0"/>
                </a:lnTo>
                <a:close/>
                <a:moveTo>
                  <a:pt x="190" y="328"/>
                </a:moveTo>
                <a:lnTo>
                  <a:pt x="86" y="224"/>
                </a:lnTo>
                <a:lnTo>
                  <a:pt x="126" y="184"/>
                </a:lnTo>
                <a:lnTo>
                  <a:pt x="190" y="248"/>
                </a:lnTo>
                <a:lnTo>
                  <a:pt x="324" y="114"/>
                </a:lnTo>
                <a:lnTo>
                  <a:pt x="364" y="154"/>
                </a:lnTo>
                <a:lnTo>
                  <a:pt x="190" y="328"/>
                </a:lnTo>
                <a:close/>
              </a:path>
            </a:pathLst>
          </a:cu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u="sng"/>
          </a:p>
        </p:txBody>
      </p:sp>
      <p:sp>
        <p:nvSpPr>
          <p:cNvPr id="9" name="Rectangle 11"/>
          <p:cNvSpPr/>
          <p:nvPr/>
        </p:nvSpPr>
        <p:spPr>
          <a:xfrm>
            <a:off x="3962400" y="4264104"/>
            <a:ext cx="4119429" cy="1061825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CN" sz="1400" b="1" dirty="0" smtClean="0"/>
              <a:t>APP</a:t>
            </a:r>
            <a:r>
              <a:rPr kumimoji="1" lang="zh-CN" altLang="en-US" sz="1400" b="1" dirty="0" smtClean="0"/>
              <a:t>安装及下载</a:t>
            </a:r>
            <a:endParaRPr kumimoji="1" lang="en-US" altLang="zh-CN" sz="1400" b="1" dirty="0" smtClean="0"/>
          </a:p>
          <a:p>
            <a:pPr algn="ctr">
              <a:lnSpc>
                <a:spcPct val="150000"/>
              </a:lnSpc>
            </a:pPr>
            <a:r>
              <a:rPr kumimoji="1" lang="en-US" altLang="zh-CN" sz="1400" b="1" dirty="0" smtClean="0"/>
              <a:t>APP</a:t>
            </a:r>
            <a:r>
              <a:rPr kumimoji="1" lang="zh-CN" altLang="en-US" sz="1400" b="1" dirty="0" smtClean="0"/>
              <a:t>常用类型</a:t>
            </a:r>
            <a:endParaRPr kumimoji="1" lang="en-US" altLang="zh-CN" sz="1400" b="1" dirty="0" smtClean="0"/>
          </a:p>
          <a:p>
            <a:pPr algn="ctr">
              <a:lnSpc>
                <a:spcPct val="150000"/>
              </a:lnSpc>
            </a:pPr>
            <a:r>
              <a:rPr kumimoji="1" lang="en-US" altLang="zh-CN" sz="1400" b="1" dirty="0" smtClean="0"/>
              <a:t>APP</a:t>
            </a:r>
            <a:r>
              <a:rPr kumimoji="1" lang="zh-CN" altLang="en-US" sz="1400" b="1" dirty="0" smtClean="0"/>
              <a:t>内消费情况</a:t>
            </a:r>
            <a:endParaRPr kumimoji="1" lang="en-US" altLang="zh-CN" sz="1400" b="1" dirty="0" smtClean="0"/>
          </a:p>
        </p:txBody>
      </p:sp>
      <p:sp>
        <p:nvSpPr>
          <p:cNvPr id="11" name="Rectangle 11"/>
          <p:cNvSpPr/>
          <p:nvPr/>
        </p:nvSpPr>
        <p:spPr>
          <a:xfrm>
            <a:off x="4014921" y="3858252"/>
            <a:ext cx="4119429" cy="461661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/>
              <a:t>智能</a:t>
            </a:r>
            <a:r>
              <a:rPr lang="zh-CN" altLang="en-US" sz="2400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手机</a:t>
            </a:r>
            <a:r>
              <a:rPr lang="en-US" altLang="zh-CN" sz="2400" b="1" dirty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APP</a:t>
            </a:r>
            <a:r>
              <a:rPr lang="zh-CN" altLang="en-US" sz="2400" b="1" dirty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使用习惯</a:t>
            </a:r>
          </a:p>
        </p:txBody>
      </p:sp>
    </p:spTree>
    <p:extLst>
      <p:ext uri="{BB962C8B-B14F-4D97-AF65-F5344CB8AC3E}">
        <p14:creationId xmlns:p14="http://schemas.microsoft.com/office/powerpoint/2010/main" val="522536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2183066" y="249882"/>
            <a:ext cx="7688722" cy="381000"/>
          </a:xfrm>
        </p:spPr>
        <p:txBody>
          <a:bodyPr/>
          <a:lstStyle/>
          <a:p>
            <a:r>
              <a:rPr lang="en-US" altLang="zh-CN" dirty="0" smtClean="0"/>
              <a:t>00</a:t>
            </a:r>
            <a:r>
              <a:rPr lang="zh-CN" altLang="en-US" dirty="0" smtClean="0"/>
              <a:t>后智能手机</a:t>
            </a:r>
            <a:r>
              <a:rPr lang="en-US" altLang="zh-CN" dirty="0" smtClean="0"/>
              <a:t>APP</a:t>
            </a:r>
            <a:r>
              <a:rPr lang="zh-CN" altLang="en-US" dirty="0" smtClean="0"/>
              <a:t>安装个数相对偏少，半数为</a:t>
            </a:r>
            <a:r>
              <a:rPr lang="en-US" altLang="zh-CN" dirty="0" smtClean="0"/>
              <a:t>20</a:t>
            </a:r>
            <a:r>
              <a:rPr lang="zh-CN" altLang="en-US" dirty="0" smtClean="0"/>
              <a:t>款以下</a:t>
            </a:r>
            <a:endParaRPr lang="zh-CN" altLang="en-US" dirty="0"/>
          </a:p>
        </p:txBody>
      </p:sp>
      <p:graphicFrame>
        <p:nvGraphicFramePr>
          <p:cNvPr id="5" name="图表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4741989"/>
              </p:ext>
            </p:extLst>
          </p:nvPr>
        </p:nvGraphicFramePr>
        <p:xfrm>
          <a:off x="1277687" y="2211057"/>
          <a:ext cx="9430757" cy="35161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500955" y="1712785"/>
            <a:ext cx="3351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当前智能手机安装的</a:t>
            </a:r>
            <a:r>
              <a:rPr lang="en-US" altLang="zh-CN" b="1" dirty="0" smtClean="0"/>
              <a:t>APP</a:t>
            </a:r>
            <a:r>
              <a:rPr lang="zh-CN" altLang="en-US" b="1" dirty="0" smtClean="0"/>
              <a:t>个数</a:t>
            </a:r>
            <a:endParaRPr lang="zh-CN" altLang="en-US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2183066" y="889051"/>
            <a:ext cx="9153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智能手机</a:t>
            </a:r>
            <a:r>
              <a:rPr lang="en-US" altLang="zh-CN" dirty="0" smtClean="0"/>
              <a:t>APP</a:t>
            </a:r>
            <a:r>
              <a:rPr lang="zh-CN" altLang="en-US" dirty="0" smtClean="0"/>
              <a:t>个数主要指</a:t>
            </a:r>
            <a:r>
              <a:rPr lang="en-US" altLang="zh-CN" dirty="0" smtClean="0"/>
              <a:t>00</a:t>
            </a:r>
            <a:r>
              <a:rPr lang="zh-CN" altLang="en-US" dirty="0" smtClean="0"/>
              <a:t>后有印象的安装个数，</a:t>
            </a:r>
            <a:r>
              <a:rPr lang="en-US" altLang="zh-CN" dirty="0" smtClean="0"/>
              <a:t>00</a:t>
            </a:r>
            <a:r>
              <a:rPr lang="zh-CN" altLang="en-US" dirty="0" smtClean="0"/>
              <a:t>后生活圈子简单，所需所用</a:t>
            </a:r>
            <a:r>
              <a:rPr lang="en-US" altLang="zh-CN" dirty="0" smtClean="0"/>
              <a:t>APP</a:t>
            </a:r>
            <a:r>
              <a:rPr lang="zh-CN" altLang="en-US" dirty="0" smtClean="0"/>
              <a:t>个数整体较少。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0832" y="6522720"/>
            <a:ext cx="5109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注：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后用户</a:t>
            </a:r>
            <a:r>
              <a:rPr lang="en-US" altLang="zh-CN" sz="1400" dirty="0" smtClean="0"/>
              <a:t>N=2361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前用户</a:t>
            </a:r>
            <a:r>
              <a:rPr lang="en-US" altLang="zh-CN" sz="1400" dirty="0" smtClean="0"/>
              <a:t>N=3458</a:t>
            </a:r>
            <a:endParaRPr lang="zh-CN" altLang="en-US" sz="1400" dirty="0"/>
          </a:p>
        </p:txBody>
      </p:sp>
      <p:sp>
        <p:nvSpPr>
          <p:cNvPr id="9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138335" y="113522"/>
            <a:ext cx="742852" cy="653720"/>
          </a:xfrm>
        </p:spPr>
        <p:txBody>
          <a:bodyPr/>
          <a:lstStyle/>
          <a:p>
            <a:pPr algn="ctr"/>
            <a:r>
              <a:rPr lang="zh-CN" altLang="en-US" sz="2000" dirty="0" smtClean="0">
                <a:solidFill>
                  <a:schemeClr val="accent2"/>
                </a:solidFill>
              </a:rPr>
              <a:t>安装个数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00076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2183065" y="249882"/>
            <a:ext cx="9629489" cy="381000"/>
          </a:xfrm>
        </p:spPr>
        <p:txBody>
          <a:bodyPr/>
          <a:lstStyle/>
          <a:p>
            <a:r>
              <a:rPr lang="en-US" altLang="zh-CN" dirty="0" smtClean="0"/>
              <a:t>00</a:t>
            </a:r>
            <a:r>
              <a:rPr lang="zh-CN" altLang="en-US" dirty="0" smtClean="0"/>
              <a:t>后主动搜索下载</a:t>
            </a:r>
            <a:r>
              <a:rPr lang="en-US" altLang="zh-CN" dirty="0" smtClean="0"/>
              <a:t>APP</a:t>
            </a:r>
            <a:r>
              <a:rPr lang="zh-CN" altLang="en-US" dirty="0" smtClean="0"/>
              <a:t>最多，受明星代言影响</a:t>
            </a:r>
            <a:r>
              <a:rPr lang="zh-CN" altLang="en-US" dirty="0"/>
              <a:t>下载相对于</a:t>
            </a:r>
            <a:r>
              <a:rPr lang="en-US" altLang="zh-CN" dirty="0"/>
              <a:t>00</a:t>
            </a:r>
            <a:r>
              <a:rPr lang="zh-CN" altLang="en-US" dirty="0"/>
              <a:t>前也</a:t>
            </a:r>
            <a:r>
              <a:rPr lang="zh-CN" altLang="en-US" dirty="0" smtClean="0"/>
              <a:t>较高</a:t>
            </a:r>
            <a:endParaRPr lang="zh-CN" altLang="en-US" dirty="0"/>
          </a:p>
        </p:txBody>
      </p:sp>
      <p:graphicFrame>
        <p:nvGraphicFramePr>
          <p:cNvPr id="5" name="图表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5440080"/>
              </p:ext>
            </p:extLst>
          </p:nvPr>
        </p:nvGraphicFramePr>
        <p:xfrm>
          <a:off x="1537424" y="2072690"/>
          <a:ext cx="6004314" cy="45700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椭圆 13"/>
          <p:cNvSpPr/>
          <p:nvPr/>
        </p:nvSpPr>
        <p:spPr bwMode="auto">
          <a:xfrm>
            <a:off x="8738421" y="3775614"/>
            <a:ext cx="391770" cy="797973"/>
          </a:xfrm>
          <a:custGeom>
            <a:avLst/>
            <a:gdLst/>
            <a:ahLst/>
            <a:cxnLst/>
            <a:rect l="l" t="t" r="r" b="b"/>
            <a:pathLst>
              <a:path w="1310605" h="2668589">
                <a:moveTo>
                  <a:pt x="386613" y="420688"/>
                </a:moveTo>
                <a:lnTo>
                  <a:pt x="401429" y="420688"/>
                </a:lnTo>
                <a:lnTo>
                  <a:pt x="404605" y="420688"/>
                </a:lnTo>
                <a:lnTo>
                  <a:pt x="431592" y="420688"/>
                </a:lnTo>
                <a:lnTo>
                  <a:pt x="663367" y="420688"/>
                </a:lnTo>
                <a:lnTo>
                  <a:pt x="663367" y="422275"/>
                </a:lnTo>
                <a:lnTo>
                  <a:pt x="879267" y="422275"/>
                </a:lnTo>
                <a:lnTo>
                  <a:pt x="906255" y="422275"/>
                </a:lnTo>
                <a:lnTo>
                  <a:pt x="909430" y="422275"/>
                </a:lnTo>
                <a:lnTo>
                  <a:pt x="924246" y="422275"/>
                </a:lnTo>
                <a:lnTo>
                  <a:pt x="926987" y="425016"/>
                </a:lnTo>
                <a:cubicBezTo>
                  <a:pt x="986397" y="429942"/>
                  <a:pt x="1035769" y="469628"/>
                  <a:pt x="1054768" y="524387"/>
                </a:cubicBezTo>
                <a:cubicBezTo>
                  <a:pt x="1061164" y="530768"/>
                  <a:pt x="1065349" y="538890"/>
                  <a:pt x="1068360" y="547744"/>
                </a:cubicBezTo>
                <a:lnTo>
                  <a:pt x="1305508" y="1245125"/>
                </a:lnTo>
                <a:cubicBezTo>
                  <a:pt x="1322444" y="1294929"/>
                  <a:pt x="1295799" y="1349033"/>
                  <a:pt x="1245995" y="1365969"/>
                </a:cubicBezTo>
                <a:cubicBezTo>
                  <a:pt x="1196191" y="1382906"/>
                  <a:pt x="1142087" y="1356261"/>
                  <a:pt x="1125150" y="1306456"/>
                </a:cubicBezTo>
                <a:lnTo>
                  <a:pt x="926510" y="722313"/>
                </a:lnTo>
                <a:lnTo>
                  <a:pt x="906255" y="722313"/>
                </a:lnTo>
                <a:lnTo>
                  <a:pt x="906255" y="759507"/>
                </a:lnTo>
                <a:lnTo>
                  <a:pt x="1220580" y="1784350"/>
                </a:lnTo>
                <a:lnTo>
                  <a:pt x="906255" y="1784350"/>
                </a:lnTo>
                <a:lnTo>
                  <a:pt x="899905" y="1784350"/>
                </a:lnTo>
                <a:cubicBezTo>
                  <a:pt x="899905" y="2046553"/>
                  <a:pt x="899905" y="2308755"/>
                  <a:pt x="899905" y="2570957"/>
                </a:cubicBezTo>
                <a:cubicBezTo>
                  <a:pt x="899905" y="2624878"/>
                  <a:pt x="856194" y="2668589"/>
                  <a:pt x="802273" y="2668589"/>
                </a:cubicBezTo>
                <a:lnTo>
                  <a:pt x="802274" y="2668588"/>
                </a:lnTo>
                <a:cubicBezTo>
                  <a:pt x="748353" y="2668588"/>
                  <a:pt x="704642" y="2624877"/>
                  <a:pt x="704642" y="2570956"/>
                </a:cubicBezTo>
                <a:lnTo>
                  <a:pt x="704642" y="1784350"/>
                </a:lnTo>
                <a:lnTo>
                  <a:pt x="663367" y="1784350"/>
                </a:lnTo>
                <a:lnTo>
                  <a:pt x="655430" y="1784350"/>
                </a:lnTo>
                <a:lnTo>
                  <a:pt x="604630" y="1784350"/>
                </a:lnTo>
                <a:lnTo>
                  <a:pt x="604630" y="2571750"/>
                </a:lnTo>
                <a:cubicBezTo>
                  <a:pt x="604630" y="2625232"/>
                  <a:pt x="561274" y="2668588"/>
                  <a:pt x="507792" y="2668588"/>
                </a:cubicBezTo>
                <a:lnTo>
                  <a:pt x="507793" y="2668589"/>
                </a:lnTo>
                <a:cubicBezTo>
                  <a:pt x="454311" y="2668589"/>
                  <a:pt x="410955" y="2625233"/>
                  <a:pt x="410955" y="2571751"/>
                </a:cubicBezTo>
                <a:cubicBezTo>
                  <a:pt x="410955" y="2309284"/>
                  <a:pt x="410955" y="2046817"/>
                  <a:pt x="410955" y="1784350"/>
                </a:cubicBezTo>
                <a:lnTo>
                  <a:pt x="404605" y="1784350"/>
                </a:lnTo>
                <a:lnTo>
                  <a:pt x="90280" y="1784350"/>
                </a:lnTo>
                <a:lnTo>
                  <a:pt x="404605" y="758041"/>
                </a:lnTo>
                <a:lnTo>
                  <a:pt x="404605" y="720725"/>
                </a:lnTo>
                <a:lnTo>
                  <a:pt x="384620" y="720725"/>
                </a:lnTo>
                <a:lnTo>
                  <a:pt x="185454" y="1306414"/>
                </a:lnTo>
                <a:cubicBezTo>
                  <a:pt x="168518" y="1356218"/>
                  <a:pt x="114414" y="1382863"/>
                  <a:pt x="64610" y="1365927"/>
                </a:cubicBezTo>
                <a:cubicBezTo>
                  <a:pt x="14806" y="1348991"/>
                  <a:pt x="-11839" y="1294887"/>
                  <a:pt x="5097" y="1245083"/>
                </a:cubicBezTo>
                <a:lnTo>
                  <a:pt x="242756" y="546199"/>
                </a:lnTo>
                <a:lnTo>
                  <a:pt x="255889" y="523630"/>
                </a:lnTo>
                <a:cubicBezTo>
                  <a:pt x="274608" y="468440"/>
                  <a:pt x="324161" y="428396"/>
                  <a:pt x="383857" y="423444"/>
                </a:cubicBezTo>
                <a:close/>
                <a:moveTo>
                  <a:pt x="664161" y="0"/>
                </a:moveTo>
                <a:cubicBezTo>
                  <a:pt x="779454" y="0"/>
                  <a:pt x="872917" y="93819"/>
                  <a:pt x="872917" y="209550"/>
                </a:cubicBezTo>
                <a:cubicBezTo>
                  <a:pt x="872917" y="325281"/>
                  <a:pt x="779454" y="419100"/>
                  <a:pt x="664161" y="419100"/>
                </a:cubicBezTo>
                <a:cubicBezTo>
                  <a:pt x="548868" y="419100"/>
                  <a:pt x="455405" y="325281"/>
                  <a:pt x="455405" y="209550"/>
                </a:cubicBezTo>
                <a:cubicBezTo>
                  <a:pt x="455405" y="93819"/>
                  <a:pt x="548868" y="0"/>
                  <a:pt x="664161" y="0"/>
                </a:cubicBezTo>
                <a:close/>
              </a:path>
            </a:pathLst>
          </a:custGeom>
          <a:solidFill>
            <a:srgbClr val="FF66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8" name="Freeform 9"/>
          <p:cNvSpPr>
            <a:spLocks/>
          </p:cNvSpPr>
          <p:nvPr/>
        </p:nvSpPr>
        <p:spPr bwMode="gray">
          <a:xfrm>
            <a:off x="8281629" y="4812855"/>
            <a:ext cx="346466" cy="798909"/>
          </a:xfrm>
          <a:custGeom>
            <a:avLst/>
            <a:gdLst/>
            <a:ahLst/>
            <a:cxnLst/>
            <a:rect l="l" t="t" r="r" b="b"/>
            <a:pathLst>
              <a:path w="1168400" h="2703513">
                <a:moveTo>
                  <a:pt x="582619" y="0"/>
                </a:moveTo>
                <a:lnTo>
                  <a:pt x="626736" y="4665"/>
                </a:lnTo>
                <a:lnTo>
                  <a:pt x="666126" y="18659"/>
                </a:lnTo>
                <a:lnTo>
                  <a:pt x="702365" y="38872"/>
                </a:lnTo>
                <a:lnTo>
                  <a:pt x="732301" y="65305"/>
                </a:lnTo>
                <a:lnTo>
                  <a:pt x="759087" y="99512"/>
                </a:lnTo>
                <a:lnTo>
                  <a:pt x="777994" y="136829"/>
                </a:lnTo>
                <a:lnTo>
                  <a:pt x="790599" y="180366"/>
                </a:lnTo>
                <a:lnTo>
                  <a:pt x="793750" y="227012"/>
                </a:lnTo>
                <a:lnTo>
                  <a:pt x="790599" y="272104"/>
                </a:lnTo>
                <a:lnTo>
                  <a:pt x="777994" y="315641"/>
                </a:lnTo>
                <a:lnTo>
                  <a:pt x="759087" y="352958"/>
                </a:lnTo>
                <a:lnTo>
                  <a:pt x="732301" y="387165"/>
                </a:lnTo>
                <a:lnTo>
                  <a:pt x="702365" y="415153"/>
                </a:lnTo>
                <a:lnTo>
                  <a:pt x="666126" y="436921"/>
                </a:lnTo>
                <a:lnTo>
                  <a:pt x="637098" y="446088"/>
                </a:lnTo>
                <a:lnTo>
                  <a:pt x="988960" y="446088"/>
                </a:lnTo>
                <a:lnTo>
                  <a:pt x="1031781" y="454216"/>
                </a:lnTo>
                <a:lnTo>
                  <a:pt x="1076641" y="474534"/>
                </a:lnTo>
                <a:lnTo>
                  <a:pt x="1113345" y="502981"/>
                </a:lnTo>
                <a:lnTo>
                  <a:pt x="1143931" y="541587"/>
                </a:lnTo>
                <a:lnTo>
                  <a:pt x="1166361" y="584256"/>
                </a:lnTo>
                <a:lnTo>
                  <a:pt x="1168400" y="606607"/>
                </a:lnTo>
                <a:lnTo>
                  <a:pt x="1168400" y="1478286"/>
                </a:lnTo>
                <a:lnTo>
                  <a:pt x="1168400" y="1482350"/>
                </a:lnTo>
                <a:lnTo>
                  <a:pt x="1162283" y="1496573"/>
                </a:lnTo>
                <a:lnTo>
                  <a:pt x="1148009" y="1516892"/>
                </a:lnTo>
                <a:lnTo>
                  <a:pt x="1135775" y="1537211"/>
                </a:lnTo>
                <a:lnTo>
                  <a:pt x="1117423" y="1553466"/>
                </a:lnTo>
                <a:lnTo>
                  <a:pt x="1092954" y="1565657"/>
                </a:lnTo>
                <a:lnTo>
                  <a:pt x="1060328" y="1571753"/>
                </a:lnTo>
                <a:lnTo>
                  <a:pt x="1029742" y="1565657"/>
                </a:lnTo>
                <a:lnTo>
                  <a:pt x="1005273" y="1553466"/>
                </a:lnTo>
                <a:lnTo>
                  <a:pt x="984882" y="1537211"/>
                </a:lnTo>
                <a:lnTo>
                  <a:pt x="972647" y="1516892"/>
                </a:lnTo>
                <a:lnTo>
                  <a:pt x="962452" y="1496573"/>
                </a:lnTo>
                <a:lnTo>
                  <a:pt x="956334" y="1480318"/>
                </a:lnTo>
                <a:lnTo>
                  <a:pt x="954295" y="1468127"/>
                </a:lnTo>
                <a:lnTo>
                  <a:pt x="950217" y="1462031"/>
                </a:lnTo>
                <a:lnTo>
                  <a:pt x="950217" y="783381"/>
                </a:lnTo>
                <a:lnTo>
                  <a:pt x="897201" y="783381"/>
                </a:lnTo>
                <a:lnTo>
                  <a:pt x="893123" y="2614110"/>
                </a:lnTo>
                <a:lnTo>
                  <a:pt x="893123" y="2616142"/>
                </a:lnTo>
                <a:lnTo>
                  <a:pt x="891084" y="2626302"/>
                </a:lnTo>
                <a:lnTo>
                  <a:pt x="884966" y="2640525"/>
                </a:lnTo>
                <a:lnTo>
                  <a:pt x="874771" y="2658812"/>
                </a:lnTo>
                <a:lnTo>
                  <a:pt x="856419" y="2673035"/>
                </a:lnTo>
                <a:lnTo>
                  <a:pt x="831950" y="2687258"/>
                </a:lnTo>
                <a:lnTo>
                  <a:pt x="799324" y="2697418"/>
                </a:lnTo>
                <a:lnTo>
                  <a:pt x="758543" y="2703513"/>
                </a:lnTo>
                <a:lnTo>
                  <a:pt x="715722" y="2697418"/>
                </a:lnTo>
                <a:lnTo>
                  <a:pt x="683096" y="2687258"/>
                </a:lnTo>
                <a:lnTo>
                  <a:pt x="658627" y="2673035"/>
                </a:lnTo>
                <a:lnTo>
                  <a:pt x="642314" y="2656780"/>
                </a:lnTo>
                <a:lnTo>
                  <a:pt x="632119" y="2638493"/>
                </a:lnTo>
                <a:lnTo>
                  <a:pt x="623962" y="2626302"/>
                </a:lnTo>
                <a:lnTo>
                  <a:pt x="621923" y="2614110"/>
                </a:lnTo>
                <a:lnTo>
                  <a:pt x="621923" y="2612078"/>
                </a:lnTo>
                <a:lnTo>
                  <a:pt x="621923" y="2553154"/>
                </a:lnTo>
                <a:lnTo>
                  <a:pt x="621923" y="2486101"/>
                </a:lnTo>
                <a:lnTo>
                  <a:pt x="621923" y="2408890"/>
                </a:lnTo>
                <a:lnTo>
                  <a:pt x="621923" y="2327614"/>
                </a:lnTo>
                <a:lnTo>
                  <a:pt x="621923" y="2238211"/>
                </a:lnTo>
                <a:lnTo>
                  <a:pt x="619884" y="2148808"/>
                </a:lnTo>
                <a:lnTo>
                  <a:pt x="619884" y="2057374"/>
                </a:lnTo>
                <a:lnTo>
                  <a:pt x="619884" y="1970002"/>
                </a:lnTo>
                <a:lnTo>
                  <a:pt x="619884" y="1880600"/>
                </a:lnTo>
                <a:lnTo>
                  <a:pt x="619884" y="1795260"/>
                </a:lnTo>
                <a:lnTo>
                  <a:pt x="619884" y="1718049"/>
                </a:lnTo>
                <a:lnTo>
                  <a:pt x="619884" y="1644901"/>
                </a:lnTo>
                <a:lnTo>
                  <a:pt x="615806" y="1583944"/>
                </a:lnTo>
                <a:lnTo>
                  <a:pt x="615806" y="1531115"/>
                </a:lnTo>
                <a:lnTo>
                  <a:pt x="615806" y="1492509"/>
                </a:lnTo>
                <a:lnTo>
                  <a:pt x="615806" y="1468127"/>
                </a:lnTo>
                <a:lnTo>
                  <a:pt x="615806" y="1459999"/>
                </a:lnTo>
                <a:lnTo>
                  <a:pt x="568907" y="1459999"/>
                </a:lnTo>
                <a:lnTo>
                  <a:pt x="568907" y="2612078"/>
                </a:lnTo>
                <a:lnTo>
                  <a:pt x="566868" y="2616142"/>
                </a:lnTo>
                <a:lnTo>
                  <a:pt x="562790" y="2626302"/>
                </a:lnTo>
                <a:lnTo>
                  <a:pt x="554633" y="2640525"/>
                </a:lnTo>
                <a:lnTo>
                  <a:pt x="540360" y="2658812"/>
                </a:lnTo>
                <a:lnTo>
                  <a:pt x="519969" y="2675067"/>
                </a:lnTo>
                <a:lnTo>
                  <a:pt x="495500" y="2691322"/>
                </a:lnTo>
                <a:lnTo>
                  <a:pt x="462874" y="2701481"/>
                </a:lnTo>
                <a:lnTo>
                  <a:pt x="442483" y="2703513"/>
                </a:lnTo>
                <a:lnTo>
                  <a:pt x="405779" y="2703513"/>
                </a:lnTo>
                <a:lnTo>
                  <a:pt x="385389" y="2701481"/>
                </a:lnTo>
                <a:lnTo>
                  <a:pt x="354802" y="2691322"/>
                </a:lnTo>
                <a:lnTo>
                  <a:pt x="330333" y="2675067"/>
                </a:lnTo>
                <a:lnTo>
                  <a:pt x="307903" y="2658812"/>
                </a:lnTo>
                <a:lnTo>
                  <a:pt x="291590" y="2640525"/>
                </a:lnTo>
                <a:lnTo>
                  <a:pt x="281395" y="2626302"/>
                </a:lnTo>
                <a:lnTo>
                  <a:pt x="277317" y="2616142"/>
                </a:lnTo>
                <a:lnTo>
                  <a:pt x="275278" y="2612078"/>
                </a:lnTo>
                <a:lnTo>
                  <a:pt x="273238" y="785413"/>
                </a:lnTo>
                <a:lnTo>
                  <a:pt x="220222" y="783381"/>
                </a:lnTo>
                <a:lnTo>
                  <a:pt x="220222" y="1462031"/>
                </a:lnTo>
                <a:lnTo>
                  <a:pt x="220222" y="1468127"/>
                </a:lnTo>
                <a:lnTo>
                  <a:pt x="218183" y="1478286"/>
                </a:lnTo>
                <a:lnTo>
                  <a:pt x="216144" y="1494541"/>
                </a:lnTo>
                <a:lnTo>
                  <a:pt x="210027" y="1512828"/>
                </a:lnTo>
                <a:lnTo>
                  <a:pt x="203909" y="1531115"/>
                </a:lnTo>
                <a:lnTo>
                  <a:pt x="187597" y="1549402"/>
                </a:lnTo>
                <a:lnTo>
                  <a:pt x="171284" y="1565657"/>
                </a:lnTo>
                <a:lnTo>
                  <a:pt x="146815" y="1575817"/>
                </a:lnTo>
                <a:lnTo>
                  <a:pt x="114189" y="1577849"/>
                </a:lnTo>
                <a:lnTo>
                  <a:pt x="79525" y="1575817"/>
                </a:lnTo>
                <a:lnTo>
                  <a:pt x="53016" y="1563625"/>
                </a:lnTo>
                <a:lnTo>
                  <a:pt x="32625" y="1549402"/>
                </a:lnTo>
                <a:lnTo>
                  <a:pt x="18352" y="1529083"/>
                </a:lnTo>
                <a:lnTo>
                  <a:pt x="8156" y="1512828"/>
                </a:lnTo>
                <a:lnTo>
                  <a:pt x="2039" y="1494541"/>
                </a:lnTo>
                <a:lnTo>
                  <a:pt x="0" y="1484382"/>
                </a:lnTo>
                <a:lnTo>
                  <a:pt x="0" y="1480318"/>
                </a:lnTo>
                <a:lnTo>
                  <a:pt x="0" y="647245"/>
                </a:lnTo>
                <a:lnTo>
                  <a:pt x="8156" y="598480"/>
                </a:lnTo>
                <a:lnTo>
                  <a:pt x="30586" y="553778"/>
                </a:lnTo>
                <a:lnTo>
                  <a:pt x="61173" y="511108"/>
                </a:lnTo>
                <a:lnTo>
                  <a:pt x="101955" y="478598"/>
                </a:lnTo>
                <a:lnTo>
                  <a:pt x="146815" y="456247"/>
                </a:lnTo>
                <a:lnTo>
                  <a:pt x="191675" y="446088"/>
                </a:lnTo>
                <a:lnTo>
                  <a:pt x="530920" y="446088"/>
                </a:lnTo>
                <a:lnTo>
                  <a:pt x="491234" y="430702"/>
                </a:lnTo>
                <a:lnTo>
                  <a:pt x="453419" y="404269"/>
                </a:lnTo>
                <a:lnTo>
                  <a:pt x="418756" y="368507"/>
                </a:lnTo>
                <a:lnTo>
                  <a:pt x="393546" y="326525"/>
                </a:lnTo>
                <a:lnTo>
                  <a:pt x="379365" y="276769"/>
                </a:lnTo>
                <a:lnTo>
                  <a:pt x="373063" y="227012"/>
                </a:lnTo>
                <a:lnTo>
                  <a:pt x="379365" y="175701"/>
                </a:lnTo>
                <a:lnTo>
                  <a:pt x="393546" y="125945"/>
                </a:lnTo>
                <a:lnTo>
                  <a:pt x="418756" y="83963"/>
                </a:lnTo>
                <a:lnTo>
                  <a:pt x="453419" y="49756"/>
                </a:lnTo>
                <a:lnTo>
                  <a:pt x="491234" y="21768"/>
                </a:lnTo>
                <a:lnTo>
                  <a:pt x="535351" y="4665"/>
                </a:lnTo>
                <a:close/>
              </a:path>
            </a:pathLst>
          </a:cu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9" name="椭圆 13"/>
          <p:cNvSpPr/>
          <p:nvPr/>
        </p:nvSpPr>
        <p:spPr bwMode="auto">
          <a:xfrm>
            <a:off x="8232823" y="3775615"/>
            <a:ext cx="391770" cy="797973"/>
          </a:xfrm>
          <a:custGeom>
            <a:avLst/>
            <a:gdLst/>
            <a:ahLst/>
            <a:cxnLst/>
            <a:rect l="l" t="t" r="r" b="b"/>
            <a:pathLst>
              <a:path w="1310605" h="2668589">
                <a:moveTo>
                  <a:pt x="386613" y="420688"/>
                </a:moveTo>
                <a:lnTo>
                  <a:pt x="401429" y="420688"/>
                </a:lnTo>
                <a:lnTo>
                  <a:pt x="404605" y="420688"/>
                </a:lnTo>
                <a:lnTo>
                  <a:pt x="431592" y="420688"/>
                </a:lnTo>
                <a:lnTo>
                  <a:pt x="663367" y="420688"/>
                </a:lnTo>
                <a:lnTo>
                  <a:pt x="663367" y="422275"/>
                </a:lnTo>
                <a:lnTo>
                  <a:pt x="879267" y="422275"/>
                </a:lnTo>
                <a:lnTo>
                  <a:pt x="906255" y="422275"/>
                </a:lnTo>
                <a:lnTo>
                  <a:pt x="909430" y="422275"/>
                </a:lnTo>
                <a:lnTo>
                  <a:pt x="924246" y="422275"/>
                </a:lnTo>
                <a:lnTo>
                  <a:pt x="926987" y="425016"/>
                </a:lnTo>
                <a:cubicBezTo>
                  <a:pt x="986397" y="429942"/>
                  <a:pt x="1035769" y="469628"/>
                  <a:pt x="1054768" y="524387"/>
                </a:cubicBezTo>
                <a:cubicBezTo>
                  <a:pt x="1061164" y="530768"/>
                  <a:pt x="1065349" y="538890"/>
                  <a:pt x="1068360" y="547744"/>
                </a:cubicBezTo>
                <a:lnTo>
                  <a:pt x="1305508" y="1245125"/>
                </a:lnTo>
                <a:cubicBezTo>
                  <a:pt x="1322444" y="1294929"/>
                  <a:pt x="1295799" y="1349033"/>
                  <a:pt x="1245995" y="1365969"/>
                </a:cubicBezTo>
                <a:cubicBezTo>
                  <a:pt x="1196191" y="1382906"/>
                  <a:pt x="1142087" y="1356261"/>
                  <a:pt x="1125150" y="1306456"/>
                </a:cubicBezTo>
                <a:lnTo>
                  <a:pt x="926510" y="722313"/>
                </a:lnTo>
                <a:lnTo>
                  <a:pt x="906255" y="722313"/>
                </a:lnTo>
                <a:lnTo>
                  <a:pt x="906255" y="759507"/>
                </a:lnTo>
                <a:lnTo>
                  <a:pt x="1220580" y="1784350"/>
                </a:lnTo>
                <a:lnTo>
                  <a:pt x="906255" y="1784350"/>
                </a:lnTo>
                <a:lnTo>
                  <a:pt x="899905" y="1784350"/>
                </a:lnTo>
                <a:cubicBezTo>
                  <a:pt x="899905" y="2046553"/>
                  <a:pt x="899905" y="2308755"/>
                  <a:pt x="899905" y="2570957"/>
                </a:cubicBezTo>
                <a:cubicBezTo>
                  <a:pt x="899905" y="2624878"/>
                  <a:pt x="856194" y="2668589"/>
                  <a:pt x="802273" y="2668589"/>
                </a:cubicBezTo>
                <a:lnTo>
                  <a:pt x="802274" y="2668588"/>
                </a:lnTo>
                <a:cubicBezTo>
                  <a:pt x="748353" y="2668588"/>
                  <a:pt x="704642" y="2624877"/>
                  <a:pt x="704642" y="2570956"/>
                </a:cubicBezTo>
                <a:lnTo>
                  <a:pt x="704642" y="1784350"/>
                </a:lnTo>
                <a:lnTo>
                  <a:pt x="663367" y="1784350"/>
                </a:lnTo>
                <a:lnTo>
                  <a:pt x="655430" y="1784350"/>
                </a:lnTo>
                <a:lnTo>
                  <a:pt x="604630" y="1784350"/>
                </a:lnTo>
                <a:lnTo>
                  <a:pt x="604630" y="2571750"/>
                </a:lnTo>
                <a:cubicBezTo>
                  <a:pt x="604630" y="2625232"/>
                  <a:pt x="561274" y="2668588"/>
                  <a:pt x="507792" y="2668588"/>
                </a:cubicBezTo>
                <a:lnTo>
                  <a:pt x="507793" y="2668589"/>
                </a:lnTo>
                <a:cubicBezTo>
                  <a:pt x="454311" y="2668589"/>
                  <a:pt x="410955" y="2625233"/>
                  <a:pt x="410955" y="2571751"/>
                </a:cubicBezTo>
                <a:cubicBezTo>
                  <a:pt x="410955" y="2309284"/>
                  <a:pt x="410955" y="2046817"/>
                  <a:pt x="410955" y="1784350"/>
                </a:cubicBezTo>
                <a:lnTo>
                  <a:pt x="404605" y="1784350"/>
                </a:lnTo>
                <a:lnTo>
                  <a:pt x="90280" y="1784350"/>
                </a:lnTo>
                <a:lnTo>
                  <a:pt x="404605" y="758041"/>
                </a:lnTo>
                <a:lnTo>
                  <a:pt x="404605" y="720725"/>
                </a:lnTo>
                <a:lnTo>
                  <a:pt x="384620" y="720725"/>
                </a:lnTo>
                <a:lnTo>
                  <a:pt x="185454" y="1306414"/>
                </a:lnTo>
                <a:cubicBezTo>
                  <a:pt x="168518" y="1356218"/>
                  <a:pt x="114414" y="1382863"/>
                  <a:pt x="64610" y="1365927"/>
                </a:cubicBezTo>
                <a:cubicBezTo>
                  <a:pt x="14806" y="1348991"/>
                  <a:pt x="-11839" y="1294887"/>
                  <a:pt x="5097" y="1245083"/>
                </a:cubicBezTo>
                <a:lnTo>
                  <a:pt x="242756" y="546199"/>
                </a:lnTo>
                <a:lnTo>
                  <a:pt x="255889" y="523630"/>
                </a:lnTo>
                <a:cubicBezTo>
                  <a:pt x="274608" y="468440"/>
                  <a:pt x="324161" y="428396"/>
                  <a:pt x="383857" y="423444"/>
                </a:cubicBezTo>
                <a:close/>
                <a:moveTo>
                  <a:pt x="664161" y="0"/>
                </a:moveTo>
                <a:cubicBezTo>
                  <a:pt x="779454" y="0"/>
                  <a:pt x="872917" y="93819"/>
                  <a:pt x="872917" y="209550"/>
                </a:cubicBezTo>
                <a:cubicBezTo>
                  <a:pt x="872917" y="325281"/>
                  <a:pt x="779454" y="419100"/>
                  <a:pt x="664161" y="419100"/>
                </a:cubicBezTo>
                <a:cubicBezTo>
                  <a:pt x="548868" y="419100"/>
                  <a:pt x="455405" y="325281"/>
                  <a:pt x="455405" y="209550"/>
                </a:cubicBezTo>
                <a:cubicBezTo>
                  <a:pt x="455405" y="93819"/>
                  <a:pt x="548868" y="0"/>
                  <a:pt x="664161" y="0"/>
                </a:cubicBezTo>
                <a:close/>
              </a:path>
            </a:pathLst>
          </a:custGeom>
          <a:solidFill>
            <a:srgbClr val="FF66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190686" y="3943629"/>
            <a:ext cx="885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63"/>
            <a:r>
              <a:rPr lang="en-US" altLang="zh-CN" b="1" dirty="0" smtClean="0">
                <a:solidFill>
                  <a:srgbClr val="FF6699"/>
                </a:solidFill>
                <a:cs typeface="Arial" panose="020B0604020202020204" pitchFamily="34" charset="0"/>
              </a:rPr>
              <a:t>22.6%</a:t>
            </a:r>
            <a:endParaRPr lang="en-US" altLang="zh-CN" b="1" dirty="0">
              <a:solidFill>
                <a:srgbClr val="FF6699"/>
              </a:solidFill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624593" y="5057436"/>
            <a:ext cx="885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63"/>
            <a:r>
              <a:rPr lang="en-US" altLang="zh-CN" b="1" dirty="0" smtClean="0">
                <a:solidFill>
                  <a:schemeClr val="accent5"/>
                </a:solidFill>
                <a:cs typeface="Arial" panose="020B0604020202020204" pitchFamily="34" charset="0"/>
              </a:rPr>
              <a:t>10.6%</a:t>
            </a:r>
            <a:endParaRPr lang="en-US" altLang="zh-CN" b="1" dirty="0">
              <a:solidFill>
                <a:schemeClr val="accent5"/>
              </a:solidFill>
              <a:cs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284899" y="1703358"/>
            <a:ext cx="2606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智能手机应用下载场景</a:t>
            </a:r>
            <a:endParaRPr lang="zh-CN" altLang="en-US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8148985" y="3111995"/>
            <a:ext cx="20960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smtClean="0"/>
              <a:t>00</a:t>
            </a:r>
            <a:r>
              <a:rPr lang="zh-CN" altLang="en-US" sz="1400" b="1" dirty="0" smtClean="0"/>
              <a:t>后明星代言推荐下载</a:t>
            </a:r>
            <a:endParaRPr lang="zh-CN" altLang="en-US" sz="1400" b="1" dirty="0"/>
          </a:p>
        </p:txBody>
      </p:sp>
      <p:sp>
        <p:nvSpPr>
          <p:cNvPr id="22" name="矩形 21"/>
          <p:cNvSpPr/>
          <p:nvPr/>
        </p:nvSpPr>
        <p:spPr>
          <a:xfrm>
            <a:off x="7532017" y="2870937"/>
            <a:ext cx="3223822" cy="3289954"/>
          </a:xfrm>
          <a:prstGeom prst="rect">
            <a:avLst/>
          </a:prstGeom>
          <a:noFill/>
          <a:ln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2064470" y="4256673"/>
            <a:ext cx="5488230" cy="556182"/>
          </a:xfrm>
          <a:prstGeom prst="rect">
            <a:avLst/>
          </a:prstGeom>
          <a:noFill/>
          <a:ln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7259607" y="4272683"/>
            <a:ext cx="558604" cy="540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/>
          </a:p>
        </p:txBody>
      </p:sp>
      <p:sp>
        <p:nvSpPr>
          <p:cNvPr id="19" name="文本框 18"/>
          <p:cNvSpPr txBox="1"/>
          <p:nvPr/>
        </p:nvSpPr>
        <p:spPr>
          <a:xfrm>
            <a:off x="2183066" y="889051"/>
            <a:ext cx="9153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年轻人素来是明星粉丝的主力军，明星代言对</a:t>
            </a:r>
            <a:r>
              <a:rPr lang="en-US" altLang="zh-CN" dirty="0" smtClean="0"/>
              <a:t>00</a:t>
            </a:r>
            <a:r>
              <a:rPr lang="zh-CN" altLang="en-US" dirty="0" smtClean="0"/>
              <a:t>后的感召力相对更强，尤其是对女生更有吸引力。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10832" y="6522720"/>
            <a:ext cx="5109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注：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后用户</a:t>
            </a:r>
            <a:r>
              <a:rPr lang="en-US" altLang="zh-CN" sz="1400" dirty="0" smtClean="0"/>
              <a:t>N=2361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前用户</a:t>
            </a:r>
            <a:r>
              <a:rPr lang="en-US" altLang="zh-CN" sz="1400" dirty="0" smtClean="0"/>
              <a:t>N=3458</a:t>
            </a:r>
            <a:endParaRPr lang="zh-CN" altLang="en-US" sz="1400" dirty="0"/>
          </a:p>
        </p:txBody>
      </p:sp>
      <p:sp>
        <p:nvSpPr>
          <p:cNvPr id="18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138335" y="113522"/>
            <a:ext cx="742852" cy="653720"/>
          </a:xfrm>
        </p:spPr>
        <p:txBody>
          <a:bodyPr/>
          <a:lstStyle/>
          <a:p>
            <a:pPr algn="ctr"/>
            <a:r>
              <a:rPr lang="zh-CN" altLang="en-US" sz="2000" dirty="0" smtClean="0">
                <a:solidFill>
                  <a:schemeClr val="accent2"/>
                </a:solidFill>
              </a:rPr>
              <a:t>下载场景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78243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2183066" y="249882"/>
            <a:ext cx="6746330" cy="381000"/>
          </a:xfrm>
        </p:spPr>
        <p:txBody>
          <a:bodyPr/>
          <a:lstStyle/>
          <a:p>
            <a:r>
              <a:rPr lang="en-US" altLang="zh-CN" dirty="0" smtClean="0"/>
              <a:t>00</a:t>
            </a:r>
            <a:r>
              <a:rPr lang="zh-CN" altLang="en-US" dirty="0" smtClean="0"/>
              <a:t>后用户使用娱乐、学习类</a:t>
            </a:r>
            <a:r>
              <a:rPr lang="en-US" altLang="zh-CN" dirty="0" smtClean="0"/>
              <a:t>APP</a:t>
            </a:r>
            <a:r>
              <a:rPr lang="zh-CN" altLang="en-US" dirty="0" smtClean="0"/>
              <a:t>相对更多</a:t>
            </a:r>
            <a:endParaRPr lang="zh-CN" altLang="en-US" dirty="0"/>
          </a:p>
        </p:txBody>
      </p:sp>
      <p:graphicFrame>
        <p:nvGraphicFramePr>
          <p:cNvPr id="5" name="图表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1681039"/>
              </p:ext>
            </p:extLst>
          </p:nvPr>
        </p:nvGraphicFramePr>
        <p:xfrm>
          <a:off x="622169" y="2122603"/>
          <a:ext cx="11114202" cy="3751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774336" y="1718598"/>
            <a:ext cx="2606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智能手机常用</a:t>
            </a:r>
            <a:r>
              <a:rPr lang="en-US" altLang="zh-CN" b="1" dirty="0" smtClean="0"/>
              <a:t>APP</a:t>
            </a:r>
            <a:r>
              <a:rPr lang="zh-CN" altLang="en-US" b="1" dirty="0" smtClean="0"/>
              <a:t>类型</a:t>
            </a:r>
            <a:endParaRPr lang="zh-CN" altLang="en-US" b="1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5307290" y="2565662"/>
            <a:ext cx="0" cy="364817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923827" y="5932602"/>
            <a:ext cx="125923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>
            <a:off x="3979683" y="5932602"/>
            <a:ext cx="125923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307657" y="5740807"/>
            <a:ext cx="1672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/>
              <a:t>00</a:t>
            </a:r>
            <a:r>
              <a:rPr lang="zh-CN" altLang="en-US" b="1" dirty="0" smtClean="0"/>
              <a:t>后使用更多</a:t>
            </a:r>
            <a:endParaRPr lang="zh-CN" altLang="en-US" b="1" dirty="0"/>
          </a:p>
        </p:txBody>
      </p:sp>
      <p:cxnSp>
        <p:nvCxnSpPr>
          <p:cNvPr id="14" name="直接箭头连接符 13"/>
          <p:cNvCxnSpPr/>
          <p:nvPr/>
        </p:nvCxnSpPr>
        <p:spPr>
          <a:xfrm>
            <a:off x="5384276" y="5932602"/>
            <a:ext cx="211946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endCxn id="16" idx="3"/>
          </p:cNvCxnSpPr>
          <p:nvPr/>
        </p:nvCxnSpPr>
        <p:spPr>
          <a:xfrm flipH="1" flipV="1">
            <a:off x="9278097" y="5925473"/>
            <a:ext cx="2221797" cy="712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7606071" y="5740807"/>
            <a:ext cx="1672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/>
              <a:t>00</a:t>
            </a:r>
            <a:r>
              <a:rPr lang="zh-CN" altLang="en-US" b="1" dirty="0" smtClean="0"/>
              <a:t>前使用更多</a:t>
            </a:r>
            <a:endParaRPr lang="zh-CN" altLang="en-US" b="1" dirty="0"/>
          </a:p>
        </p:txBody>
      </p:sp>
      <p:sp>
        <p:nvSpPr>
          <p:cNvPr id="17" name="文本框 16"/>
          <p:cNvSpPr txBox="1"/>
          <p:nvPr/>
        </p:nvSpPr>
        <p:spPr>
          <a:xfrm>
            <a:off x="2183066" y="889051"/>
            <a:ext cx="9153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00</a:t>
            </a:r>
            <a:r>
              <a:rPr lang="zh-CN" altLang="en-US" dirty="0" smtClean="0"/>
              <a:t>后在学习之外，主要活动就是娱乐，影音</a:t>
            </a:r>
            <a:r>
              <a:rPr lang="zh-CN" altLang="en-US" dirty="0"/>
              <a:t>、游戏、</a:t>
            </a:r>
            <a:r>
              <a:rPr lang="zh-CN" altLang="en-US" dirty="0" smtClean="0"/>
              <a:t>阅读、拍照是</a:t>
            </a:r>
            <a:r>
              <a:rPr lang="en-US" altLang="zh-CN" dirty="0" smtClean="0"/>
              <a:t>00</a:t>
            </a:r>
            <a:r>
              <a:rPr lang="zh-CN" altLang="en-US" dirty="0" smtClean="0"/>
              <a:t>后主要的娱乐方式。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10832" y="6522720"/>
            <a:ext cx="5109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注：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后用户</a:t>
            </a:r>
            <a:r>
              <a:rPr lang="en-US" altLang="zh-CN" sz="1400" dirty="0" smtClean="0"/>
              <a:t>N=2361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前用户</a:t>
            </a:r>
            <a:r>
              <a:rPr lang="en-US" altLang="zh-CN" sz="1400" dirty="0" smtClean="0"/>
              <a:t>N=3458</a:t>
            </a:r>
            <a:endParaRPr lang="zh-CN" altLang="en-US" sz="1400" dirty="0"/>
          </a:p>
        </p:txBody>
      </p:sp>
      <p:sp>
        <p:nvSpPr>
          <p:cNvPr id="20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138335" y="113522"/>
            <a:ext cx="742852" cy="653720"/>
          </a:xfrm>
        </p:spPr>
        <p:txBody>
          <a:bodyPr/>
          <a:lstStyle/>
          <a:p>
            <a:pPr algn="ctr"/>
            <a:r>
              <a:rPr lang="zh-CN" altLang="en-US" sz="2000" dirty="0" smtClean="0">
                <a:solidFill>
                  <a:schemeClr val="accent2"/>
                </a:solidFill>
              </a:rPr>
              <a:t>常用类型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91412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2183065" y="249882"/>
            <a:ext cx="9806771" cy="381000"/>
          </a:xfrm>
        </p:spPr>
        <p:txBody>
          <a:bodyPr/>
          <a:lstStyle/>
          <a:p>
            <a:r>
              <a:rPr lang="en-US" altLang="zh-CN" dirty="0" smtClean="0"/>
              <a:t>00</a:t>
            </a:r>
            <a:r>
              <a:rPr lang="zh-CN" altLang="en-US" dirty="0" smtClean="0"/>
              <a:t>后用户中，女生更常用</a:t>
            </a:r>
            <a:r>
              <a:rPr lang="en-US" altLang="zh-CN" dirty="0" smtClean="0"/>
              <a:t>APP</a:t>
            </a:r>
            <a:r>
              <a:rPr lang="zh-CN" altLang="en-US" dirty="0" smtClean="0"/>
              <a:t>相对丰富，男生仅游戏、新闻更为突出</a:t>
            </a:r>
            <a:endParaRPr lang="zh-CN" altLang="en-US" dirty="0"/>
          </a:p>
        </p:txBody>
      </p:sp>
      <p:sp>
        <p:nvSpPr>
          <p:cNvPr id="72" name="椭圆 13"/>
          <p:cNvSpPr/>
          <p:nvPr/>
        </p:nvSpPr>
        <p:spPr bwMode="auto">
          <a:xfrm>
            <a:off x="5532713" y="2972496"/>
            <a:ext cx="960295" cy="1955968"/>
          </a:xfrm>
          <a:custGeom>
            <a:avLst/>
            <a:gdLst/>
            <a:ahLst/>
            <a:cxnLst/>
            <a:rect l="l" t="t" r="r" b="b"/>
            <a:pathLst>
              <a:path w="1310605" h="2668589">
                <a:moveTo>
                  <a:pt x="386613" y="420688"/>
                </a:moveTo>
                <a:lnTo>
                  <a:pt x="401429" y="420688"/>
                </a:lnTo>
                <a:lnTo>
                  <a:pt x="404605" y="420688"/>
                </a:lnTo>
                <a:lnTo>
                  <a:pt x="431592" y="420688"/>
                </a:lnTo>
                <a:lnTo>
                  <a:pt x="663367" y="420688"/>
                </a:lnTo>
                <a:lnTo>
                  <a:pt x="663367" y="422275"/>
                </a:lnTo>
                <a:lnTo>
                  <a:pt x="879267" y="422275"/>
                </a:lnTo>
                <a:lnTo>
                  <a:pt x="906255" y="422275"/>
                </a:lnTo>
                <a:lnTo>
                  <a:pt x="909430" y="422275"/>
                </a:lnTo>
                <a:lnTo>
                  <a:pt x="924246" y="422275"/>
                </a:lnTo>
                <a:lnTo>
                  <a:pt x="926987" y="425016"/>
                </a:lnTo>
                <a:cubicBezTo>
                  <a:pt x="986397" y="429942"/>
                  <a:pt x="1035769" y="469628"/>
                  <a:pt x="1054768" y="524387"/>
                </a:cubicBezTo>
                <a:cubicBezTo>
                  <a:pt x="1061164" y="530768"/>
                  <a:pt x="1065349" y="538890"/>
                  <a:pt x="1068360" y="547744"/>
                </a:cubicBezTo>
                <a:lnTo>
                  <a:pt x="1305508" y="1245125"/>
                </a:lnTo>
                <a:cubicBezTo>
                  <a:pt x="1322444" y="1294929"/>
                  <a:pt x="1295799" y="1349033"/>
                  <a:pt x="1245995" y="1365969"/>
                </a:cubicBezTo>
                <a:cubicBezTo>
                  <a:pt x="1196191" y="1382906"/>
                  <a:pt x="1142087" y="1356261"/>
                  <a:pt x="1125150" y="1306456"/>
                </a:cubicBezTo>
                <a:lnTo>
                  <a:pt x="926510" y="722313"/>
                </a:lnTo>
                <a:lnTo>
                  <a:pt x="906255" y="722313"/>
                </a:lnTo>
                <a:lnTo>
                  <a:pt x="906255" y="759507"/>
                </a:lnTo>
                <a:lnTo>
                  <a:pt x="1220580" y="1784350"/>
                </a:lnTo>
                <a:lnTo>
                  <a:pt x="906255" y="1784350"/>
                </a:lnTo>
                <a:lnTo>
                  <a:pt x="899905" y="1784350"/>
                </a:lnTo>
                <a:cubicBezTo>
                  <a:pt x="899905" y="2046553"/>
                  <a:pt x="899905" y="2308755"/>
                  <a:pt x="899905" y="2570957"/>
                </a:cubicBezTo>
                <a:cubicBezTo>
                  <a:pt x="899905" y="2624878"/>
                  <a:pt x="856194" y="2668589"/>
                  <a:pt x="802273" y="2668589"/>
                </a:cubicBezTo>
                <a:lnTo>
                  <a:pt x="802274" y="2668588"/>
                </a:lnTo>
                <a:cubicBezTo>
                  <a:pt x="748353" y="2668588"/>
                  <a:pt x="704642" y="2624877"/>
                  <a:pt x="704642" y="2570956"/>
                </a:cubicBezTo>
                <a:lnTo>
                  <a:pt x="704642" y="1784350"/>
                </a:lnTo>
                <a:lnTo>
                  <a:pt x="663367" y="1784350"/>
                </a:lnTo>
                <a:lnTo>
                  <a:pt x="655430" y="1784350"/>
                </a:lnTo>
                <a:lnTo>
                  <a:pt x="604630" y="1784350"/>
                </a:lnTo>
                <a:lnTo>
                  <a:pt x="604630" y="2571750"/>
                </a:lnTo>
                <a:cubicBezTo>
                  <a:pt x="604630" y="2625232"/>
                  <a:pt x="561274" y="2668588"/>
                  <a:pt x="507792" y="2668588"/>
                </a:cubicBezTo>
                <a:lnTo>
                  <a:pt x="507793" y="2668589"/>
                </a:lnTo>
                <a:cubicBezTo>
                  <a:pt x="454311" y="2668589"/>
                  <a:pt x="410955" y="2625233"/>
                  <a:pt x="410955" y="2571751"/>
                </a:cubicBezTo>
                <a:cubicBezTo>
                  <a:pt x="410955" y="2309284"/>
                  <a:pt x="410955" y="2046817"/>
                  <a:pt x="410955" y="1784350"/>
                </a:cubicBezTo>
                <a:lnTo>
                  <a:pt x="404605" y="1784350"/>
                </a:lnTo>
                <a:lnTo>
                  <a:pt x="90280" y="1784350"/>
                </a:lnTo>
                <a:lnTo>
                  <a:pt x="404605" y="758041"/>
                </a:lnTo>
                <a:lnTo>
                  <a:pt x="404605" y="720725"/>
                </a:lnTo>
                <a:lnTo>
                  <a:pt x="384620" y="720725"/>
                </a:lnTo>
                <a:lnTo>
                  <a:pt x="185454" y="1306414"/>
                </a:lnTo>
                <a:cubicBezTo>
                  <a:pt x="168518" y="1356218"/>
                  <a:pt x="114414" y="1382863"/>
                  <a:pt x="64610" y="1365927"/>
                </a:cubicBezTo>
                <a:cubicBezTo>
                  <a:pt x="14806" y="1348991"/>
                  <a:pt x="-11839" y="1294887"/>
                  <a:pt x="5097" y="1245083"/>
                </a:cubicBezTo>
                <a:lnTo>
                  <a:pt x="242756" y="546199"/>
                </a:lnTo>
                <a:lnTo>
                  <a:pt x="255889" y="523630"/>
                </a:lnTo>
                <a:cubicBezTo>
                  <a:pt x="274608" y="468440"/>
                  <a:pt x="324161" y="428396"/>
                  <a:pt x="383857" y="423444"/>
                </a:cubicBezTo>
                <a:close/>
                <a:moveTo>
                  <a:pt x="664161" y="0"/>
                </a:moveTo>
                <a:cubicBezTo>
                  <a:pt x="779454" y="0"/>
                  <a:pt x="872917" y="93819"/>
                  <a:pt x="872917" y="209550"/>
                </a:cubicBezTo>
                <a:cubicBezTo>
                  <a:pt x="872917" y="325281"/>
                  <a:pt x="779454" y="419100"/>
                  <a:pt x="664161" y="419100"/>
                </a:cubicBezTo>
                <a:cubicBezTo>
                  <a:pt x="548868" y="419100"/>
                  <a:pt x="455405" y="325281"/>
                  <a:pt x="455405" y="209550"/>
                </a:cubicBezTo>
                <a:cubicBezTo>
                  <a:pt x="455405" y="93819"/>
                  <a:pt x="548868" y="0"/>
                  <a:pt x="664161" y="0"/>
                </a:cubicBezTo>
                <a:close/>
              </a:path>
            </a:pathLst>
          </a:custGeom>
          <a:solidFill>
            <a:srgbClr val="FF66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73" name="Freeform 9"/>
          <p:cNvSpPr>
            <a:spLocks/>
          </p:cNvSpPr>
          <p:nvPr/>
        </p:nvSpPr>
        <p:spPr bwMode="gray">
          <a:xfrm>
            <a:off x="3720935" y="2972496"/>
            <a:ext cx="859211" cy="1981239"/>
          </a:xfrm>
          <a:custGeom>
            <a:avLst/>
            <a:gdLst/>
            <a:ahLst/>
            <a:cxnLst/>
            <a:rect l="l" t="t" r="r" b="b"/>
            <a:pathLst>
              <a:path w="1168400" h="2703513">
                <a:moveTo>
                  <a:pt x="582619" y="0"/>
                </a:moveTo>
                <a:lnTo>
                  <a:pt x="626736" y="4665"/>
                </a:lnTo>
                <a:lnTo>
                  <a:pt x="666126" y="18659"/>
                </a:lnTo>
                <a:lnTo>
                  <a:pt x="702365" y="38872"/>
                </a:lnTo>
                <a:lnTo>
                  <a:pt x="732301" y="65305"/>
                </a:lnTo>
                <a:lnTo>
                  <a:pt x="759087" y="99512"/>
                </a:lnTo>
                <a:lnTo>
                  <a:pt x="777994" y="136829"/>
                </a:lnTo>
                <a:lnTo>
                  <a:pt x="790599" y="180366"/>
                </a:lnTo>
                <a:lnTo>
                  <a:pt x="793750" y="227012"/>
                </a:lnTo>
                <a:lnTo>
                  <a:pt x="790599" y="272104"/>
                </a:lnTo>
                <a:lnTo>
                  <a:pt x="777994" y="315641"/>
                </a:lnTo>
                <a:lnTo>
                  <a:pt x="759087" y="352958"/>
                </a:lnTo>
                <a:lnTo>
                  <a:pt x="732301" y="387165"/>
                </a:lnTo>
                <a:lnTo>
                  <a:pt x="702365" y="415153"/>
                </a:lnTo>
                <a:lnTo>
                  <a:pt x="666126" y="436921"/>
                </a:lnTo>
                <a:lnTo>
                  <a:pt x="637098" y="446088"/>
                </a:lnTo>
                <a:lnTo>
                  <a:pt x="988960" y="446088"/>
                </a:lnTo>
                <a:lnTo>
                  <a:pt x="1031781" y="454216"/>
                </a:lnTo>
                <a:lnTo>
                  <a:pt x="1076641" y="474534"/>
                </a:lnTo>
                <a:lnTo>
                  <a:pt x="1113345" y="502981"/>
                </a:lnTo>
                <a:lnTo>
                  <a:pt x="1143931" y="541587"/>
                </a:lnTo>
                <a:lnTo>
                  <a:pt x="1166361" y="584256"/>
                </a:lnTo>
                <a:lnTo>
                  <a:pt x="1168400" y="606607"/>
                </a:lnTo>
                <a:lnTo>
                  <a:pt x="1168400" y="1478286"/>
                </a:lnTo>
                <a:lnTo>
                  <a:pt x="1168400" y="1482350"/>
                </a:lnTo>
                <a:lnTo>
                  <a:pt x="1162283" y="1496573"/>
                </a:lnTo>
                <a:lnTo>
                  <a:pt x="1148009" y="1516892"/>
                </a:lnTo>
                <a:lnTo>
                  <a:pt x="1135775" y="1537211"/>
                </a:lnTo>
                <a:lnTo>
                  <a:pt x="1117423" y="1553466"/>
                </a:lnTo>
                <a:lnTo>
                  <a:pt x="1092954" y="1565657"/>
                </a:lnTo>
                <a:lnTo>
                  <a:pt x="1060328" y="1571753"/>
                </a:lnTo>
                <a:lnTo>
                  <a:pt x="1029742" y="1565657"/>
                </a:lnTo>
                <a:lnTo>
                  <a:pt x="1005273" y="1553466"/>
                </a:lnTo>
                <a:lnTo>
                  <a:pt x="984882" y="1537211"/>
                </a:lnTo>
                <a:lnTo>
                  <a:pt x="972647" y="1516892"/>
                </a:lnTo>
                <a:lnTo>
                  <a:pt x="962452" y="1496573"/>
                </a:lnTo>
                <a:lnTo>
                  <a:pt x="956334" y="1480318"/>
                </a:lnTo>
                <a:lnTo>
                  <a:pt x="954295" y="1468127"/>
                </a:lnTo>
                <a:lnTo>
                  <a:pt x="950217" y="1462031"/>
                </a:lnTo>
                <a:lnTo>
                  <a:pt x="950217" y="783381"/>
                </a:lnTo>
                <a:lnTo>
                  <a:pt x="897201" y="783381"/>
                </a:lnTo>
                <a:lnTo>
                  <a:pt x="893123" y="2614110"/>
                </a:lnTo>
                <a:lnTo>
                  <a:pt x="893123" y="2616142"/>
                </a:lnTo>
                <a:lnTo>
                  <a:pt x="891084" y="2626302"/>
                </a:lnTo>
                <a:lnTo>
                  <a:pt x="884966" y="2640525"/>
                </a:lnTo>
                <a:lnTo>
                  <a:pt x="874771" y="2658812"/>
                </a:lnTo>
                <a:lnTo>
                  <a:pt x="856419" y="2673035"/>
                </a:lnTo>
                <a:lnTo>
                  <a:pt x="831950" y="2687258"/>
                </a:lnTo>
                <a:lnTo>
                  <a:pt x="799324" y="2697418"/>
                </a:lnTo>
                <a:lnTo>
                  <a:pt x="758543" y="2703513"/>
                </a:lnTo>
                <a:lnTo>
                  <a:pt x="715722" y="2697418"/>
                </a:lnTo>
                <a:lnTo>
                  <a:pt x="683096" y="2687258"/>
                </a:lnTo>
                <a:lnTo>
                  <a:pt x="658627" y="2673035"/>
                </a:lnTo>
                <a:lnTo>
                  <a:pt x="642314" y="2656780"/>
                </a:lnTo>
                <a:lnTo>
                  <a:pt x="632119" y="2638493"/>
                </a:lnTo>
                <a:lnTo>
                  <a:pt x="623962" y="2626302"/>
                </a:lnTo>
                <a:lnTo>
                  <a:pt x="621923" y="2614110"/>
                </a:lnTo>
                <a:lnTo>
                  <a:pt x="621923" y="2612078"/>
                </a:lnTo>
                <a:lnTo>
                  <a:pt x="621923" y="2553154"/>
                </a:lnTo>
                <a:lnTo>
                  <a:pt x="621923" y="2486101"/>
                </a:lnTo>
                <a:lnTo>
                  <a:pt x="621923" y="2408890"/>
                </a:lnTo>
                <a:lnTo>
                  <a:pt x="621923" y="2327614"/>
                </a:lnTo>
                <a:lnTo>
                  <a:pt x="621923" y="2238211"/>
                </a:lnTo>
                <a:lnTo>
                  <a:pt x="619884" y="2148808"/>
                </a:lnTo>
                <a:lnTo>
                  <a:pt x="619884" y="2057374"/>
                </a:lnTo>
                <a:lnTo>
                  <a:pt x="619884" y="1970002"/>
                </a:lnTo>
                <a:lnTo>
                  <a:pt x="619884" y="1880600"/>
                </a:lnTo>
                <a:lnTo>
                  <a:pt x="619884" y="1795260"/>
                </a:lnTo>
                <a:lnTo>
                  <a:pt x="619884" y="1718049"/>
                </a:lnTo>
                <a:lnTo>
                  <a:pt x="619884" y="1644901"/>
                </a:lnTo>
                <a:lnTo>
                  <a:pt x="615806" y="1583944"/>
                </a:lnTo>
                <a:lnTo>
                  <a:pt x="615806" y="1531115"/>
                </a:lnTo>
                <a:lnTo>
                  <a:pt x="615806" y="1492509"/>
                </a:lnTo>
                <a:lnTo>
                  <a:pt x="615806" y="1468127"/>
                </a:lnTo>
                <a:lnTo>
                  <a:pt x="615806" y="1459999"/>
                </a:lnTo>
                <a:lnTo>
                  <a:pt x="568907" y="1459999"/>
                </a:lnTo>
                <a:lnTo>
                  <a:pt x="568907" y="2612078"/>
                </a:lnTo>
                <a:lnTo>
                  <a:pt x="566868" y="2616142"/>
                </a:lnTo>
                <a:lnTo>
                  <a:pt x="562790" y="2626302"/>
                </a:lnTo>
                <a:lnTo>
                  <a:pt x="554633" y="2640525"/>
                </a:lnTo>
                <a:lnTo>
                  <a:pt x="540360" y="2658812"/>
                </a:lnTo>
                <a:lnTo>
                  <a:pt x="519969" y="2675067"/>
                </a:lnTo>
                <a:lnTo>
                  <a:pt x="495500" y="2691322"/>
                </a:lnTo>
                <a:lnTo>
                  <a:pt x="462874" y="2701481"/>
                </a:lnTo>
                <a:lnTo>
                  <a:pt x="442483" y="2703513"/>
                </a:lnTo>
                <a:lnTo>
                  <a:pt x="405779" y="2703513"/>
                </a:lnTo>
                <a:lnTo>
                  <a:pt x="385389" y="2701481"/>
                </a:lnTo>
                <a:lnTo>
                  <a:pt x="354802" y="2691322"/>
                </a:lnTo>
                <a:lnTo>
                  <a:pt x="330333" y="2675067"/>
                </a:lnTo>
                <a:lnTo>
                  <a:pt x="307903" y="2658812"/>
                </a:lnTo>
                <a:lnTo>
                  <a:pt x="291590" y="2640525"/>
                </a:lnTo>
                <a:lnTo>
                  <a:pt x="281395" y="2626302"/>
                </a:lnTo>
                <a:lnTo>
                  <a:pt x="277317" y="2616142"/>
                </a:lnTo>
                <a:lnTo>
                  <a:pt x="275278" y="2612078"/>
                </a:lnTo>
                <a:lnTo>
                  <a:pt x="273238" y="785413"/>
                </a:lnTo>
                <a:lnTo>
                  <a:pt x="220222" y="783381"/>
                </a:lnTo>
                <a:lnTo>
                  <a:pt x="220222" y="1462031"/>
                </a:lnTo>
                <a:lnTo>
                  <a:pt x="220222" y="1468127"/>
                </a:lnTo>
                <a:lnTo>
                  <a:pt x="218183" y="1478286"/>
                </a:lnTo>
                <a:lnTo>
                  <a:pt x="216144" y="1494541"/>
                </a:lnTo>
                <a:lnTo>
                  <a:pt x="210027" y="1512828"/>
                </a:lnTo>
                <a:lnTo>
                  <a:pt x="203909" y="1531115"/>
                </a:lnTo>
                <a:lnTo>
                  <a:pt x="187597" y="1549402"/>
                </a:lnTo>
                <a:lnTo>
                  <a:pt x="171284" y="1565657"/>
                </a:lnTo>
                <a:lnTo>
                  <a:pt x="146815" y="1575817"/>
                </a:lnTo>
                <a:lnTo>
                  <a:pt x="114189" y="1577849"/>
                </a:lnTo>
                <a:lnTo>
                  <a:pt x="79525" y="1575817"/>
                </a:lnTo>
                <a:lnTo>
                  <a:pt x="53016" y="1563625"/>
                </a:lnTo>
                <a:lnTo>
                  <a:pt x="32625" y="1549402"/>
                </a:lnTo>
                <a:lnTo>
                  <a:pt x="18352" y="1529083"/>
                </a:lnTo>
                <a:lnTo>
                  <a:pt x="8156" y="1512828"/>
                </a:lnTo>
                <a:lnTo>
                  <a:pt x="2039" y="1494541"/>
                </a:lnTo>
                <a:lnTo>
                  <a:pt x="0" y="1484382"/>
                </a:lnTo>
                <a:lnTo>
                  <a:pt x="0" y="1480318"/>
                </a:lnTo>
                <a:lnTo>
                  <a:pt x="0" y="647245"/>
                </a:lnTo>
                <a:lnTo>
                  <a:pt x="8156" y="598480"/>
                </a:lnTo>
                <a:lnTo>
                  <a:pt x="30586" y="553778"/>
                </a:lnTo>
                <a:lnTo>
                  <a:pt x="61173" y="511108"/>
                </a:lnTo>
                <a:lnTo>
                  <a:pt x="101955" y="478598"/>
                </a:lnTo>
                <a:lnTo>
                  <a:pt x="146815" y="456247"/>
                </a:lnTo>
                <a:lnTo>
                  <a:pt x="191675" y="446088"/>
                </a:lnTo>
                <a:lnTo>
                  <a:pt x="530920" y="446088"/>
                </a:lnTo>
                <a:lnTo>
                  <a:pt x="491234" y="430702"/>
                </a:lnTo>
                <a:lnTo>
                  <a:pt x="453419" y="404269"/>
                </a:lnTo>
                <a:lnTo>
                  <a:pt x="418756" y="368507"/>
                </a:lnTo>
                <a:lnTo>
                  <a:pt x="393546" y="326525"/>
                </a:lnTo>
                <a:lnTo>
                  <a:pt x="379365" y="276769"/>
                </a:lnTo>
                <a:lnTo>
                  <a:pt x="373063" y="227012"/>
                </a:lnTo>
                <a:lnTo>
                  <a:pt x="379365" y="175701"/>
                </a:lnTo>
                <a:lnTo>
                  <a:pt x="393546" y="125945"/>
                </a:lnTo>
                <a:lnTo>
                  <a:pt x="418756" y="83963"/>
                </a:lnTo>
                <a:lnTo>
                  <a:pt x="453419" y="49756"/>
                </a:lnTo>
                <a:lnTo>
                  <a:pt x="491234" y="21768"/>
                </a:lnTo>
                <a:lnTo>
                  <a:pt x="535351" y="4665"/>
                </a:lnTo>
                <a:close/>
              </a:path>
            </a:pathLst>
          </a:cu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5734546" y="2430868"/>
            <a:ext cx="185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</a:rPr>
              <a:t>女生更常用：</a:t>
            </a:r>
            <a:endParaRPr lang="zh-CN" altLang="en-US" b="1" dirty="0">
              <a:solidFill>
                <a:prstClr val="white">
                  <a:lumMod val="50000"/>
                </a:prstClr>
              </a:solidFill>
              <a:latin typeface="微软雅黑" panose="020B0503020204020204" pitchFamily="34" charset="-122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3149588" y="2430868"/>
            <a:ext cx="185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</a:rPr>
              <a:t>男生更常用：</a:t>
            </a:r>
            <a:endParaRPr lang="zh-CN" altLang="en-US" b="1" dirty="0">
              <a:solidFill>
                <a:prstClr val="white">
                  <a:lumMod val="50000"/>
                </a:prstClr>
              </a:solidFill>
              <a:latin typeface="微软雅黑" panose="020B0503020204020204" pitchFamily="34" charset="-122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4489491" y="1695725"/>
            <a:ext cx="300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/>
              <a:t>00</a:t>
            </a:r>
            <a:r>
              <a:rPr lang="zh-CN" altLang="en-US" b="1" dirty="0" smtClean="0"/>
              <a:t>后常用</a:t>
            </a:r>
            <a:r>
              <a:rPr lang="en-US" altLang="zh-CN" b="1" dirty="0"/>
              <a:t>APP</a:t>
            </a:r>
            <a:r>
              <a:rPr lang="zh-CN" altLang="en-US" b="1" dirty="0"/>
              <a:t>类型</a:t>
            </a:r>
          </a:p>
        </p:txBody>
      </p:sp>
      <p:graphicFrame>
        <p:nvGraphicFramePr>
          <p:cNvPr id="15" name="图表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1949171"/>
              </p:ext>
            </p:extLst>
          </p:nvPr>
        </p:nvGraphicFramePr>
        <p:xfrm>
          <a:off x="528382" y="2914896"/>
          <a:ext cx="2941163" cy="23142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图表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8103856"/>
              </p:ext>
            </p:extLst>
          </p:nvPr>
        </p:nvGraphicFramePr>
        <p:xfrm>
          <a:off x="6616060" y="2800200"/>
          <a:ext cx="5292045" cy="24417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0832" y="6522720"/>
            <a:ext cx="5109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注：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后男生用户</a:t>
            </a:r>
            <a:r>
              <a:rPr lang="en-US" altLang="zh-CN" sz="1400" dirty="0" smtClean="0"/>
              <a:t>N=1147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后女生用户</a:t>
            </a:r>
            <a:r>
              <a:rPr lang="en-US" altLang="zh-CN" sz="1400" dirty="0" smtClean="0"/>
              <a:t>N=1133</a:t>
            </a:r>
            <a:endParaRPr lang="zh-CN" altLang="en-US" sz="1400" dirty="0"/>
          </a:p>
        </p:txBody>
      </p:sp>
      <p:sp>
        <p:nvSpPr>
          <p:cNvPr id="14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138335" y="113522"/>
            <a:ext cx="742852" cy="653720"/>
          </a:xfrm>
        </p:spPr>
        <p:txBody>
          <a:bodyPr/>
          <a:lstStyle/>
          <a:p>
            <a:pPr algn="ctr"/>
            <a:r>
              <a:rPr lang="zh-CN" altLang="en-US" sz="2000" dirty="0" smtClean="0">
                <a:solidFill>
                  <a:schemeClr val="accent2"/>
                </a:solidFill>
              </a:rPr>
              <a:t>常用类型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92512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2183066" y="249882"/>
            <a:ext cx="7390142" cy="381000"/>
          </a:xfrm>
        </p:spPr>
        <p:txBody>
          <a:bodyPr/>
          <a:lstStyle/>
          <a:p>
            <a:r>
              <a:rPr lang="en-US" altLang="zh-CN" dirty="0" smtClean="0"/>
              <a:t>00</a:t>
            </a:r>
            <a:r>
              <a:rPr lang="zh-CN" altLang="en-US" dirty="0" smtClean="0"/>
              <a:t>后在游戏、影音、阅读、学习类</a:t>
            </a:r>
            <a:r>
              <a:rPr lang="en-US" altLang="zh-CN" dirty="0" smtClean="0"/>
              <a:t>APP</a:t>
            </a:r>
            <a:r>
              <a:rPr lang="zh-CN" altLang="en-US" dirty="0" smtClean="0"/>
              <a:t>中消费更普遍</a:t>
            </a:r>
            <a:endParaRPr lang="zh-CN" altLang="en-US" dirty="0"/>
          </a:p>
        </p:txBody>
      </p:sp>
      <p:graphicFrame>
        <p:nvGraphicFramePr>
          <p:cNvPr id="5" name="图表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5710126"/>
              </p:ext>
            </p:extLst>
          </p:nvPr>
        </p:nvGraphicFramePr>
        <p:xfrm>
          <a:off x="622169" y="2137843"/>
          <a:ext cx="11114202" cy="3751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510531" y="1705557"/>
            <a:ext cx="2965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智能手机消费过的</a:t>
            </a:r>
            <a:r>
              <a:rPr lang="en-US" altLang="zh-CN" b="1" dirty="0"/>
              <a:t>APP</a:t>
            </a:r>
            <a:r>
              <a:rPr lang="zh-CN" altLang="en-US" b="1" dirty="0"/>
              <a:t>类型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5307290" y="2580902"/>
            <a:ext cx="0" cy="364817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923827" y="5947842"/>
            <a:ext cx="125923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>
            <a:off x="3979683" y="5947842"/>
            <a:ext cx="125923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307657" y="5756047"/>
            <a:ext cx="1672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/>
              <a:t>00</a:t>
            </a:r>
            <a:r>
              <a:rPr lang="zh-CN" altLang="en-US" b="1" dirty="0" smtClean="0"/>
              <a:t>后消费更多</a:t>
            </a:r>
            <a:endParaRPr lang="zh-CN" altLang="en-US" b="1" dirty="0"/>
          </a:p>
        </p:txBody>
      </p:sp>
      <p:cxnSp>
        <p:nvCxnSpPr>
          <p:cNvPr id="14" name="直接箭头连接符 13"/>
          <p:cNvCxnSpPr/>
          <p:nvPr/>
        </p:nvCxnSpPr>
        <p:spPr>
          <a:xfrm>
            <a:off x="5384276" y="5947842"/>
            <a:ext cx="211946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endCxn id="16" idx="3"/>
          </p:cNvCxnSpPr>
          <p:nvPr/>
        </p:nvCxnSpPr>
        <p:spPr>
          <a:xfrm flipH="1" flipV="1">
            <a:off x="9278097" y="5940713"/>
            <a:ext cx="2221797" cy="712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7606071" y="5756047"/>
            <a:ext cx="1672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/>
              <a:t>00</a:t>
            </a:r>
            <a:r>
              <a:rPr lang="zh-CN" altLang="en-US" b="1" dirty="0" smtClean="0"/>
              <a:t>前消费更多</a:t>
            </a:r>
            <a:endParaRPr lang="zh-CN" altLang="en-US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2183066" y="889051"/>
            <a:ext cx="9153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与常用</a:t>
            </a:r>
            <a:r>
              <a:rPr lang="en-US" altLang="zh-CN" dirty="0" smtClean="0"/>
              <a:t>APP</a:t>
            </a:r>
            <a:r>
              <a:rPr lang="zh-CN" altLang="en-US" dirty="0" smtClean="0"/>
              <a:t>类型基本一致，</a:t>
            </a:r>
            <a:r>
              <a:rPr lang="en-US" altLang="zh-CN" dirty="0" smtClean="0"/>
              <a:t>00</a:t>
            </a:r>
            <a:r>
              <a:rPr lang="zh-CN" altLang="en-US" dirty="0" smtClean="0"/>
              <a:t>后更多在常用</a:t>
            </a:r>
            <a:r>
              <a:rPr lang="en-US" altLang="zh-CN" dirty="0" smtClean="0"/>
              <a:t>APP</a:t>
            </a:r>
            <a:r>
              <a:rPr lang="zh-CN" altLang="en-US" dirty="0" smtClean="0"/>
              <a:t>中进行消费，游戏消费比例尤其突出。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10832" y="6522720"/>
            <a:ext cx="5109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注：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后用户</a:t>
            </a:r>
            <a:r>
              <a:rPr lang="en-US" altLang="zh-CN" sz="1400" dirty="0" smtClean="0"/>
              <a:t>N=2361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前用户</a:t>
            </a:r>
            <a:r>
              <a:rPr lang="en-US" altLang="zh-CN" sz="1400" dirty="0" smtClean="0"/>
              <a:t>N=3458</a:t>
            </a:r>
            <a:endParaRPr lang="zh-CN" altLang="en-US" sz="1400" dirty="0"/>
          </a:p>
        </p:txBody>
      </p:sp>
      <p:sp>
        <p:nvSpPr>
          <p:cNvPr id="20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138335" y="113522"/>
            <a:ext cx="742852" cy="653720"/>
          </a:xfrm>
        </p:spPr>
        <p:txBody>
          <a:bodyPr/>
          <a:lstStyle/>
          <a:p>
            <a:pPr algn="ctr"/>
            <a:r>
              <a:rPr lang="zh-CN" altLang="en-US" sz="2000" dirty="0" smtClean="0">
                <a:solidFill>
                  <a:schemeClr val="accent2"/>
                </a:solidFill>
              </a:rPr>
              <a:t>消费类型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4875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2183065" y="249882"/>
            <a:ext cx="10152003" cy="381000"/>
          </a:xfrm>
        </p:spPr>
        <p:txBody>
          <a:bodyPr/>
          <a:lstStyle/>
          <a:p>
            <a:r>
              <a:rPr lang="en-US" altLang="zh-CN" dirty="0" smtClean="0"/>
              <a:t>00</a:t>
            </a:r>
            <a:r>
              <a:rPr lang="zh-CN" altLang="en-US" dirty="0" smtClean="0"/>
              <a:t>后用户中，男生更多在游戏，女生更多在购物、阅读、学习</a:t>
            </a:r>
            <a:r>
              <a:rPr lang="en-US" altLang="zh-CN" dirty="0" smtClean="0"/>
              <a:t>APP</a:t>
            </a:r>
            <a:r>
              <a:rPr lang="zh-CN" altLang="en-US" dirty="0" smtClean="0"/>
              <a:t>中消费</a:t>
            </a:r>
            <a:endParaRPr lang="zh-CN" altLang="en-US" dirty="0"/>
          </a:p>
        </p:txBody>
      </p:sp>
      <p:sp>
        <p:nvSpPr>
          <p:cNvPr id="72" name="椭圆 13"/>
          <p:cNvSpPr/>
          <p:nvPr/>
        </p:nvSpPr>
        <p:spPr bwMode="auto">
          <a:xfrm>
            <a:off x="5588696" y="2994918"/>
            <a:ext cx="960295" cy="1955968"/>
          </a:xfrm>
          <a:custGeom>
            <a:avLst/>
            <a:gdLst/>
            <a:ahLst/>
            <a:cxnLst/>
            <a:rect l="l" t="t" r="r" b="b"/>
            <a:pathLst>
              <a:path w="1310605" h="2668589">
                <a:moveTo>
                  <a:pt x="386613" y="420688"/>
                </a:moveTo>
                <a:lnTo>
                  <a:pt x="401429" y="420688"/>
                </a:lnTo>
                <a:lnTo>
                  <a:pt x="404605" y="420688"/>
                </a:lnTo>
                <a:lnTo>
                  <a:pt x="431592" y="420688"/>
                </a:lnTo>
                <a:lnTo>
                  <a:pt x="663367" y="420688"/>
                </a:lnTo>
                <a:lnTo>
                  <a:pt x="663367" y="422275"/>
                </a:lnTo>
                <a:lnTo>
                  <a:pt x="879267" y="422275"/>
                </a:lnTo>
                <a:lnTo>
                  <a:pt x="906255" y="422275"/>
                </a:lnTo>
                <a:lnTo>
                  <a:pt x="909430" y="422275"/>
                </a:lnTo>
                <a:lnTo>
                  <a:pt x="924246" y="422275"/>
                </a:lnTo>
                <a:lnTo>
                  <a:pt x="926987" y="425016"/>
                </a:lnTo>
                <a:cubicBezTo>
                  <a:pt x="986397" y="429942"/>
                  <a:pt x="1035769" y="469628"/>
                  <a:pt x="1054768" y="524387"/>
                </a:cubicBezTo>
                <a:cubicBezTo>
                  <a:pt x="1061164" y="530768"/>
                  <a:pt x="1065349" y="538890"/>
                  <a:pt x="1068360" y="547744"/>
                </a:cubicBezTo>
                <a:lnTo>
                  <a:pt x="1305508" y="1245125"/>
                </a:lnTo>
                <a:cubicBezTo>
                  <a:pt x="1322444" y="1294929"/>
                  <a:pt x="1295799" y="1349033"/>
                  <a:pt x="1245995" y="1365969"/>
                </a:cubicBezTo>
                <a:cubicBezTo>
                  <a:pt x="1196191" y="1382906"/>
                  <a:pt x="1142087" y="1356261"/>
                  <a:pt x="1125150" y="1306456"/>
                </a:cubicBezTo>
                <a:lnTo>
                  <a:pt x="926510" y="722313"/>
                </a:lnTo>
                <a:lnTo>
                  <a:pt x="906255" y="722313"/>
                </a:lnTo>
                <a:lnTo>
                  <a:pt x="906255" y="759507"/>
                </a:lnTo>
                <a:lnTo>
                  <a:pt x="1220580" y="1784350"/>
                </a:lnTo>
                <a:lnTo>
                  <a:pt x="906255" y="1784350"/>
                </a:lnTo>
                <a:lnTo>
                  <a:pt x="899905" y="1784350"/>
                </a:lnTo>
                <a:cubicBezTo>
                  <a:pt x="899905" y="2046553"/>
                  <a:pt x="899905" y="2308755"/>
                  <a:pt x="899905" y="2570957"/>
                </a:cubicBezTo>
                <a:cubicBezTo>
                  <a:pt x="899905" y="2624878"/>
                  <a:pt x="856194" y="2668589"/>
                  <a:pt x="802273" y="2668589"/>
                </a:cubicBezTo>
                <a:lnTo>
                  <a:pt x="802274" y="2668588"/>
                </a:lnTo>
                <a:cubicBezTo>
                  <a:pt x="748353" y="2668588"/>
                  <a:pt x="704642" y="2624877"/>
                  <a:pt x="704642" y="2570956"/>
                </a:cubicBezTo>
                <a:lnTo>
                  <a:pt x="704642" y="1784350"/>
                </a:lnTo>
                <a:lnTo>
                  <a:pt x="663367" y="1784350"/>
                </a:lnTo>
                <a:lnTo>
                  <a:pt x="655430" y="1784350"/>
                </a:lnTo>
                <a:lnTo>
                  <a:pt x="604630" y="1784350"/>
                </a:lnTo>
                <a:lnTo>
                  <a:pt x="604630" y="2571750"/>
                </a:lnTo>
                <a:cubicBezTo>
                  <a:pt x="604630" y="2625232"/>
                  <a:pt x="561274" y="2668588"/>
                  <a:pt x="507792" y="2668588"/>
                </a:cubicBezTo>
                <a:lnTo>
                  <a:pt x="507793" y="2668589"/>
                </a:lnTo>
                <a:cubicBezTo>
                  <a:pt x="454311" y="2668589"/>
                  <a:pt x="410955" y="2625233"/>
                  <a:pt x="410955" y="2571751"/>
                </a:cubicBezTo>
                <a:cubicBezTo>
                  <a:pt x="410955" y="2309284"/>
                  <a:pt x="410955" y="2046817"/>
                  <a:pt x="410955" y="1784350"/>
                </a:cubicBezTo>
                <a:lnTo>
                  <a:pt x="404605" y="1784350"/>
                </a:lnTo>
                <a:lnTo>
                  <a:pt x="90280" y="1784350"/>
                </a:lnTo>
                <a:lnTo>
                  <a:pt x="404605" y="758041"/>
                </a:lnTo>
                <a:lnTo>
                  <a:pt x="404605" y="720725"/>
                </a:lnTo>
                <a:lnTo>
                  <a:pt x="384620" y="720725"/>
                </a:lnTo>
                <a:lnTo>
                  <a:pt x="185454" y="1306414"/>
                </a:lnTo>
                <a:cubicBezTo>
                  <a:pt x="168518" y="1356218"/>
                  <a:pt x="114414" y="1382863"/>
                  <a:pt x="64610" y="1365927"/>
                </a:cubicBezTo>
                <a:cubicBezTo>
                  <a:pt x="14806" y="1348991"/>
                  <a:pt x="-11839" y="1294887"/>
                  <a:pt x="5097" y="1245083"/>
                </a:cubicBezTo>
                <a:lnTo>
                  <a:pt x="242756" y="546199"/>
                </a:lnTo>
                <a:lnTo>
                  <a:pt x="255889" y="523630"/>
                </a:lnTo>
                <a:cubicBezTo>
                  <a:pt x="274608" y="468440"/>
                  <a:pt x="324161" y="428396"/>
                  <a:pt x="383857" y="423444"/>
                </a:cubicBezTo>
                <a:close/>
                <a:moveTo>
                  <a:pt x="664161" y="0"/>
                </a:moveTo>
                <a:cubicBezTo>
                  <a:pt x="779454" y="0"/>
                  <a:pt x="872917" y="93819"/>
                  <a:pt x="872917" y="209550"/>
                </a:cubicBezTo>
                <a:cubicBezTo>
                  <a:pt x="872917" y="325281"/>
                  <a:pt x="779454" y="419100"/>
                  <a:pt x="664161" y="419100"/>
                </a:cubicBezTo>
                <a:cubicBezTo>
                  <a:pt x="548868" y="419100"/>
                  <a:pt x="455405" y="325281"/>
                  <a:pt x="455405" y="209550"/>
                </a:cubicBezTo>
                <a:cubicBezTo>
                  <a:pt x="455405" y="93819"/>
                  <a:pt x="548868" y="0"/>
                  <a:pt x="664161" y="0"/>
                </a:cubicBezTo>
                <a:close/>
              </a:path>
            </a:pathLst>
          </a:custGeom>
          <a:solidFill>
            <a:srgbClr val="FF66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73" name="Freeform 9"/>
          <p:cNvSpPr>
            <a:spLocks/>
          </p:cNvSpPr>
          <p:nvPr/>
        </p:nvSpPr>
        <p:spPr bwMode="gray">
          <a:xfrm>
            <a:off x="3776918" y="2994918"/>
            <a:ext cx="859211" cy="1981239"/>
          </a:xfrm>
          <a:custGeom>
            <a:avLst/>
            <a:gdLst/>
            <a:ahLst/>
            <a:cxnLst/>
            <a:rect l="l" t="t" r="r" b="b"/>
            <a:pathLst>
              <a:path w="1168400" h="2703513">
                <a:moveTo>
                  <a:pt x="582619" y="0"/>
                </a:moveTo>
                <a:lnTo>
                  <a:pt x="626736" y="4665"/>
                </a:lnTo>
                <a:lnTo>
                  <a:pt x="666126" y="18659"/>
                </a:lnTo>
                <a:lnTo>
                  <a:pt x="702365" y="38872"/>
                </a:lnTo>
                <a:lnTo>
                  <a:pt x="732301" y="65305"/>
                </a:lnTo>
                <a:lnTo>
                  <a:pt x="759087" y="99512"/>
                </a:lnTo>
                <a:lnTo>
                  <a:pt x="777994" y="136829"/>
                </a:lnTo>
                <a:lnTo>
                  <a:pt x="790599" y="180366"/>
                </a:lnTo>
                <a:lnTo>
                  <a:pt x="793750" y="227012"/>
                </a:lnTo>
                <a:lnTo>
                  <a:pt x="790599" y="272104"/>
                </a:lnTo>
                <a:lnTo>
                  <a:pt x="777994" y="315641"/>
                </a:lnTo>
                <a:lnTo>
                  <a:pt x="759087" y="352958"/>
                </a:lnTo>
                <a:lnTo>
                  <a:pt x="732301" y="387165"/>
                </a:lnTo>
                <a:lnTo>
                  <a:pt x="702365" y="415153"/>
                </a:lnTo>
                <a:lnTo>
                  <a:pt x="666126" y="436921"/>
                </a:lnTo>
                <a:lnTo>
                  <a:pt x="637098" y="446088"/>
                </a:lnTo>
                <a:lnTo>
                  <a:pt x="988960" y="446088"/>
                </a:lnTo>
                <a:lnTo>
                  <a:pt x="1031781" y="454216"/>
                </a:lnTo>
                <a:lnTo>
                  <a:pt x="1076641" y="474534"/>
                </a:lnTo>
                <a:lnTo>
                  <a:pt x="1113345" y="502981"/>
                </a:lnTo>
                <a:lnTo>
                  <a:pt x="1143931" y="541587"/>
                </a:lnTo>
                <a:lnTo>
                  <a:pt x="1166361" y="584256"/>
                </a:lnTo>
                <a:lnTo>
                  <a:pt x="1168400" y="606607"/>
                </a:lnTo>
                <a:lnTo>
                  <a:pt x="1168400" y="1478286"/>
                </a:lnTo>
                <a:lnTo>
                  <a:pt x="1168400" y="1482350"/>
                </a:lnTo>
                <a:lnTo>
                  <a:pt x="1162283" y="1496573"/>
                </a:lnTo>
                <a:lnTo>
                  <a:pt x="1148009" y="1516892"/>
                </a:lnTo>
                <a:lnTo>
                  <a:pt x="1135775" y="1537211"/>
                </a:lnTo>
                <a:lnTo>
                  <a:pt x="1117423" y="1553466"/>
                </a:lnTo>
                <a:lnTo>
                  <a:pt x="1092954" y="1565657"/>
                </a:lnTo>
                <a:lnTo>
                  <a:pt x="1060328" y="1571753"/>
                </a:lnTo>
                <a:lnTo>
                  <a:pt x="1029742" y="1565657"/>
                </a:lnTo>
                <a:lnTo>
                  <a:pt x="1005273" y="1553466"/>
                </a:lnTo>
                <a:lnTo>
                  <a:pt x="984882" y="1537211"/>
                </a:lnTo>
                <a:lnTo>
                  <a:pt x="972647" y="1516892"/>
                </a:lnTo>
                <a:lnTo>
                  <a:pt x="962452" y="1496573"/>
                </a:lnTo>
                <a:lnTo>
                  <a:pt x="956334" y="1480318"/>
                </a:lnTo>
                <a:lnTo>
                  <a:pt x="954295" y="1468127"/>
                </a:lnTo>
                <a:lnTo>
                  <a:pt x="950217" y="1462031"/>
                </a:lnTo>
                <a:lnTo>
                  <a:pt x="950217" y="783381"/>
                </a:lnTo>
                <a:lnTo>
                  <a:pt x="897201" y="783381"/>
                </a:lnTo>
                <a:lnTo>
                  <a:pt x="893123" y="2614110"/>
                </a:lnTo>
                <a:lnTo>
                  <a:pt x="893123" y="2616142"/>
                </a:lnTo>
                <a:lnTo>
                  <a:pt x="891084" y="2626302"/>
                </a:lnTo>
                <a:lnTo>
                  <a:pt x="884966" y="2640525"/>
                </a:lnTo>
                <a:lnTo>
                  <a:pt x="874771" y="2658812"/>
                </a:lnTo>
                <a:lnTo>
                  <a:pt x="856419" y="2673035"/>
                </a:lnTo>
                <a:lnTo>
                  <a:pt x="831950" y="2687258"/>
                </a:lnTo>
                <a:lnTo>
                  <a:pt x="799324" y="2697418"/>
                </a:lnTo>
                <a:lnTo>
                  <a:pt x="758543" y="2703513"/>
                </a:lnTo>
                <a:lnTo>
                  <a:pt x="715722" y="2697418"/>
                </a:lnTo>
                <a:lnTo>
                  <a:pt x="683096" y="2687258"/>
                </a:lnTo>
                <a:lnTo>
                  <a:pt x="658627" y="2673035"/>
                </a:lnTo>
                <a:lnTo>
                  <a:pt x="642314" y="2656780"/>
                </a:lnTo>
                <a:lnTo>
                  <a:pt x="632119" y="2638493"/>
                </a:lnTo>
                <a:lnTo>
                  <a:pt x="623962" y="2626302"/>
                </a:lnTo>
                <a:lnTo>
                  <a:pt x="621923" y="2614110"/>
                </a:lnTo>
                <a:lnTo>
                  <a:pt x="621923" y="2612078"/>
                </a:lnTo>
                <a:lnTo>
                  <a:pt x="621923" y="2553154"/>
                </a:lnTo>
                <a:lnTo>
                  <a:pt x="621923" y="2486101"/>
                </a:lnTo>
                <a:lnTo>
                  <a:pt x="621923" y="2408890"/>
                </a:lnTo>
                <a:lnTo>
                  <a:pt x="621923" y="2327614"/>
                </a:lnTo>
                <a:lnTo>
                  <a:pt x="621923" y="2238211"/>
                </a:lnTo>
                <a:lnTo>
                  <a:pt x="619884" y="2148808"/>
                </a:lnTo>
                <a:lnTo>
                  <a:pt x="619884" y="2057374"/>
                </a:lnTo>
                <a:lnTo>
                  <a:pt x="619884" y="1970002"/>
                </a:lnTo>
                <a:lnTo>
                  <a:pt x="619884" y="1880600"/>
                </a:lnTo>
                <a:lnTo>
                  <a:pt x="619884" y="1795260"/>
                </a:lnTo>
                <a:lnTo>
                  <a:pt x="619884" y="1718049"/>
                </a:lnTo>
                <a:lnTo>
                  <a:pt x="619884" y="1644901"/>
                </a:lnTo>
                <a:lnTo>
                  <a:pt x="615806" y="1583944"/>
                </a:lnTo>
                <a:lnTo>
                  <a:pt x="615806" y="1531115"/>
                </a:lnTo>
                <a:lnTo>
                  <a:pt x="615806" y="1492509"/>
                </a:lnTo>
                <a:lnTo>
                  <a:pt x="615806" y="1468127"/>
                </a:lnTo>
                <a:lnTo>
                  <a:pt x="615806" y="1459999"/>
                </a:lnTo>
                <a:lnTo>
                  <a:pt x="568907" y="1459999"/>
                </a:lnTo>
                <a:lnTo>
                  <a:pt x="568907" y="2612078"/>
                </a:lnTo>
                <a:lnTo>
                  <a:pt x="566868" y="2616142"/>
                </a:lnTo>
                <a:lnTo>
                  <a:pt x="562790" y="2626302"/>
                </a:lnTo>
                <a:lnTo>
                  <a:pt x="554633" y="2640525"/>
                </a:lnTo>
                <a:lnTo>
                  <a:pt x="540360" y="2658812"/>
                </a:lnTo>
                <a:lnTo>
                  <a:pt x="519969" y="2675067"/>
                </a:lnTo>
                <a:lnTo>
                  <a:pt x="495500" y="2691322"/>
                </a:lnTo>
                <a:lnTo>
                  <a:pt x="462874" y="2701481"/>
                </a:lnTo>
                <a:lnTo>
                  <a:pt x="442483" y="2703513"/>
                </a:lnTo>
                <a:lnTo>
                  <a:pt x="405779" y="2703513"/>
                </a:lnTo>
                <a:lnTo>
                  <a:pt x="385389" y="2701481"/>
                </a:lnTo>
                <a:lnTo>
                  <a:pt x="354802" y="2691322"/>
                </a:lnTo>
                <a:lnTo>
                  <a:pt x="330333" y="2675067"/>
                </a:lnTo>
                <a:lnTo>
                  <a:pt x="307903" y="2658812"/>
                </a:lnTo>
                <a:lnTo>
                  <a:pt x="291590" y="2640525"/>
                </a:lnTo>
                <a:lnTo>
                  <a:pt x="281395" y="2626302"/>
                </a:lnTo>
                <a:lnTo>
                  <a:pt x="277317" y="2616142"/>
                </a:lnTo>
                <a:lnTo>
                  <a:pt x="275278" y="2612078"/>
                </a:lnTo>
                <a:lnTo>
                  <a:pt x="273238" y="785413"/>
                </a:lnTo>
                <a:lnTo>
                  <a:pt x="220222" y="783381"/>
                </a:lnTo>
                <a:lnTo>
                  <a:pt x="220222" y="1462031"/>
                </a:lnTo>
                <a:lnTo>
                  <a:pt x="220222" y="1468127"/>
                </a:lnTo>
                <a:lnTo>
                  <a:pt x="218183" y="1478286"/>
                </a:lnTo>
                <a:lnTo>
                  <a:pt x="216144" y="1494541"/>
                </a:lnTo>
                <a:lnTo>
                  <a:pt x="210027" y="1512828"/>
                </a:lnTo>
                <a:lnTo>
                  <a:pt x="203909" y="1531115"/>
                </a:lnTo>
                <a:lnTo>
                  <a:pt x="187597" y="1549402"/>
                </a:lnTo>
                <a:lnTo>
                  <a:pt x="171284" y="1565657"/>
                </a:lnTo>
                <a:lnTo>
                  <a:pt x="146815" y="1575817"/>
                </a:lnTo>
                <a:lnTo>
                  <a:pt x="114189" y="1577849"/>
                </a:lnTo>
                <a:lnTo>
                  <a:pt x="79525" y="1575817"/>
                </a:lnTo>
                <a:lnTo>
                  <a:pt x="53016" y="1563625"/>
                </a:lnTo>
                <a:lnTo>
                  <a:pt x="32625" y="1549402"/>
                </a:lnTo>
                <a:lnTo>
                  <a:pt x="18352" y="1529083"/>
                </a:lnTo>
                <a:lnTo>
                  <a:pt x="8156" y="1512828"/>
                </a:lnTo>
                <a:lnTo>
                  <a:pt x="2039" y="1494541"/>
                </a:lnTo>
                <a:lnTo>
                  <a:pt x="0" y="1484382"/>
                </a:lnTo>
                <a:lnTo>
                  <a:pt x="0" y="1480318"/>
                </a:lnTo>
                <a:lnTo>
                  <a:pt x="0" y="647245"/>
                </a:lnTo>
                <a:lnTo>
                  <a:pt x="8156" y="598480"/>
                </a:lnTo>
                <a:lnTo>
                  <a:pt x="30586" y="553778"/>
                </a:lnTo>
                <a:lnTo>
                  <a:pt x="61173" y="511108"/>
                </a:lnTo>
                <a:lnTo>
                  <a:pt x="101955" y="478598"/>
                </a:lnTo>
                <a:lnTo>
                  <a:pt x="146815" y="456247"/>
                </a:lnTo>
                <a:lnTo>
                  <a:pt x="191675" y="446088"/>
                </a:lnTo>
                <a:lnTo>
                  <a:pt x="530920" y="446088"/>
                </a:lnTo>
                <a:lnTo>
                  <a:pt x="491234" y="430702"/>
                </a:lnTo>
                <a:lnTo>
                  <a:pt x="453419" y="404269"/>
                </a:lnTo>
                <a:lnTo>
                  <a:pt x="418756" y="368507"/>
                </a:lnTo>
                <a:lnTo>
                  <a:pt x="393546" y="326525"/>
                </a:lnTo>
                <a:lnTo>
                  <a:pt x="379365" y="276769"/>
                </a:lnTo>
                <a:lnTo>
                  <a:pt x="373063" y="227012"/>
                </a:lnTo>
                <a:lnTo>
                  <a:pt x="379365" y="175701"/>
                </a:lnTo>
                <a:lnTo>
                  <a:pt x="393546" y="125945"/>
                </a:lnTo>
                <a:lnTo>
                  <a:pt x="418756" y="83963"/>
                </a:lnTo>
                <a:lnTo>
                  <a:pt x="453419" y="49756"/>
                </a:lnTo>
                <a:lnTo>
                  <a:pt x="491234" y="21768"/>
                </a:lnTo>
                <a:lnTo>
                  <a:pt x="535351" y="4665"/>
                </a:lnTo>
                <a:close/>
              </a:path>
            </a:pathLst>
          </a:cu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5753206" y="2455439"/>
            <a:ext cx="185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</a:rPr>
              <a:t>女生消费更多：</a:t>
            </a:r>
            <a:endParaRPr lang="zh-CN" altLang="en-US" b="1" dirty="0">
              <a:solidFill>
                <a:prstClr val="white">
                  <a:lumMod val="50000"/>
                </a:prstClr>
              </a:solidFill>
              <a:latin typeface="微软雅黑" panose="020B0503020204020204" pitchFamily="34" charset="-122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3168248" y="2455439"/>
            <a:ext cx="185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</a:rPr>
              <a:t>男生消费更多：</a:t>
            </a:r>
            <a:endParaRPr lang="zh-CN" altLang="en-US" b="1" dirty="0">
              <a:solidFill>
                <a:prstClr val="white">
                  <a:lumMod val="50000"/>
                </a:prstClr>
              </a:solidFill>
              <a:latin typeface="微软雅黑" panose="020B0503020204020204" pitchFamily="34" charset="-122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4489491" y="1710965"/>
            <a:ext cx="300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/>
              <a:t>00</a:t>
            </a:r>
            <a:r>
              <a:rPr lang="zh-CN" altLang="en-US" b="1" dirty="0" smtClean="0"/>
              <a:t>后</a:t>
            </a:r>
            <a:r>
              <a:rPr lang="zh-CN" altLang="en-US" b="1" dirty="0"/>
              <a:t>消费过的</a:t>
            </a:r>
            <a:r>
              <a:rPr lang="en-US" altLang="zh-CN" b="1" dirty="0"/>
              <a:t>APP</a:t>
            </a:r>
            <a:r>
              <a:rPr lang="zh-CN" altLang="en-US" b="1" dirty="0"/>
              <a:t>类型</a:t>
            </a:r>
          </a:p>
        </p:txBody>
      </p:sp>
      <p:graphicFrame>
        <p:nvGraphicFramePr>
          <p:cNvPr id="15" name="图表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6646477"/>
              </p:ext>
            </p:extLst>
          </p:nvPr>
        </p:nvGraphicFramePr>
        <p:xfrm>
          <a:off x="584366" y="2937318"/>
          <a:ext cx="2680631" cy="20833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图表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1473824"/>
              </p:ext>
            </p:extLst>
          </p:nvPr>
        </p:nvGraphicFramePr>
        <p:xfrm>
          <a:off x="6672044" y="2822623"/>
          <a:ext cx="4823270" cy="21980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0832" y="6522720"/>
            <a:ext cx="5109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注：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后男生用户</a:t>
            </a:r>
            <a:r>
              <a:rPr lang="en-US" altLang="zh-CN" sz="1400" dirty="0" smtClean="0"/>
              <a:t>N=1147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00</a:t>
            </a:r>
            <a:r>
              <a:rPr lang="zh-CN" altLang="en-US" sz="1400" dirty="0" smtClean="0"/>
              <a:t>后女生用户</a:t>
            </a:r>
            <a:r>
              <a:rPr lang="en-US" altLang="zh-CN" sz="1400" dirty="0" smtClean="0"/>
              <a:t>N=1133</a:t>
            </a:r>
            <a:endParaRPr lang="zh-CN" altLang="en-US" sz="1400" dirty="0"/>
          </a:p>
        </p:txBody>
      </p:sp>
      <p:sp>
        <p:nvSpPr>
          <p:cNvPr id="1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138335" y="113522"/>
            <a:ext cx="742852" cy="653720"/>
          </a:xfrm>
        </p:spPr>
        <p:txBody>
          <a:bodyPr/>
          <a:lstStyle/>
          <a:p>
            <a:pPr algn="ctr"/>
            <a:r>
              <a:rPr lang="zh-CN" altLang="en-US" sz="2000" dirty="0" smtClean="0">
                <a:solidFill>
                  <a:schemeClr val="accent2"/>
                </a:solidFill>
              </a:rPr>
              <a:t>消费类型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5321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619500" y="2644854"/>
            <a:ext cx="56578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dirty="0" smtClean="0"/>
              <a:t>PART FOUR</a:t>
            </a:r>
            <a:endParaRPr lang="zh-CN" altLang="en-US" sz="6600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3962400" y="3790950"/>
            <a:ext cx="41719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 92"/>
          <p:cNvSpPr>
            <a:spLocks noEditPoints="1"/>
          </p:cNvSpPr>
          <p:nvPr/>
        </p:nvSpPr>
        <p:spPr bwMode="auto">
          <a:xfrm>
            <a:off x="5311775" y="1342261"/>
            <a:ext cx="1146175" cy="1140473"/>
          </a:xfrm>
          <a:custGeom>
            <a:avLst/>
            <a:gdLst/>
            <a:ahLst/>
            <a:cxnLst>
              <a:cxn ang="0">
                <a:pos x="44" y="44"/>
              </a:cxn>
              <a:cxn ang="0">
                <a:pos x="26" y="68"/>
              </a:cxn>
              <a:cxn ang="0">
                <a:pos x="12" y="92"/>
              </a:cxn>
              <a:cxn ang="0">
                <a:pos x="4" y="120"/>
              </a:cxn>
              <a:cxn ang="0">
                <a:pos x="0" y="150"/>
              </a:cxn>
              <a:cxn ang="0">
                <a:pos x="4" y="178"/>
              </a:cxn>
              <a:cxn ang="0">
                <a:pos x="12" y="206"/>
              </a:cxn>
              <a:cxn ang="0">
                <a:pos x="26" y="232"/>
              </a:cxn>
              <a:cxn ang="0">
                <a:pos x="44" y="254"/>
              </a:cxn>
              <a:cxn ang="0">
                <a:pos x="64" y="272"/>
              </a:cxn>
              <a:cxn ang="0">
                <a:pos x="110" y="292"/>
              </a:cxn>
              <a:cxn ang="0">
                <a:pos x="158" y="298"/>
              </a:cxn>
              <a:cxn ang="0">
                <a:pos x="206" y="288"/>
              </a:cxn>
              <a:cxn ang="0">
                <a:pos x="342" y="390"/>
              </a:cxn>
              <a:cxn ang="0">
                <a:pos x="348" y="394"/>
              </a:cxn>
              <a:cxn ang="0">
                <a:pos x="360" y="400"/>
              </a:cxn>
              <a:cxn ang="0">
                <a:pos x="374" y="400"/>
              </a:cxn>
              <a:cxn ang="0">
                <a:pos x="386" y="394"/>
              </a:cxn>
              <a:cxn ang="0">
                <a:pos x="392" y="390"/>
              </a:cxn>
              <a:cxn ang="0">
                <a:pos x="398" y="380"/>
              </a:cxn>
              <a:cxn ang="0">
                <a:pos x="402" y="366"/>
              </a:cxn>
              <a:cxn ang="0">
                <a:pos x="398" y="352"/>
              </a:cxn>
              <a:cxn ang="0">
                <a:pos x="392" y="342"/>
              </a:cxn>
              <a:cxn ang="0">
                <a:pos x="278" y="228"/>
              </a:cxn>
              <a:cxn ang="0">
                <a:pos x="296" y="182"/>
              </a:cxn>
              <a:cxn ang="0">
                <a:pos x="298" y="132"/>
              </a:cxn>
              <a:cxn ang="0">
                <a:pos x="284" y="86"/>
              </a:cxn>
              <a:cxn ang="0">
                <a:pos x="256" y="44"/>
              </a:cxn>
              <a:cxn ang="0">
                <a:pos x="244" y="34"/>
              </a:cxn>
              <a:cxn ang="0">
                <a:pos x="220" y="18"/>
              </a:cxn>
              <a:cxn ang="0">
                <a:pos x="192" y="6"/>
              </a:cxn>
              <a:cxn ang="0">
                <a:pos x="164" y="0"/>
              </a:cxn>
              <a:cxn ang="0">
                <a:pos x="136" y="0"/>
              </a:cxn>
              <a:cxn ang="0">
                <a:pos x="108" y="6"/>
              </a:cxn>
              <a:cxn ang="0">
                <a:pos x="80" y="18"/>
              </a:cxn>
              <a:cxn ang="0">
                <a:pos x="56" y="34"/>
              </a:cxn>
              <a:cxn ang="0">
                <a:pos x="222" y="220"/>
              </a:cxn>
              <a:cxn ang="0">
                <a:pos x="206" y="234"/>
              </a:cxn>
              <a:cxn ang="0">
                <a:pos x="170" y="248"/>
              </a:cxn>
              <a:cxn ang="0">
                <a:pos x="130" y="248"/>
              </a:cxn>
              <a:cxn ang="0">
                <a:pos x="94" y="234"/>
              </a:cxn>
              <a:cxn ang="0">
                <a:pos x="78" y="220"/>
              </a:cxn>
              <a:cxn ang="0">
                <a:pos x="56" y="188"/>
              </a:cxn>
              <a:cxn ang="0">
                <a:pos x="48" y="150"/>
              </a:cxn>
              <a:cxn ang="0">
                <a:pos x="56" y="110"/>
              </a:cxn>
              <a:cxn ang="0">
                <a:pos x="78" y="78"/>
              </a:cxn>
              <a:cxn ang="0">
                <a:pos x="94" y="64"/>
              </a:cxn>
              <a:cxn ang="0">
                <a:pos x="130" y="50"/>
              </a:cxn>
              <a:cxn ang="0">
                <a:pos x="170" y="50"/>
              </a:cxn>
              <a:cxn ang="0">
                <a:pos x="206" y="64"/>
              </a:cxn>
              <a:cxn ang="0">
                <a:pos x="222" y="78"/>
              </a:cxn>
              <a:cxn ang="0">
                <a:pos x="244" y="110"/>
              </a:cxn>
              <a:cxn ang="0">
                <a:pos x="252" y="150"/>
              </a:cxn>
              <a:cxn ang="0">
                <a:pos x="244" y="188"/>
              </a:cxn>
              <a:cxn ang="0">
                <a:pos x="222" y="220"/>
              </a:cxn>
            </a:cxnLst>
            <a:rect l="0" t="0" r="r" b="b"/>
            <a:pathLst>
              <a:path w="402" h="400">
                <a:moveTo>
                  <a:pt x="44" y="44"/>
                </a:moveTo>
                <a:lnTo>
                  <a:pt x="44" y="44"/>
                </a:lnTo>
                <a:lnTo>
                  <a:pt x="34" y="54"/>
                </a:lnTo>
                <a:lnTo>
                  <a:pt x="26" y="68"/>
                </a:lnTo>
                <a:lnTo>
                  <a:pt x="18" y="80"/>
                </a:lnTo>
                <a:lnTo>
                  <a:pt x="12" y="92"/>
                </a:lnTo>
                <a:lnTo>
                  <a:pt x="8" y="106"/>
                </a:lnTo>
                <a:lnTo>
                  <a:pt x="4" y="120"/>
                </a:lnTo>
                <a:lnTo>
                  <a:pt x="2" y="134"/>
                </a:lnTo>
                <a:lnTo>
                  <a:pt x="0" y="150"/>
                </a:lnTo>
                <a:lnTo>
                  <a:pt x="2" y="164"/>
                </a:lnTo>
                <a:lnTo>
                  <a:pt x="4" y="178"/>
                </a:lnTo>
                <a:lnTo>
                  <a:pt x="6" y="192"/>
                </a:lnTo>
                <a:lnTo>
                  <a:pt x="12" y="206"/>
                </a:lnTo>
                <a:lnTo>
                  <a:pt x="18" y="218"/>
                </a:lnTo>
                <a:lnTo>
                  <a:pt x="26" y="232"/>
                </a:lnTo>
                <a:lnTo>
                  <a:pt x="34" y="244"/>
                </a:lnTo>
                <a:lnTo>
                  <a:pt x="44" y="254"/>
                </a:lnTo>
                <a:lnTo>
                  <a:pt x="44" y="254"/>
                </a:lnTo>
                <a:lnTo>
                  <a:pt x="64" y="272"/>
                </a:lnTo>
                <a:lnTo>
                  <a:pt x="86" y="284"/>
                </a:lnTo>
                <a:lnTo>
                  <a:pt x="110" y="292"/>
                </a:lnTo>
                <a:lnTo>
                  <a:pt x="134" y="298"/>
                </a:lnTo>
                <a:lnTo>
                  <a:pt x="158" y="298"/>
                </a:lnTo>
                <a:lnTo>
                  <a:pt x="182" y="294"/>
                </a:lnTo>
                <a:lnTo>
                  <a:pt x="206" y="288"/>
                </a:lnTo>
                <a:lnTo>
                  <a:pt x="228" y="276"/>
                </a:lnTo>
                <a:lnTo>
                  <a:pt x="342" y="390"/>
                </a:lnTo>
                <a:lnTo>
                  <a:pt x="342" y="390"/>
                </a:lnTo>
                <a:lnTo>
                  <a:pt x="348" y="394"/>
                </a:lnTo>
                <a:lnTo>
                  <a:pt x="354" y="398"/>
                </a:lnTo>
                <a:lnTo>
                  <a:pt x="360" y="400"/>
                </a:lnTo>
                <a:lnTo>
                  <a:pt x="366" y="400"/>
                </a:lnTo>
                <a:lnTo>
                  <a:pt x="374" y="400"/>
                </a:lnTo>
                <a:lnTo>
                  <a:pt x="380" y="398"/>
                </a:lnTo>
                <a:lnTo>
                  <a:pt x="386" y="394"/>
                </a:lnTo>
                <a:lnTo>
                  <a:pt x="392" y="390"/>
                </a:lnTo>
                <a:lnTo>
                  <a:pt x="392" y="390"/>
                </a:lnTo>
                <a:lnTo>
                  <a:pt x="396" y="386"/>
                </a:lnTo>
                <a:lnTo>
                  <a:pt x="398" y="380"/>
                </a:lnTo>
                <a:lnTo>
                  <a:pt x="400" y="372"/>
                </a:lnTo>
                <a:lnTo>
                  <a:pt x="402" y="366"/>
                </a:lnTo>
                <a:lnTo>
                  <a:pt x="400" y="360"/>
                </a:lnTo>
                <a:lnTo>
                  <a:pt x="398" y="352"/>
                </a:lnTo>
                <a:lnTo>
                  <a:pt x="396" y="346"/>
                </a:lnTo>
                <a:lnTo>
                  <a:pt x="392" y="342"/>
                </a:lnTo>
                <a:lnTo>
                  <a:pt x="278" y="228"/>
                </a:lnTo>
                <a:lnTo>
                  <a:pt x="278" y="228"/>
                </a:lnTo>
                <a:lnTo>
                  <a:pt x="288" y="204"/>
                </a:lnTo>
                <a:lnTo>
                  <a:pt x="296" y="182"/>
                </a:lnTo>
                <a:lnTo>
                  <a:pt x="298" y="156"/>
                </a:lnTo>
                <a:lnTo>
                  <a:pt x="298" y="132"/>
                </a:lnTo>
                <a:lnTo>
                  <a:pt x="294" y="108"/>
                </a:lnTo>
                <a:lnTo>
                  <a:pt x="284" y="86"/>
                </a:lnTo>
                <a:lnTo>
                  <a:pt x="272" y="64"/>
                </a:lnTo>
                <a:lnTo>
                  <a:pt x="256" y="44"/>
                </a:lnTo>
                <a:lnTo>
                  <a:pt x="256" y="44"/>
                </a:lnTo>
                <a:lnTo>
                  <a:pt x="244" y="34"/>
                </a:lnTo>
                <a:lnTo>
                  <a:pt x="232" y="24"/>
                </a:lnTo>
                <a:lnTo>
                  <a:pt x="220" y="18"/>
                </a:lnTo>
                <a:lnTo>
                  <a:pt x="206" y="10"/>
                </a:lnTo>
                <a:lnTo>
                  <a:pt x="192" y="6"/>
                </a:lnTo>
                <a:lnTo>
                  <a:pt x="178" y="2"/>
                </a:lnTo>
                <a:lnTo>
                  <a:pt x="164" y="0"/>
                </a:lnTo>
                <a:lnTo>
                  <a:pt x="150" y="0"/>
                </a:lnTo>
                <a:lnTo>
                  <a:pt x="136" y="0"/>
                </a:lnTo>
                <a:lnTo>
                  <a:pt x="122" y="2"/>
                </a:lnTo>
                <a:lnTo>
                  <a:pt x="108" y="6"/>
                </a:lnTo>
                <a:lnTo>
                  <a:pt x="94" y="10"/>
                </a:lnTo>
                <a:lnTo>
                  <a:pt x="80" y="18"/>
                </a:lnTo>
                <a:lnTo>
                  <a:pt x="68" y="24"/>
                </a:lnTo>
                <a:lnTo>
                  <a:pt x="56" y="34"/>
                </a:lnTo>
                <a:lnTo>
                  <a:pt x="44" y="44"/>
                </a:lnTo>
                <a:close/>
                <a:moveTo>
                  <a:pt x="222" y="220"/>
                </a:moveTo>
                <a:lnTo>
                  <a:pt x="222" y="220"/>
                </a:lnTo>
                <a:lnTo>
                  <a:pt x="206" y="234"/>
                </a:lnTo>
                <a:lnTo>
                  <a:pt x="188" y="242"/>
                </a:lnTo>
                <a:lnTo>
                  <a:pt x="170" y="248"/>
                </a:lnTo>
                <a:lnTo>
                  <a:pt x="150" y="250"/>
                </a:lnTo>
                <a:lnTo>
                  <a:pt x="130" y="248"/>
                </a:lnTo>
                <a:lnTo>
                  <a:pt x="112" y="242"/>
                </a:lnTo>
                <a:lnTo>
                  <a:pt x="94" y="234"/>
                </a:lnTo>
                <a:lnTo>
                  <a:pt x="78" y="220"/>
                </a:lnTo>
                <a:lnTo>
                  <a:pt x="78" y="220"/>
                </a:lnTo>
                <a:lnTo>
                  <a:pt x="66" y="204"/>
                </a:lnTo>
                <a:lnTo>
                  <a:pt x="56" y="188"/>
                </a:lnTo>
                <a:lnTo>
                  <a:pt x="50" y="168"/>
                </a:lnTo>
                <a:lnTo>
                  <a:pt x="48" y="150"/>
                </a:lnTo>
                <a:lnTo>
                  <a:pt x="50" y="130"/>
                </a:lnTo>
                <a:lnTo>
                  <a:pt x="56" y="110"/>
                </a:lnTo>
                <a:lnTo>
                  <a:pt x="66" y="94"/>
                </a:lnTo>
                <a:lnTo>
                  <a:pt x="78" y="78"/>
                </a:lnTo>
                <a:lnTo>
                  <a:pt x="78" y="78"/>
                </a:lnTo>
                <a:lnTo>
                  <a:pt x="94" y="64"/>
                </a:lnTo>
                <a:lnTo>
                  <a:pt x="112" y="56"/>
                </a:lnTo>
                <a:lnTo>
                  <a:pt x="130" y="50"/>
                </a:lnTo>
                <a:lnTo>
                  <a:pt x="150" y="48"/>
                </a:lnTo>
                <a:lnTo>
                  <a:pt x="170" y="50"/>
                </a:lnTo>
                <a:lnTo>
                  <a:pt x="188" y="56"/>
                </a:lnTo>
                <a:lnTo>
                  <a:pt x="206" y="64"/>
                </a:lnTo>
                <a:lnTo>
                  <a:pt x="222" y="78"/>
                </a:lnTo>
                <a:lnTo>
                  <a:pt x="222" y="78"/>
                </a:lnTo>
                <a:lnTo>
                  <a:pt x="234" y="94"/>
                </a:lnTo>
                <a:lnTo>
                  <a:pt x="244" y="110"/>
                </a:lnTo>
                <a:lnTo>
                  <a:pt x="250" y="130"/>
                </a:lnTo>
                <a:lnTo>
                  <a:pt x="252" y="150"/>
                </a:lnTo>
                <a:lnTo>
                  <a:pt x="250" y="168"/>
                </a:lnTo>
                <a:lnTo>
                  <a:pt x="244" y="188"/>
                </a:lnTo>
                <a:lnTo>
                  <a:pt x="234" y="204"/>
                </a:lnTo>
                <a:lnTo>
                  <a:pt x="222" y="220"/>
                </a:lnTo>
                <a:close/>
              </a:path>
            </a:pathLst>
          </a:cu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Rectangle 11"/>
          <p:cNvSpPr/>
          <p:nvPr/>
        </p:nvSpPr>
        <p:spPr>
          <a:xfrm>
            <a:off x="3962400" y="4264104"/>
            <a:ext cx="4119429" cy="738660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400" b="1" dirty="0" smtClean="0"/>
              <a:t>最受</a:t>
            </a:r>
            <a:r>
              <a:rPr kumimoji="1" lang="en-US" altLang="zh-CN" sz="1400" b="1" dirty="0" smtClean="0"/>
              <a:t>00</a:t>
            </a:r>
            <a:r>
              <a:rPr kumimoji="1" lang="zh-CN" altLang="en-US" sz="1400" b="1" dirty="0" smtClean="0"/>
              <a:t>后欢迎</a:t>
            </a:r>
            <a:r>
              <a:rPr kumimoji="1" lang="en-US" altLang="zh-CN" sz="1400" b="1" dirty="0" smtClean="0"/>
              <a:t>APP</a:t>
            </a:r>
            <a:r>
              <a:rPr kumimoji="1" lang="zh-CN" altLang="en-US" sz="1400" b="1" dirty="0"/>
              <a:t>总</a:t>
            </a:r>
            <a:r>
              <a:rPr kumimoji="1" lang="zh-CN" altLang="en-US" sz="1400" b="1" dirty="0" smtClean="0"/>
              <a:t>榜</a:t>
            </a:r>
            <a:endParaRPr kumimoji="1" lang="en-US" altLang="zh-CN" sz="1400" b="1" dirty="0" smtClean="0"/>
          </a:p>
          <a:p>
            <a:pPr algn="ctr">
              <a:lnSpc>
                <a:spcPct val="150000"/>
              </a:lnSpc>
            </a:pPr>
            <a:r>
              <a:rPr kumimoji="1" lang="zh-CN" altLang="en-US" sz="1400" b="1" dirty="0" smtClean="0"/>
              <a:t>不同领域</a:t>
            </a:r>
            <a:r>
              <a:rPr kumimoji="1" lang="zh-CN" altLang="en-US" sz="1400" b="1" dirty="0"/>
              <a:t>最</a:t>
            </a:r>
            <a:r>
              <a:rPr kumimoji="1" lang="zh-CN" altLang="en-US" sz="1400" b="1" dirty="0" smtClean="0"/>
              <a:t>受</a:t>
            </a:r>
            <a:r>
              <a:rPr kumimoji="1" lang="en-US" altLang="zh-CN" sz="1400" b="1" dirty="0" smtClean="0"/>
              <a:t>00</a:t>
            </a:r>
            <a:r>
              <a:rPr kumimoji="1" lang="zh-CN" altLang="en-US" sz="1400" b="1" dirty="0" smtClean="0"/>
              <a:t>后欢迎</a:t>
            </a:r>
            <a:r>
              <a:rPr kumimoji="1" lang="en-US" altLang="zh-CN" sz="1400" b="1" dirty="0" smtClean="0"/>
              <a:t>APP</a:t>
            </a:r>
            <a:r>
              <a:rPr kumimoji="1" lang="zh-CN" altLang="en-US" sz="1400" b="1" dirty="0" smtClean="0"/>
              <a:t>分榜</a:t>
            </a:r>
            <a:r>
              <a:rPr kumimoji="1" lang="en-US" altLang="zh-CN" sz="1400" b="1" dirty="0" smtClean="0"/>
              <a:t> </a:t>
            </a:r>
            <a:endParaRPr kumimoji="1" lang="zh-CN" altLang="en-US" sz="1400" b="1" dirty="0"/>
          </a:p>
        </p:txBody>
      </p:sp>
      <p:sp>
        <p:nvSpPr>
          <p:cNvPr id="10" name="Rectangle 11"/>
          <p:cNvSpPr/>
          <p:nvPr/>
        </p:nvSpPr>
        <p:spPr>
          <a:xfrm>
            <a:off x="4014921" y="3858252"/>
            <a:ext cx="4119429" cy="461661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/>
              <a:t>智能</a:t>
            </a:r>
            <a:r>
              <a:rPr lang="zh-CN" altLang="en-US" sz="2400" b="1" dirty="0" smtClean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手机</a:t>
            </a:r>
            <a:r>
              <a:rPr lang="zh-CN" altLang="en-US" sz="2400" b="1" dirty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热门</a:t>
            </a:r>
            <a:r>
              <a:rPr lang="en-US" altLang="zh-CN" sz="2400" b="1" dirty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APP</a:t>
            </a:r>
            <a:r>
              <a:rPr lang="zh-CN" altLang="en-US" sz="2400" b="1" dirty="0">
                <a:solidFill>
                  <a:srgbClr val="FFFFFF"/>
                </a:solidFill>
                <a:latin typeface="Microsoft YaHei" charset="0"/>
                <a:ea typeface="Microsoft YaHei" charset="0"/>
                <a:cs typeface="Microsoft YaHei" charset="0"/>
              </a:rPr>
              <a:t>排行榜</a:t>
            </a:r>
          </a:p>
        </p:txBody>
      </p:sp>
    </p:spTree>
    <p:extLst>
      <p:ext uri="{BB962C8B-B14F-4D97-AF65-F5344CB8AC3E}">
        <p14:creationId xmlns:p14="http://schemas.microsoft.com/office/powerpoint/2010/main" val="2930898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/>
          <p:cNvSpPr/>
          <p:nvPr/>
        </p:nvSpPr>
        <p:spPr>
          <a:xfrm>
            <a:off x="587829" y="1455576"/>
            <a:ext cx="11019453" cy="5029200"/>
          </a:xfrm>
          <a:prstGeom prst="roundRect">
            <a:avLst>
              <a:gd name="adj" fmla="val 116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753035"/>
              </p:ext>
            </p:extLst>
          </p:nvPr>
        </p:nvGraphicFramePr>
        <p:xfrm>
          <a:off x="1684596" y="2041281"/>
          <a:ext cx="1690753" cy="3952080"/>
        </p:xfrm>
        <a:graphic>
          <a:graphicData uri="http://schemas.openxmlformats.org/drawingml/2006/table">
            <a:tbl>
              <a:tblPr/>
              <a:tblGrid>
                <a:gridCol w="638726"/>
                <a:gridCol w="1052027"/>
              </a:tblGrid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QQ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微信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爱奇艺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QQ</a:t>
                      </a:r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音乐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WiFi</a:t>
                      </a: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Master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手机淘宝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酷狗音乐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手机百度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新浪微博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搜狗输入法</a:t>
                      </a: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281167"/>
              </p:ext>
            </p:extLst>
          </p:nvPr>
        </p:nvGraphicFramePr>
        <p:xfrm>
          <a:off x="3707784" y="2041281"/>
          <a:ext cx="1710737" cy="3952080"/>
        </p:xfrm>
        <a:graphic>
          <a:graphicData uri="http://schemas.openxmlformats.org/drawingml/2006/table">
            <a:tbl>
              <a:tblPr/>
              <a:tblGrid>
                <a:gridCol w="637200"/>
                <a:gridCol w="1073537"/>
              </a:tblGrid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全民</a:t>
                      </a: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</a:t>
                      </a:r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歌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腾讯视频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百度手机助手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腾讯手机管家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支付宝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芒果</a:t>
                      </a: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TV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美图秀秀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小猿搜题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优酷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QQ</a:t>
                      </a:r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浏览器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064415"/>
              </p:ext>
            </p:extLst>
          </p:nvPr>
        </p:nvGraphicFramePr>
        <p:xfrm>
          <a:off x="5730972" y="2041281"/>
          <a:ext cx="1970699" cy="3952080"/>
        </p:xfrm>
        <a:graphic>
          <a:graphicData uri="http://schemas.openxmlformats.org/drawingml/2006/table">
            <a:tbl>
              <a:tblPr/>
              <a:tblGrid>
                <a:gridCol w="637200"/>
                <a:gridCol w="1333499"/>
              </a:tblGrid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美颜相机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百度地图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应用宝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作业帮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QQ</a:t>
                      </a:r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百度云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魔秀桌面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GIF</a:t>
                      </a:r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快手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快看漫画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哔哩哔哩动画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030159"/>
              </p:ext>
            </p:extLst>
          </p:nvPr>
        </p:nvGraphicFramePr>
        <p:xfrm>
          <a:off x="7754160" y="2041281"/>
          <a:ext cx="1962146" cy="3952080"/>
        </p:xfrm>
        <a:graphic>
          <a:graphicData uri="http://schemas.openxmlformats.org/drawingml/2006/table">
            <a:tbl>
              <a:tblPr/>
              <a:tblGrid>
                <a:gridCol w="637200"/>
                <a:gridCol w="1324946"/>
              </a:tblGrid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百度输入法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开心消消乐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百度贴吧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讯飞输入法</a:t>
                      </a: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安卓优化大师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WPS Office</a:t>
                      </a: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美团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土豆视频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zh-CN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酷我音乐</a:t>
                      </a:r>
                      <a:endParaRPr lang="en-US" altLang="zh-CN" sz="120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乐视影视</a:t>
                      </a:r>
                      <a:endParaRPr lang="en-US" altLang="zh-CN" sz="120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258894"/>
              </p:ext>
            </p:extLst>
          </p:nvPr>
        </p:nvGraphicFramePr>
        <p:xfrm>
          <a:off x="9777346" y="2041281"/>
          <a:ext cx="1962923" cy="3952080"/>
        </p:xfrm>
        <a:graphic>
          <a:graphicData uri="http://schemas.openxmlformats.org/drawingml/2006/table">
            <a:tbl>
              <a:tblPr/>
              <a:tblGrid>
                <a:gridCol w="637200"/>
                <a:gridCol w="1325723"/>
              </a:tblGrid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41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腾讯新闻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微锁屏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猎豹清理大师</a:t>
                      </a: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44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UC</a:t>
                      </a:r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浏览器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45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360</a:t>
                      </a:r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手机助手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Pitu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今日头条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球球大作战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zh-CN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en-US" altLang="zh-CN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书旗小说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2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高德地图</a:t>
                      </a: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7" name="KSO_Shape"/>
          <p:cNvSpPr>
            <a:spLocks/>
          </p:cNvSpPr>
          <p:nvPr/>
        </p:nvSpPr>
        <p:spPr bwMode="auto">
          <a:xfrm>
            <a:off x="485191" y="1038990"/>
            <a:ext cx="1287625" cy="1289774"/>
          </a:xfrm>
          <a:custGeom>
            <a:avLst/>
            <a:gdLst>
              <a:gd name="T0" fmla="*/ 2147483646 w 4409"/>
              <a:gd name="T1" fmla="*/ 2147483646 h 4408"/>
              <a:gd name="T2" fmla="*/ 2147483646 w 4409"/>
              <a:gd name="T3" fmla="*/ 2147483646 h 4408"/>
              <a:gd name="T4" fmla="*/ 2147483646 w 4409"/>
              <a:gd name="T5" fmla="*/ 2147483646 h 4408"/>
              <a:gd name="T6" fmla="*/ 2147483646 w 4409"/>
              <a:gd name="T7" fmla="*/ 2147483646 h 4408"/>
              <a:gd name="T8" fmla="*/ 2147483646 w 4409"/>
              <a:gd name="T9" fmla="*/ 2147483646 h 4408"/>
              <a:gd name="T10" fmla="*/ 2147483646 w 4409"/>
              <a:gd name="T11" fmla="*/ 2147483646 h 4408"/>
              <a:gd name="T12" fmla="*/ 2147483646 w 4409"/>
              <a:gd name="T13" fmla="*/ 2147483646 h 4408"/>
              <a:gd name="T14" fmla="*/ 2147483646 w 4409"/>
              <a:gd name="T15" fmla="*/ 2147483646 h 4408"/>
              <a:gd name="T16" fmla="*/ 481718167 w 4409"/>
              <a:gd name="T17" fmla="*/ 2147483646 h 4408"/>
              <a:gd name="T18" fmla="*/ 321145301 w 4409"/>
              <a:gd name="T19" fmla="*/ 2147483646 h 4408"/>
              <a:gd name="T20" fmla="*/ 2147483646 w 4409"/>
              <a:gd name="T21" fmla="*/ 2147483646 h 4408"/>
              <a:gd name="T22" fmla="*/ 2147483646 w 4409"/>
              <a:gd name="T23" fmla="*/ 2147483646 h 4408"/>
              <a:gd name="T24" fmla="*/ 2147483646 w 4409"/>
              <a:gd name="T25" fmla="*/ 2147483646 h 4408"/>
              <a:gd name="T26" fmla="*/ 2147483646 w 4409"/>
              <a:gd name="T27" fmla="*/ 2147483646 h 4408"/>
              <a:gd name="T28" fmla="*/ 2147483646 w 4409"/>
              <a:gd name="T29" fmla="*/ 2147483646 h 4408"/>
              <a:gd name="T30" fmla="*/ 2147483646 w 4409"/>
              <a:gd name="T31" fmla="*/ 2147483646 h 4408"/>
              <a:gd name="T32" fmla="*/ 2147483646 w 4409"/>
              <a:gd name="T33" fmla="*/ 2147483646 h 4408"/>
              <a:gd name="T34" fmla="*/ 2147483646 w 4409"/>
              <a:gd name="T35" fmla="*/ 2147483646 h 4408"/>
              <a:gd name="T36" fmla="*/ 2147483646 w 4409"/>
              <a:gd name="T37" fmla="*/ 2147483646 h 4408"/>
              <a:gd name="T38" fmla="*/ 2147483646 w 4409"/>
              <a:gd name="T39" fmla="*/ 2147483646 h 4408"/>
              <a:gd name="T40" fmla="*/ 2147483646 w 4409"/>
              <a:gd name="T41" fmla="*/ 2147483646 h 4408"/>
              <a:gd name="T42" fmla="*/ 2147483646 w 4409"/>
              <a:gd name="T43" fmla="*/ 2147483646 h 4408"/>
              <a:gd name="T44" fmla="*/ 2147483646 w 4409"/>
              <a:gd name="T45" fmla="*/ 2147483646 h 4408"/>
              <a:gd name="T46" fmla="*/ 2147483646 w 4409"/>
              <a:gd name="T47" fmla="*/ 2147483646 h 4408"/>
              <a:gd name="T48" fmla="*/ 2147483646 w 4409"/>
              <a:gd name="T49" fmla="*/ 2147483646 h 4408"/>
              <a:gd name="T50" fmla="*/ 2147483646 w 4409"/>
              <a:gd name="T51" fmla="*/ 2147483646 h 4408"/>
              <a:gd name="T52" fmla="*/ 2147483646 w 4409"/>
              <a:gd name="T53" fmla="*/ 2147483646 h 4408"/>
              <a:gd name="T54" fmla="*/ 2147483646 w 4409"/>
              <a:gd name="T55" fmla="*/ 2147483646 h 4408"/>
              <a:gd name="T56" fmla="*/ 2147483646 w 4409"/>
              <a:gd name="T57" fmla="*/ 2147483646 h 4408"/>
              <a:gd name="T58" fmla="*/ 2147483646 w 4409"/>
              <a:gd name="T59" fmla="*/ 2147483646 h 4408"/>
              <a:gd name="T60" fmla="*/ 2147483646 w 4409"/>
              <a:gd name="T61" fmla="*/ 2147483646 h 4408"/>
              <a:gd name="T62" fmla="*/ 2147483646 w 4409"/>
              <a:gd name="T63" fmla="*/ 2147483646 h 4408"/>
              <a:gd name="T64" fmla="*/ 2147483646 w 4409"/>
              <a:gd name="T65" fmla="*/ 2147483646 h 4408"/>
              <a:gd name="T66" fmla="*/ 2147483646 w 4409"/>
              <a:gd name="T67" fmla="*/ 2147483646 h 4408"/>
              <a:gd name="T68" fmla="*/ 2147483646 w 4409"/>
              <a:gd name="T69" fmla="*/ 2147483646 h 4408"/>
              <a:gd name="T70" fmla="*/ 2147483646 w 4409"/>
              <a:gd name="T71" fmla="*/ 2147483646 h 4408"/>
              <a:gd name="T72" fmla="*/ 2147483646 w 4409"/>
              <a:gd name="T73" fmla="*/ 2147483646 h 4408"/>
              <a:gd name="T74" fmla="*/ 2147483646 w 4409"/>
              <a:gd name="T75" fmla="*/ 2147483646 h 4408"/>
              <a:gd name="T76" fmla="*/ 2147483646 w 4409"/>
              <a:gd name="T77" fmla="*/ 2147483646 h 4408"/>
              <a:gd name="T78" fmla="*/ 2147483646 w 4409"/>
              <a:gd name="T79" fmla="*/ 2147483646 h 4408"/>
              <a:gd name="T80" fmla="*/ 2147483646 w 4409"/>
              <a:gd name="T81" fmla="*/ 2147483646 h 4408"/>
              <a:gd name="T82" fmla="*/ 2147483646 w 4409"/>
              <a:gd name="T83" fmla="*/ 2147483646 h 4408"/>
              <a:gd name="T84" fmla="*/ 2147483646 w 4409"/>
              <a:gd name="T85" fmla="*/ 2147483646 h 4408"/>
              <a:gd name="T86" fmla="*/ 2147483646 w 4409"/>
              <a:gd name="T87" fmla="*/ 2147483646 h 4408"/>
              <a:gd name="T88" fmla="*/ 2147483646 w 4409"/>
              <a:gd name="T89" fmla="*/ 2147483646 h 4408"/>
              <a:gd name="T90" fmla="*/ 2147483646 w 4409"/>
              <a:gd name="T91" fmla="*/ 2147483646 h 4408"/>
              <a:gd name="T92" fmla="*/ 2147483646 w 4409"/>
              <a:gd name="T93" fmla="*/ 2147483646 h 4408"/>
              <a:gd name="T94" fmla="*/ 2147483646 w 4409"/>
              <a:gd name="T95" fmla="*/ 2147483646 h 4408"/>
              <a:gd name="T96" fmla="*/ 2147483646 w 4409"/>
              <a:gd name="T97" fmla="*/ 2147483646 h 4408"/>
              <a:gd name="T98" fmla="*/ 2147483646 w 4409"/>
              <a:gd name="T99" fmla="*/ 2147483646 h 4408"/>
              <a:gd name="T100" fmla="*/ 2147483646 w 4409"/>
              <a:gd name="T101" fmla="*/ 2147483646 h 4408"/>
              <a:gd name="T102" fmla="*/ 2147483646 w 4409"/>
              <a:gd name="T103" fmla="*/ 2147483646 h 4408"/>
              <a:gd name="T104" fmla="*/ 2147483646 w 4409"/>
              <a:gd name="T105" fmla="*/ 2147483646 h 4408"/>
              <a:gd name="T106" fmla="*/ 2147483646 w 4409"/>
              <a:gd name="T107" fmla="*/ 2147483646 h 4408"/>
              <a:gd name="T108" fmla="*/ 2147483646 w 4409"/>
              <a:gd name="T109" fmla="*/ 2147483646 h 44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409" h="4408">
                <a:moveTo>
                  <a:pt x="3025" y="2127"/>
                </a:moveTo>
                <a:lnTo>
                  <a:pt x="3025" y="2127"/>
                </a:lnTo>
                <a:lnTo>
                  <a:pt x="3097" y="2107"/>
                </a:lnTo>
                <a:lnTo>
                  <a:pt x="3179" y="2081"/>
                </a:lnTo>
                <a:lnTo>
                  <a:pt x="3271" y="2053"/>
                </a:lnTo>
                <a:lnTo>
                  <a:pt x="3375" y="2020"/>
                </a:lnTo>
                <a:lnTo>
                  <a:pt x="3429" y="2002"/>
                </a:lnTo>
                <a:lnTo>
                  <a:pt x="3481" y="1982"/>
                </a:lnTo>
                <a:lnTo>
                  <a:pt x="3532" y="1961"/>
                </a:lnTo>
                <a:lnTo>
                  <a:pt x="3580" y="1938"/>
                </a:lnTo>
                <a:lnTo>
                  <a:pt x="3626" y="1914"/>
                </a:lnTo>
                <a:lnTo>
                  <a:pt x="3672" y="1889"/>
                </a:lnTo>
                <a:lnTo>
                  <a:pt x="3715" y="1861"/>
                </a:lnTo>
                <a:lnTo>
                  <a:pt x="3756" y="1834"/>
                </a:lnTo>
                <a:lnTo>
                  <a:pt x="3797" y="1804"/>
                </a:lnTo>
                <a:lnTo>
                  <a:pt x="3834" y="1774"/>
                </a:lnTo>
                <a:lnTo>
                  <a:pt x="3871" y="1744"/>
                </a:lnTo>
                <a:lnTo>
                  <a:pt x="3906" y="1711"/>
                </a:lnTo>
                <a:lnTo>
                  <a:pt x="3940" y="1679"/>
                </a:lnTo>
                <a:lnTo>
                  <a:pt x="3971" y="1644"/>
                </a:lnTo>
                <a:lnTo>
                  <a:pt x="4002" y="1610"/>
                </a:lnTo>
                <a:lnTo>
                  <a:pt x="4031" y="1575"/>
                </a:lnTo>
                <a:lnTo>
                  <a:pt x="4059" y="1539"/>
                </a:lnTo>
                <a:lnTo>
                  <a:pt x="4085" y="1502"/>
                </a:lnTo>
                <a:lnTo>
                  <a:pt x="4110" y="1466"/>
                </a:lnTo>
                <a:lnTo>
                  <a:pt x="4134" y="1428"/>
                </a:lnTo>
                <a:lnTo>
                  <a:pt x="4157" y="1390"/>
                </a:lnTo>
                <a:lnTo>
                  <a:pt x="4177" y="1351"/>
                </a:lnTo>
                <a:lnTo>
                  <a:pt x="4198" y="1312"/>
                </a:lnTo>
                <a:lnTo>
                  <a:pt x="4217" y="1274"/>
                </a:lnTo>
                <a:lnTo>
                  <a:pt x="4234" y="1235"/>
                </a:lnTo>
                <a:lnTo>
                  <a:pt x="4251" y="1196"/>
                </a:lnTo>
                <a:lnTo>
                  <a:pt x="4267" y="1156"/>
                </a:lnTo>
                <a:lnTo>
                  <a:pt x="4281" y="1117"/>
                </a:lnTo>
                <a:lnTo>
                  <a:pt x="4295" y="1078"/>
                </a:lnTo>
                <a:lnTo>
                  <a:pt x="4307" y="1039"/>
                </a:lnTo>
                <a:lnTo>
                  <a:pt x="4319" y="1000"/>
                </a:lnTo>
                <a:lnTo>
                  <a:pt x="4329" y="961"/>
                </a:lnTo>
                <a:lnTo>
                  <a:pt x="4340" y="923"/>
                </a:lnTo>
                <a:lnTo>
                  <a:pt x="4349" y="884"/>
                </a:lnTo>
                <a:lnTo>
                  <a:pt x="4357" y="847"/>
                </a:lnTo>
                <a:lnTo>
                  <a:pt x="4365" y="809"/>
                </a:lnTo>
                <a:lnTo>
                  <a:pt x="4377" y="736"/>
                </a:lnTo>
                <a:lnTo>
                  <a:pt x="4387" y="665"/>
                </a:lnTo>
                <a:lnTo>
                  <a:pt x="4395" y="598"/>
                </a:lnTo>
                <a:lnTo>
                  <a:pt x="4401" y="534"/>
                </a:lnTo>
                <a:lnTo>
                  <a:pt x="4405" y="474"/>
                </a:lnTo>
                <a:lnTo>
                  <a:pt x="4407" y="418"/>
                </a:lnTo>
                <a:lnTo>
                  <a:pt x="4409" y="367"/>
                </a:lnTo>
                <a:lnTo>
                  <a:pt x="4409" y="321"/>
                </a:lnTo>
                <a:lnTo>
                  <a:pt x="4409" y="281"/>
                </a:lnTo>
                <a:lnTo>
                  <a:pt x="4407" y="247"/>
                </a:lnTo>
                <a:lnTo>
                  <a:pt x="4404" y="201"/>
                </a:lnTo>
                <a:lnTo>
                  <a:pt x="4403" y="183"/>
                </a:lnTo>
                <a:lnTo>
                  <a:pt x="3786" y="183"/>
                </a:lnTo>
                <a:lnTo>
                  <a:pt x="3491" y="183"/>
                </a:lnTo>
                <a:lnTo>
                  <a:pt x="3491" y="0"/>
                </a:lnTo>
                <a:lnTo>
                  <a:pt x="919" y="0"/>
                </a:lnTo>
                <a:lnTo>
                  <a:pt x="919" y="183"/>
                </a:lnTo>
                <a:lnTo>
                  <a:pt x="624" y="183"/>
                </a:lnTo>
                <a:lnTo>
                  <a:pt x="6" y="183"/>
                </a:lnTo>
                <a:lnTo>
                  <a:pt x="5" y="201"/>
                </a:lnTo>
                <a:lnTo>
                  <a:pt x="2" y="247"/>
                </a:lnTo>
                <a:lnTo>
                  <a:pt x="1" y="282"/>
                </a:lnTo>
                <a:lnTo>
                  <a:pt x="0" y="321"/>
                </a:lnTo>
                <a:lnTo>
                  <a:pt x="1" y="367"/>
                </a:lnTo>
                <a:lnTo>
                  <a:pt x="2" y="419"/>
                </a:lnTo>
                <a:lnTo>
                  <a:pt x="4" y="475"/>
                </a:lnTo>
                <a:lnTo>
                  <a:pt x="8" y="535"/>
                </a:lnTo>
                <a:lnTo>
                  <a:pt x="14" y="599"/>
                </a:lnTo>
                <a:lnTo>
                  <a:pt x="22" y="667"/>
                </a:lnTo>
                <a:lnTo>
                  <a:pt x="32" y="737"/>
                </a:lnTo>
                <a:lnTo>
                  <a:pt x="45" y="811"/>
                </a:lnTo>
                <a:lnTo>
                  <a:pt x="52" y="848"/>
                </a:lnTo>
                <a:lnTo>
                  <a:pt x="61" y="886"/>
                </a:lnTo>
                <a:lnTo>
                  <a:pt x="69" y="924"/>
                </a:lnTo>
                <a:lnTo>
                  <a:pt x="79" y="962"/>
                </a:lnTo>
                <a:lnTo>
                  <a:pt x="91" y="1002"/>
                </a:lnTo>
                <a:lnTo>
                  <a:pt x="102" y="1041"/>
                </a:lnTo>
                <a:lnTo>
                  <a:pt x="115" y="1080"/>
                </a:lnTo>
                <a:lnTo>
                  <a:pt x="128" y="1120"/>
                </a:lnTo>
                <a:lnTo>
                  <a:pt x="142" y="1158"/>
                </a:lnTo>
                <a:lnTo>
                  <a:pt x="159" y="1198"/>
                </a:lnTo>
                <a:lnTo>
                  <a:pt x="175" y="1237"/>
                </a:lnTo>
                <a:lnTo>
                  <a:pt x="193" y="1276"/>
                </a:lnTo>
                <a:lnTo>
                  <a:pt x="211" y="1315"/>
                </a:lnTo>
                <a:lnTo>
                  <a:pt x="232" y="1354"/>
                </a:lnTo>
                <a:lnTo>
                  <a:pt x="253" y="1392"/>
                </a:lnTo>
                <a:lnTo>
                  <a:pt x="275" y="1430"/>
                </a:lnTo>
                <a:lnTo>
                  <a:pt x="299" y="1468"/>
                </a:lnTo>
                <a:lnTo>
                  <a:pt x="324" y="1504"/>
                </a:lnTo>
                <a:lnTo>
                  <a:pt x="350" y="1541"/>
                </a:lnTo>
                <a:lnTo>
                  <a:pt x="378" y="1577"/>
                </a:lnTo>
                <a:lnTo>
                  <a:pt x="407" y="1612"/>
                </a:lnTo>
                <a:lnTo>
                  <a:pt x="438" y="1646"/>
                </a:lnTo>
                <a:lnTo>
                  <a:pt x="470" y="1681"/>
                </a:lnTo>
                <a:lnTo>
                  <a:pt x="503" y="1713"/>
                </a:lnTo>
                <a:lnTo>
                  <a:pt x="538" y="1746"/>
                </a:lnTo>
                <a:lnTo>
                  <a:pt x="574" y="1776"/>
                </a:lnTo>
                <a:lnTo>
                  <a:pt x="613" y="1806"/>
                </a:lnTo>
                <a:lnTo>
                  <a:pt x="653" y="1835"/>
                </a:lnTo>
                <a:lnTo>
                  <a:pt x="694" y="1863"/>
                </a:lnTo>
                <a:lnTo>
                  <a:pt x="738" y="1890"/>
                </a:lnTo>
                <a:lnTo>
                  <a:pt x="782" y="1915"/>
                </a:lnTo>
                <a:lnTo>
                  <a:pt x="829" y="1939"/>
                </a:lnTo>
                <a:lnTo>
                  <a:pt x="878" y="1962"/>
                </a:lnTo>
                <a:lnTo>
                  <a:pt x="928" y="1983"/>
                </a:lnTo>
                <a:lnTo>
                  <a:pt x="981" y="2002"/>
                </a:lnTo>
                <a:lnTo>
                  <a:pt x="1035" y="2020"/>
                </a:lnTo>
                <a:lnTo>
                  <a:pt x="1137" y="2053"/>
                </a:lnTo>
                <a:lnTo>
                  <a:pt x="1230" y="2080"/>
                </a:lnTo>
                <a:lnTo>
                  <a:pt x="1311" y="2105"/>
                </a:lnTo>
                <a:lnTo>
                  <a:pt x="1384" y="2125"/>
                </a:lnTo>
                <a:lnTo>
                  <a:pt x="1417" y="2164"/>
                </a:lnTo>
                <a:lnTo>
                  <a:pt x="1452" y="2203"/>
                </a:lnTo>
                <a:lnTo>
                  <a:pt x="1488" y="2241"/>
                </a:lnTo>
                <a:lnTo>
                  <a:pt x="1525" y="2275"/>
                </a:lnTo>
                <a:lnTo>
                  <a:pt x="1562" y="2309"/>
                </a:lnTo>
                <a:lnTo>
                  <a:pt x="1600" y="2340"/>
                </a:lnTo>
                <a:lnTo>
                  <a:pt x="1639" y="2370"/>
                </a:lnTo>
                <a:lnTo>
                  <a:pt x="1679" y="2398"/>
                </a:lnTo>
                <a:lnTo>
                  <a:pt x="1720" y="2424"/>
                </a:lnTo>
                <a:lnTo>
                  <a:pt x="1761" y="2449"/>
                </a:lnTo>
                <a:lnTo>
                  <a:pt x="1803" y="2471"/>
                </a:lnTo>
                <a:lnTo>
                  <a:pt x="1845" y="2490"/>
                </a:lnTo>
                <a:lnTo>
                  <a:pt x="1888" y="2508"/>
                </a:lnTo>
                <a:lnTo>
                  <a:pt x="1933" y="2525"/>
                </a:lnTo>
                <a:lnTo>
                  <a:pt x="1976" y="2538"/>
                </a:lnTo>
                <a:lnTo>
                  <a:pt x="2021" y="2549"/>
                </a:lnTo>
                <a:lnTo>
                  <a:pt x="2021" y="3864"/>
                </a:lnTo>
                <a:lnTo>
                  <a:pt x="1963" y="3868"/>
                </a:lnTo>
                <a:lnTo>
                  <a:pt x="1906" y="3873"/>
                </a:lnTo>
                <a:lnTo>
                  <a:pt x="1850" y="3880"/>
                </a:lnTo>
                <a:lnTo>
                  <a:pt x="1795" y="3887"/>
                </a:lnTo>
                <a:lnTo>
                  <a:pt x="1741" y="3895"/>
                </a:lnTo>
                <a:lnTo>
                  <a:pt x="1688" y="3904"/>
                </a:lnTo>
                <a:lnTo>
                  <a:pt x="1636" y="3915"/>
                </a:lnTo>
                <a:lnTo>
                  <a:pt x="1587" y="3926"/>
                </a:lnTo>
                <a:lnTo>
                  <a:pt x="1537" y="3939"/>
                </a:lnTo>
                <a:lnTo>
                  <a:pt x="1489" y="3951"/>
                </a:lnTo>
                <a:lnTo>
                  <a:pt x="1444" y="3965"/>
                </a:lnTo>
                <a:lnTo>
                  <a:pt x="1399" y="3980"/>
                </a:lnTo>
                <a:lnTo>
                  <a:pt x="1355" y="3995"/>
                </a:lnTo>
                <a:lnTo>
                  <a:pt x="1314" y="4012"/>
                </a:lnTo>
                <a:lnTo>
                  <a:pt x="1274" y="4029"/>
                </a:lnTo>
                <a:lnTo>
                  <a:pt x="1237" y="4046"/>
                </a:lnTo>
                <a:lnTo>
                  <a:pt x="1200" y="4065"/>
                </a:lnTo>
                <a:lnTo>
                  <a:pt x="1166" y="4085"/>
                </a:lnTo>
                <a:lnTo>
                  <a:pt x="1134" y="4104"/>
                </a:lnTo>
                <a:lnTo>
                  <a:pt x="1104" y="4124"/>
                </a:lnTo>
                <a:lnTo>
                  <a:pt x="1076" y="4146"/>
                </a:lnTo>
                <a:lnTo>
                  <a:pt x="1049" y="4167"/>
                </a:lnTo>
                <a:lnTo>
                  <a:pt x="1026" y="4189"/>
                </a:lnTo>
                <a:lnTo>
                  <a:pt x="1004" y="4211"/>
                </a:lnTo>
                <a:lnTo>
                  <a:pt x="984" y="4235"/>
                </a:lnTo>
                <a:lnTo>
                  <a:pt x="968" y="4259"/>
                </a:lnTo>
                <a:lnTo>
                  <a:pt x="953" y="4282"/>
                </a:lnTo>
                <a:lnTo>
                  <a:pt x="947" y="4295"/>
                </a:lnTo>
                <a:lnTo>
                  <a:pt x="941" y="4307"/>
                </a:lnTo>
                <a:lnTo>
                  <a:pt x="936" y="4320"/>
                </a:lnTo>
                <a:lnTo>
                  <a:pt x="931" y="4332"/>
                </a:lnTo>
                <a:lnTo>
                  <a:pt x="927" y="4344"/>
                </a:lnTo>
                <a:lnTo>
                  <a:pt x="924" y="4358"/>
                </a:lnTo>
                <a:lnTo>
                  <a:pt x="922" y="4370"/>
                </a:lnTo>
                <a:lnTo>
                  <a:pt x="920" y="4383"/>
                </a:lnTo>
                <a:lnTo>
                  <a:pt x="919" y="4396"/>
                </a:lnTo>
                <a:lnTo>
                  <a:pt x="919" y="4408"/>
                </a:lnTo>
                <a:lnTo>
                  <a:pt x="3491" y="4408"/>
                </a:lnTo>
                <a:lnTo>
                  <a:pt x="3491" y="4396"/>
                </a:lnTo>
                <a:lnTo>
                  <a:pt x="3490" y="4383"/>
                </a:lnTo>
                <a:lnTo>
                  <a:pt x="3488" y="4370"/>
                </a:lnTo>
                <a:lnTo>
                  <a:pt x="3486" y="4358"/>
                </a:lnTo>
                <a:lnTo>
                  <a:pt x="3482" y="4344"/>
                </a:lnTo>
                <a:lnTo>
                  <a:pt x="3478" y="4332"/>
                </a:lnTo>
                <a:lnTo>
                  <a:pt x="3474" y="4320"/>
                </a:lnTo>
                <a:lnTo>
                  <a:pt x="3469" y="4307"/>
                </a:lnTo>
                <a:lnTo>
                  <a:pt x="3463" y="4295"/>
                </a:lnTo>
                <a:lnTo>
                  <a:pt x="3457" y="4282"/>
                </a:lnTo>
                <a:lnTo>
                  <a:pt x="3443" y="4259"/>
                </a:lnTo>
                <a:lnTo>
                  <a:pt x="3426" y="4235"/>
                </a:lnTo>
                <a:lnTo>
                  <a:pt x="3406" y="4211"/>
                </a:lnTo>
                <a:lnTo>
                  <a:pt x="3384" y="4189"/>
                </a:lnTo>
                <a:lnTo>
                  <a:pt x="3361" y="4167"/>
                </a:lnTo>
                <a:lnTo>
                  <a:pt x="3334" y="4146"/>
                </a:lnTo>
                <a:lnTo>
                  <a:pt x="3306" y="4124"/>
                </a:lnTo>
                <a:lnTo>
                  <a:pt x="3276" y="4104"/>
                </a:lnTo>
                <a:lnTo>
                  <a:pt x="3244" y="4085"/>
                </a:lnTo>
                <a:lnTo>
                  <a:pt x="3210" y="4065"/>
                </a:lnTo>
                <a:lnTo>
                  <a:pt x="3173" y="4046"/>
                </a:lnTo>
                <a:lnTo>
                  <a:pt x="3136" y="4029"/>
                </a:lnTo>
                <a:lnTo>
                  <a:pt x="3096" y="4012"/>
                </a:lnTo>
                <a:lnTo>
                  <a:pt x="3054" y="3995"/>
                </a:lnTo>
                <a:lnTo>
                  <a:pt x="3011" y="3980"/>
                </a:lnTo>
                <a:lnTo>
                  <a:pt x="2966" y="3965"/>
                </a:lnTo>
                <a:lnTo>
                  <a:pt x="2921" y="3951"/>
                </a:lnTo>
                <a:lnTo>
                  <a:pt x="2873" y="3939"/>
                </a:lnTo>
                <a:lnTo>
                  <a:pt x="2823" y="3926"/>
                </a:lnTo>
                <a:lnTo>
                  <a:pt x="2773" y="3915"/>
                </a:lnTo>
                <a:lnTo>
                  <a:pt x="2722" y="3904"/>
                </a:lnTo>
                <a:lnTo>
                  <a:pt x="2669" y="3895"/>
                </a:lnTo>
                <a:lnTo>
                  <a:pt x="2615" y="3887"/>
                </a:lnTo>
                <a:lnTo>
                  <a:pt x="2559" y="3880"/>
                </a:lnTo>
                <a:lnTo>
                  <a:pt x="2504" y="3873"/>
                </a:lnTo>
                <a:lnTo>
                  <a:pt x="2447" y="3868"/>
                </a:lnTo>
                <a:lnTo>
                  <a:pt x="2389" y="3864"/>
                </a:lnTo>
                <a:lnTo>
                  <a:pt x="2389" y="2549"/>
                </a:lnTo>
                <a:lnTo>
                  <a:pt x="2434" y="2538"/>
                </a:lnTo>
                <a:lnTo>
                  <a:pt x="2477" y="2525"/>
                </a:lnTo>
                <a:lnTo>
                  <a:pt x="2521" y="2508"/>
                </a:lnTo>
                <a:lnTo>
                  <a:pt x="2565" y="2491"/>
                </a:lnTo>
                <a:lnTo>
                  <a:pt x="2607" y="2471"/>
                </a:lnTo>
                <a:lnTo>
                  <a:pt x="2649" y="2449"/>
                </a:lnTo>
                <a:lnTo>
                  <a:pt x="2689" y="2425"/>
                </a:lnTo>
                <a:lnTo>
                  <a:pt x="2730" y="2399"/>
                </a:lnTo>
                <a:lnTo>
                  <a:pt x="2769" y="2370"/>
                </a:lnTo>
                <a:lnTo>
                  <a:pt x="2809" y="2341"/>
                </a:lnTo>
                <a:lnTo>
                  <a:pt x="2846" y="2310"/>
                </a:lnTo>
                <a:lnTo>
                  <a:pt x="2884" y="2276"/>
                </a:lnTo>
                <a:lnTo>
                  <a:pt x="2921" y="2242"/>
                </a:lnTo>
                <a:lnTo>
                  <a:pt x="2956" y="2205"/>
                </a:lnTo>
                <a:lnTo>
                  <a:pt x="2992" y="2167"/>
                </a:lnTo>
                <a:lnTo>
                  <a:pt x="3025" y="2127"/>
                </a:lnTo>
                <a:close/>
                <a:moveTo>
                  <a:pt x="3491" y="791"/>
                </a:moveTo>
                <a:lnTo>
                  <a:pt x="3491" y="367"/>
                </a:lnTo>
                <a:lnTo>
                  <a:pt x="3786" y="367"/>
                </a:lnTo>
                <a:lnTo>
                  <a:pt x="4226" y="367"/>
                </a:lnTo>
                <a:lnTo>
                  <a:pt x="4226" y="403"/>
                </a:lnTo>
                <a:lnTo>
                  <a:pt x="4225" y="441"/>
                </a:lnTo>
                <a:lnTo>
                  <a:pt x="4223" y="482"/>
                </a:lnTo>
                <a:lnTo>
                  <a:pt x="4220" y="525"/>
                </a:lnTo>
                <a:lnTo>
                  <a:pt x="4216" y="570"/>
                </a:lnTo>
                <a:lnTo>
                  <a:pt x="4211" y="617"/>
                </a:lnTo>
                <a:lnTo>
                  <a:pt x="4205" y="665"/>
                </a:lnTo>
                <a:lnTo>
                  <a:pt x="4198" y="716"/>
                </a:lnTo>
                <a:lnTo>
                  <a:pt x="4188" y="767"/>
                </a:lnTo>
                <a:lnTo>
                  <a:pt x="4177" y="819"/>
                </a:lnTo>
                <a:lnTo>
                  <a:pt x="4165" y="873"/>
                </a:lnTo>
                <a:lnTo>
                  <a:pt x="4152" y="927"/>
                </a:lnTo>
                <a:lnTo>
                  <a:pt x="4136" y="982"/>
                </a:lnTo>
                <a:lnTo>
                  <a:pt x="4117" y="1037"/>
                </a:lnTo>
                <a:lnTo>
                  <a:pt x="4097" y="1091"/>
                </a:lnTo>
                <a:lnTo>
                  <a:pt x="4075" y="1146"/>
                </a:lnTo>
                <a:lnTo>
                  <a:pt x="4050" y="1201"/>
                </a:lnTo>
                <a:lnTo>
                  <a:pt x="4037" y="1227"/>
                </a:lnTo>
                <a:lnTo>
                  <a:pt x="4023" y="1255"/>
                </a:lnTo>
                <a:lnTo>
                  <a:pt x="4009" y="1281"/>
                </a:lnTo>
                <a:lnTo>
                  <a:pt x="3994" y="1307"/>
                </a:lnTo>
                <a:lnTo>
                  <a:pt x="3977" y="1334"/>
                </a:lnTo>
                <a:lnTo>
                  <a:pt x="3961" y="1360"/>
                </a:lnTo>
                <a:lnTo>
                  <a:pt x="3944" y="1385"/>
                </a:lnTo>
                <a:lnTo>
                  <a:pt x="3926" y="1412"/>
                </a:lnTo>
                <a:lnTo>
                  <a:pt x="3907" y="1436"/>
                </a:lnTo>
                <a:lnTo>
                  <a:pt x="3887" y="1462"/>
                </a:lnTo>
                <a:lnTo>
                  <a:pt x="3867" y="1486"/>
                </a:lnTo>
                <a:lnTo>
                  <a:pt x="3847" y="1510"/>
                </a:lnTo>
                <a:lnTo>
                  <a:pt x="3824" y="1534"/>
                </a:lnTo>
                <a:lnTo>
                  <a:pt x="3802" y="1557"/>
                </a:lnTo>
                <a:lnTo>
                  <a:pt x="3779" y="1579"/>
                </a:lnTo>
                <a:lnTo>
                  <a:pt x="3754" y="1602"/>
                </a:lnTo>
                <a:lnTo>
                  <a:pt x="3729" y="1623"/>
                </a:lnTo>
                <a:lnTo>
                  <a:pt x="3703" y="1644"/>
                </a:lnTo>
                <a:lnTo>
                  <a:pt x="3676" y="1664"/>
                </a:lnTo>
                <a:lnTo>
                  <a:pt x="3649" y="1685"/>
                </a:lnTo>
                <a:lnTo>
                  <a:pt x="3619" y="1704"/>
                </a:lnTo>
                <a:lnTo>
                  <a:pt x="3590" y="1722"/>
                </a:lnTo>
                <a:lnTo>
                  <a:pt x="3560" y="1740"/>
                </a:lnTo>
                <a:lnTo>
                  <a:pt x="3528" y="1758"/>
                </a:lnTo>
                <a:lnTo>
                  <a:pt x="3496" y="1775"/>
                </a:lnTo>
                <a:lnTo>
                  <a:pt x="3462" y="1790"/>
                </a:lnTo>
                <a:lnTo>
                  <a:pt x="3428" y="1805"/>
                </a:lnTo>
                <a:lnTo>
                  <a:pt x="3392" y="1820"/>
                </a:lnTo>
                <a:lnTo>
                  <a:pt x="3357" y="1833"/>
                </a:lnTo>
                <a:lnTo>
                  <a:pt x="3319" y="1846"/>
                </a:lnTo>
                <a:lnTo>
                  <a:pt x="3192" y="1886"/>
                </a:lnTo>
                <a:lnTo>
                  <a:pt x="3227" y="1825"/>
                </a:lnTo>
                <a:lnTo>
                  <a:pt x="3258" y="1763"/>
                </a:lnTo>
                <a:lnTo>
                  <a:pt x="3289" y="1700"/>
                </a:lnTo>
                <a:lnTo>
                  <a:pt x="3317" y="1635"/>
                </a:lnTo>
                <a:lnTo>
                  <a:pt x="3345" y="1569"/>
                </a:lnTo>
                <a:lnTo>
                  <a:pt x="3369" y="1501"/>
                </a:lnTo>
                <a:lnTo>
                  <a:pt x="3391" y="1433"/>
                </a:lnTo>
                <a:lnTo>
                  <a:pt x="3411" y="1364"/>
                </a:lnTo>
                <a:lnTo>
                  <a:pt x="3430" y="1294"/>
                </a:lnTo>
                <a:lnTo>
                  <a:pt x="3446" y="1223"/>
                </a:lnTo>
                <a:lnTo>
                  <a:pt x="3459" y="1152"/>
                </a:lnTo>
                <a:lnTo>
                  <a:pt x="3470" y="1080"/>
                </a:lnTo>
                <a:lnTo>
                  <a:pt x="3475" y="1044"/>
                </a:lnTo>
                <a:lnTo>
                  <a:pt x="3479" y="1008"/>
                </a:lnTo>
                <a:lnTo>
                  <a:pt x="3482" y="972"/>
                </a:lnTo>
                <a:lnTo>
                  <a:pt x="3486" y="936"/>
                </a:lnTo>
                <a:lnTo>
                  <a:pt x="3488" y="900"/>
                </a:lnTo>
                <a:lnTo>
                  <a:pt x="3490" y="863"/>
                </a:lnTo>
                <a:lnTo>
                  <a:pt x="3491" y="828"/>
                </a:lnTo>
                <a:lnTo>
                  <a:pt x="3491" y="791"/>
                </a:lnTo>
                <a:close/>
                <a:moveTo>
                  <a:pt x="1091" y="1846"/>
                </a:moveTo>
                <a:lnTo>
                  <a:pt x="1091" y="1846"/>
                </a:lnTo>
                <a:lnTo>
                  <a:pt x="1053" y="1833"/>
                </a:lnTo>
                <a:lnTo>
                  <a:pt x="1017" y="1820"/>
                </a:lnTo>
                <a:lnTo>
                  <a:pt x="981" y="1805"/>
                </a:lnTo>
                <a:lnTo>
                  <a:pt x="947" y="1791"/>
                </a:lnTo>
                <a:lnTo>
                  <a:pt x="913" y="1775"/>
                </a:lnTo>
                <a:lnTo>
                  <a:pt x="881" y="1759"/>
                </a:lnTo>
                <a:lnTo>
                  <a:pt x="849" y="1741"/>
                </a:lnTo>
                <a:lnTo>
                  <a:pt x="819" y="1723"/>
                </a:lnTo>
                <a:lnTo>
                  <a:pt x="789" y="1705"/>
                </a:lnTo>
                <a:lnTo>
                  <a:pt x="760" y="1686"/>
                </a:lnTo>
                <a:lnTo>
                  <a:pt x="733" y="1665"/>
                </a:lnTo>
                <a:lnTo>
                  <a:pt x="705" y="1645"/>
                </a:lnTo>
                <a:lnTo>
                  <a:pt x="680" y="1624"/>
                </a:lnTo>
                <a:lnTo>
                  <a:pt x="655" y="1603"/>
                </a:lnTo>
                <a:lnTo>
                  <a:pt x="630" y="1580"/>
                </a:lnTo>
                <a:lnTo>
                  <a:pt x="607" y="1558"/>
                </a:lnTo>
                <a:lnTo>
                  <a:pt x="585" y="1535"/>
                </a:lnTo>
                <a:lnTo>
                  <a:pt x="562" y="1511"/>
                </a:lnTo>
                <a:lnTo>
                  <a:pt x="541" y="1487"/>
                </a:lnTo>
                <a:lnTo>
                  <a:pt x="521" y="1463"/>
                </a:lnTo>
                <a:lnTo>
                  <a:pt x="501" y="1438"/>
                </a:lnTo>
                <a:lnTo>
                  <a:pt x="483" y="1413"/>
                </a:lnTo>
                <a:lnTo>
                  <a:pt x="465" y="1387"/>
                </a:lnTo>
                <a:lnTo>
                  <a:pt x="448" y="1361"/>
                </a:lnTo>
                <a:lnTo>
                  <a:pt x="431" y="1336"/>
                </a:lnTo>
                <a:lnTo>
                  <a:pt x="415" y="1309"/>
                </a:lnTo>
                <a:lnTo>
                  <a:pt x="400" y="1283"/>
                </a:lnTo>
                <a:lnTo>
                  <a:pt x="386" y="1256"/>
                </a:lnTo>
                <a:lnTo>
                  <a:pt x="372" y="1229"/>
                </a:lnTo>
                <a:lnTo>
                  <a:pt x="358" y="1202"/>
                </a:lnTo>
                <a:lnTo>
                  <a:pt x="334" y="1147"/>
                </a:lnTo>
                <a:lnTo>
                  <a:pt x="312" y="1092"/>
                </a:lnTo>
                <a:lnTo>
                  <a:pt x="291" y="1038"/>
                </a:lnTo>
                <a:lnTo>
                  <a:pt x="273" y="983"/>
                </a:lnTo>
                <a:lnTo>
                  <a:pt x="258" y="928"/>
                </a:lnTo>
                <a:lnTo>
                  <a:pt x="244" y="874"/>
                </a:lnTo>
                <a:lnTo>
                  <a:pt x="232" y="820"/>
                </a:lnTo>
                <a:lnTo>
                  <a:pt x="221" y="768"/>
                </a:lnTo>
                <a:lnTo>
                  <a:pt x="212" y="716"/>
                </a:lnTo>
                <a:lnTo>
                  <a:pt x="204" y="666"/>
                </a:lnTo>
                <a:lnTo>
                  <a:pt x="198" y="618"/>
                </a:lnTo>
                <a:lnTo>
                  <a:pt x="194" y="570"/>
                </a:lnTo>
                <a:lnTo>
                  <a:pt x="190" y="525"/>
                </a:lnTo>
                <a:lnTo>
                  <a:pt x="187" y="482"/>
                </a:lnTo>
                <a:lnTo>
                  <a:pt x="185" y="441"/>
                </a:lnTo>
                <a:lnTo>
                  <a:pt x="184" y="404"/>
                </a:lnTo>
                <a:lnTo>
                  <a:pt x="184" y="367"/>
                </a:lnTo>
                <a:lnTo>
                  <a:pt x="624" y="367"/>
                </a:lnTo>
                <a:lnTo>
                  <a:pt x="919" y="367"/>
                </a:lnTo>
                <a:lnTo>
                  <a:pt x="919" y="791"/>
                </a:lnTo>
                <a:lnTo>
                  <a:pt x="919" y="828"/>
                </a:lnTo>
                <a:lnTo>
                  <a:pt x="920" y="863"/>
                </a:lnTo>
                <a:lnTo>
                  <a:pt x="922" y="900"/>
                </a:lnTo>
                <a:lnTo>
                  <a:pt x="924" y="936"/>
                </a:lnTo>
                <a:lnTo>
                  <a:pt x="927" y="972"/>
                </a:lnTo>
                <a:lnTo>
                  <a:pt x="930" y="1008"/>
                </a:lnTo>
                <a:lnTo>
                  <a:pt x="935" y="1044"/>
                </a:lnTo>
                <a:lnTo>
                  <a:pt x="940" y="1080"/>
                </a:lnTo>
                <a:lnTo>
                  <a:pt x="951" y="1151"/>
                </a:lnTo>
                <a:lnTo>
                  <a:pt x="964" y="1223"/>
                </a:lnTo>
                <a:lnTo>
                  <a:pt x="980" y="1293"/>
                </a:lnTo>
                <a:lnTo>
                  <a:pt x="998" y="1363"/>
                </a:lnTo>
                <a:lnTo>
                  <a:pt x="1019" y="1432"/>
                </a:lnTo>
                <a:lnTo>
                  <a:pt x="1041" y="1501"/>
                </a:lnTo>
                <a:lnTo>
                  <a:pt x="1065" y="1568"/>
                </a:lnTo>
                <a:lnTo>
                  <a:pt x="1092" y="1634"/>
                </a:lnTo>
                <a:lnTo>
                  <a:pt x="1120" y="1699"/>
                </a:lnTo>
                <a:lnTo>
                  <a:pt x="1151" y="1763"/>
                </a:lnTo>
                <a:lnTo>
                  <a:pt x="1183" y="1825"/>
                </a:lnTo>
                <a:lnTo>
                  <a:pt x="1217" y="1885"/>
                </a:lnTo>
                <a:lnTo>
                  <a:pt x="1091" y="1846"/>
                </a:lnTo>
                <a:close/>
                <a:moveTo>
                  <a:pt x="2205" y="1626"/>
                </a:moveTo>
                <a:lnTo>
                  <a:pt x="1637" y="2020"/>
                </a:lnTo>
                <a:lnTo>
                  <a:pt x="1837" y="1359"/>
                </a:lnTo>
                <a:lnTo>
                  <a:pt x="1287" y="940"/>
                </a:lnTo>
                <a:lnTo>
                  <a:pt x="1978" y="927"/>
                </a:lnTo>
                <a:lnTo>
                  <a:pt x="2205" y="274"/>
                </a:lnTo>
                <a:lnTo>
                  <a:pt x="2433" y="927"/>
                </a:lnTo>
                <a:lnTo>
                  <a:pt x="3123" y="940"/>
                </a:lnTo>
                <a:lnTo>
                  <a:pt x="2573" y="1359"/>
                </a:lnTo>
                <a:lnTo>
                  <a:pt x="2772" y="2020"/>
                </a:lnTo>
                <a:lnTo>
                  <a:pt x="2205" y="162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" y="66250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 smtClean="0"/>
              <a:t>最受</a:t>
            </a:r>
            <a:r>
              <a:rPr lang="en-US" altLang="zh-CN" sz="3200" b="1" dirty="0" smtClean="0"/>
              <a:t>00</a:t>
            </a:r>
            <a:r>
              <a:rPr lang="zh-CN" altLang="en-US" sz="3200" b="1" dirty="0" smtClean="0"/>
              <a:t>后欢迎 </a:t>
            </a:r>
            <a:r>
              <a:rPr lang="en-US" altLang="zh-CN" sz="3200" b="1" dirty="0" smtClean="0"/>
              <a:t>TOP50 APP</a:t>
            </a:r>
            <a:r>
              <a:rPr lang="en-US" altLang="zh-CN" sz="2000" b="1" dirty="0" smtClean="0"/>
              <a:t>(2016</a:t>
            </a:r>
            <a:r>
              <a:rPr lang="zh-CN" altLang="en-US" sz="2000" b="1" dirty="0" smtClean="0"/>
              <a:t>上半年</a:t>
            </a:r>
            <a:r>
              <a:rPr lang="en-US" altLang="zh-CN" sz="2000" b="1" dirty="0" smtClean="0"/>
              <a:t>)</a:t>
            </a:r>
            <a:endParaRPr lang="zh-CN" altLang="en-US" sz="2000" b="1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685" y="2114369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685" y="3296780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685" y="3690917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685" y="2902643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685" y="4479191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685" y="4873328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685" y="4085054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685" y="5661603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685" y="2508506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685" y="5267465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924" y="5661603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924" y="2902643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924" y="4085054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924" y="4479191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924" y="2114369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924" y="2508506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924" y="3296780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924" y="4873328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924" y="5267465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924" y="3690917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244" y="4873328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244" y="3690917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244" y="2508506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244" y="4085054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244" y="5661603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244" y="5267465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244" y="2114369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244" y="4479191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244" y="2902643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244" y="3296780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563" y="3690526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563" y="2114369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563" y="2902643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563" y="2508506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563" y="5267075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563" y="4478800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563" y="4872937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563" y="3296780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0" name="图片 59"/>
          <p:cNvPicPr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3851" y="3690526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2" name="图片 61"/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3851" y="4084663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3" name="图片 62"/>
          <p:cNvPicPr>
            <a:picLocks noChangeAspect="1"/>
          </p:cNvPicPr>
          <p:nvPr/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3851" y="3296389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4" name="图片 63"/>
          <p:cNvPicPr>
            <a:picLocks noChangeAspect="1"/>
          </p:cNvPicPr>
          <p:nvPr/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3851" y="4478800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5" name="图片 64"/>
          <p:cNvPicPr>
            <a:picLocks noChangeAspect="1"/>
          </p:cNvPicPr>
          <p:nvPr/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613" y="5652789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6" name="图片 65"/>
          <p:cNvPicPr>
            <a:picLocks noChangeAspect="1"/>
          </p:cNvPicPr>
          <p:nvPr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3851" y="4872937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7" name="图片 66"/>
          <p:cNvPicPr>
            <a:picLocks noChangeAspect="1"/>
          </p:cNvPicPr>
          <p:nvPr/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3851" y="5267075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8" name="图片 67"/>
          <p:cNvPicPr>
            <a:picLocks noChangeAspect="1"/>
          </p:cNvPicPr>
          <p:nvPr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3851" y="2113978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9" name="图片 68"/>
          <p:cNvPicPr>
            <a:picLocks noChangeAspect="1"/>
          </p:cNvPicPr>
          <p:nvPr/>
        </p:nvPicPr>
        <p:blipFill>
          <a:blip r:embed="rId4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3851" y="2508115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9">
            <a:extLst>
              <a:ext uri="{BEBA8EAE-BF5A-486C-A8C5-ECC9F3942E4B}">
                <a14:imgProps xmlns:a14="http://schemas.microsoft.com/office/drawing/2010/main">
                  <a14:imgLayer r:embed="rId50">
                    <a14:imgEffect>
                      <a14:backgroundRemoval t="9804" b="89216" l="9434" r="96226">
                        <a14:foregroundMark x1="72642" y1="39216" x2="72642" y2="39216"/>
                        <a14:foregroundMark x1="37736" y1="38235" x2="37736" y2="38235"/>
                        <a14:foregroundMark x1="55660" y1="51961" x2="55660" y2="51961"/>
                        <a14:foregroundMark x1="50000" y1="61765" x2="50000" y2="61765"/>
                        <a14:foregroundMark x1="63208" y1="61765" x2="63208" y2="61765"/>
                      </a14:backgroundRemoval>
                    </a14:imgEffect>
                  </a14:imgLayer>
                </a14:imgProps>
              </a:ext>
            </a:extLst>
          </a:blip>
          <a:srcRect l="23093" t="14666" r="10957" b="16808"/>
          <a:stretch/>
        </p:blipFill>
        <p:spPr>
          <a:xfrm>
            <a:off x="8039630" y="4068566"/>
            <a:ext cx="308269" cy="3082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28907" y="2861210"/>
            <a:ext cx="344327" cy="34432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0077861" y="5671849"/>
            <a:ext cx="266964" cy="27072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309016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/>
          <p:cNvSpPr/>
          <p:nvPr/>
        </p:nvSpPr>
        <p:spPr>
          <a:xfrm>
            <a:off x="4282751" y="1931436"/>
            <a:ext cx="3228391" cy="4348066"/>
          </a:xfrm>
          <a:prstGeom prst="roundRect">
            <a:avLst>
              <a:gd name="adj" fmla="val 116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774691"/>
              </p:ext>
            </p:extLst>
          </p:nvPr>
        </p:nvGraphicFramePr>
        <p:xfrm>
          <a:off x="5410798" y="2092748"/>
          <a:ext cx="1969144" cy="4144987"/>
        </p:xfrm>
        <a:graphic>
          <a:graphicData uri="http://schemas.openxmlformats.org/drawingml/2006/table">
            <a:tbl>
              <a:tblPr/>
              <a:tblGrid>
                <a:gridCol w="637200"/>
                <a:gridCol w="1331944"/>
              </a:tblGrid>
              <a:tr h="4524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 u="none" strike="noStrike" dirty="0">
                          <a:solidFill>
                            <a:schemeClr val="accent4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chemeClr val="accent4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QQ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24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 u="none" strike="noStrike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 dirty="0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微信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24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 u="none" strike="noStrike">
                          <a:solidFill>
                            <a:srgbClr val="FF99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 dirty="0">
                          <a:solidFill>
                            <a:srgbClr val="FF99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新浪微博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QQ</a:t>
                      </a:r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百度贴吧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Faceu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nice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LOFTER</a:t>
                      </a: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陌陌</a:t>
                      </a: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探探</a:t>
                      </a: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0" y="80924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最</a:t>
            </a:r>
            <a:r>
              <a:rPr lang="zh-CN" altLang="en-US" sz="2800" b="1" dirty="0" smtClean="0"/>
              <a:t>受</a:t>
            </a:r>
            <a:r>
              <a:rPr lang="en-US" altLang="zh-CN" sz="2800" b="1" dirty="0" smtClean="0"/>
              <a:t>00</a:t>
            </a:r>
            <a:r>
              <a:rPr lang="zh-CN" altLang="en-US" sz="2800" b="1" dirty="0" smtClean="0"/>
              <a:t>后欢迎的</a:t>
            </a:r>
            <a:r>
              <a:rPr lang="zh-CN" altLang="en-US" sz="3600" b="1" dirty="0" smtClean="0"/>
              <a:t>社交工具</a:t>
            </a:r>
            <a:r>
              <a:rPr lang="en-US" altLang="zh-CN" sz="2800" b="1" dirty="0"/>
              <a:t>APP</a:t>
            </a:r>
            <a:r>
              <a:rPr lang="en-US" altLang="zh-CN" sz="2000" b="1" dirty="0"/>
              <a:t>(2016</a:t>
            </a:r>
            <a:r>
              <a:rPr lang="zh-CN" altLang="en-US" sz="2000" b="1" dirty="0"/>
              <a:t>上半年</a:t>
            </a:r>
            <a:r>
              <a:rPr lang="en-US" altLang="zh-CN" sz="2000" b="1" dirty="0"/>
              <a:t>)</a:t>
            </a:r>
            <a:endParaRPr lang="zh-CN" altLang="en-US" sz="2000" b="1" dirty="0"/>
          </a:p>
        </p:txBody>
      </p:sp>
      <p:sp>
        <p:nvSpPr>
          <p:cNvPr id="20" name="KSO_Shape"/>
          <p:cNvSpPr>
            <a:spLocks/>
          </p:cNvSpPr>
          <p:nvPr/>
        </p:nvSpPr>
        <p:spPr bwMode="auto">
          <a:xfrm>
            <a:off x="4834002" y="2184269"/>
            <a:ext cx="247045" cy="247457"/>
          </a:xfrm>
          <a:custGeom>
            <a:avLst/>
            <a:gdLst>
              <a:gd name="T0" fmla="*/ 2147483646 w 4409"/>
              <a:gd name="T1" fmla="*/ 2147483646 h 4408"/>
              <a:gd name="T2" fmla="*/ 2147483646 w 4409"/>
              <a:gd name="T3" fmla="*/ 2147483646 h 4408"/>
              <a:gd name="T4" fmla="*/ 2147483646 w 4409"/>
              <a:gd name="T5" fmla="*/ 2147483646 h 4408"/>
              <a:gd name="T6" fmla="*/ 2147483646 w 4409"/>
              <a:gd name="T7" fmla="*/ 2147483646 h 4408"/>
              <a:gd name="T8" fmla="*/ 2147483646 w 4409"/>
              <a:gd name="T9" fmla="*/ 2147483646 h 4408"/>
              <a:gd name="T10" fmla="*/ 2147483646 w 4409"/>
              <a:gd name="T11" fmla="*/ 2147483646 h 4408"/>
              <a:gd name="T12" fmla="*/ 2147483646 w 4409"/>
              <a:gd name="T13" fmla="*/ 2147483646 h 4408"/>
              <a:gd name="T14" fmla="*/ 2147483646 w 4409"/>
              <a:gd name="T15" fmla="*/ 2147483646 h 4408"/>
              <a:gd name="T16" fmla="*/ 481718167 w 4409"/>
              <a:gd name="T17" fmla="*/ 2147483646 h 4408"/>
              <a:gd name="T18" fmla="*/ 321145301 w 4409"/>
              <a:gd name="T19" fmla="*/ 2147483646 h 4408"/>
              <a:gd name="T20" fmla="*/ 2147483646 w 4409"/>
              <a:gd name="T21" fmla="*/ 2147483646 h 4408"/>
              <a:gd name="T22" fmla="*/ 2147483646 w 4409"/>
              <a:gd name="T23" fmla="*/ 2147483646 h 4408"/>
              <a:gd name="T24" fmla="*/ 2147483646 w 4409"/>
              <a:gd name="T25" fmla="*/ 2147483646 h 4408"/>
              <a:gd name="T26" fmla="*/ 2147483646 w 4409"/>
              <a:gd name="T27" fmla="*/ 2147483646 h 4408"/>
              <a:gd name="T28" fmla="*/ 2147483646 w 4409"/>
              <a:gd name="T29" fmla="*/ 2147483646 h 4408"/>
              <a:gd name="T30" fmla="*/ 2147483646 w 4409"/>
              <a:gd name="T31" fmla="*/ 2147483646 h 4408"/>
              <a:gd name="T32" fmla="*/ 2147483646 w 4409"/>
              <a:gd name="T33" fmla="*/ 2147483646 h 4408"/>
              <a:gd name="T34" fmla="*/ 2147483646 w 4409"/>
              <a:gd name="T35" fmla="*/ 2147483646 h 4408"/>
              <a:gd name="T36" fmla="*/ 2147483646 w 4409"/>
              <a:gd name="T37" fmla="*/ 2147483646 h 4408"/>
              <a:gd name="T38" fmla="*/ 2147483646 w 4409"/>
              <a:gd name="T39" fmla="*/ 2147483646 h 4408"/>
              <a:gd name="T40" fmla="*/ 2147483646 w 4409"/>
              <a:gd name="T41" fmla="*/ 2147483646 h 4408"/>
              <a:gd name="T42" fmla="*/ 2147483646 w 4409"/>
              <a:gd name="T43" fmla="*/ 2147483646 h 4408"/>
              <a:gd name="T44" fmla="*/ 2147483646 w 4409"/>
              <a:gd name="T45" fmla="*/ 2147483646 h 4408"/>
              <a:gd name="T46" fmla="*/ 2147483646 w 4409"/>
              <a:gd name="T47" fmla="*/ 2147483646 h 4408"/>
              <a:gd name="T48" fmla="*/ 2147483646 w 4409"/>
              <a:gd name="T49" fmla="*/ 2147483646 h 4408"/>
              <a:gd name="T50" fmla="*/ 2147483646 w 4409"/>
              <a:gd name="T51" fmla="*/ 2147483646 h 4408"/>
              <a:gd name="T52" fmla="*/ 2147483646 w 4409"/>
              <a:gd name="T53" fmla="*/ 2147483646 h 4408"/>
              <a:gd name="T54" fmla="*/ 2147483646 w 4409"/>
              <a:gd name="T55" fmla="*/ 2147483646 h 4408"/>
              <a:gd name="T56" fmla="*/ 2147483646 w 4409"/>
              <a:gd name="T57" fmla="*/ 2147483646 h 4408"/>
              <a:gd name="T58" fmla="*/ 2147483646 w 4409"/>
              <a:gd name="T59" fmla="*/ 2147483646 h 4408"/>
              <a:gd name="T60" fmla="*/ 2147483646 w 4409"/>
              <a:gd name="T61" fmla="*/ 2147483646 h 4408"/>
              <a:gd name="T62" fmla="*/ 2147483646 w 4409"/>
              <a:gd name="T63" fmla="*/ 2147483646 h 4408"/>
              <a:gd name="T64" fmla="*/ 2147483646 w 4409"/>
              <a:gd name="T65" fmla="*/ 2147483646 h 4408"/>
              <a:gd name="T66" fmla="*/ 2147483646 w 4409"/>
              <a:gd name="T67" fmla="*/ 2147483646 h 4408"/>
              <a:gd name="T68" fmla="*/ 2147483646 w 4409"/>
              <a:gd name="T69" fmla="*/ 2147483646 h 4408"/>
              <a:gd name="T70" fmla="*/ 2147483646 w 4409"/>
              <a:gd name="T71" fmla="*/ 2147483646 h 4408"/>
              <a:gd name="T72" fmla="*/ 2147483646 w 4409"/>
              <a:gd name="T73" fmla="*/ 2147483646 h 4408"/>
              <a:gd name="T74" fmla="*/ 2147483646 w 4409"/>
              <a:gd name="T75" fmla="*/ 2147483646 h 4408"/>
              <a:gd name="T76" fmla="*/ 2147483646 w 4409"/>
              <a:gd name="T77" fmla="*/ 2147483646 h 4408"/>
              <a:gd name="T78" fmla="*/ 2147483646 w 4409"/>
              <a:gd name="T79" fmla="*/ 2147483646 h 4408"/>
              <a:gd name="T80" fmla="*/ 2147483646 w 4409"/>
              <a:gd name="T81" fmla="*/ 2147483646 h 4408"/>
              <a:gd name="T82" fmla="*/ 2147483646 w 4409"/>
              <a:gd name="T83" fmla="*/ 2147483646 h 4408"/>
              <a:gd name="T84" fmla="*/ 2147483646 w 4409"/>
              <a:gd name="T85" fmla="*/ 2147483646 h 4408"/>
              <a:gd name="T86" fmla="*/ 2147483646 w 4409"/>
              <a:gd name="T87" fmla="*/ 2147483646 h 4408"/>
              <a:gd name="T88" fmla="*/ 2147483646 w 4409"/>
              <a:gd name="T89" fmla="*/ 2147483646 h 4408"/>
              <a:gd name="T90" fmla="*/ 2147483646 w 4409"/>
              <a:gd name="T91" fmla="*/ 2147483646 h 4408"/>
              <a:gd name="T92" fmla="*/ 2147483646 w 4409"/>
              <a:gd name="T93" fmla="*/ 2147483646 h 4408"/>
              <a:gd name="T94" fmla="*/ 2147483646 w 4409"/>
              <a:gd name="T95" fmla="*/ 2147483646 h 4408"/>
              <a:gd name="T96" fmla="*/ 2147483646 w 4409"/>
              <a:gd name="T97" fmla="*/ 2147483646 h 4408"/>
              <a:gd name="T98" fmla="*/ 2147483646 w 4409"/>
              <a:gd name="T99" fmla="*/ 2147483646 h 4408"/>
              <a:gd name="T100" fmla="*/ 2147483646 w 4409"/>
              <a:gd name="T101" fmla="*/ 2147483646 h 4408"/>
              <a:gd name="T102" fmla="*/ 2147483646 w 4409"/>
              <a:gd name="T103" fmla="*/ 2147483646 h 4408"/>
              <a:gd name="T104" fmla="*/ 2147483646 w 4409"/>
              <a:gd name="T105" fmla="*/ 2147483646 h 4408"/>
              <a:gd name="T106" fmla="*/ 2147483646 w 4409"/>
              <a:gd name="T107" fmla="*/ 2147483646 h 4408"/>
              <a:gd name="T108" fmla="*/ 2147483646 w 4409"/>
              <a:gd name="T109" fmla="*/ 2147483646 h 44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409" h="4408">
                <a:moveTo>
                  <a:pt x="3025" y="2127"/>
                </a:moveTo>
                <a:lnTo>
                  <a:pt x="3025" y="2127"/>
                </a:lnTo>
                <a:lnTo>
                  <a:pt x="3097" y="2107"/>
                </a:lnTo>
                <a:lnTo>
                  <a:pt x="3179" y="2081"/>
                </a:lnTo>
                <a:lnTo>
                  <a:pt x="3271" y="2053"/>
                </a:lnTo>
                <a:lnTo>
                  <a:pt x="3375" y="2020"/>
                </a:lnTo>
                <a:lnTo>
                  <a:pt x="3429" y="2002"/>
                </a:lnTo>
                <a:lnTo>
                  <a:pt x="3481" y="1982"/>
                </a:lnTo>
                <a:lnTo>
                  <a:pt x="3532" y="1961"/>
                </a:lnTo>
                <a:lnTo>
                  <a:pt x="3580" y="1938"/>
                </a:lnTo>
                <a:lnTo>
                  <a:pt x="3626" y="1914"/>
                </a:lnTo>
                <a:lnTo>
                  <a:pt x="3672" y="1889"/>
                </a:lnTo>
                <a:lnTo>
                  <a:pt x="3715" y="1861"/>
                </a:lnTo>
                <a:lnTo>
                  <a:pt x="3756" y="1834"/>
                </a:lnTo>
                <a:lnTo>
                  <a:pt x="3797" y="1804"/>
                </a:lnTo>
                <a:lnTo>
                  <a:pt x="3834" y="1774"/>
                </a:lnTo>
                <a:lnTo>
                  <a:pt x="3871" y="1744"/>
                </a:lnTo>
                <a:lnTo>
                  <a:pt x="3906" y="1711"/>
                </a:lnTo>
                <a:lnTo>
                  <a:pt x="3940" y="1679"/>
                </a:lnTo>
                <a:lnTo>
                  <a:pt x="3971" y="1644"/>
                </a:lnTo>
                <a:lnTo>
                  <a:pt x="4002" y="1610"/>
                </a:lnTo>
                <a:lnTo>
                  <a:pt x="4031" y="1575"/>
                </a:lnTo>
                <a:lnTo>
                  <a:pt x="4059" y="1539"/>
                </a:lnTo>
                <a:lnTo>
                  <a:pt x="4085" y="1502"/>
                </a:lnTo>
                <a:lnTo>
                  <a:pt x="4110" y="1466"/>
                </a:lnTo>
                <a:lnTo>
                  <a:pt x="4134" y="1428"/>
                </a:lnTo>
                <a:lnTo>
                  <a:pt x="4157" y="1390"/>
                </a:lnTo>
                <a:lnTo>
                  <a:pt x="4177" y="1351"/>
                </a:lnTo>
                <a:lnTo>
                  <a:pt x="4198" y="1312"/>
                </a:lnTo>
                <a:lnTo>
                  <a:pt x="4217" y="1274"/>
                </a:lnTo>
                <a:lnTo>
                  <a:pt x="4234" y="1235"/>
                </a:lnTo>
                <a:lnTo>
                  <a:pt x="4251" y="1196"/>
                </a:lnTo>
                <a:lnTo>
                  <a:pt x="4267" y="1156"/>
                </a:lnTo>
                <a:lnTo>
                  <a:pt x="4281" y="1117"/>
                </a:lnTo>
                <a:lnTo>
                  <a:pt x="4295" y="1078"/>
                </a:lnTo>
                <a:lnTo>
                  <a:pt x="4307" y="1039"/>
                </a:lnTo>
                <a:lnTo>
                  <a:pt x="4319" y="1000"/>
                </a:lnTo>
                <a:lnTo>
                  <a:pt x="4329" y="961"/>
                </a:lnTo>
                <a:lnTo>
                  <a:pt x="4340" y="923"/>
                </a:lnTo>
                <a:lnTo>
                  <a:pt x="4349" y="884"/>
                </a:lnTo>
                <a:lnTo>
                  <a:pt x="4357" y="847"/>
                </a:lnTo>
                <a:lnTo>
                  <a:pt x="4365" y="809"/>
                </a:lnTo>
                <a:lnTo>
                  <a:pt x="4377" y="736"/>
                </a:lnTo>
                <a:lnTo>
                  <a:pt x="4387" y="665"/>
                </a:lnTo>
                <a:lnTo>
                  <a:pt x="4395" y="598"/>
                </a:lnTo>
                <a:lnTo>
                  <a:pt x="4401" y="534"/>
                </a:lnTo>
                <a:lnTo>
                  <a:pt x="4405" y="474"/>
                </a:lnTo>
                <a:lnTo>
                  <a:pt x="4407" y="418"/>
                </a:lnTo>
                <a:lnTo>
                  <a:pt x="4409" y="367"/>
                </a:lnTo>
                <a:lnTo>
                  <a:pt x="4409" y="321"/>
                </a:lnTo>
                <a:lnTo>
                  <a:pt x="4409" y="281"/>
                </a:lnTo>
                <a:lnTo>
                  <a:pt x="4407" y="247"/>
                </a:lnTo>
                <a:lnTo>
                  <a:pt x="4404" y="201"/>
                </a:lnTo>
                <a:lnTo>
                  <a:pt x="4403" y="183"/>
                </a:lnTo>
                <a:lnTo>
                  <a:pt x="3786" y="183"/>
                </a:lnTo>
                <a:lnTo>
                  <a:pt x="3491" y="183"/>
                </a:lnTo>
                <a:lnTo>
                  <a:pt x="3491" y="0"/>
                </a:lnTo>
                <a:lnTo>
                  <a:pt x="919" y="0"/>
                </a:lnTo>
                <a:lnTo>
                  <a:pt x="919" y="183"/>
                </a:lnTo>
                <a:lnTo>
                  <a:pt x="624" y="183"/>
                </a:lnTo>
                <a:lnTo>
                  <a:pt x="6" y="183"/>
                </a:lnTo>
                <a:lnTo>
                  <a:pt x="5" y="201"/>
                </a:lnTo>
                <a:lnTo>
                  <a:pt x="2" y="247"/>
                </a:lnTo>
                <a:lnTo>
                  <a:pt x="1" y="282"/>
                </a:lnTo>
                <a:lnTo>
                  <a:pt x="0" y="321"/>
                </a:lnTo>
                <a:lnTo>
                  <a:pt x="1" y="367"/>
                </a:lnTo>
                <a:lnTo>
                  <a:pt x="2" y="419"/>
                </a:lnTo>
                <a:lnTo>
                  <a:pt x="4" y="475"/>
                </a:lnTo>
                <a:lnTo>
                  <a:pt x="8" y="535"/>
                </a:lnTo>
                <a:lnTo>
                  <a:pt x="14" y="599"/>
                </a:lnTo>
                <a:lnTo>
                  <a:pt x="22" y="667"/>
                </a:lnTo>
                <a:lnTo>
                  <a:pt x="32" y="737"/>
                </a:lnTo>
                <a:lnTo>
                  <a:pt x="45" y="811"/>
                </a:lnTo>
                <a:lnTo>
                  <a:pt x="52" y="848"/>
                </a:lnTo>
                <a:lnTo>
                  <a:pt x="61" y="886"/>
                </a:lnTo>
                <a:lnTo>
                  <a:pt x="69" y="924"/>
                </a:lnTo>
                <a:lnTo>
                  <a:pt x="79" y="962"/>
                </a:lnTo>
                <a:lnTo>
                  <a:pt x="91" y="1002"/>
                </a:lnTo>
                <a:lnTo>
                  <a:pt x="102" y="1041"/>
                </a:lnTo>
                <a:lnTo>
                  <a:pt x="115" y="1080"/>
                </a:lnTo>
                <a:lnTo>
                  <a:pt x="128" y="1120"/>
                </a:lnTo>
                <a:lnTo>
                  <a:pt x="142" y="1158"/>
                </a:lnTo>
                <a:lnTo>
                  <a:pt x="159" y="1198"/>
                </a:lnTo>
                <a:lnTo>
                  <a:pt x="175" y="1237"/>
                </a:lnTo>
                <a:lnTo>
                  <a:pt x="193" y="1276"/>
                </a:lnTo>
                <a:lnTo>
                  <a:pt x="211" y="1315"/>
                </a:lnTo>
                <a:lnTo>
                  <a:pt x="232" y="1354"/>
                </a:lnTo>
                <a:lnTo>
                  <a:pt x="253" y="1392"/>
                </a:lnTo>
                <a:lnTo>
                  <a:pt x="275" y="1430"/>
                </a:lnTo>
                <a:lnTo>
                  <a:pt x="299" y="1468"/>
                </a:lnTo>
                <a:lnTo>
                  <a:pt x="324" y="1504"/>
                </a:lnTo>
                <a:lnTo>
                  <a:pt x="350" y="1541"/>
                </a:lnTo>
                <a:lnTo>
                  <a:pt x="378" y="1577"/>
                </a:lnTo>
                <a:lnTo>
                  <a:pt x="407" y="1612"/>
                </a:lnTo>
                <a:lnTo>
                  <a:pt x="438" y="1646"/>
                </a:lnTo>
                <a:lnTo>
                  <a:pt x="470" y="1681"/>
                </a:lnTo>
                <a:lnTo>
                  <a:pt x="503" y="1713"/>
                </a:lnTo>
                <a:lnTo>
                  <a:pt x="538" y="1746"/>
                </a:lnTo>
                <a:lnTo>
                  <a:pt x="574" y="1776"/>
                </a:lnTo>
                <a:lnTo>
                  <a:pt x="613" y="1806"/>
                </a:lnTo>
                <a:lnTo>
                  <a:pt x="653" y="1835"/>
                </a:lnTo>
                <a:lnTo>
                  <a:pt x="694" y="1863"/>
                </a:lnTo>
                <a:lnTo>
                  <a:pt x="738" y="1890"/>
                </a:lnTo>
                <a:lnTo>
                  <a:pt x="782" y="1915"/>
                </a:lnTo>
                <a:lnTo>
                  <a:pt x="829" y="1939"/>
                </a:lnTo>
                <a:lnTo>
                  <a:pt x="878" y="1962"/>
                </a:lnTo>
                <a:lnTo>
                  <a:pt x="928" y="1983"/>
                </a:lnTo>
                <a:lnTo>
                  <a:pt x="981" y="2002"/>
                </a:lnTo>
                <a:lnTo>
                  <a:pt x="1035" y="2020"/>
                </a:lnTo>
                <a:lnTo>
                  <a:pt x="1137" y="2053"/>
                </a:lnTo>
                <a:lnTo>
                  <a:pt x="1230" y="2080"/>
                </a:lnTo>
                <a:lnTo>
                  <a:pt x="1311" y="2105"/>
                </a:lnTo>
                <a:lnTo>
                  <a:pt x="1384" y="2125"/>
                </a:lnTo>
                <a:lnTo>
                  <a:pt x="1417" y="2164"/>
                </a:lnTo>
                <a:lnTo>
                  <a:pt x="1452" y="2203"/>
                </a:lnTo>
                <a:lnTo>
                  <a:pt x="1488" y="2241"/>
                </a:lnTo>
                <a:lnTo>
                  <a:pt x="1525" y="2275"/>
                </a:lnTo>
                <a:lnTo>
                  <a:pt x="1562" y="2309"/>
                </a:lnTo>
                <a:lnTo>
                  <a:pt x="1600" y="2340"/>
                </a:lnTo>
                <a:lnTo>
                  <a:pt x="1639" y="2370"/>
                </a:lnTo>
                <a:lnTo>
                  <a:pt x="1679" y="2398"/>
                </a:lnTo>
                <a:lnTo>
                  <a:pt x="1720" y="2424"/>
                </a:lnTo>
                <a:lnTo>
                  <a:pt x="1761" y="2449"/>
                </a:lnTo>
                <a:lnTo>
                  <a:pt x="1803" y="2471"/>
                </a:lnTo>
                <a:lnTo>
                  <a:pt x="1845" y="2490"/>
                </a:lnTo>
                <a:lnTo>
                  <a:pt x="1888" y="2508"/>
                </a:lnTo>
                <a:lnTo>
                  <a:pt x="1933" y="2525"/>
                </a:lnTo>
                <a:lnTo>
                  <a:pt x="1976" y="2538"/>
                </a:lnTo>
                <a:lnTo>
                  <a:pt x="2021" y="2549"/>
                </a:lnTo>
                <a:lnTo>
                  <a:pt x="2021" y="3864"/>
                </a:lnTo>
                <a:lnTo>
                  <a:pt x="1963" y="3868"/>
                </a:lnTo>
                <a:lnTo>
                  <a:pt x="1906" y="3873"/>
                </a:lnTo>
                <a:lnTo>
                  <a:pt x="1850" y="3880"/>
                </a:lnTo>
                <a:lnTo>
                  <a:pt x="1795" y="3887"/>
                </a:lnTo>
                <a:lnTo>
                  <a:pt x="1741" y="3895"/>
                </a:lnTo>
                <a:lnTo>
                  <a:pt x="1688" y="3904"/>
                </a:lnTo>
                <a:lnTo>
                  <a:pt x="1636" y="3915"/>
                </a:lnTo>
                <a:lnTo>
                  <a:pt x="1587" y="3926"/>
                </a:lnTo>
                <a:lnTo>
                  <a:pt x="1537" y="3939"/>
                </a:lnTo>
                <a:lnTo>
                  <a:pt x="1489" y="3951"/>
                </a:lnTo>
                <a:lnTo>
                  <a:pt x="1444" y="3965"/>
                </a:lnTo>
                <a:lnTo>
                  <a:pt x="1399" y="3980"/>
                </a:lnTo>
                <a:lnTo>
                  <a:pt x="1355" y="3995"/>
                </a:lnTo>
                <a:lnTo>
                  <a:pt x="1314" y="4012"/>
                </a:lnTo>
                <a:lnTo>
                  <a:pt x="1274" y="4029"/>
                </a:lnTo>
                <a:lnTo>
                  <a:pt x="1237" y="4046"/>
                </a:lnTo>
                <a:lnTo>
                  <a:pt x="1200" y="4065"/>
                </a:lnTo>
                <a:lnTo>
                  <a:pt x="1166" y="4085"/>
                </a:lnTo>
                <a:lnTo>
                  <a:pt x="1134" y="4104"/>
                </a:lnTo>
                <a:lnTo>
                  <a:pt x="1104" y="4124"/>
                </a:lnTo>
                <a:lnTo>
                  <a:pt x="1076" y="4146"/>
                </a:lnTo>
                <a:lnTo>
                  <a:pt x="1049" y="4167"/>
                </a:lnTo>
                <a:lnTo>
                  <a:pt x="1026" y="4189"/>
                </a:lnTo>
                <a:lnTo>
                  <a:pt x="1004" y="4211"/>
                </a:lnTo>
                <a:lnTo>
                  <a:pt x="984" y="4235"/>
                </a:lnTo>
                <a:lnTo>
                  <a:pt x="968" y="4259"/>
                </a:lnTo>
                <a:lnTo>
                  <a:pt x="953" y="4282"/>
                </a:lnTo>
                <a:lnTo>
                  <a:pt x="947" y="4295"/>
                </a:lnTo>
                <a:lnTo>
                  <a:pt x="941" y="4307"/>
                </a:lnTo>
                <a:lnTo>
                  <a:pt x="936" y="4320"/>
                </a:lnTo>
                <a:lnTo>
                  <a:pt x="931" y="4332"/>
                </a:lnTo>
                <a:lnTo>
                  <a:pt x="927" y="4344"/>
                </a:lnTo>
                <a:lnTo>
                  <a:pt x="924" y="4358"/>
                </a:lnTo>
                <a:lnTo>
                  <a:pt x="922" y="4370"/>
                </a:lnTo>
                <a:lnTo>
                  <a:pt x="920" y="4383"/>
                </a:lnTo>
                <a:lnTo>
                  <a:pt x="919" y="4396"/>
                </a:lnTo>
                <a:lnTo>
                  <a:pt x="919" y="4408"/>
                </a:lnTo>
                <a:lnTo>
                  <a:pt x="3491" y="4408"/>
                </a:lnTo>
                <a:lnTo>
                  <a:pt x="3491" y="4396"/>
                </a:lnTo>
                <a:lnTo>
                  <a:pt x="3490" y="4383"/>
                </a:lnTo>
                <a:lnTo>
                  <a:pt x="3488" y="4370"/>
                </a:lnTo>
                <a:lnTo>
                  <a:pt x="3486" y="4358"/>
                </a:lnTo>
                <a:lnTo>
                  <a:pt x="3482" y="4344"/>
                </a:lnTo>
                <a:lnTo>
                  <a:pt x="3478" y="4332"/>
                </a:lnTo>
                <a:lnTo>
                  <a:pt x="3474" y="4320"/>
                </a:lnTo>
                <a:lnTo>
                  <a:pt x="3469" y="4307"/>
                </a:lnTo>
                <a:lnTo>
                  <a:pt x="3463" y="4295"/>
                </a:lnTo>
                <a:lnTo>
                  <a:pt x="3457" y="4282"/>
                </a:lnTo>
                <a:lnTo>
                  <a:pt x="3443" y="4259"/>
                </a:lnTo>
                <a:lnTo>
                  <a:pt x="3426" y="4235"/>
                </a:lnTo>
                <a:lnTo>
                  <a:pt x="3406" y="4211"/>
                </a:lnTo>
                <a:lnTo>
                  <a:pt x="3384" y="4189"/>
                </a:lnTo>
                <a:lnTo>
                  <a:pt x="3361" y="4167"/>
                </a:lnTo>
                <a:lnTo>
                  <a:pt x="3334" y="4146"/>
                </a:lnTo>
                <a:lnTo>
                  <a:pt x="3306" y="4124"/>
                </a:lnTo>
                <a:lnTo>
                  <a:pt x="3276" y="4104"/>
                </a:lnTo>
                <a:lnTo>
                  <a:pt x="3244" y="4085"/>
                </a:lnTo>
                <a:lnTo>
                  <a:pt x="3210" y="4065"/>
                </a:lnTo>
                <a:lnTo>
                  <a:pt x="3173" y="4046"/>
                </a:lnTo>
                <a:lnTo>
                  <a:pt x="3136" y="4029"/>
                </a:lnTo>
                <a:lnTo>
                  <a:pt x="3096" y="4012"/>
                </a:lnTo>
                <a:lnTo>
                  <a:pt x="3054" y="3995"/>
                </a:lnTo>
                <a:lnTo>
                  <a:pt x="3011" y="3980"/>
                </a:lnTo>
                <a:lnTo>
                  <a:pt x="2966" y="3965"/>
                </a:lnTo>
                <a:lnTo>
                  <a:pt x="2921" y="3951"/>
                </a:lnTo>
                <a:lnTo>
                  <a:pt x="2873" y="3939"/>
                </a:lnTo>
                <a:lnTo>
                  <a:pt x="2823" y="3926"/>
                </a:lnTo>
                <a:lnTo>
                  <a:pt x="2773" y="3915"/>
                </a:lnTo>
                <a:lnTo>
                  <a:pt x="2722" y="3904"/>
                </a:lnTo>
                <a:lnTo>
                  <a:pt x="2669" y="3895"/>
                </a:lnTo>
                <a:lnTo>
                  <a:pt x="2615" y="3887"/>
                </a:lnTo>
                <a:lnTo>
                  <a:pt x="2559" y="3880"/>
                </a:lnTo>
                <a:lnTo>
                  <a:pt x="2504" y="3873"/>
                </a:lnTo>
                <a:lnTo>
                  <a:pt x="2447" y="3868"/>
                </a:lnTo>
                <a:lnTo>
                  <a:pt x="2389" y="3864"/>
                </a:lnTo>
                <a:lnTo>
                  <a:pt x="2389" y="2549"/>
                </a:lnTo>
                <a:lnTo>
                  <a:pt x="2434" y="2538"/>
                </a:lnTo>
                <a:lnTo>
                  <a:pt x="2477" y="2525"/>
                </a:lnTo>
                <a:lnTo>
                  <a:pt x="2521" y="2508"/>
                </a:lnTo>
                <a:lnTo>
                  <a:pt x="2565" y="2491"/>
                </a:lnTo>
                <a:lnTo>
                  <a:pt x="2607" y="2471"/>
                </a:lnTo>
                <a:lnTo>
                  <a:pt x="2649" y="2449"/>
                </a:lnTo>
                <a:lnTo>
                  <a:pt x="2689" y="2425"/>
                </a:lnTo>
                <a:lnTo>
                  <a:pt x="2730" y="2399"/>
                </a:lnTo>
                <a:lnTo>
                  <a:pt x="2769" y="2370"/>
                </a:lnTo>
                <a:lnTo>
                  <a:pt x="2809" y="2341"/>
                </a:lnTo>
                <a:lnTo>
                  <a:pt x="2846" y="2310"/>
                </a:lnTo>
                <a:lnTo>
                  <a:pt x="2884" y="2276"/>
                </a:lnTo>
                <a:lnTo>
                  <a:pt x="2921" y="2242"/>
                </a:lnTo>
                <a:lnTo>
                  <a:pt x="2956" y="2205"/>
                </a:lnTo>
                <a:lnTo>
                  <a:pt x="2992" y="2167"/>
                </a:lnTo>
                <a:lnTo>
                  <a:pt x="3025" y="2127"/>
                </a:lnTo>
                <a:close/>
                <a:moveTo>
                  <a:pt x="3491" y="791"/>
                </a:moveTo>
                <a:lnTo>
                  <a:pt x="3491" y="367"/>
                </a:lnTo>
                <a:lnTo>
                  <a:pt x="3786" y="367"/>
                </a:lnTo>
                <a:lnTo>
                  <a:pt x="4226" y="367"/>
                </a:lnTo>
                <a:lnTo>
                  <a:pt x="4226" y="403"/>
                </a:lnTo>
                <a:lnTo>
                  <a:pt x="4225" y="441"/>
                </a:lnTo>
                <a:lnTo>
                  <a:pt x="4223" y="482"/>
                </a:lnTo>
                <a:lnTo>
                  <a:pt x="4220" y="525"/>
                </a:lnTo>
                <a:lnTo>
                  <a:pt x="4216" y="570"/>
                </a:lnTo>
                <a:lnTo>
                  <a:pt x="4211" y="617"/>
                </a:lnTo>
                <a:lnTo>
                  <a:pt x="4205" y="665"/>
                </a:lnTo>
                <a:lnTo>
                  <a:pt x="4198" y="716"/>
                </a:lnTo>
                <a:lnTo>
                  <a:pt x="4188" y="767"/>
                </a:lnTo>
                <a:lnTo>
                  <a:pt x="4177" y="819"/>
                </a:lnTo>
                <a:lnTo>
                  <a:pt x="4165" y="873"/>
                </a:lnTo>
                <a:lnTo>
                  <a:pt x="4152" y="927"/>
                </a:lnTo>
                <a:lnTo>
                  <a:pt x="4136" y="982"/>
                </a:lnTo>
                <a:lnTo>
                  <a:pt x="4117" y="1037"/>
                </a:lnTo>
                <a:lnTo>
                  <a:pt x="4097" y="1091"/>
                </a:lnTo>
                <a:lnTo>
                  <a:pt x="4075" y="1146"/>
                </a:lnTo>
                <a:lnTo>
                  <a:pt x="4050" y="1201"/>
                </a:lnTo>
                <a:lnTo>
                  <a:pt x="4037" y="1227"/>
                </a:lnTo>
                <a:lnTo>
                  <a:pt x="4023" y="1255"/>
                </a:lnTo>
                <a:lnTo>
                  <a:pt x="4009" y="1281"/>
                </a:lnTo>
                <a:lnTo>
                  <a:pt x="3994" y="1307"/>
                </a:lnTo>
                <a:lnTo>
                  <a:pt x="3977" y="1334"/>
                </a:lnTo>
                <a:lnTo>
                  <a:pt x="3961" y="1360"/>
                </a:lnTo>
                <a:lnTo>
                  <a:pt x="3944" y="1385"/>
                </a:lnTo>
                <a:lnTo>
                  <a:pt x="3926" y="1412"/>
                </a:lnTo>
                <a:lnTo>
                  <a:pt x="3907" y="1436"/>
                </a:lnTo>
                <a:lnTo>
                  <a:pt x="3887" y="1462"/>
                </a:lnTo>
                <a:lnTo>
                  <a:pt x="3867" y="1486"/>
                </a:lnTo>
                <a:lnTo>
                  <a:pt x="3847" y="1510"/>
                </a:lnTo>
                <a:lnTo>
                  <a:pt x="3824" y="1534"/>
                </a:lnTo>
                <a:lnTo>
                  <a:pt x="3802" y="1557"/>
                </a:lnTo>
                <a:lnTo>
                  <a:pt x="3779" y="1579"/>
                </a:lnTo>
                <a:lnTo>
                  <a:pt x="3754" y="1602"/>
                </a:lnTo>
                <a:lnTo>
                  <a:pt x="3729" y="1623"/>
                </a:lnTo>
                <a:lnTo>
                  <a:pt x="3703" y="1644"/>
                </a:lnTo>
                <a:lnTo>
                  <a:pt x="3676" y="1664"/>
                </a:lnTo>
                <a:lnTo>
                  <a:pt x="3649" y="1685"/>
                </a:lnTo>
                <a:lnTo>
                  <a:pt x="3619" y="1704"/>
                </a:lnTo>
                <a:lnTo>
                  <a:pt x="3590" y="1722"/>
                </a:lnTo>
                <a:lnTo>
                  <a:pt x="3560" y="1740"/>
                </a:lnTo>
                <a:lnTo>
                  <a:pt x="3528" y="1758"/>
                </a:lnTo>
                <a:lnTo>
                  <a:pt x="3496" y="1775"/>
                </a:lnTo>
                <a:lnTo>
                  <a:pt x="3462" y="1790"/>
                </a:lnTo>
                <a:lnTo>
                  <a:pt x="3428" y="1805"/>
                </a:lnTo>
                <a:lnTo>
                  <a:pt x="3392" y="1820"/>
                </a:lnTo>
                <a:lnTo>
                  <a:pt x="3357" y="1833"/>
                </a:lnTo>
                <a:lnTo>
                  <a:pt x="3319" y="1846"/>
                </a:lnTo>
                <a:lnTo>
                  <a:pt x="3192" y="1886"/>
                </a:lnTo>
                <a:lnTo>
                  <a:pt x="3227" y="1825"/>
                </a:lnTo>
                <a:lnTo>
                  <a:pt x="3258" y="1763"/>
                </a:lnTo>
                <a:lnTo>
                  <a:pt x="3289" y="1700"/>
                </a:lnTo>
                <a:lnTo>
                  <a:pt x="3317" y="1635"/>
                </a:lnTo>
                <a:lnTo>
                  <a:pt x="3345" y="1569"/>
                </a:lnTo>
                <a:lnTo>
                  <a:pt x="3369" y="1501"/>
                </a:lnTo>
                <a:lnTo>
                  <a:pt x="3391" y="1433"/>
                </a:lnTo>
                <a:lnTo>
                  <a:pt x="3411" y="1364"/>
                </a:lnTo>
                <a:lnTo>
                  <a:pt x="3430" y="1294"/>
                </a:lnTo>
                <a:lnTo>
                  <a:pt x="3446" y="1223"/>
                </a:lnTo>
                <a:lnTo>
                  <a:pt x="3459" y="1152"/>
                </a:lnTo>
                <a:lnTo>
                  <a:pt x="3470" y="1080"/>
                </a:lnTo>
                <a:lnTo>
                  <a:pt x="3475" y="1044"/>
                </a:lnTo>
                <a:lnTo>
                  <a:pt x="3479" y="1008"/>
                </a:lnTo>
                <a:lnTo>
                  <a:pt x="3482" y="972"/>
                </a:lnTo>
                <a:lnTo>
                  <a:pt x="3486" y="936"/>
                </a:lnTo>
                <a:lnTo>
                  <a:pt x="3488" y="900"/>
                </a:lnTo>
                <a:lnTo>
                  <a:pt x="3490" y="863"/>
                </a:lnTo>
                <a:lnTo>
                  <a:pt x="3491" y="828"/>
                </a:lnTo>
                <a:lnTo>
                  <a:pt x="3491" y="791"/>
                </a:lnTo>
                <a:close/>
                <a:moveTo>
                  <a:pt x="1091" y="1846"/>
                </a:moveTo>
                <a:lnTo>
                  <a:pt x="1091" y="1846"/>
                </a:lnTo>
                <a:lnTo>
                  <a:pt x="1053" y="1833"/>
                </a:lnTo>
                <a:lnTo>
                  <a:pt x="1017" y="1820"/>
                </a:lnTo>
                <a:lnTo>
                  <a:pt x="981" y="1805"/>
                </a:lnTo>
                <a:lnTo>
                  <a:pt x="947" y="1791"/>
                </a:lnTo>
                <a:lnTo>
                  <a:pt x="913" y="1775"/>
                </a:lnTo>
                <a:lnTo>
                  <a:pt x="881" y="1759"/>
                </a:lnTo>
                <a:lnTo>
                  <a:pt x="849" y="1741"/>
                </a:lnTo>
                <a:lnTo>
                  <a:pt x="819" y="1723"/>
                </a:lnTo>
                <a:lnTo>
                  <a:pt x="789" y="1705"/>
                </a:lnTo>
                <a:lnTo>
                  <a:pt x="760" y="1686"/>
                </a:lnTo>
                <a:lnTo>
                  <a:pt x="733" y="1665"/>
                </a:lnTo>
                <a:lnTo>
                  <a:pt x="705" y="1645"/>
                </a:lnTo>
                <a:lnTo>
                  <a:pt x="680" y="1624"/>
                </a:lnTo>
                <a:lnTo>
                  <a:pt x="655" y="1603"/>
                </a:lnTo>
                <a:lnTo>
                  <a:pt x="630" y="1580"/>
                </a:lnTo>
                <a:lnTo>
                  <a:pt x="607" y="1558"/>
                </a:lnTo>
                <a:lnTo>
                  <a:pt x="585" y="1535"/>
                </a:lnTo>
                <a:lnTo>
                  <a:pt x="562" y="1511"/>
                </a:lnTo>
                <a:lnTo>
                  <a:pt x="541" y="1487"/>
                </a:lnTo>
                <a:lnTo>
                  <a:pt x="521" y="1463"/>
                </a:lnTo>
                <a:lnTo>
                  <a:pt x="501" y="1438"/>
                </a:lnTo>
                <a:lnTo>
                  <a:pt x="483" y="1413"/>
                </a:lnTo>
                <a:lnTo>
                  <a:pt x="465" y="1387"/>
                </a:lnTo>
                <a:lnTo>
                  <a:pt x="448" y="1361"/>
                </a:lnTo>
                <a:lnTo>
                  <a:pt x="431" y="1336"/>
                </a:lnTo>
                <a:lnTo>
                  <a:pt x="415" y="1309"/>
                </a:lnTo>
                <a:lnTo>
                  <a:pt x="400" y="1283"/>
                </a:lnTo>
                <a:lnTo>
                  <a:pt x="386" y="1256"/>
                </a:lnTo>
                <a:lnTo>
                  <a:pt x="372" y="1229"/>
                </a:lnTo>
                <a:lnTo>
                  <a:pt x="358" y="1202"/>
                </a:lnTo>
                <a:lnTo>
                  <a:pt x="334" y="1147"/>
                </a:lnTo>
                <a:lnTo>
                  <a:pt x="312" y="1092"/>
                </a:lnTo>
                <a:lnTo>
                  <a:pt x="291" y="1038"/>
                </a:lnTo>
                <a:lnTo>
                  <a:pt x="273" y="983"/>
                </a:lnTo>
                <a:lnTo>
                  <a:pt x="258" y="928"/>
                </a:lnTo>
                <a:lnTo>
                  <a:pt x="244" y="874"/>
                </a:lnTo>
                <a:lnTo>
                  <a:pt x="232" y="820"/>
                </a:lnTo>
                <a:lnTo>
                  <a:pt x="221" y="768"/>
                </a:lnTo>
                <a:lnTo>
                  <a:pt x="212" y="716"/>
                </a:lnTo>
                <a:lnTo>
                  <a:pt x="204" y="666"/>
                </a:lnTo>
                <a:lnTo>
                  <a:pt x="198" y="618"/>
                </a:lnTo>
                <a:lnTo>
                  <a:pt x="194" y="570"/>
                </a:lnTo>
                <a:lnTo>
                  <a:pt x="190" y="525"/>
                </a:lnTo>
                <a:lnTo>
                  <a:pt x="187" y="482"/>
                </a:lnTo>
                <a:lnTo>
                  <a:pt x="185" y="441"/>
                </a:lnTo>
                <a:lnTo>
                  <a:pt x="184" y="404"/>
                </a:lnTo>
                <a:lnTo>
                  <a:pt x="184" y="367"/>
                </a:lnTo>
                <a:lnTo>
                  <a:pt x="624" y="367"/>
                </a:lnTo>
                <a:lnTo>
                  <a:pt x="919" y="367"/>
                </a:lnTo>
                <a:lnTo>
                  <a:pt x="919" y="791"/>
                </a:lnTo>
                <a:lnTo>
                  <a:pt x="919" y="828"/>
                </a:lnTo>
                <a:lnTo>
                  <a:pt x="920" y="863"/>
                </a:lnTo>
                <a:lnTo>
                  <a:pt x="922" y="900"/>
                </a:lnTo>
                <a:lnTo>
                  <a:pt x="924" y="936"/>
                </a:lnTo>
                <a:lnTo>
                  <a:pt x="927" y="972"/>
                </a:lnTo>
                <a:lnTo>
                  <a:pt x="930" y="1008"/>
                </a:lnTo>
                <a:lnTo>
                  <a:pt x="935" y="1044"/>
                </a:lnTo>
                <a:lnTo>
                  <a:pt x="940" y="1080"/>
                </a:lnTo>
                <a:lnTo>
                  <a:pt x="951" y="1151"/>
                </a:lnTo>
                <a:lnTo>
                  <a:pt x="964" y="1223"/>
                </a:lnTo>
                <a:lnTo>
                  <a:pt x="980" y="1293"/>
                </a:lnTo>
                <a:lnTo>
                  <a:pt x="998" y="1363"/>
                </a:lnTo>
                <a:lnTo>
                  <a:pt x="1019" y="1432"/>
                </a:lnTo>
                <a:lnTo>
                  <a:pt x="1041" y="1501"/>
                </a:lnTo>
                <a:lnTo>
                  <a:pt x="1065" y="1568"/>
                </a:lnTo>
                <a:lnTo>
                  <a:pt x="1092" y="1634"/>
                </a:lnTo>
                <a:lnTo>
                  <a:pt x="1120" y="1699"/>
                </a:lnTo>
                <a:lnTo>
                  <a:pt x="1151" y="1763"/>
                </a:lnTo>
                <a:lnTo>
                  <a:pt x="1183" y="1825"/>
                </a:lnTo>
                <a:lnTo>
                  <a:pt x="1217" y="1885"/>
                </a:lnTo>
                <a:lnTo>
                  <a:pt x="1091" y="1846"/>
                </a:lnTo>
                <a:close/>
                <a:moveTo>
                  <a:pt x="2205" y="1626"/>
                </a:moveTo>
                <a:lnTo>
                  <a:pt x="1637" y="2020"/>
                </a:lnTo>
                <a:lnTo>
                  <a:pt x="1837" y="1359"/>
                </a:lnTo>
                <a:lnTo>
                  <a:pt x="1287" y="940"/>
                </a:lnTo>
                <a:lnTo>
                  <a:pt x="1978" y="927"/>
                </a:lnTo>
                <a:lnTo>
                  <a:pt x="2205" y="274"/>
                </a:lnTo>
                <a:lnTo>
                  <a:pt x="2433" y="927"/>
                </a:lnTo>
                <a:lnTo>
                  <a:pt x="3123" y="940"/>
                </a:lnTo>
                <a:lnTo>
                  <a:pt x="2573" y="1359"/>
                </a:lnTo>
                <a:lnTo>
                  <a:pt x="2772" y="2020"/>
                </a:lnTo>
                <a:lnTo>
                  <a:pt x="2205" y="162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1" name="KSO_Shape"/>
          <p:cNvSpPr>
            <a:spLocks/>
          </p:cNvSpPr>
          <p:nvPr/>
        </p:nvSpPr>
        <p:spPr bwMode="auto">
          <a:xfrm>
            <a:off x="4834002" y="2641275"/>
            <a:ext cx="247045" cy="247457"/>
          </a:xfrm>
          <a:custGeom>
            <a:avLst/>
            <a:gdLst>
              <a:gd name="T0" fmla="*/ 2147483646 w 4409"/>
              <a:gd name="T1" fmla="*/ 2147483646 h 4408"/>
              <a:gd name="T2" fmla="*/ 2147483646 w 4409"/>
              <a:gd name="T3" fmla="*/ 2147483646 h 4408"/>
              <a:gd name="T4" fmla="*/ 2147483646 w 4409"/>
              <a:gd name="T5" fmla="*/ 2147483646 h 4408"/>
              <a:gd name="T6" fmla="*/ 2147483646 w 4409"/>
              <a:gd name="T7" fmla="*/ 2147483646 h 4408"/>
              <a:gd name="T8" fmla="*/ 2147483646 w 4409"/>
              <a:gd name="T9" fmla="*/ 2147483646 h 4408"/>
              <a:gd name="T10" fmla="*/ 2147483646 w 4409"/>
              <a:gd name="T11" fmla="*/ 2147483646 h 4408"/>
              <a:gd name="T12" fmla="*/ 2147483646 w 4409"/>
              <a:gd name="T13" fmla="*/ 2147483646 h 4408"/>
              <a:gd name="T14" fmla="*/ 2147483646 w 4409"/>
              <a:gd name="T15" fmla="*/ 2147483646 h 4408"/>
              <a:gd name="T16" fmla="*/ 481718167 w 4409"/>
              <a:gd name="T17" fmla="*/ 2147483646 h 4408"/>
              <a:gd name="T18" fmla="*/ 321145301 w 4409"/>
              <a:gd name="T19" fmla="*/ 2147483646 h 4408"/>
              <a:gd name="T20" fmla="*/ 2147483646 w 4409"/>
              <a:gd name="T21" fmla="*/ 2147483646 h 4408"/>
              <a:gd name="T22" fmla="*/ 2147483646 w 4409"/>
              <a:gd name="T23" fmla="*/ 2147483646 h 4408"/>
              <a:gd name="T24" fmla="*/ 2147483646 w 4409"/>
              <a:gd name="T25" fmla="*/ 2147483646 h 4408"/>
              <a:gd name="T26" fmla="*/ 2147483646 w 4409"/>
              <a:gd name="T27" fmla="*/ 2147483646 h 4408"/>
              <a:gd name="T28" fmla="*/ 2147483646 w 4409"/>
              <a:gd name="T29" fmla="*/ 2147483646 h 4408"/>
              <a:gd name="T30" fmla="*/ 2147483646 w 4409"/>
              <a:gd name="T31" fmla="*/ 2147483646 h 4408"/>
              <a:gd name="T32" fmla="*/ 2147483646 w 4409"/>
              <a:gd name="T33" fmla="*/ 2147483646 h 4408"/>
              <a:gd name="T34" fmla="*/ 2147483646 w 4409"/>
              <a:gd name="T35" fmla="*/ 2147483646 h 4408"/>
              <a:gd name="T36" fmla="*/ 2147483646 w 4409"/>
              <a:gd name="T37" fmla="*/ 2147483646 h 4408"/>
              <a:gd name="T38" fmla="*/ 2147483646 w 4409"/>
              <a:gd name="T39" fmla="*/ 2147483646 h 4408"/>
              <a:gd name="T40" fmla="*/ 2147483646 w 4409"/>
              <a:gd name="T41" fmla="*/ 2147483646 h 4408"/>
              <a:gd name="T42" fmla="*/ 2147483646 w 4409"/>
              <a:gd name="T43" fmla="*/ 2147483646 h 4408"/>
              <a:gd name="T44" fmla="*/ 2147483646 w 4409"/>
              <a:gd name="T45" fmla="*/ 2147483646 h 4408"/>
              <a:gd name="T46" fmla="*/ 2147483646 w 4409"/>
              <a:gd name="T47" fmla="*/ 2147483646 h 4408"/>
              <a:gd name="T48" fmla="*/ 2147483646 w 4409"/>
              <a:gd name="T49" fmla="*/ 2147483646 h 4408"/>
              <a:gd name="T50" fmla="*/ 2147483646 w 4409"/>
              <a:gd name="T51" fmla="*/ 2147483646 h 4408"/>
              <a:gd name="T52" fmla="*/ 2147483646 w 4409"/>
              <a:gd name="T53" fmla="*/ 2147483646 h 4408"/>
              <a:gd name="T54" fmla="*/ 2147483646 w 4409"/>
              <a:gd name="T55" fmla="*/ 2147483646 h 4408"/>
              <a:gd name="T56" fmla="*/ 2147483646 w 4409"/>
              <a:gd name="T57" fmla="*/ 2147483646 h 4408"/>
              <a:gd name="T58" fmla="*/ 2147483646 w 4409"/>
              <a:gd name="T59" fmla="*/ 2147483646 h 4408"/>
              <a:gd name="T60" fmla="*/ 2147483646 w 4409"/>
              <a:gd name="T61" fmla="*/ 2147483646 h 4408"/>
              <a:gd name="T62" fmla="*/ 2147483646 w 4409"/>
              <a:gd name="T63" fmla="*/ 2147483646 h 4408"/>
              <a:gd name="T64" fmla="*/ 2147483646 w 4409"/>
              <a:gd name="T65" fmla="*/ 2147483646 h 4408"/>
              <a:gd name="T66" fmla="*/ 2147483646 w 4409"/>
              <a:gd name="T67" fmla="*/ 2147483646 h 4408"/>
              <a:gd name="T68" fmla="*/ 2147483646 w 4409"/>
              <a:gd name="T69" fmla="*/ 2147483646 h 4408"/>
              <a:gd name="T70" fmla="*/ 2147483646 w 4409"/>
              <a:gd name="T71" fmla="*/ 2147483646 h 4408"/>
              <a:gd name="T72" fmla="*/ 2147483646 w 4409"/>
              <a:gd name="T73" fmla="*/ 2147483646 h 4408"/>
              <a:gd name="T74" fmla="*/ 2147483646 w 4409"/>
              <a:gd name="T75" fmla="*/ 2147483646 h 4408"/>
              <a:gd name="T76" fmla="*/ 2147483646 w 4409"/>
              <a:gd name="T77" fmla="*/ 2147483646 h 4408"/>
              <a:gd name="T78" fmla="*/ 2147483646 w 4409"/>
              <a:gd name="T79" fmla="*/ 2147483646 h 4408"/>
              <a:gd name="T80" fmla="*/ 2147483646 w 4409"/>
              <a:gd name="T81" fmla="*/ 2147483646 h 4408"/>
              <a:gd name="T82" fmla="*/ 2147483646 w 4409"/>
              <a:gd name="T83" fmla="*/ 2147483646 h 4408"/>
              <a:gd name="T84" fmla="*/ 2147483646 w 4409"/>
              <a:gd name="T85" fmla="*/ 2147483646 h 4408"/>
              <a:gd name="T86" fmla="*/ 2147483646 w 4409"/>
              <a:gd name="T87" fmla="*/ 2147483646 h 4408"/>
              <a:gd name="T88" fmla="*/ 2147483646 w 4409"/>
              <a:gd name="T89" fmla="*/ 2147483646 h 4408"/>
              <a:gd name="T90" fmla="*/ 2147483646 w 4409"/>
              <a:gd name="T91" fmla="*/ 2147483646 h 4408"/>
              <a:gd name="T92" fmla="*/ 2147483646 w 4409"/>
              <a:gd name="T93" fmla="*/ 2147483646 h 4408"/>
              <a:gd name="T94" fmla="*/ 2147483646 w 4409"/>
              <a:gd name="T95" fmla="*/ 2147483646 h 4408"/>
              <a:gd name="T96" fmla="*/ 2147483646 w 4409"/>
              <a:gd name="T97" fmla="*/ 2147483646 h 4408"/>
              <a:gd name="T98" fmla="*/ 2147483646 w 4409"/>
              <a:gd name="T99" fmla="*/ 2147483646 h 4408"/>
              <a:gd name="T100" fmla="*/ 2147483646 w 4409"/>
              <a:gd name="T101" fmla="*/ 2147483646 h 4408"/>
              <a:gd name="T102" fmla="*/ 2147483646 w 4409"/>
              <a:gd name="T103" fmla="*/ 2147483646 h 4408"/>
              <a:gd name="T104" fmla="*/ 2147483646 w 4409"/>
              <a:gd name="T105" fmla="*/ 2147483646 h 4408"/>
              <a:gd name="T106" fmla="*/ 2147483646 w 4409"/>
              <a:gd name="T107" fmla="*/ 2147483646 h 4408"/>
              <a:gd name="T108" fmla="*/ 2147483646 w 4409"/>
              <a:gd name="T109" fmla="*/ 2147483646 h 44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409" h="4408">
                <a:moveTo>
                  <a:pt x="3025" y="2127"/>
                </a:moveTo>
                <a:lnTo>
                  <a:pt x="3025" y="2127"/>
                </a:lnTo>
                <a:lnTo>
                  <a:pt x="3097" y="2107"/>
                </a:lnTo>
                <a:lnTo>
                  <a:pt x="3179" y="2081"/>
                </a:lnTo>
                <a:lnTo>
                  <a:pt x="3271" y="2053"/>
                </a:lnTo>
                <a:lnTo>
                  <a:pt x="3375" y="2020"/>
                </a:lnTo>
                <a:lnTo>
                  <a:pt x="3429" y="2002"/>
                </a:lnTo>
                <a:lnTo>
                  <a:pt x="3481" y="1982"/>
                </a:lnTo>
                <a:lnTo>
                  <a:pt x="3532" y="1961"/>
                </a:lnTo>
                <a:lnTo>
                  <a:pt x="3580" y="1938"/>
                </a:lnTo>
                <a:lnTo>
                  <a:pt x="3626" y="1914"/>
                </a:lnTo>
                <a:lnTo>
                  <a:pt x="3672" y="1889"/>
                </a:lnTo>
                <a:lnTo>
                  <a:pt x="3715" y="1861"/>
                </a:lnTo>
                <a:lnTo>
                  <a:pt x="3756" y="1834"/>
                </a:lnTo>
                <a:lnTo>
                  <a:pt x="3797" y="1804"/>
                </a:lnTo>
                <a:lnTo>
                  <a:pt x="3834" y="1774"/>
                </a:lnTo>
                <a:lnTo>
                  <a:pt x="3871" y="1744"/>
                </a:lnTo>
                <a:lnTo>
                  <a:pt x="3906" y="1711"/>
                </a:lnTo>
                <a:lnTo>
                  <a:pt x="3940" y="1679"/>
                </a:lnTo>
                <a:lnTo>
                  <a:pt x="3971" y="1644"/>
                </a:lnTo>
                <a:lnTo>
                  <a:pt x="4002" y="1610"/>
                </a:lnTo>
                <a:lnTo>
                  <a:pt x="4031" y="1575"/>
                </a:lnTo>
                <a:lnTo>
                  <a:pt x="4059" y="1539"/>
                </a:lnTo>
                <a:lnTo>
                  <a:pt x="4085" y="1502"/>
                </a:lnTo>
                <a:lnTo>
                  <a:pt x="4110" y="1466"/>
                </a:lnTo>
                <a:lnTo>
                  <a:pt x="4134" y="1428"/>
                </a:lnTo>
                <a:lnTo>
                  <a:pt x="4157" y="1390"/>
                </a:lnTo>
                <a:lnTo>
                  <a:pt x="4177" y="1351"/>
                </a:lnTo>
                <a:lnTo>
                  <a:pt x="4198" y="1312"/>
                </a:lnTo>
                <a:lnTo>
                  <a:pt x="4217" y="1274"/>
                </a:lnTo>
                <a:lnTo>
                  <a:pt x="4234" y="1235"/>
                </a:lnTo>
                <a:lnTo>
                  <a:pt x="4251" y="1196"/>
                </a:lnTo>
                <a:lnTo>
                  <a:pt x="4267" y="1156"/>
                </a:lnTo>
                <a:lnTo>
                  <a:pt x="4281" y="1117"/>
                </a:lnTo>
                <a:lnTo>
                  <a:pt x="4295" y="1078"/>
                </a:lnTo>
                <a:lnTo>
                  <a:pt x="4307" y="1039"/>
                </a:lnTo>
                <a:lnTo>
                  <a:pt x="4319" y="1000"/>
                </a:lnTo>
                <a:lnTo>
                  <a:pt x="4329" y="961"/>
                </a:lnTo>
                <a:lnTo>
                  <a:pt x="4340" y="923"/>
                </a:lnTo>
                <a:lnTo>
                  <a:pt x="4349" y="884"/>
                </a:lnTo>
                <a:lnTo>
                  <a:pt x="4357" y="847"/>
                </a:lnTo>
                <a:lnTo>
                  <a:pt x="4365" y="809"/>
                </a:lnTo>
                <a:lnTo>
                  <a:pt x="4377" y="736"/>
                </a:lnTo>
                <a:lnTo>
                  <a:pt x="4387" y="665"/>
                </a:lnTo>
                <a:lnTo>
                  <a:pt x="4395" y="598"/>
                </a:lnTo>
                <a:lnTo>
                  <a:pt x="4401" y="534"/>
                </a:lnTo>
                <a:lnTo>
                  <a:pt x="4405" y="474"/>
                </a:lnTo>
                <a:lnTo>
                  <a:pt x="4407" y="418"/>
                </a:lnTo>
                <a:lnTo>
                  <a:pt x="4409" y="367"/>
                </a:lnTo>
                <a:lnTo>
                  <a:pt x="4409" y="321"/>
                </a:lnTo>
                <a:lnTo>
                  <a:pt x="4409" y="281"/>
                </a:lnTo>
                <a:lnTo>
                  <a:pt x="4407" y="247"/>
                </a:lnTo>
                <a:lnTo>
                  <a:pt x="4404" y="201"/>
                </a:lnTo>
                <a:lnTo>
                  <a:pt x="4403" y="183"/>
                </a:lnTo>
                <a:lnTo>
                  <a:pt x="3786" y="183"/>
                </a:lnTo>
                <a:lnTo>
                  <a:pt x="3491" y="183"/>
                </a:lnTo>
                <a:lnTo>
                  <a:pt x="3491" y="0"/>
                </a:lnTo>
                <a:lnTo>
                  <a:pt x="919" y="0"/>
                </a:lnTo>
                <a:lnTo>
                  <a:pt x="919" y="183"/>
                </a:lnTo>
                <a:lnTo>
                  <a:pt x="624" y="183"/>
                </a:lnTo>
                <a:lnTo>
                  <a:pt x="6" y="183"/>
                </a:lnTo>
                <a:lnTo>
                  <a:pt x="5" y="201"/>
                </a:lnTo>
                <a:lnTo>
                  <a:pt x="2" y="247"/>
                </a:lnTo>
                <a:lnTo>
                  <a:pt x="1" y="282"/>
                </a:lnTo>
                <a:lnTo>
                  <a:pt x="0" y="321"/>
                </a:lnTo>
                <a:lnTo>
                  <a:pt x="1" y="367"/>
                </a:lnTo>
                <a:lnTo>
                  <a:pt x="2" y="419"/>
                </a:lnTo>
                <a:lnTo>
                  <a:pt x="4" y="475"/>
                </a:lnTo>
                <a:lnTo>
                  <a:pt x="8" y="535"/>
                </a:lnTo>
                <a:lnTo>
                  <a:pt x="14" y="599"/>
                </a:lnTo>
                <a:lnTo>
                  <a:pt x="22" y="667"/>
                </a:lnTo>
                <a:lnTo>
                  <a:pt x="32" y="737"/>
                </a:lnTo>
                <a:lnTo>
                  <a:pt x="45" y="811"/>
                </a:lnTo>
                <a:lnTo>
                  <a:pt x="52" y="848"/>
                </a:lnTo>
                <a:lnTo>
                  <a:pt x="61" y="886"/>
                </a:lnTo>
                <a:lnTo>
                  <a:pt x="69" y="924"/>
                </a:lnTo>
                <a:lnTo>
                  <a:pt x="79" y="962"/>
                </a:lnTo>
                <a:lnTo>
                  <a:pt x="91" y="1002"/>
                </a:lnTo>
                <a:lnTo>
                  <a:pt x="102" y="1041"/>
                </a:lnTo>
                <a:lnTo>
                  <a:pt x="115" y="1080"/>
                </a:lnTo>
                <a:lnTo>
                  <a:pt x="128" y="1120"/>
                </a:lnTo>
                <a:lnTo>
                  <a:pt x="142" y="1158"/>
                </a:lnTo>
                <a:lnTo>
                  <a:pt x="159" y="1198"/>
                </a:lnTo>
                <a:lnTo>
                  <a:pt x="175" y="1237"/>
                </a:lnTo>
                <a:lnTo>
                  <a:pt x="193" y="1276"/>
                </a:lnTo>
                <a:lnTo>
                  <a:pt x="211" y="1315"/>
                </a:lnTo>
                <a:lnTo>
                  <a:pt x="232" y="1354"/>
                </a:lnTo>
                <a:lnTo>
                  <a:pt x="253" y="1392"/>
                </a:lnTo>
                <a:lnTo>
                  <a:pt x="275" y="1430"/>
                </a:lnTo>
                <a:lnTo>
                  <a:pt x="299" y="1468"/>
                </a:lnTo>
                <a:lnTo>
                  <a:pt x="324" y="1504"/>
                </a:lnTo>
                <a:lnTo>
                  <a:pt x="350" y="1541"/>
                </a:lnTo>
                <a:lnTo>
                  <a:pt x="378" y="1577"/>
                </a:lnTo>
                <a:lnTo>
                  <a:pt x="407" y="1612"/>
                </a:lnTo>
                <a:lnTo>
                  <a:pt x="438" y="1646"/>
                </a:lnTo>
                <a:lnTo>
                  <a:pt x="470" y="1681"/>
                </a:lnTo>
                <a:lnTo>
                  <a:pt x="503" y="1713"/>
                </a:lnTo>
                <a:lnTo>
                  <a:pt x="538" y="1746"/>
                </a:lnTo>
                <a:lnTo>
                  <a:pt x="574" y="1776"/>
                </a:lnTo>
                <a:lnTo>
                  <a:pt x="613" y="1806"/>
                </a:lnTo>
                <a:lnTo>
                  <a:pt x="653" y="1835"/>
                </a:lnTo>
                <a:lnTo>
                  <a:pt x="694" y="1863"/>
                </a:lnTo>
                <a:lnTo>
                  <a:pt x="738" y="1890"/>
                </a:lnTo>
                <a:lnTo>
                  <a:pt x="782" y="1915"/>
                </a:lnTo>
                <a:lnTo>
                  <a:pt x="829" y="1939"/>
                </a:lnTo>
                <a:lnTo>
                  <a:pt x="878" y="1962"/>
                </a:lnTo>
                <a:lnTo>
                  <a:pt x="928" y="1983"/>
                </a:lnTo>
                <a:lnTo>
                  <a:pt x="981" y="2002"/>
                </a:lnTo>
                <a:lnTo>
                  <a:pt x="1035" y="2020"/>
                </a:lnTo>
                <a:lnTo>
                  <a:pt x="1137" y="2053"/>
                </a:lnTo>
                <a:lnTo>
                  <a:pt x="1230" y="2080"/>
                </a:lnTo>
                <a:lnTo>
                  <a:pt x="1311" y="2105"/>
                </a:lnTo>
                <a:lnTo>
                  <a:pt x="1384" y="2125"/>
                </a:lnTo>
                <a:lnTo>
                  <a:pt x="1417" y="2164"/>
                </a:lnTo>
                <a:lnTo>
                  <a:pt x="1452" y="2203"/>
                </a:lnTo>
                <a:lnTo>
                  <a:pt x="1488" y="2241"/>
                </a:lnTo>
                <a:lnTo>
                  <a:pt x="1525" y="2275"/>
                </a:lnTo>
                <a:lnTo>
                  <a:pt x="1562" y="2309"/>
                </a:lnTo>
                <a:lnTo>
                  <a:pt x="1600" y="2340"/>
                </a:lnTo>
                <a:lnTo>
                  <a:pt x="1639" y="2370"/>
                </a:lnTo>
                <a:lnTo>
                  <a:pt x="1679" y="2398"/>
                </a:lnTo>
                <a:lnTo>
                  <a:pt x="1720" y="2424"/>
                </a:lnTo>
                <a:lnTo>
                  <a:pt x="1761" y="2449"/>
                </a:lnTo>
                <a:lnTo>
                  <a:pt x="1803" y="2471"/>
                </a:lnTo>
                <a:lnTo>
                  <a:pt x="1845" y="2490"/>
                </a:lnTo>
                <a:lnTo>
                  <a:pt x="1888" y="2508"/>
                </a:lnTo>
                <a:lnTo>
                  <a:pt x="1933" y="2525"/>
                </a:lnTo>
                <a:lnTo>
                  <a:pt x="1976" y="2538"/>
                </a:lnTo>
                <a:lnTo>
                  <a:pt x="2021" y="2549"/>
                </a:lnTo>
                <a:lnTo>
                  <a:pt x="2021" y="3864"/>
                </a:lnTo>
                <a:lnTo>
                  <a:pt x="1963" y="3868"/>
                </a:lnTo>
                <a:lnTo>
                  <a:pt x="1906" y="3873"/>
                </a:lnTo>
                <a:lnTo>
                  <a:pt x="1850" y="3880"/>
                </a:lnTo>
                <a:lnTo>
                  <a:pt x="1795" y="3887"/>
                </a:lnTo>
                <a:lnTo>
                  <a:pt x="1741" y="3895"/>
                </a:lnTo>
                <a:lnTo>
                  <a:pt x="1688" y="3904"/>
                </a:lnTo>
                <a:lnTo>
                  <a:pt x="1636" y="3915"/>
                </a:lnTo>
                <a:lnTo>
                  <a:pt x="1587" y="3926"/>
                </a:lnTo>
                <a:lnTo>
                  <a:pt x="1537" y="3939"/>
                </a:lnTo>
                <a:lnTo>
                  <a:pt x="1489" y="3951"/>
                </a:lnTo>
                <a:lnTo>
                  <a:pt x="1444" y="3965"/>
                </a:lnTo>
                <a:lnTo>
                  <a:pt x="1399" y="3980"/>
                </a:lnTo>
                <a:lnTo>
                  <a:pt x="1355" y="3995"/>
                </a:lnTo>
                <a:lnTo>
                  <a:pt x="1314" y="4012"/>
                </a:lnTo>
                <a:lnTo>
                  <a:pt x="1274" y="4029"/>
                </a:lnTo>
                <a:lnTo>
                  <a:pt x="1237" y="4046"/>
                </a:lnTo>
                <a:lnTo>
                  <a:pt x="1200" y="4065"/>
                </a:lnTo>
                <a:lnTo>
                  <a:pt x="1166" y="4085"/>
                </a:lnTo>
                <a:lnTo>
                  <a:pt x="1134" y="4104"/>
                </a:lnTo>
                <a:lnTo>
                  <a:pt x="1104" y="4124"/>
                </a:lnTo>
                <a:lnTo>
                  <a:pt x="1076" y="4146"/>
                </a:lnTo>
                <a:lnTo>
                  <a:pt x="1049" y="4167"/>
                </a:lnTo>
                <a:lnTo>
                  <a:pt x="1026" y="4189"/>
                </a:lnTo>
                <a:lnTo>
                  <a:pt x="1004" y="4211"/>
                </a:lnTo>
                <a:lnTo>
                  <a:pt x="984" y="4235"/>
                </a:lnTo>
                <a:lnTo>
                  <a:pt x="968" y="4259"/>
                </a:lnTo>
                <a:lnTo>
                  <a:pt x="953" y="4282"/>
                </a:lnTo>
                <a:lnTo>
                  <a:pt x="947" y="4295"/>
                </a:lnTo>
                <a:lnTo>
                  <a:pt x="941" y="4307"/>
                </a:lnTo>
                <a:lnTo>
                  <a:pt x="936" y="4320"/>
                </a:lnTo>
                <a:lnTo>
                  <a:pt x="931" y="4332"/>
                </a:lnTo>
                <a:lnTo>
                  <a:pt x="927" y="4344"/>
                </a:lnTo>
                <a:lnTo>
                  <a:pt x="924" y="4358"/>
                </a:lnTo>
                <a:lnTo>
                  <a:pt x="922" y="4370"/>
                </a:lnTo>
                <a:lnTo>
                  <a:pt x="920" y="4383"/>
                </a:lnTo>
                <a:lnTo>
                  <a:pt x="919" y="4396"/>
                </a:lnTo>
                <a:lnTo>
                  <a:pt x="919" y="4408"/>
                </a:lnTo>
                <a:lnTo>
                  <a:pt x="3491" y="4408"/>
                </a:lnTo>
                <a:lnTo>
                  <a:pt x="3491" y="4396"/>
                </a:lnTo>
                <a:lnTo>
                  <a:pt x="3490" y="4383"/>
                </a:lnTo>
                <a:lnTo>
                  <a:pt x="3488" y="4370"/>
                </a:lnTo>
                <a:lnTo>
                  <a:pt x="3486" y="4358"/>
                </a:lnTo>
                <a:lnTo>
                  <a:pt x="3482" y="4344"/>
                </a:lnTo>
                <a:lnTo>
                  <a:pt x="3478" y="4332"/>
                </a:lnTo>
                <a:lnTo>
                  <a:pt x="3474" y="4320"/>
                </a:lnTo>
                <a:lnTo>
                  <a:pt x="3469" y="4307"/>
                </a:lnTo>
                <a:lnTo>
                  <a:pt x="3463" y="4295"/>
                </a:lnTo>
                <a:lnTo>
                  <a:pt x="3457" y="4282"/>
                </a:lnTo>
                <a:lnTo>
                  <a:pt x="3443" y="4259"/>
                </a:lnTo>
                <a:lnTo>
                  <a:pt x="3426" y="4235"/>
                </a:lnTo>
                <a:lnTo>
                  <a:pt x="3406" y="4211"/>
                </a:lnTo>
                <a:lnTo>
                  <a:pt x="3384" y="4189"/>
                </a:lnTo>
                <a:lnTo>
                  <a:pt x="3361" y="4167"/>
                </a:lnTo>
                <a:lnTo>
                  <a:pt x="3334" y="4146"/>
                </a:lnTo>
                <a:lnTo>
                  <a:pt x="3306" y="4124"/>
                </a:lnTo>
                <a:lnTo>
                  <a:pt x="3276" y="4104"/>
                </a:lnTo>
                <a:lnTo>
                  <a:pt x="3244" y="4085"/>
                </a:lnTo>
                <a:lnTo>
                  <a:pt x="3210" y="4065"/>
                </a:lnTo>
                <a:lnTo>
                  <a:pt x="3173" y="4046"/>
                </a:lnTo>
                <a:lnTo>
                  <a:pt x="3136" y="4029"/>
                </a:lnTo>
                <a:lnTo>
                  <a:pt x="3096" y="4012"/>
                </a:lnTo>
                <a:lnTo>
                  <a:pt x="3054" y="3995"/>
                </a:lnTo>
                <a:lnTo>
                  <a:pt x="3011" y="3980"/>
                </a:lnTo>
                <a:lnTo>
                  <a:pt x="2966" y="3965"/>
                </a:lnTo>
                <a:lnTo>
                  <a:pt x="2921" y="3951"/>
                </a:lnTo>
                <a:lnTo>
                  <a:pt x="2873" y="3939"/>
                </a:lnTo>
                <a:lnTo>
                  <a:pt x="2823" y="3926"/>
                </a:lnTo>
                <a:lnTo>
                  <a:pt x="2773" y="3915"/>
                </a:lnTo>
                <a:lnTo>
                  <a:pt x="2722" y="3904"/>
                </a:lnTo>
                <a:lnTo>
                  <a:pt x="2669" y="3895"/>
                </a:lnTo>
                <a:lnTo>
                  <a:pt x="2615" y="3887"/>
                </a:lnTo>
                <a:lnTo>
                  <a:pt x="2559" y="3880"/>
                </a:lnTo>
                <a:lnTo>
                  <a:pt x="2504" y="3873"/>
                </a:lnTo>
                <a:lnTo>
                  <a:pt x="2447" y="3868"/>
                </a:lnTo>
                <a:lnTo>
                  <a:pt x="2389" y="3864"/>
                </a:lnTo>
                <a:lnTo>
                  <a:pt x="2389" y="2549"/>
                </a:lnTo>
                <a:lnTo>
                  <a:pt x="2434" y="2538"/>
                </a:lnTo>
                <a:lnTo>
                  <a:pt x="2477" y="2525"/>
                </a:lnTo>
                <a:lnTo>
                  <a:pt x="2521" y="2508"/>
                </a:lnTo>
                <a:lnTo>
                  <a:pt x="2565" y="2491"/>
                </a:lnTo>
                <a:lnTo>
                  <a:pt x="2607" y="2471"/>
                </a:lnTo>
                <a:lnTo>
                  <a:pt x="2649" y="2449"/>
                </a:lnTo>
                <a:lnTo>
                  <a:pt x="2689" y="2425"/>
                </a:lnTo>
                <a:lnTo>
                  <a:pt x="2730" y="2399"/>
                </a:lnTo>
                <a:lnTo>
                  <a:pt x="2769" y="2370"/>
                </a:lnTo>
                <a:lnTo>
                  <a:pt x="2809" y="2341"/>
                </a:lnTo>
                <a:lnTo>
                  <a:pt x="2846" y="2310"/>
                </a:lnTo>
                <a:lnTo>
                  <a:pt x="2884" y="2276"/>
                </a:lnTo>
                <a:lnTo>
                  <a:pt x="2921" y="2242"/>
                </a:lnTo>
                <a:lnTo>
                  <a:pt x="2956" y="2205"/>
                </a:lnTo>
                <a:lnTo>
                  <a:pt x="2992" y="2167"/>
                </a:lnTo>
                <a:lnTo>
                  <a:pt x="3025" y="2127"/>
                </a:lnTo>
                <a:close/>
                <a:moveTo>
                  <a:pt x="3491" y="791"/>
                </a:moveTo>
                <a:lnTo>
                  <a:pt x="3491" y="367"/>
                </a:lnTo>
                <a:lnTo>
                  <a:pt x="3786" y="367"/>
                </a:lnTo>
                <a:lnTo>
                  <a:pt x="4226" y="367"/>
                </a:lnTo>
                <a:lnTo>
                  <a:pt x="4226" y="403"/>
                </a:lnTo>
                <a:lnTo>
                  <a:pt x="4225" y="441"/>
                </a:lnTo>
                <a:lnTo>
                  <a:pt x="4223" y="482"/>
                </a:lnTo>
                <a:lnTo>
                  <a:pt x="4220" y="525"/>
                </a:lnTo>
                <a:lnTo>
                  <a:pt x="4216" y="570"/>
                </a:lnTo>
                <a:lnTo>
                  <a:pt x="4211" y="617"/>
                </a:lnTo>
                <a:lnTo>
                  <a:pt x="4205" y="665"/>
                </a:lnTo>
                <a:lnTo>
                  <a:pt x="4198" y="716"/>
                </a:lnTo>
                <a:lnTo>
                  <a:pt x="4188" y="767"/>
                </a:lnTo>
                <a:lnTo>
                  <a:pt x="4177" y="819"/>
                </a:lnTo>
                <a:lnTo>
                  <a:pt x="4165" y="873"/>
                </a:lnTo>
                <a:lnTo>
                  <a:pt x="4152" y="927"/>
                </a:lnTo>
                <a:lnTo>
                  <a:pt x="4136" y="982"/>
                </a:lnTo>
                <a:lnTo>
                  <a:pt x="4117" y="1037"/>
                </a:lnTo>
                <a:lnTo>
                  <a:pt x="4097" y="1091"/>
                </a:lnTo>
                <a:lnTo>
                  <a:pt x="4075" y="1146"/>
                </a:lnTo>
                <a:lnTo>
                  <a:pt x="4050" y="1201"/>
                </a:lnTo>
                <a:lnTo>
                  <a:pt x="4037" y="1227"/>
                </a:lnTo>
                <a:lnTo>
                  <a:pt x="4023" y="1255"/>
                </a:lnTo>
                <a:lnTo>
                  <a:pt x="4009" y="1281"/>
                </a:lnTo>
                <a:lnTo>
                  <a:pt x="3994" y="1307"/>
                </a:lnTo>
                <a:lnTo>
                  <a:pt x="3977" y="1334"/>
                </a:lnTo>
                <a:lnTo>
                  <a:pt x="3961" y="1360"/>
                </a:lnTo>
                <a:lnTo>
                  <a:pt x="3944" y="1385"/>
                </a:lnTo>
                <a:lnTo>
                  <a:pt x="3926" y="1412"/>
                </a:lnTo>
                <a:lnTo>
                  <a:pt x="3907" y="1436"/>
                </a:lnTo>
                <a:lnTo>
                  <a:pt x="3887" y="1462"/>
                </a:lnTo>
                <a:lnTo>
                  <a:pt x="3867" y="1486"/>
                </a:lnTo>
                <a:lnTo>
                  <a:pt x="3847" y="1510"/>
                </a:lnTo>
                <a:lnTo>
                  <a:pt x="3824" y="1534"/>
                </a:lnTo>
                <a:lnTo>
                  <a:pt x="3802" y="1557"/>
                </a:lnTo>
                <a:lnTo>
                  <a:pt x="3779" y="1579"/>
                </a:lnTo>
                <a:lnTo>
                  <a:pt x="3754" y="1602"/>
                </a:lnTo>
                <a:lnTo>
                  <a:pt x="3729" y="1623"/>
                </a:lnTo>
                <a:lnTo>
                  <a:pt x="3703" y="1644"/>
                </a:lnTo>
                <a:lnTo>
                  <a:pt x="3676" y="1664"/>
                </a:lnTo>
                <a:lnTo>
                  <a:pt x="3649" y="1685"/>
                </a:lnTo>
                <a:lnTo>
                  <a:pt x="3619" y="1704"/>
                </a:lnTo>
                <a:lnTo>
                  <a:pt x="3590" y="1722"/>
                </a:lnTo>
                <a:lnTo>
                  <a:pt x="3560" y="1740"/>
                </a:lnTo>
                <a:lnTo>
                  <a:pt x="3528" y="1758"/>
                </a:lnTo>
                <a:lnTo>
                  <a:pt x="3496" y="1775"/>
                </a:lnTo>
                <a:lnTo>
                  <a:pt x="3462" y="1790"/>
                </a:lnTo>
                <a:lnTo>
                  <a:pt x="3428" y="1805"/>
                </a:lnTo>
                <a:lnTo>
                  <a:pt x="3392" y="1820"/>
                </a:lnTo>
                <a:lnTo>
                  <a:pt x="3357" y="1833"/>
                </a:lnTo>
                <a:lnTo>
                  <a:pt x="3319" y="1846"/>
                </a:lnTo>
                <a:lnTo>
                  <a:pt x="3192" y="1886"/>
                </a:lnTo>
                <a:lnTo>
                  <a:pt x="3227" y="1825"/>
                </a:lnTo>
                <a:lnTo>
                  <a:pt x="3258" y="1763"/>
                </a:lnTo>
                <a:lnTo>
                  <a:pt x="3289" y="1700"/>
                </a:lnTo>
                <a:lnTo>
                  <a:pt x="3317" y="1635"/>
                </a:lnTo>
                <a:lnTo>
                  <a:pt x="3345" y="1569"/>
                </a:lnTo>
                <a:lnTo>
                  <a:pt x="3369" y="1501"/>
                </a:lnTo>
                <a:lnTo>
                  <a:pt x="3391" y="1433"/>
                </a:lnTo>
                <a:lnTo>
                  <a:pt x="3411" y="1364"/>
                </a:lnTo>
                <a:lnTo>
                  <a:pt x="3430" y="1294"/>
                </a:lnTo>
                <a:lnTo>
                  <a:pt x="3446" y="1223"/>
                </a:lnTo>
                <a:lnTo>
                  <a:pt x="3459" y="1152"/>
                </a:lnTo>
                <a:lnTo>
                  <a:pt x="3470" y="1080"/>
                </a:lnTo>
                <a:lnTo>
                  <a:pt x="3475" y="1044"/>
                </a:lnTo>
                <a:lnTo>
                  <a:pt x="3479" y="1008"/>
                </a:lnTo>
                <a:lnTo>
                  <a:pt x="3482" y="972"/>
                </a:lnTo>
                <a:lnTo>
                  <a:pt x="3486" y="936"/>
                </a:lnTo>
                <a:lnTo>
                  <a:pt x="3488" y="900"/>
                </a:lnTo>
                <a:lnTo>
                  <a:pt x="3490" y="863"/>
                </a:lnTo>
                <a:lnTo>
                  <a:pt x="3491" y="828"/>
                </a:lnTo>
                <a:lnTo>
                  <a:pt x="3491" y="791"/>
                </a:lnTo>
                <a:close/>
                <a:moveTo>
                  <a:pt x="1091" y="1846"/>
                </a:moveTo>
                <a:lnTo>
                  <a:pt x="1091" y="1846"/>
                </a:lnTo>
                <a:lnTo>
                  <a:pt x="1053" y="1833"/>
                </a:lnTo>
                <a:lnTo>
                  <a:pt x="1017" y="1820"/>
                </a:lnTo>
                <a:lnTo>
                  <a:pt x="981" y="1805"/>
                </a:lnTo>
                <a:lnTo>
                  <a:pt x="947" y="1791"/>
                </a:lnTo>
                <a:lnTo>
                  <a:pt x="913" y="1775"/>
                </a:lnTo>
                <a:lnTo>
                  <a:pt x="881" y="1759"/>
                </a:lnTo>
                <a:lnTo>
                  <a:pt x="849" y="1741"/>
                </a:lnTo>
                <a:lnTo>
                  <a:pt x="819" y="1723"/>
                </a:lnTo>
                <a:lnTo>
                  <a:pt x="789" y="1705"/>
                </a:lnTo>
                <a:lnTo>
                  <a:pt x="760" y="1686"/>
                </a:lnTo>
                <a:lnTo>
                  <a:pt x="733" y="1665"/>
                </a:lnTo>
                <a:lnTo>
                  <a:pt x="705" y="1645"/>
                </a:lnTo>
                <a:lnTo>
                  <a:pt x="680" y="1624"/>
                </a:lnTo>
                <a:lnTo>
                  <a:pt x="655" y="1603"/>
                </a:lnTo>
                <a:lnTo>
                  <a:pt x="630" y="1580"/>
                </a:lnTo>
                <a:lnTo>
                  <a:pt x="607" y="1558"/>
                </a:lnTo>
                <a:lnTo>
                  <a:pt x="585" y="1535"/>
                </a:lnTo>
                <a:lnTo>
                  <a:pt x="562" y="1511"/>
                </a:lnTo>
                <a:lnTo>
                  <a:pt x="541" y="1487"/>
                </a:lnTo>
                <a:lnTo>
                  <a:pt x="521" y="1463"/>
                </a:lnTo>
                <a:lnTo>
                  <a:pt x="501" y="1438"/>
                </a:lnTo>
                <a:lnTo>
                  <a:pt x="483" y="1413"/>
                </a:lnTo>
                <a:lnTo>
                  <a:pt x="465" y="1387"/>
                </a:lnTo>
                <a:lnTo>
                  <a:pt x="448" y="1361"/>
                </a:lnTo>
                <a:lnTo>
                  <a:pt x="431" y="1336"/>
                </a:lnTo>
                <a:lnTo>
                  <a:pt x="415" y="1309"/>
                </a:lnTo>
                <a:lnTo>
                  <a:pt x="400" y="1283"/>
                </a:lnTo>
                <a:lnTo>
                  <a:pt x="386" y="1256"/>
                </a:lnTo>
                <a:lnTo>
                  <a:pt x="372" y="1229"/>
                </a:lnTo>
                <a:lnTo>
                  <a:pt x="358" y="1202"/>
                </a:lnTo>
                <a:lnTo>
                  <a:pt x="334" y="1147"/>
                </a:lnTo>
                <a:lnTo>
                  <a:pt x="312" y="1092"/>
                </a:lnTo>
                <a:lnTo>
                  <a:pt x="291" y="1038"/>
                </a:lnTo>
                <a:lnTo>
                  <a:pt x="273" y="983"/>
                </a:lnTo>
                <a:lnTo>
                  <a:pt x="258" y="928"/>
                </a:lnTo>
                <a:lnTo>
                  <a:pt x="244" y="874"/>
                </a:lnTo>
                <a:lnTo>
                  <a:pt x="232" y="820"/>
                </a:lnTo>
                <a:lnTo>
                  <a:pt x="221" y="768"/>
                </a:lnTo>
                <a:lnTo>
                  <a:pt x="212" y="716"/>
                </a:lnTo>
                <a:lnTo>
                  <a:pt x="204" y="666"/>
                </a:lnTo>
                <a:lnTo>
                  <a:pt x="198" y="618"/>
                </a:lnTo>
                <a:lnTo>
                  <a:pt x="194" y="570"/>
                </a:lnTo>
                <a:lnTo>
                  <a:pt x="190" y="525"/>
                </a:lnTo>
                <a:lnTo>
                  <a:pt x="187" y="482"/>
                </a:lnTo>
                <a:lnTo>
                  <a:pt x="185" y="441"/>
                </a:lnTo>
                <a:lnTo>
                  <a:pt x="184" y="404"/>
                </a:lnTo>
                <a:lnTo>
                  <a:pt x="184" y="367"/>
                </a:lnTo>
                <a:lnTo>
                  <a:pt x="624" y="367"/>
                </a:lnTo>
                <a:lnTo>
                  <a:pt x="919" y="367"/>
                </a:lnTo>
                <a:lnTo>
                  <a:pt x="919" y="791"/>
                </a:lnTo>
                <a:lnTo>
                  <a:pt x="919" y="828"/>
                </a:lnTo>
                <a:lnTo>
                  <a:pt x="920" y="863"/>
                </a:lnTo>
                <a:lnTo>
                  <a:pt x="922" y="900"/>
                </a:lnTo>
                <a:lnTo>
                  <a:pt x="924" y="936"/>
                </a:lnTo>
                <a:lnTo>
                  <a:pt x="927" y="972"/>
                </a:lnTo>
                <a:lnTo>
                  <a:pt x="930" y="1008"/>
                </a:lnTo>
                <a:lnTo>
                  <a:pt x="935" y="1044"/>
                </a:lnTo>
                <a:lnTo>
                  <a:pt x="940" y="1080"/>
                </a:lnTo>
                <a:lnTo>
                  <a:pt x="951" y="1151"/>
                </a:lnTo>
                <a:lnTo>
                  <a:pt x="964" y="1223"/>
                </a:lnTo>
                <a:lnTo>
                  <a:pt x="980" y="1293"/>
                </a:lnTo>
                <a:lnTo>
                  <a:pt x="998" y="1363"/>
                </a:lnTo>
                <a:lnTo>
                  <a:pt x="1019" y="1432"/>
                </a:lnTo>
                <a:lnTo>
                  <a:pt x="1041" y="1501"/>
                </a:lnTo>
                <a:lnTo>
                  <a:pt x="1065" y="1568"/>
                </a:lnTo>
                <a:lnTo>
                  <a:pt x="1092" y="1634"/>
                </a:lnTo>
                <a:lnTo>
                  <a:pt x="1120" y="1699"/>
                </a:lnTo>
                <a:lnTo>
                  <a:pt x="1151" y="1763"/>
                </a:lnTo>
                <a:lnTo>
                  <a:pt x="1183" y="1825"/>
                </a:lnTo>
                <a:lnTo>
                  <a:pt x="1217" y="1885"/>
                </a:lnTo>
                <a:lnTo>
                  <a:pt x="1091" y="1846"/>
                </a:lnTo>
                <a:close/>
                <a:moveTo>
                  <a:pt x="2205" y="1626"/>
                </a:moveTo>
                <a:lnTo>
                  <a:pt x="1637" y="2020"/>
                </a:lnTo>
                <a:lnTo>
                  <a:pt x="1837" y="1359"/>
                </a:lnTo>
                <a:lnTo>
                  <a:pt x="1287" y="940"/>
                </a:lnTo>
                <a:lnTo>
                  <a:pt x="1978" y="927"/>
                </a:lnTo>
                <a:lnTo>
                  <a:pt x="2205" y="274"/>
                </a:lnTo>
                <a:lnTo>
                  <a:pt x="2433" y="927"/>
                </a:lnTo>
                <a:lnTo>
                  <a:pt x="3123" y="940"/>
                </a:lnTo>
                <a:lnTo>
                  <a:pt x="2573" y="1359"/>
                </a:lnTo>
                <a:lnTo>
                  <a:pt x="2772" y="2020"/>
                </a:lnTo>
                <a:lnTo>
                  <a:pt x="2205" y="162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" name="KSO_Shape"/>
          <p:cNvSpPr>
            <a:spLocks/>
          </p:cNvSpPr>
          <p:nvPr/>
        </p:nvSpPr>
        <p:spPr bwMode="auto">
          <a:xfrm>
            <a:off x="4834002" y="3098281"/>
            <a:ext cx="247045" cy="247457"/>
          </a:xfrm>
          <a:custGeom>
            <a:avLst/>
            <a:gdLst>
              <a:gd name="T0" fmla="*/ 2147483646 w 4409"/>
              <a:gd name="T1" fmla="*/ 2147483646 h 4408"/>
              <a:gd name="T2" fmla="*/ 2147483646 w 4409"/>
              <a:gd name="T3" fmla="*/ 2147483646 h 4408"/>
              <a:gd name="T4" fmla="*/ 2147483646 w 4409"/>
              <a:gd name="T5" fmla="*/ 2147483646 h 4408"/>
              <a:gd name="T6" fmla="*/ 2147483646 w 4409"/>
              <a:gd name="T7" fmla="*/ 2147483646 h 4408"/>
              <a:gd name="T8" fmla="*/ 2147483646 w 4409"/>
              <a:gd name="T9" fmla="*/ 2147483646 h 4408"/>
              <a:gd name="T10" fmla="*/ 2147483646 w 4409"/>
              <a:gd name="T11" fmla="*/ 2147483646 h 4408"/>
              <a:gd name="T12" fmla="*/ 2147483646 w 4409"/>
              <a:gd name="T13" fmla="*/ 2147483646 h 4408"/>
              <a:gd name="T14" fmla="*/ 2147483646 w 4409"/>
              <a:gd name="T15" fmla="*/ 2147483646 h 4408"/>
              <a:gd name="T16" fmla="*/ 481718167 w 4409"/>
              <a:gd name="T17" fmla="*/ 2147483646 h 4408"/>
              <a:gd name="T18" fmla="*/ 321145301 w 4409"/>
              <a:gd name="T19" fmla="*/ 2147483646 h 4408"/>
              <a:gd name="T20" fmla="*/ 2147483646 w 4409"/>
              <a:gd name="T21" fmla="*/ 2147483646 h 4408"/>
              <a:gd name="T22" fmla="*/ 2147483646 w 4409"/>
              <a:gd name="T23" fmla="*/ 2147483646 h 4408"/>
              <a:gd name="T24" fmla="*/ 2147483646 w 4409"/>
              <a:gd name="T25" fmla="*/ 2147483646 h 4408"/>
              <a:gd name="T26" fmla="*/ 2147483646 w 4409"/>
              <a:gd name="T27" fmla="*/ 2147483646 h 4408"/>
              <a:gd name="T28" fmla="*/ 2147483646 w 4409"/>
              <a:gd name="T29" fmla="*/ 2147483646 h 4408"/>
              <a:gd name="T30" fmla="*/ 2147483646 w 4409"/>
              <a:gd name="T31" fmla="*/ 2147483646 h 4408"/>
              <a:gd name="T32" fmla="*/ 2147483646 w 4409"/>
              <a:gd name="T33" fmla="*/ 2147483646 h 4408"/>
              <a:gd name="T34" fmla="*/ 2147483646 w 4409"/>
              <a:gd name="T35" fmla="*/ 2147483646 h 4408"/>
              <a:gd name="T36" fmla="*/ 2147483646 w 4409"/>
              <a:gd name="T37" fmla="*/ 2147483646 h 4408"/>
              <a:gd name="T38" fmla="*/ 2147483646 w 4409"/>
              <a:gd name="T39" fmla="*/ 2147483646 h 4408"/>
              <a:gd name="T40" fmla="*/ 2147483646 w 4409"/>
              <a:gd name="T41" fmla="*/ 2147483646 h 4408"/>
              <a:gd name="T42" fmla="*/ 2147483646 w 4409"/>
              <a:gd name="T43" fmla="*/ 2147483646 h 4408"/>
              <a:gd name="T44" fmla="*/ 2147483646 w 4409"/>
              <a:gd name="T45" fmla="*/ 2147483646 h 4408"/>
              <a:gd name="T46" fmla="*/ 2147483646 w 4409"/>
              <a:gd name="T47" fmla="*/ 2147483646 h 4408"/>
              <a:gd name="T48" fmla="*/ 2147483646 w 4409"/>
              <a:gd name="T49" fmla="*/ 2147483646 h 4408"/>
              <a:gd name="T50" fmla="*/ 2147483646 w 4409"/>
              <a:gd name="T51" fmla="*/ 2147483646 h 4408"/>
              <a:gd name="T52" fmla="*/ 2147483646 w 4409"/>
              <a:gd name="T53" fmla="*/ 2147483646 h 4408"/>
              <a:gd name="T54" fmla="*/ 2147483646 w 4409"/>
              <a:gd name="T55" fmla="*/ 2147483646 h 4408"/>
              <a:gd name="T56" fmla="*/ 2147483646 w 4409"/>
              <a:gd name="T57" fmla="*/ 2147483646 h 4408"/>
              <a:gd name="T58" fmla="*/ 2147483646 w 4409"/>
              <a:gd name="T59" fmla="*/ 2147483646 h 4408"/>
              <a:gd name="T60" fmla="*/ 2147483646 w 4409"/>
              <a:gd name="T61" fmla="*/ 2147483646 h 4408"/>
              <a:gd name="T62" fmla="*/ 2147483646 w 4409"/>
              <a:gd name="T63" fmla="*/ 2147483646 h 4408"/>
              <a:gd name="T64" fmla="*/ 2147483646 w 4409"/>
              <a:gd name="T65" fmla="*/ 2147483646 h 4408"/>
              <a:gd name="T66" fmla="*/ 2147483646 w 4409"/>
              <a:gd name="T67" fmla="*/ 2147483646 h 4408"/>
              <a:gd name="T68" fmla="*/ 2147483646 w 4409"/>
              <a:gd name="T69" fmla="*/ 2147483646 h 4408"/>
              <a:gd name="T70" fmla="*/ 2147483646 w 4409"/>
              <a:gd name="T71" fmla="*/ 2147483646 h 4408"/>
              <a:gd name="T72" fmla="*/ 2147483646 w 4409"/>
              <a:gd name="T73" fmla="*/ 2147483646 h 4408"/>
              <a:gd name="T74" fmla="*/ 2147483646 w 4409"/>
              <a:gd name="T75" fmla="*/ 2147483646 h 4408"/>
              <a:gd name="T76" fmla="*/ 2147483646 w 4409"/>
              <a:gd name="T77" fmla="*/ 2147483646 h 4408"/>
              <a:gd name="T78" fmla="*/ 2147483646 w 4409"/>
              <a:gd name="T79" fmla="*/ 2147483646 h 4408"/>
              <a:gd name="T80" fmla="*/ 2147483646 w 4409"/>
              <a:gd name="T81" fmla="*/ 2147483646 h 4408"/>
              <a:gd name="T82" fmla="*/ 2147483646 w 4409"/>
              <a:gd name="T83" fmla="*/ 2147483646 h 4408"/>
              <a:gd name="T84" fmla="*/ 2147483646 w 4409"/>
              <a:gd name="T85" fmla="*/ 2147483646 h 4408"/>
              <a:gd name="T86" fmla="*/ 2147483646 w 4409"/>
              <a:gd name="T87" fmla="*/ 2147483646 h 4408"/>
              <a:gd name="T88" fmla="*/ 2147483646 w 4409"/>
              <a:gd name="T89" fmla="*/ 2147483646 h 4408"/>
              <a:gd name="T90" fmla="*/ 2147483646 w 4409"/>
              <a:gd name="T91" fmla="*/ 2147483646 h 4408"/>
              <a:gd name="T92" fmla="*/ 2147483646 w 4409"/>
              <a:gd name="T93" fmla="*/ 2147483646 h 4408"/>
              <a:gd name="T94" fmla="*/ 2147483646 w 4409"/>
              <a:gd name="T95" fmla="*/ 2147483646 h 4408"/>
              <a:gd name="T96" fmla="*/ 2147483646 w 4409"/>
              <a:gd name="T97" fmla="*/ 2147483646 h 4408"/>
              <a:gd name="T98" fmla="*/ 2147483646 w 4409"/>
              <a:gd name="T99" fmla="*/ 2147483646 h 4408"/>
              <a:gd name="T100" fmla="*/ 2147483646 w 4409"/>
              <a:gd name="T101" fmla="*/ 2147483646 h 4408"/>
              <a:gd name="T102" fmla="*/ 2147483646 w 4409"/>
              <a:gd name="T103" fmla="*/ 2147483646 h 4408"/>
              <a:gd name="T104" fmla="*/ 2147483646 w 4409"/>
              <a:gd name="T105" fmla="*/ 2147483646 h 4408"/>
              <a:gd name="T106" fmla="*/ 2147483646 w 4409"/>
              <a:gd name="T107" fmla="*/ 2147483646 h 4408"/>
              <a:gd name="T108" fmla="*/ 2147483646 w 4409"/>
              <a:gd name="T109" fmla="*/ 2147483646 h 44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409" h="4408">
                <a:moveTo>
                  <a:pt x="3025" y="2127"/>
                </a:moveTo>
                <a:lnTo>
                  <a:pt x="3025" y="2127"/>
                </a:lnTo>
                <a:lnTo>
                  <a:pt x="3097" y="2107"/>
                </a:lnTo>
                <a:lnTo>
                  <a:pt x="3179" y="2081"/>
                </a:lnTo>
                <a:lnTo>
                  <a:pt x="3271" y="2053"/>
                </a:lnTo>
                <a:lnTo>
                  <a:pt x="3375" y="2020"/>
                </a:lnTo>
                <a:lnTo>
                  <a:pt x="3429" y="2002"/>
                </a:lnTo>
                <a:lnTo>
                  <a:pt x="3481" y="1982"/>
                </a:lnTo>
                <a:lnTo>
                  <a:pt x="3532" y="1961"/>
                </a:lnTo>
                <a:lnTo>
                  <a:pt x="3580" y="1938"/>
                </a:lnTo>
                <a:lnTo>
                  <a:pt x="3626" y="1914"/>
                </a:lnTo>
                <a:lnTo>
                  <a:pt x="3672" y="1889"/>
                </a:lnTo>
                <a:lnTo>
                  <a:pt x="3715" y="1861"/>
                </a:lnTo>
                <a:lnTo>
                  <a:pt x="3756" y="1834"/>
                </a:lnTo>
                <a:lnTo>
                  <a:pt x="3797" y="1804"/>
                </a:lnTo>
                <a:lnTo>
                  <a:pt x="3834" y="1774"/>
                </a:lnTo>
                <a:lnTo>
                  <a:pt x="3871" y="1744"/>
                </a:lnTo>
                <a:lnTo>
                  <a:pt x="3906" y="1711"/>
                </a:lnTo>
                <a:lnTo>
                  <a:pt x="3940" y="1679"/>
                </a:lnTo>
                <a:lnTo>
                  <a:pt x="3971" y="1644"/>
                </a:lnTo>
                <a:lnTo>
                  <a:pt x="4002" y="1610"/>
                </a:lnTo>
                <a:lnTo>
                  <a:pt x="4031" y="1575"/>
                </a:lnTo>
                <a:lnTo>
                  <a:pt x="4059" y="1539"/>
                </a:lnTo>
                <a:lnTo>
                  <a:pt x="4085" y="1502"/>
                </a:lnTo>
                <a:lnTo>
                  <a:pt x="4110" y="1466"/>
                </a:lnTo>
                <a:lnTo>
                  <a:pt x="4134" y="1428"/>
                </a:lnTo>
                <a:lnTo>
                  <a:pt x="4157" y="1390"/>
                </a:lnTo>
                <a:lnTo>
                  <a:pt x="4177" y="1351"/>
                </a:lnTo>
                <a:lnTo>
                  <a:pt x="4198" y="1312"/>
                </a:lnTo>
                <a:lnTo>
                  <a:pt x="4217" y="1274"/>
                </a:lnTo>
                <a:lnTo>
                  <a:pt x="4234" y="1235"/>
                </a:lnTo>
                <a:lnTo>
                  <a:pt x="4251" y="1196"/>
                </a:lnTo>
                <a:lnTo>
                  <a:pt x="4267" y="1156"/>
                </a:lnTo>
                <a:lnTo>
                  <a:pt x="4281" y="1117"/>
                </a:lnTo>
                <a:lnTo>
                  <a:pt x="4295" y="1078"/>
                </a:lnTo>
                <a:lnTo>
                  <a:pt x="4307" y="1039"/>
                </a:lnTo>
                <a:lnTo>
                  <a:pt x="4319" y="1000"/>
                </a:lnTo>
                <a:lnTo>
                  <a:pt x="4329" y="961"/>
                </a:lnTo>
                <a:lnTo>
                  <a:pt x="4340" y="923"/>
                </a:lnTo>
                <a:lnTo>
                  <a:pt x="4349" y="884"/>
                </a:lnTo>
                <a:lnTo>
                  <a:pt x="4357" y="847"/>
                </a:lnTo>
                <a:lnTo>
                  <a:pt x="4365" y="809"/>
                </a:lnTo>
                <a:lnTo>
                  <a:pt x="4377" y="736"/>
                </a:lnTo>
                <a:lnTo>
                  <a:pt x="4387" y="665"/>
                </a:lnTo>
                <a:lnTo>
                  <a:pt x="4395" y="598"/>
                </a:lnTo>
                <a:lnTo>
                  <a:pt x="4401" y="534"/>
                </a:lnTo>
                <a:lnTo>
                  <a:pt x="4405" y="474"/>
                </a:lnTo>
                <a:lnTo>
                  <a:pt x="4407" y="418"/>
                </a:lnTo>
                <a:lnTo>
                  <a:pt x="4409" y="367"/>
                </a:lnTo>
                <a:lnTo>
                  <a:pt x="4409" y="321"/>
                </a:lnTo>
                <a:lnTo>
                  <a:pt x="4409" y="281"/>
                </a:lnTo>
                <a:lnTo>
                  <a:pt x="4407" y="247"/>
                </a:lnTo>
                <a:lnTo>
                  <a:pt x="4404" y="201"/>
                </a:lnTo>
                <a:lnTo>
                  <a:pt x="4403" y="183"/>
                </a:lnTo>
                <a:lnTo>
                  <a:pt x="3786" y="183"/>
                </a:lnTo>
                <a:lnTo>
                  <a:pt x="3491" y="183"/>
                </a:lnTo>
                <a:lnTo>
                  <a:pt x="3491" y="0"/>
                </a:lnTo>
                <a:lnTo>
                  <a:pt x="919" y="0"/>
                </a:lnTo>
                <a:lnTo>
                  <a:pt x="919" y="183"/>
                </a:lnTo>
                <a:lnTo>
                  <a:pt x="624" y="183"/>
                </a:lnTo>
                <a:lnTo>
                  <a:pt x="6" y="183"/>
                </a:lnTo>
                <a:lnTo>
                  <a:pt x="5" y="201"/>
                </a:lnTo>
                <a:lnTo>
                  <a:pt x="2" y="247"/>
                </a:lnTo>
                <a:lnTo>
                  <a:pt x="1" y="282"/>
                </a:lnTo>
                <a:lnTo>
                  <a:pt x="0" y="321"/>
                </a:lnTo>
                <a:lnTo>
                  <a:pt x="1" y="367"/>
                </a:lnTo>
                <a:lnTo>
                  <a:pt x="2" y="419"/>
                </a:lnTo>
                <a:lnTo>
                  <a:pt x="4" y="475"/>
                </a:lnTo>
                <a:lnTo>
                  <a:pt x="8" y="535"/>
                </a:lnTo>
                <a:lnTo>
                  <a:pt x="14" y="599"/>
                </a:lnTo>
                <a:lnTo>
                  <a:pt x="22" y="667"/>
                </a:lnTo>
                <a:lnTo>
                  <a:pt x="32" y="737"/>
                </a:lnTo>
                <a:lnTo>
                  <a:pt x="45" y="811"/>
                </a:lnTo>
                <a:lnTo>
                  <a:pt x="52" y="848"/>
                </a:lnTo>
                <a:lnTo>
                  <a:pt x="61" y="886"/>
                </a:lnTo>
                <a:lnTo>
                  <a:pt x="69" y="924"/>
                </a:lnTo>
                <a:lnTo>
                  <a:pt x="79" y="962"/>
                </a:lnTo>
                <a:lnTo>
                  <a:pt x="91" y="1002"/>
                </a:lnTo>
                <a:lnTo>
                  <a:pt x="102" y="1041"/>
                </a:lnTo>
                <a:lnTo>
                  <a:pt x="115" y="1080"/>
                </a:lnTo>
                <a:lnTo>
                  <a:pt x="128" y="1120"/>
                </a:lnTo>
                <a:lnTo>
                  <a:pt x="142" y="1158"/>
                </a:lnTo>
                <a:lnTo>
                  <a:pt x="159" y="1198"/>
                </a:lnTo>
                <a:lnTo>
                  <a:pt x="175" y="1237"/>
                </a:lnTo>
                <a:lnTo>
                  <a:pt x="193" y="1276"/>
                </a:lnTo>
                <a:lnTo>
                  <a:pt x="211" y="1315"/>
                </a:lnTo>
                <a:lnTo>
                  <a:pt x="232" y="1354"/>
                </a:lnTo>
                <a:lnTo>
                  <a:pt x="253" y="1392"/>
                </a:lnTo>
                <a:lnTo>
                  <a:pt x="275" y="1430"/>
                </a:lnTo>
                <a:lnTo>
                  <a:pt x="299" y="1468"/>
                </a:lnTo>
                <a:lnTo>
                  <a:pt x="324" y="1504"/>
                </a:lnTo>
                <a:lnTo>
                  <a:pt x="350" y="1541"/>
                </a:lnTo>
                <a:lnTo>
                  <a:pt x="378" y="1577"/>
                </a:lnTo>
                <a:lnTo>
                  <a:pt x="407" y="1612"/>
                </a:lnTo>
                <a:lnTo>
                  <a:pt x="438" y="1646"/>
                </a:lnTo>
                <a:lnTo>
                  <a:pt x="470" y="1681"/>
                </a:lnTo>
                <a:lnTo>
                  <a:pt x="503" y="1713"/>
                </a:lnTo>
                <a:lnTo>
                  <a:pt x="538" y="1746"/>
                </a:lnTo>
                <a:lnTo>
                  <a:pt x="574" y="1776"/>
                </a:lnTo>
                <a:lnTo>
                  <a:pt x="613" y="1806"/>
                </a:lnTo>
                <a:lnTo>
                  <a:pt x="653" y="1835"/>
                </a:lnTo>
                <a:lnTo>
                  <a:pt x="694" y="1863"/>
                </a:lnTo>
                <a:lnTo>
                  <a:pt x="738" y="1890"/>
                </a:lnTo>
                <a:lnTo>
                  <a:pt x="782" y="1915"/>
                </a:lnTo>
                <a:lnTo>
                  <a:pt x="829" y="1939"/>
                </a:lnTo>
                <a:lnTo>
                  <a:pt x="878" y="1962"/>
                </a:lnTo>
                <a:lnTo>
                  <a:pt x="928" y="1983"/>
                </a:lnTo>
                <a:lnTo>
                  <a:pt x="981" y="2002"/>
                </a:lnTo>
                <a:lnTo>
                  <a:pt x="1035" y="2020"/>
                </a:lnTo>
                <a:lnTo>
                  <a:pt x="1137" y="2053"/>
                </a:lnTo>
                <a:lnTo>
                  <a:pt x="1230" y="2080"/>
                </a:lnTo>
                <a:lnTo>
                  <a:pt x="1311" y="2105"/>
                </a:lnTo>
                <a:lnTo>
                  <a:pt x="1384" y="2125"/>
                </a:lnTo>
                <a:lnTo>
                  <a:pt x="1417" y="2164"/>
                </a:lnTo>
                <a:lnTo>
                  <a:pt x="1452" y="2203"/>
                </a:lnTo>
                <a:lnTo>
                  <a:pt x="1488" y="2241"/>
                </a:lnTo>
                <a:lnTo>
                  <a:pt x="1525" y="2275"/>
                </a:lnTo>
                <a:lnTo>
                  <a:pt x="1562" y="2309"/>
                </a:lnTo>
                <a:lnTo>
                  <a:pt x="1600" y="2340"/>
                </a:lnTo>
                <a:lnTo>
                  <a:pt x="1639" y="2370"/>
                </a:lnTo>
                <a:lnTo>
                  <a:pt x="1679" y="2398"/>
                </a:lnTo>
                <a:lnTo>
                  <a:pt x="1720" y="2424"/>
                </a:lnTo>
                <a:lnTo>
                  <a:pt x="1761" y="2449"/>
                </a:lnTo>
                <a:lnTo>
                  <a:pt x="1803" y="2471"/>
                </a:lnTo>
                <a:lnTo>
                  <a:pt x="1845" y="2490"/>
                </a:lnTo>
                <a:lnTo>
                  <a:pt x="1888" y="2508"/>
                </a:lnTo>
                <a:lnTo>
                  <a:pt x="1933" y="2525"/>
                </a:lnTo>
                <a:lnTo>
                  <a:pt x="1976" y="2538"/>
                </a:lnTo>
                <a:lnTo>
                  <a:pt x="2021" y="2549"/>
                </a:lnTo>
                <a:lnTo>
                  <a:pt x="2021" y="3864"/>
                </a:lnTo>
                <a:lnTo>
                  <a:pt x="1963" y="3868"/>
                </a:lnTo>
                <a:lnTo>
                  <a:pt x="1906" y="3873"/>
                </a:lnTo>
                <a:lnTo>
                  <a:pt x="1850" y="3880"/>
                </a:lnTo>
                <a:lnTo>
                  <a:pt x="1795" y="3887"/>
                </a:lnTo>
                <a:lnTo>
                  <a:pt x="1741" y="3895"/>
                </a:lnTo>
                <a:lnTo>
                  <a:pt x="1688" y="3904"/>
                </a:lnTo>
                <a:lnTo>
                  <a:pt x="1636" y="3915"/>
                </a:lnTo>
                <a:lnTo>
                  <a:pt x="1587" y="3926"/>
                </a:lnTo>
                <a:lnTo>
                  <a:pt x="1537" y="3939"/>
                </a:lnTo>
                <a:lnTo>
                  <a:pt x="1489" y="3951"/>
                </a:lnTo>
                <a:lnTo>
                  <a:pt x="1444" y="3965"/>
                </a:lnTo>
                <a:lnTo>
                  <a:pt x="1399" y="3980"/>
                </a:lnTo>
                <a:lnTo>
                  <a:pt x="1355" y="3995"/>
                </a:lnTo>
                <a:lnTo>
                  <a:pt x="1314" y="4012"/>
                </a:lnTo>
                <a:lnTo>
                  <a:pt x="1274" y="4029"/>
                </a:lnTo>
                <a:lnTo>
                  <a:pt x="1237" y="4046"/>
                </a:lnTo>
                <a:lnTo>
                  <a:pt x="1200" y="4065"/>
                </a:lnTo>
                <a:lnTo>
                  <a:pt x="1166" y="4085"/>
                </a:lnTo>
                <a:lnTo>
                  <a:pt x="1134" y="4104"/>
                </a:lnTo>
                <a:lnTo>
                  <a:pt x="1104" y="4124"/>
                </a:lnTo>
                <a:lnTo>
                  <a:pt x="1076" y="4146"/>
                </a:lnTo>
                <a:lnTo>
                  <a:pt x="1049" y="4167"/>
                </a:lnTo>
                <a:lnTo>
                  <a:pt x="1026" y="4189"/>
                </a:lnTo>
                <a:lnTo>
                  <a:pt x="1004" y="4211"/>
                </a:lnTo>
                <a:lnTo>
                  <a:pt x="984" y="4235"/>
                </a:lnTo>
                <a:lnTo>
                  <a:pt x="968" y="4259"/>
                </a:lnTo>
                <a:lnTo>
                  <a:pt x="953" y="4282"/>
                </a:lnTo>
                <a:lnTo>
                  <a:pt x="947" y="4295"/>
                </a:lnTo>
                <a:lnTo>
                  <a:pt x="941" y="4307"/>
                </a:lnTo>
                <a:lnTo>
                  <a:pt x="936" y="4320"/>
                </a:lnTo>
                <a:lnTo>
                  <a:pt x="931" y="4332"/>
                </a:lnTo>
                <a:lnTo>
                  <a:pt x="927" y="4344"/>
                </a:lnTo>
                <a:lnTo>
                  <a:pt x="924" y="4358"/>
                </a:lnTo>
                <a:lnTo>
                  <a:pt x="922" y="4370"/>
                </a:lnTo>
                <a:lnTo>
                  <a:pt x="920" y="4383"/>
                </a:lnTo>
                <a:lnTo>
                  <a:pt x="919" y="4396"/>
                </a:lnTo>
                <a:lnTo>
                  <a:pt x="919" y="4408"/>
                </a:lnTo>
                <a:lnTo>
                  <a:pt x="3491" y="4408"/>
                </a:lnTo>
                <a:lnTo>
                  <a:pt x="3491" y="4396"/>
                </a:lnTo>
                <a:lnTo>
                  <a:pt x="3490" y="4383"/>
                </a:lnTo>
                <a:lnTo>
                  <a:pt x="3488" y="4370"/>
                </a:lnTo>
                <a:lnTo>
                  <a:pt x="3486" y="4358"/>
                </a:lnTo>
                <a:lnTo>
                  <a:pt x="3482" y="4344"/>
                </a:lnTo>
                <a:lnTo>
                  <a:pt x="3478" y="4332"/>
                </a:lnTo>
                <a:lnTo>
                  <a:pt x="3474" y="4320"/>
                </a:lnTo>
                <a:lnTo>
                  <a:pt x="3469" y="4307"/>
                </a:lnTo>
                <a:lnTo>
                  <a:pt x="3463" y="4295"/>
                </a:lnTo>
                <a:lnTo>
                  <a:pt x="3457" y="4282"/>
                </a:lnTo>
                <a:lnTo>
                  <a:pt x="3443" y="4259"/>
                </a:lnTo>
                <a:lnTo>
                  <a:pt x="3426" y="4235"/>
                </a:lnTo>
                <a:lnTo>
                  <a:pt x="3406" y="4211"/>
                </a:lnTo>
                <a:lnTo>
                  <a:pt x="3384" y="4189"/>
                </a:lnTo>
                <a:lnTo>
                  <a:pt x="3361" y="4167"/>
                </a:lnTo>
                <a:lnTo>
                  <a:pt x="3334" y="4146"/>
                </a:lnTo>
                <a:lnTo>
                  <a:pt x="3306" y="4124"/>
                </a:lnTo>
                <a:lnTo>
                  <a:pt x="3276" y="4104"/>
                </a:lnTo>
                <a:lnTo>
                  <a:pt x="3244" y="4085"/>
                </a:lnTo>
                <a:lnTo>
                  <a:pt x="3210" y="4065"/>
                </a:lnTo>
                <a:lnTo>
                  <a:pt x="3173" y="4046"/>
                </a:lnTo>
                <a:lnTo>
                  <a:pt x="3136" y="4029"/>
                </a:lnTo>
                <a:lnTo>
                  <a:pt x="3096" y="4012"/>
                </a:lnTo>
                <a:lnTo>
                  <a:pt x="3054" y="3995"/>
                </a:lnTo>
                <a:lnTo>
                  <a:pt x="3011" y="3980"/>
                </a:lnTo>
                <a:lnTo>
                  <a:pt x="2966" y="3965"/>
                </a:lnTo>
                <a:lnTo>
                  <a:pt x="2921" y="3951"/>
                </a:lnTo>
                <a:lnTo>
                  <a:pt x="2873" y="3939"/>
                </a:lnTo>
                <a:lnTo>
                  <a:pt x="2823" y="3926"/>
                </a:lnTo>
                <a:lnTo>
                  <a:pt x="2773" y="3915"/>
                </a:lnTo>
                <a:lnTo>
                  <a:pt x="2722" y="3904"/>
                </a:lnTo>
                <a:lnTo>
                  <a:pt x="2669" y="3895"/>
                </a:lnTo>
                <a:lnTo>
                  <a:pt x="2615" y="3887"/>
                </a:lnTo>
                <a:lnTo>
                  <a:pt x="2559" y="3880"/>
                </a:lnTo>
                <a:lnTo>
                  <a:pt x="2504" y="3873"/>
                </a:lnTo>
                <a:lnTo>
                  <a:pt x="2447" y="3868"/>
                </a:lnTo>
                <a:lnTo>
                  <a:pt x="2389" y="3864"/>
                </a:lnTo>
                <a:lnTo>
                  <a:pt x="2389" y="2549"/>
                </a:lnTo>
                <a:lnTo>
                  <a:pt x="2434" y="2538"/>
                </a:lnTo>
                <a:lnTo>
                  <a:pt x="2477" y="2525"/>
                </a:lnTo>
                <a:lnTo>
                  <a:pt x="2521" y="2508"/>
                </a:lnTo>
                <a:lnTo>
                  <a:pt x="2565" y="2491"/>
                </a:lnTo>
                <a:lnTo>
                  <a:pt x="2607" y="2471"/>
                </a:lnTo>
                <a:lnTo>
                  <a:pt x="2649" y="2449"/>
                </a:lnTo>
                <a:lnTo>
                  <a:pt x="2689" y="2425"/>
                </a:lnTo>
                <a:lnTo>
                  <a:pt x="2730" y="2399"/>
                </a:lnTo>
                <a:lnTo>
                  <a:pt x="2769" y="2370"/>
                </a:lnTo>
                <a:lnTo>
                  <a:pt x="2809" y="2341"/>
                </a:lnTo>
                <a:lnTo>
                  <a:pt x="2846" y="2310"/>
                </a:lnTo>
                <a:lnTo>
                  <a:pt x="2884" y="2276"/>
                </a:lnTo>
                <a:lnTo>
                  <a:pt x="2921" y="2242"/>
                </a:lnTo>
                <a:lnTo>
                  <a:pt x="2956" y="2205"/>
                </a:lnTo>
                <a:lnTo>
                  <a:pt x="2992" y="2167"/>
                </a:lnTo>
                <a:lnTo>
                  <a:pt x="3025" y="2127"/>
                </a:lnTo>
                <a:close/>
                <a:moveTo>
                  <a:pt x="3491" y="791"/>
                </a:moveTo>
                <a:lnTo>
                  <a:pt x="3491" y="367"/>
                </a:lnTo>
                <a:lnTo>
                  <a:pt x="3786" y="367"/>
                </a:lnTo>
                <a:lnTo>
                  <a:pt x="4226" y="367"/>
                </a:lnTo>
                <a:lnTo>
                  <a:pt x="4226" y="403"/>
                </a:lnTo>
                <a:lnTo>
                  <a:pt x="4225" y="441"/>
                </a:lnTo>
                <a:lnTo>
                  <a:pt x="4223" y="482"/>
                </a:lnTo>
                <a:lnTo>
                  <a:pt x="4220" y="525"/>
                </a:lnTo>
                <a:lnTo>
                  <a:pt x="4216" y="570"/>
                </a:lnTo>
                <a:lnTo>
                  <a:pt x="4211" y="617"/>
                </a:lnTo>
                <a:lnTo>
                  <a:pt x="4205" y="665"/>
                </a:lnTo>
                <a:lnTo>
                  <a:pt x="4198" y="716"/>
                </a:lnTo>
                <a:lnTo>
                  <a:pt x="4188" y="767"/>
                </a:lnTo>
                <a:lnTo>
                  <a:pt x="4177" y="819"/>
                </a:lnTo>
                <a:lnTo>
                  <a:pt x="4165" y="873"/>
                </a:lnTo>
                <a:lnTo>
                  <a:pt x="4152" y="927"/>
                </a:lnTo>
                <a:lnTo>
                  <a:pt x="4136" y="982"/>
                </a:lnTo>
                <a:lnTo>
                  <a:pt x="4117" y="1037"/>
                </a:lnTo>
                <a:lnTo>
                  <a:pt x="4097" y="1091"/>
                </a:lnTo>
                <a:lnTo>
                  <a:pt x="4075" y="1146"/>
                </a:lnTo>
                <a:lnTo>
                  <a:pt x="4050" y="1201"/>
                </a:lnTo>
                <a:lnTo>
                  <a:pt x="4037" y="1227"/>
                </a:lnTo>
                <a:lnTo>
                  <a:pt x="4023" y="1255"/>
                </a:lnTo>
                <a:lnTo>
                  <a:pt x="4009" y="1281"/>
                </a:lnTo>
                <a:lnTo>
                  <a:pt x="3994" y="1307"/>
                </a:lnTo>
                <a:lnTo>
                  <a:pt x="3977" y="1334"/>
                </a:lnTo>
                <a:lnTo>
                  <a:pt x="3961" y="1360"/>
                </a:lnTo>
                <a:lnTo>
                  <a:pt x="3944" y="1385"/>
                </a:lnTo>
                <a:lnTo>
                  <a:pt x="3926" y="1412"/>
                </a:lnTo>
                <a:lnTo>
                  <a:pt x="3907" y="1436"/>
                </a:lnTo>
                <a:lnTo>
                  <a:pt x="3887" y="1462"/>
                </a:lnTo>
                <a:lnTo>
                  <a:pt x="3867" y="1486"/>
                </a:lnTo>
                <a:lnTo>
                  <a:pt x="3847" y="1510"/>
                </a:lnTo>
                <a:lnTo>
                  <a:pt x="3824" y="1534"/>
                </a:lnTo>
                <a:lnTo>
                  <a:pt x="3802" y="1557"/>
                </a:lnTo>
                <a:lnTo>
                  <a:pt x="3779" y="1579"/>
                </a:lnTo>
                <a:lnTo>
                  <a:pt x="3754" y="1602"/>
                </a:lnTo>
                <a:lnTo>
                  <a:pt x="3729" y="1623"/>
                </a:lnTo>
                <a:lnTo>
                  <a:pt x="3703" y="1644"/>
                </a:lnTo>
                <a:lnTo>
                  <a:pt x="3676" y="1664"/>
                </a:lnTo>
                <a:lnTo>
                  <a:pt x="3649" y="1685"/>
                </a:lnTo>
                <a:lnTo>
                  <a:pt x="3619" y="1704"/>
                </a:lnTo>
                <a:lnTo>
                  <a:pt x="3590" y="1722"/>
                </a:lnTo>
                <a:lnTo>
                  <a:pt x="3560" y="1740"/>
                </a:lnTo>
                <a:lnTo>
                  <a:pt x="3528" y="1758"/>
                </a:lnTo>
                <a:lnTo>
                  <a:pt x="3496" y="1775"/>
                </a:lnTo>
                <a:lnTo>
                  <a:pt x="3462" y="1790"/>
                </a:lnTo>
                <a:lnTo>
                  <a:pt x="3428" y="1805"/>
                </a:lnTo>
                <a:lnTo>
                  <a:pt x="3392" y="1820"/>
                </a:lnTo>
                <a:lnTo>
                  <a:pt x="3357" y="1833"/>
                </a:lnTo>
                <a:lnTo>
                  <a:pt x="3319" y="1846"/>
                </a:lnTo>
                <a:lnTo>
                  <a:pt x="3192" y="1886"/>
                </a:lnTo>
                <a:lnTo>
                  <a:pt x="3227" y="1825"/>
                </a:lnTo>
                <a:lnTo>
                  <a:pt x="3258" y="1763"/>
                </a:lnTo>
                <a:lnTo>
                  <a:pt x="3289" y="1700"/>
                </a:lnTo>
                <a:lnTo>
                  <a:pt x="3317" y="1635"/>
                </a:lnTo>
                <a:lnTo>
                  <a:pt x="3345" y="1569"/>
                </a:lnTo>
                <a:lnTo>
                  <a:pt x="3369" y="1501"/>
                </a:lnTo>
                <a:lnTo>
                  <a:pt x="3391" y="1433"/>
                </a:lnTo>
                <a:lnTo>
                  <a:pt x="3411" y="1364"/>
                </a:lnTo>
                <a:lnTo>
                  <a:pt x="3430" y="1294"/>
                </a:lnTo>
                <a:lnTo>
                  <a:pt x="3446" y="1223"/>
                </a:lnTo>
                <a:lnTo>
                  <a:pt x="3459" y="1152"/>
                </a:lnTo>
                <a:lnTo>
                  <a:pt x="3470" y="1080"/>
                </a:lnTo>
                <a:lnTo>
                  <a:pt x="3475" y="1044"/>
                </a:lnTo>
                <a:lnTo>
                  <a:pt x="3479" y="1008"/>
                </a:lnTo>
                <a:lnTo>
                  <a:pt x="3482" y="972"/>
                </a:lnTo>
                <a:lnTo>
                  <a:pt x="3486" y="936"/>
                </a:lnTo>
                <a:lnTo>
                  <a:pt x="3488" y="900"/>
                </a:lnTo>
                <a:lnTo>
                  <a:pt x="3490" y="863"/>
                </a:lnTo>
                <a:lnTo>
                  <a:pt x="3491" y="828"/>
                </a:lnTo>
                <a:lnTo>
                  <a:pt x="3491" y="791"/>
                </a:lnTo>
                <a:close/>
                <a:moveTo>
                  <a:pt x="1091" y="1846"/>
                </a:moveTo>
                <a:lnTo>
                  <a:pt x="1091" y="1846"/>
                </a:lnTo>
                <a:lnTo>
                  <a:pt x="1053" y="1833"/>
                </a:lnTo>
                <a:lnTo>
                  <a:pt x="1017" y="1820"/>
                </a:lnTo>
                <a:lnTo>
                  <a:pt x="981" y="1805"/>
                </a:lnTo>
                <a:lnTo>
                  <a:pt x="947" y="1791"/>
                </a:lnTo>
                <a:lnTo>
                  <a:pt x="913" y="1775"/>
                </a:lnTo>
                <a:lnTo>
                  <a:pt x="881" y="1759"/>
                </a:lnTo>
                <a:lnTo>
                  <a:pt x="849" y="1741"/>
                </a:lnTo>
                <a:lnTo>
                  <a:pt x="819" y="1723"/>
                </a:lnTo>
                <a:lnTo>
                  <a:pt x="789" y="1705"/>
                </a:lnTo>
                <a:lnTo>
                  <a:pt x="760" y="1686"/>
                </a:lnTo>
                <a:lnTo>
                  <a:pt x="733" y="1665"/>
                </a:lnTo>
                <a:lnTo>
                  <a:pt x="705" y="1645"/>
                </a:lnTo>
                <a:lnTo>
                  <a:pt x="680" y="1624"/>
                </a:lnTo>
                <a:lnTo>
                  <a:pt x="655" y="1603"/>
                </a:lnTo>
                <a:lnTo>
                  <a:pt x="630" y="1580"/>
                </a:lnTo>
                <a:lnTo>
                  <a:pt x="607" y="1558"/>
                </a:lnTo>
                <a:lnTo>
                  <a:pt x="585" y="1535"/>
                </a:lnTo>
                <a:lnTo>
                  <a:pt x="562" y="1511"/>
                </a:lnTo>
                <a:lnTo>
                  <a:pt x="541" y="1487"/>
                </a:lnTo>
                <a:lnTo>
                  <a:pt x="521" y="1463"/>
                </a:lnTo>
                <a:lnTo>
                  <a:pt x="501" y="1438"/>
                </a:lnTo>
                <a:lnTo>
                  <a:pt x="483" y="1413"/>
                </a:lnTo>
                <a:lnTo>
                  <a:pt x="465" y="1387"/>
                </a:lnTo>
                <a:lnTo>
                  <a:pt x="448" y="1361"/>
                </a:lnTo>
                <a:lnTo>
                  <a:pt x="431" y="1336"/>
                </a:lnTo>
                <a:lnTo>
                  <a:pt x="415" y="1309"/>
                </a:lnTo>
                <a:lnTo>
                  <a:pt x="400" y="1283"/>
                </a:lnTo>
                <a:lnTo>
                  <a:pt x="386" y="1256"/>
                </a:lnTo>
                <a:lnTo>
                  <a:pt x="372" y="1229"/>
                </a:lnTo>
                <a:lnTo>
                  <a:pt x="358" y="1202"/>
                </a:lnTo>
                <a:lnTo>
                  <a:pt x="334" y="1147"/>
                </a:lnTo>
                <a:lnTo>
                  <a:pt x="312" y="1092"/>
                </a:lnTo>
                <a:lnTo>
                  <a:pt x="291" y="1038"/>
                </a:lnTo>
                <a:lnTo>
                  <a:pt x="273" y="983"/>
                </a:lnTo>
                <a:lnTo>
                  <a:pt x="258" y="928"/>
                </a:lnTo>
                <a:lnTo>
                  <a:pt x="244" y="874"/>
                </a:lnTo>
                <a:lnTo>
                  <a:pt x="232" y="820"/>
                </a:lnTo>
                <a:lnTo>
                  <a:pt x="221" y="768"/>
                </a:lnTo>
                <a:lnTo>
                  <a:pt x="212" y="716"/>
                </a:lnTo>
                <a:lnTo>
                  <a:pt x="204" y="666"/>
                </a:lnTo>
                <a:lnTo>
                  <a:pt x="198" y="618"/>
                </a:lnTo>
                <a:lnTo>
                  <a:pt x="194" y="570"/>
                </a:lnTo>
                <a:lnTo>
                  <a:pt x="190" y="525"/>
                </a:lnTo>
                <a:lnTo>
                  <a:pt x="187" y="482"/>
                </a:lnTo>
                <a:lnTo>
                  <a:pt x="185" y="441"/>
                </a:lnTo>
                <a:lnTo>
                  <a:pt x="184" y="404"/>
                </a:lnTo>
                <a:lnTo>
                  <a:pt x="184" y="367"/>
                </a:lnTo>
                <a:lnTo>
                  <a:pt x="624" y="367"/>
                </a:lnTo>
                <a:lnTo>
                  <a:pt x="919" y="367"/>
                </a:lnTo>
                <a:lnTo>
                  <a:pt x="919" y="791"/>
                </a:lnTo>
                <a:lnTo>
                  <a:pt x="919" y="828"/>
                </a:lnTo>
                <a:lnTo>
                  <a:pt x="920" y="863"/>
                </a:lnTo>
                <a:lnTo>
                  <a:pt x="922" y="900"/>
                </a:lnTo>
                <a:lnTo>
                  <a:pt x="924" y="936"/>
                </a:lnTo>
                <a:lnTo>
                  <a:pt x="927" y="972"/>
                </a:lnTo>
                <a:lnTo>
                  <a:pt x="930" y="1008"/>
                </a:lnTo>
                <a:lnTo>
                  <a:pt x="935" y="1044"/>
                </a:lnTo>
                <a:lnTo>
                  <a:pt x="940" y="1080"/>
                </a:lnTo>
                <a:lnTo>
                  <a:pt x="951" y="1151"/>
                </a:lnTo>
                <a:lnTo>
                  <a:pt x="964" y="1223"/>
                </a:lnTo>
                <a:lnTo>
                  <a:pt x="980" y="1293"/>
                </a:lnTo>
                <a:lnTo>
                  <a:pt x="998" y="1363"/>
                </a:lnTo>
                <a:lnTo>
                  <a:pt x="1019" y="1432"/>
                </a:lnTo>
                <a:lnTo>
                  <a:pt x="1041" y="1501"/>
                </a:lnTo>
                <a:lnTo>
                  <a:pt x="1065" y="1568"/>
                </a:lnTo>
                <a:lnTo>
                  <a:pt x="1092" y="1634"/>
                </a:lnTo>
                <a:lnTo>
                  <a:pt x="1120" y="1699"/>
                </a:lnTo>
                <a:lnTo>
                  <a:pt x="1151" y="1763"/>
                </a:lnTo>
                <a:lnTo>
                  <a:pt x="1183" y="1825"/>
                </a:lnTo>
                <a:lnTo>
                  <a:pt x="1217" y="1885"/>
                </a:lnTo>
                <a:lnTo>
                  <a:pt x="1091" y="1846"/>
                </a:lnTo>
                <a:close/>
                <a:moveTo>
                  <a:pt x="2205" y="1626"/>
                </a:moveTo>
                <a:lnTo>
                  <a:pt x="1637" y="2020"/>
                </a:lnTo>
                <a:lnTo>
                  <a:pt x="1837" y="1359"/>
                </a:lnTo>
                <a:lnTo>
                  <a:pt x="1287" y="940"/>
                </a:lnTo>
                <a:lnTo>
                  <a:pt x="1978" y="927"/>
                </a:lnTo>
                <a:lnTo>
                  <a:pt x="2205" y="274"/>
                </a:lnTo>
                <a:lnTo>
                  <a:pt x="2433" y="927"/>
                </a:lnTo>
                <a:lnTo>
                  <a:pt x="3123" y="940"/>
                </a:lnTo>
                <a:lnTo>
                  <a:pt x="2573" y="1359"/>
                </a:lnTo>
                <a:lnTo>
                  <a:pt x="2772" y="2020"/>
                </a:lnTo>
                <a:lnTo>
                  <a:pt x="2205" y="1626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924" y="4319642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924" y="4719335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924" y="2177400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924" y="3520256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924" y="3919949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924" y="2638784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924" y="3079619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924" y="5119028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924" y="5518721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924" y="5918415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560365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/>
          <p:cNvSpPr/>
          <p:nvPr/>
        </p:nvSpPr>
        <p:spPr>
          <a:xfrm>
            <a:off x="4282751" y="1931436"/>
            <a:ext cx="3228391" cy="4348066"/>
          </a:xfrm>
          <a:prstGeom prst="roundRect">
            <a:avLst>
              <a:gd name="adj" fmla="val 116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022356"/>
              </p:ext>
            </p:extLst>
          </p:nvPr>
        </p:nvGraphicFramePr>
        <p:xfrm>
          <a:off x="5410798" y="2092748"/>
          <a:ext cx="1969144" cy="4144987"/>
        </p:xfrm>
        <a:graphic>
          <a:graphicData uri="http://schemas.openxmlformats.org/drawingml/2006/table">
            <a:tbl>
              <a:tblPr/>
              <a:tblGrid>
                <a:gridCol w="637200"/>
                <a:gridCol w="1331944"/>
              </a:tblGrid>
              <a:tr h="4524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 u="none" strike="noStrike" dirty="0">
                          <a:solidFill>
                            <a:schemeClr val="accent4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 dirty="0">
                          <a:solidFill>
                            <a:schemeClr val="accent4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爱奇艺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24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 u="none" strike="noStrike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QQ</a:t>
                      </a:r>
                      <a:r>
                        <a:rPr lang="zh-CN" altLang="en-US" sz="1400" b="1" i="0" u="none" strike="noStrike" dirty="0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音乐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24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 u="none" strike="noStrike">
                          <a:solidFill>
                            <a:srgbClr val="FF99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 dirty="0">
                          <a:solidFill>
                            <a:srgbClr val="FF99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酷狗音乐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全民</a:t>
                      </a: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</a:t>
                      </a:r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歌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腾讯视频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芒果</a:t>
                      </a:r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TV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优酷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哔哩哔哩动画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土豆视频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酷我音乐</a:t>
                      </a: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0" y="80924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最</a:t>
            </a:r>
            <a:r>
              <a:rPr lang="zh-CN" altLang="en-US" sz="2800" b="1" dirty="0" smtClean="0"/>
              <a:t>受</a:t>
            </a:r>
            <a:r>
              <a:rPr lang="en-US" altLang="zh-CN" sz="2800" b="1" dirty="0" smtClean="0"/>
              <a:t>00</a:t>
            </a:r>
            <a:r>
              <a:rPr lang="zh-CN" altLang="en-US" sz="2800" b="1" dirty="0" smtClean="0"/>
              <a:t>后欢迎的</a:t>
            </a:r>
            <a:r>
              <a:rPr lang="zh-CN" altLang="en-US" sz="3600" b="1" dirty="0" smtClean="0"/>
              <a:t>影音播放</a:t>
            </a:r>
            <a:r>
              <a:rPr lang="en-US" altLang="zh-CN" sz="2800" b="1" dirty="0"/>
              <a:t>APP</a:t>
            </a:r>
            <a:r>
              <a:rPr lang="en-US" altLang="zh-CN" sz="2000" b="1" dirty="0"/>
              <a:t>(2016</a:t>
            </a:r>
            <a:r>
              <a:rPr lang="zh-CN" altLang="en-US" sz="2000" b="1" dirty="0"/>
              <a:t>上半年</a:t>
            </a:r>
            <a:r>
              <a:rPr lang="en-US" altLang="zh-CN" sz="2000" b="1" dirty="0"/>
              <a:t>)</a:t>
            </a:r>
            <a:endParaRPr lang="zh-CN" altLang="en-US" sz="2000" b="1" dirty="0"/>
          </a:p>
        </p:txBody>
      </p:sp>
      <p:sp>
        <p:nvSpPr>
          <p:cNvPr id="20" name="KSO_Shape"/>
          <p:cNvSpPr>
            <a:spLocks/>
          </p:cNvSpPr>
          <p:nvPr/>
        </p:nvSpPr>
        <p:spPr bwMode="auto">
          <a:xfrm>
            <a:off x="4834002" y="2184269"/>
            <a:ext cx="247045" cy="247457"/>
          </a:xfrm>
          <a:custGeom>
            <a:avLst/>
            <a:gdLst>
              <a:gd name="T0" fmla="*/ 2147483646 w 4409"/>
              <a:gd name="T1" fmla="*/ 2147483646 h 4408"/>
              <a:gd name="T2" fmla="*/ 2147483646 w 4409"/>
              <a:gd name="T3" fmla="*/ 2147483646 h 4408"/>
              <a:gd name="T4" fmla="*/ 2147483646 w 4409"/>
              <a:gd name="T5" fmla="*/ 2147483646 h 4408"/>
              <a:gd name="T6" fmla="*/ 2147483646 w 4409"/>
              <a:gd name="T7" fmla="*/ 2147483646 h 4408"/>
              <a:gd name="T8" fmla="*/ 2147483646 w 4409"/>
              <a:gd name="T9" fmla="*/ 2147483646 h 4408"/>
              <a:gd name="T10" fmla="*/ 2147483646 w 4409"/>
              <a:gd name="T11" fmla="*/ 2147483646 h 4408"/>
              <a:gd name="T12" fmla="*/ 2147483646 w 4409"/>
              <a:gd name="T13" fmla="*/ 2147483646 h 4408"/>
              <a:gd name="T14" fmla="*/ 2147483646 w 4409"/>
              <a:gd name="T15" fmla="*/ 2147483646 h 4408"/>
              <a:gd name="T16" fmla="*/ 481718167 w 4409"/>
              <a:gd name="T17" fmla="*/ 2147483646 h 4408"/>
              <a:gd name="T18" fmla="*/ 321145301 w 4409"/>
              <a:gd name="T19" fmla="*/ 2147483646 h 4408"/>
              <a:gd name="T20" fmla="*/ 2147483646 w 4409"/>
              <a:gd name="T21" fmla="*/ 2147483646 h 4408"/>
              <a:gd name="T22" fmla="*/ 2147483646 w 4409"/>
              <a:gd name="T23" fmla="*/ 2147483646 h 4408"/>
              <a:gd name="T24" fmla="*/ 2147483646 w 4409"/>
              <a:gd name="T25" fmla="*/ 2147483646 h 4408"/>
              <a:gd name="T26" fmla="*/ 2147483646 w 4409"/>
              <a:gd name="T27" fmla="*/ 2147483646 h 4408"/>
              <a:gd name="T28" fmla="*/ 2147483646 w 4409"/>
              <a:gd name="T29" fmla="*/ 2147483646 h 4408"/>
              <a:gd name="T30" fmla="*/ 2147483646 w 4409"/>
              <a:gd name="T31" fmla="*/ 2147483646 h 4408"/>
              <a:gd name="T32" fmla="*/ 2147483646 w 4409"/>
              <a:gd name="T33" fmla="*/ 2147483646 h 4408"/>
              <a:gd name="T34" fmla="*/ 2147483646 w 4409"/>
              <a:gd name="T35" fmla="*/ 2147483646 h 4408"/>
              <a:gd name="T36" fmla="*/ 2147483646 w 4409"/>
              <a:gd name="T37" fmla="*/ 2147483646 h 4408"/>
              <a:gd name="T38" fmla="*/ 2147483646 w 4409"/>
              <a:gd name="T39" fmla="*/ 2147483646 h 4408"/>
              <a:gd name="T40" fmla="*/ 2147483646 w 4409"/>
              <a:gd name="T41" fmla="*/ 2147483646 h 4408"/>
              <a:gd name="T42" fmla="*/ 2147483646 w 4409"/>
              <a:gd name="T43" fmla="*/ 2147483646 h 4408"/>
              <a:gd name="T44" fmla="*/ 2147483646 w 4409"/>
              <a:gd name="T45" fmla="*/ 2147483646 h 4408"/>
              <a:gd name="T46" fmla="*/ 2147483646 w 4409"/>
              <a:gd name="T47" fmla="*/ 2147483646 h 4408"/>
              <a:gd name="T48" fmla="*/ 2147483646 w 4409"/>
              <a:gd name="T49" fmla="*/ 2147483646 h 4408"/>
              <a:gd name="T50" fmla="*/ 2147483646 w 4409"/>
              <a:gd name="T51" fmla="*/ 2147483646 h 4408"/>
              <a:gd name="T52" fmla="*/ 2147483646 w 4409"/>
              <a:gd name="T53" fmla="*/ 2147483646 h 4408"/>
              <a:gd name="T54" fmla="*/ 2147483646 w 4409"/>
              <a:gd name="T55" fmla="*/ 2147483646 h 4408"/>
              <a:gd name="T56" fmla="*/ 2147483646 w 4409"/>
              <a:gd name="T57" fmla="*/ 2147483646 h 4408"/>
              <a:gd name="T58" fmla="*/ 2147483646 w 4409"/>
              <a:gd name="T59" fmla="*/ 2147483646 h 4408"/>
              <a:gd name="T60" fmla="*/ 2147483646 w 4409"/>
              <a:gd name="T61" fmla="*/ 2147483646 h 4408"/>
              <a:gd name="T62" fmla="*/ 2147483646 w 4409"/>
              <a:gd name="T63" fmla="*/ 2147483646 h 4408"/>
              <a:gd name="T64" fmla="*/ 2147483646 w 4409"/>
              <a:gd name="T65" fmla="*/ 2147483646 h 4408"/>
              <a:gd name="T66" fmla="*/ 2147483646 w 4409"/>
              <a:gd name="T67" fmla="*/ 2147483646 h 4408"/>
              <a:gd name="T68" fmla="*/ 2147483646 w 4409"/>
              <a:gd name="T69" fmla="*/ 2147483646 h 4408"/>
              <a:gd name="T70" fmla="*/ 2147483646 w 4409"/>
              <a:gd name="T71" fmla="*/ 2147483646 h 4408"/>
              <a:gd name="T72" fmla="*/ 2147483646 w 4409"/>
              <a:gd name="T73" fmla="*/ 2147483646 h 4408"/>
              <a:gd name="T74" fmla="*/ 2147483646 w 4409"/>
              <a:gd name="T75" fmla="*/ 2147483646 h 4408"/>
              <a:gd name="T76" fmla="*/ 2147483646 w 4409"/>
              <a:gd name="T77" fmla="*/ 2147483646 h 4408"/>
              <a:gd name="T78" fmla="*/ 2147483646 w 4409"/>
              <a:gd name="T79" fmla="*/ 2147483646 h 4408"/>
              <a:gd name="T80" fmla="*/ 2147483646 w 4409"/>
              <a:gd name="T81" fmla="*/ 2147483646 h 4408"/>
              <a:gd name="T82" fmla="*/ 2147483646 w 4409"/>
              <a:gd name="T83" fmla="*/ 2147483646 h 4408"/>
              <a:gd name="T84" fmla="*/ 2147483646 w 4409"/>
              <a:gd name="T85" fmla="*/ 2147483646 h 4408"/>
              <a:gd name="T86" fmla="*/ 2147483646 w 4409"/>
              <a:gd name="T87" fmla="*/ 2147483646 h 4408"/>
              <a:gd name="T88" fmla="*/ 2147483646 w 4409"/>
              <a:gd name="T89" fmla="*/ 2147483646 h 4408"/>
              <a:gd name="T90" fmla="*/ 2147483646 w 4409"/>
              <a:gd name="T91" fmla="*/ 2147483646 h 4408"/>
              <a:gd name="T92" fmla="*/ 2147483646 w 4409"/>
              <a:gd name="T93" fmla="*/ 2147483646 h 4408"/>
              <a:gd name="T94" fmla="*/ 2147483646 w 4409"/>
              <a:gd name="T95" fmla="*/ 2147483646 h 4408"/>
              <a:gd name="T96" fmla="*/ 2147483646 w 4409"/>
              <a:gd name="T97" fmla="*/ 2147483646 h 4408"/>
              <a:gd name="T98" fmla="*/ 2147483646 w 4409"/>
              <a:gd name="T99" fmla="*/ 2147483646 h 4408"/>
              <a:gd name="T100" fmla="*/ 2147483646 w 4409"/>
              <a:gd name="T101" fmla="*/ 2147483646 h 4408"/>
              <a:gd name="T102" fmla="*/ 2147483646 w 4409"/>
              <a:gd name="T103" fmla="*/ 2147483646 h 4408"/>
              <a:gd name="T104" fmla="*/ 2147483646 w 4409"/>
              <a:gd name="T105" fmla="*/ 2147483646 h 4408"/>
              <a:gd name="T106" fmla="*/ 2147483646 w 4409"/>
              <a:gd name="T107" fmla="*/ 2147483646 h 4408"/>
              <a:gd name="T108" fmla="*/ 2147483646 w 4409"/>
              <a:gd name="T109" fmla="*/ 2147483646 h 44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409" h="4408">
                <a:moveTo>
                  <a:pt x="3025" y="2127"/>
                </a:moveTo>
                <a:lnTo>
                  <a:pt x="3025" y="2127"/>
                </a:lnTo>
                <a:lnTo>
                  <a:pt x="3097" y="2107"/>
                </a:lnTo>
                <a:lnTo>
                  <a:pt x="3179" y="2081"/>
                </a:lnTo>
                <a:lnTo>
                  <a:pt x="3271" y="2053"/>
                </a:lnTo>
                <a:lnTo>
                  <a:pt x="3375" y="2020"/>
                </a:lnTo>
                <a:lnTo>
                  <a:pt x="3429" y="2002"/>
                </a:lnTo>
                <a:lnTo>
                  <a:pt x="3481" y="1982"/>
                </a:lnTo>
                <a:lnTo>
                  <a:pt x="3532" y="1961"/>
                </a:lnTo>
                <a:lnTo>
                  <a:pt x="3580" y="1938"/>
                </a:lnTo>
                <a:lnTo>
                  <a:pt x="3626" y="1914"/>
                </a:lnTo>
                <a:lnTo>
                  <a:pt x="3672" y="1889"/>
                </a:lnTo>
                <a:lnTo>
                  <a:pt x="3715" y="1861"/>
                </a:lnTo>
                <a:lnTo>
                  <a:pt x="3756" y="1834"/>
                </a:lnTo>
                <a:lnTo>
                  <a:pt x="3797" y="1804"/>
                </a:lnTo>
                <a:lnTo>
                  <a:pt x="3834" y="1774"/>
                </a:lnTo>
                <a:lnTo>
                  <a:pt x="3871" y="1744"/>
                </a:lnTo>
                <a:lnTo>
                  <a:pt x="3906" y="1711"/>
                </a:lnTo>
                <a:lnTo>
                  <a:pt x="3940" y="1679"/>
                </a:lnTo>
                <a:lnTo>
                  <a:pt x="3971" y="1644"/>
                </a:lnTo>
                <a:lnTo>
                  <a:pt x="4002" y="1610"/>
                </a:lnTo>
                <a:lnTo>
                  <a:pt x="4031" y="1575"/>
                </a:lnTo>
                <a:lnTo>
                  <a:pt x="4059" y="1539"/>
                </a:lnTo>
                <a:lnTo>
                  <a:pt x="4085" y="1502"/>
                </a:lnTo>
                <a:lnTo>
                  <a:pt x="4110" y="1466"/>
                </a:lnTo>
                <a:lnTo>
                  <a:pt x="4134" y="1428"/>
                </a:lnTo>
                <a:lnTo>
                  <a:pt x="4157" y="1390"/>
                </a:lnTo>
                <a:lnTo>
                  <a:pt x="4177" y="1351"/>
                </a:lnTo>
                <a:lnTo>
                  <a:pt x="4198" y="1312"/>
                </a:lnTo>
                <a:lnTo>
                  <a:pt x="4217" y="1274"/>
                </a:lnTo>
                <a:lnTo>
                  <a:pt x="4234" y="1235"/>
                </a:lnTo>
                <a:lnTo>
                  <a:pt x="4251" y="1196"/>
                </a:lnTo>
                <a:lnTo>
                  <a:pt x="4267" y="1156"/>
                </a:lnTo>
                <a:lnTo>
                  <a:pt x="4281" y="1117"/>
                </a:lnTo>
                <a:lnTo>
                  <a:pt x="4295" y="1078"/>
                </a:lnTo>
                <a:lnTo>
                  <a:pt x="4307" y="1039"/>
                </a:lnTo>
                <a:lnTo>
                  <a:pt x="4319" y="1000"/>
                </a:lnTo>
                <a:lnTo>
                  <a:pt x="4329" y="961"/>
                </a:lnTo>
                <a:lnTo>
                  <a:pt x="4340" y="923"/>
                </a:lnTo>
                <a:lnTo>
                  <a:pt x="4349" y="884"/>
                </a:lnTo>
                <a:lnTo>
                  <a:pt x="4357" y="847"/>
                </a:lnTo>
                <a:lnTo>
                  <a:pt x="4365" y="809"/>
                </a:lnTo>
                <a:lnTo>
                  <a:pt x="4377" y="736"/>
                </a:lnTo>
                <a:lnTo>
                  <a:pt x="4387" y="665"/>
                </a:lnTo>
                <a:lnTo>
                  <a:pt x="4395" y="598"/>
                </a:lnTo>
                <a:lnTo>
                  <a:pt x="4401" y="534"/>
                </a:lnTo>
                <a:lnTo>
                  <a:pt x="4405" y="474"/>
                </a:lnTo>
                <a:lnTo>
                  <a:pt x="4407" y="418"/>
                </a:lnTo>
                <a:lnTo>
                  <a:pt x="4409" y="367"/>
                </a:lnTo>
                <a:lnTo>
                  <a:pt x="4409" y="321"/>
                </a:lnTo>
                <a:lnTo>
                  <a:pt x="4409" y="281"/>
                </a:lnTo>
                <a:lnTo>
                  <a:pt x="4407" y="247"/>
                </a:lnTo>
                <a:lnTo>
                  <a:pt x="4404" y="201"/>
                </a:lnTo>
                <a:lnTo>
                  <a:pt x="4403" y="183"/>
                </a:lnTo>
                <a:lnTo>
                  <a:pt x="3786" y="183"/>
                </a:lnTo>
                <a:lnTo>
                  <a:pt x="3491" y="183"/>
                </a:lnTo>
                <a:lnTo>
                  <a:pt x="3491" y="0"/>
                </a:lnTo>
                <a:lnTo>
                  <a:pt x="919" y="0"/>
                </a:lnTo>
                <a:lnTo>
                  <a:pt x="919" y="183"/>
                </a:lnTo>
                <a:lnTo>
                  <a:pt x="624" y="183"/>
                </a:lnTo>
                <a:lnTo>
                  <a:pt x="6" y="183"/>
                </a:lnTo>
                <a:lnTo>
                  <a:pt x="5" y="201"/>
                </a:lnTo>
                <a:lnTo>
                  <a:pt x="2" y="247"/>
                </a:lnTo>
                <a:lnTo>
                  <a:pt x="1" y="282"/>
                </a:lnTo>
                <a:lnTo>
                  <a:pt x="0" y="321"/>
                </a:lnTo>
                <a:lnTo>
                  <a:pt x="1" y="367"/>
                </a:lnTo>
                <a:lnTo>
                  <a:pt x="2" y="419"/>
                </a:lnTo>
                <a:lnTo>
                  <a:pt x="4" y="475"/>
                </a:lnTo>
                <a:lnTo>
                  <a:pt x="8" y="535"/>
                </a:lnTo>
                <a:lnTo>
                  <a:pt x="14" y="599"/>
                </a:lnTo>
                <a:lnTo>
                  <a:pt x="22" y="667"/>
                </a:lnTo>
                <a:lnTo>
                  <a:pt x="32" y="737"/>
                </a:lnTo>
                <a:lnTo>
                  <a:pt x="45" y="811"/>
                </a:lnTo>
                <a:lnTo>
                  <a:pt x="52" y="848"/>
                </a:lnTo>
                <a:lnTo>
                  <a:pt x="61" y="886"/>
                </a:lnTo>
                <a:lnTo>
                  <a:pt x="69" y="924"/>
                </a:lnTo>
                <a:lnTo>
                  <a:pt x="79" y="962"/>
                </a:lnTo>
                <a:lnTo>
                  <a:pt x="91" y="1002"/>
                </a:lnTo>
                <a:lnTo>
                  <a:pt x="102" y="1041"/>
                </a:lnTo>
                <a:lnTo>
                  <a:pt x="115" y="1080"/>
                </a:lnTo>
                <a:lnTo>
                  <a:pt x="128" y="1120"/>
                </a:lnTo>
                <a:lnTo>
                  <a:pt x="142" y="1158"/>
                </a:lnTo>
                <a:lnTo>
                  <a:pt x="159" y="1198"/>
                </a:lnTo>
                <a:lnTo>
                  <a:pt x="175" y="1237"/>
                </a:lnTo>
                <a:lnTo>
                  <a:pt x="193" y="1276"/>
                </a:lnTo>
                <a:lnTo>
                  <a:pt x="211" y="1315"/>
                </a:lnTo>
                <a:lnTo>
                  <a:pt x="232" y="1354"/>
                </a:lnTo>
                <a:lnTo>
                  <a:pt x="253" y="1392"/>
                </a:lnTo>
                <a:lnTo>
                  <a:pt x="275" y="1430"/>
                </a:lnTo>
                <a:lnTo>
                  <a:pt x="299" y="1468"/>
                </a:lnTo>
                <a:lnTo>
                  <a:pt x="324" y="1504"/>
                </a:lnTo>
                <a:lnTo>
                  <a:pt x="350" y="1541"/>
                </a:lnTo>
                <a:lnTo>
                  <a:pt x="378" y="1577"/>
                </a:lnTo>
                <a:lnTo>
                  <a:pt x="407" y="1612"/>
                </a:lnTo>
                <a:lnTo>
                  <a:pt x="438" y="1646"/>
                </a:lnTo>
                <a:lnTo>
                  <a:pt x="470" y="1681"/>
                </a:lnTo>
                <a:lnTo>
                  <a:pt x="503" y="1713"/>
                </a:lnTo>
                <a:lnTo>
                  <a:pt x="538" y="1746"/>
                </a:lnTo>
                <a:lnTo>
                  <a:pt x="574" y="1776"/>
                </a:lnTo>
                <a:lnTo>
                  <a:pt x="613" y="1806"/>
                </a:lnTo>
                <a:lnTo>
                  <a:pt x="653" y="1835"/>
                </a:lnTo>
                <a:lnTo>
                  <a:pt x="694" y="1863"/>
                </a:lnTo>
                <a:lnTo>
                  <a:pt x="738" y="1890"/>
                </a:lnTo>
                <a:lnTo>
                  <a:pt x="782" y="1915"/>
                </a:lnTo>
                <a:lnTo>
                  <a:pt x="829" y="1939"/>
                </a:lnTo>
                <a:lnTo>
                  <a:pt x="878" y="1962"/>
                </a:lnTo>
                <a:lnTo>
                  <a:pt x="928" y="1983"/>
                </a:lnTo>
                <a:lnTo>
                  <a:pt x="981" y="2002"/>
                </a:lnTo>
                <a:lnTo>
                  <a:pt x="1035" y="2020"/>
                </a:lnTo>
                <a:lnTo>
                  <a:pt x="1137" y="2053"/>
                </a:lnTo>
                <a:lnTo>
                  <a:pt x="1230" y="2080"/>
                </a:lnTo>
                <a:lnTo>
                  <a:pt x="1311" y="2105"/>
                </a:lnTo>
                <a:lnTo>
                  <a:pt x="1384" y="2125"/>
                </a:lnTo>
                <a:lnTo>
                  <a:pt x="1417" y="2164"/>
                </a:lnTo>
                <a:lnTo>
                  <a:pt x="1452" y="2203"/>
                </a:lnTo>
                <a:lnTo>
                  <a:pt x="1488" y="2241"/>
                </a:lnTo>
                <a:lnTo>
                  <a:pt x="1525" y="2275"/>
                </a:lnTo>
                <a:lnTo>
                  <a:pt x="1562" y="2309"/>
                </a:lnTo>
                <a:lnTo>
                  <a:pt x="1600" y="2340"/>
                </a:lnTo>
                <a:lnTo>
                  <a:pt x="1639" y="2370"/>
                </a:lnTo>
                <a:lnTo>
                  <a:pt x="1679" y="2398"/>
                </a:lnTo>
                <a:lnTo>
                  <a:pt x="1720" y="2424"/>
                </a:lnTo>
                <a:lnTo>
                  <a:pt x="1761" y="2449"/>
                </a:lnTo>
                <a:lnTo>
                  <a:pt x="1803" y="2471"/>
                </a:lnTo>
                <a:lnTo>
                  <a:pt x="1845" y="2490"/>
                </a:lnTo>
                <a:lnTo>
                  <a:pt x="1888" y="2508"/>
                </a:lnTo>
                <a:lnTo>
                  <a:pt x="1933" y="2525"/>
                </a:lnTo>
                <a:lnTo>
                  <a:pt x="1976" y="2538"/>
                </a:lnTo>
                <a:lnTo>
                  <a:pt x="2021" y="2549"/>
                </a:lnTo>
                <a:lnTo>
                  <a:pt x="2021" y="3864"/>
                </a:lnTo>
                <a:lnTo>
                  <a:pt x="1963" y="3868"/>
                </a:lnTo>
                <a:lnTo>
                  <a:pt x="1906" y="3873"/>
                </a:lnTo>
                <a:lnTo>
                  <a:pt x="1850" y="3880"/>
                </a:lnTo>
                <a:lnTo>
                  <a:pt x="1795" y="3887"/>
                </a:lnTo>
                <a:lnTo>
                  <a:pt x="1741" y="3895"/>
                </a:lnTo>
                <a:lnTo>
                  <a:pt x="1688" y="3904"/>
                </a:lnTo>
                <a:lnTo>
                  <a:pt x="1636" y="3915"/>
                </a:lnTo>
                <a:lnTo>
                  <a:pt x="1587" y="3926"/>
                </a:lnTo>
                <a:lnTo>
                  <a:pt x="1537" y="3939"/>
                </a:lnTo>
                <a:lnTo>
                  <a:pt x="1489" y="3951"/>
                </a:lnTo>
                <a:lnTo>
                  <a:pt x="1444" y="3965"/>
                </a:lnTo>
                <a:lnTo>
                  <a:pt x="1399" y="3980"/>
                </a:lnTo>
                <a:lnTo>
                  <a:pt x="1355" y="3995"/>
                </a:lnTo>
                <a:lnTo>
                  <a:pt x="1314" y="4012"/>
                </a:lnTo>
                <a:lnTo>
                  <a:pt x="1274" y="4029"/>
                </a:lnTo>
                <a:lnTo>
                  <a:pt x="1237" y="4046"/>
                </a:lnTo>
                <a:lnTo>
                  <a:pt x="1200" y="4065"/>
                </a:lnTo>
                <a:lnTo>
                  <a:pt x="1166" y="4085"/>
                </a:lnTo>
                <a:lnTo>
                  <a:pt x="1134" y="4104"/>
                </a:lnTo>
                <a:lnTo>
                  <a:pt x="1104" y="4124"/>
                </a:lnTo>
                <a:lnTo>
                  <a:pt x="1076" y="4146"/>
                </a:lnTo>
                <a:lnTo>
                  <a:pt x="1049" y="4167"/>
                </a:lnTo>
                <a:lnTo>
                  <a:pt x="1026" y="4189"/>
                </a:lnTo>
                <a:lnTo>
                  <a:pt x="1004" y="4211"/>
                </a:lnTo>
                <a:lnTo>
                  <a:pt x="984" y="4235"/>
                </a:lnTo>
                <a:lnTo>
                  <a:pt x="968" y="4259"/>
                </a:lnTo>
                <a:lnTo>
                  <a:pt x="953" y="4282"/>
                </a:lnTo>
                <a:lnTo>
                  <a:pt x="947" y="4295"/>
                </a:lnTo>
                <a:lnTo>
                  <a:pt x="941" y="4307"/>
                </a:lnTo>
                <a:lnTo>
                  <a:pt x="936" y="4320"/>
                </a:lnTo>
                <a:lnTo>
                  <a:pt x="931" y="4332"/>
                </a:lnTo>
                <a:lnTo>
                  <a:pt x="927" y="4344"/>
                </a:lnTo>
                <a:lnTo>
                  <a:pt x="924" y="4358"/>
                </a:lnTo>
                <a:lnTo>
                  <a:pt x="922" y="4370"/>
                </a:lnTo>
                <a:lnTo>
                  <a:pt x="920" y="4383"/>
                </a:lnTo>
                <a:lnTo>
                  <a:pt x="919" y="4396"/>
                </a:lnTo>
                <a:lnTo>
                  <a:pt x="919" y="4408"/>
                </a:lnTo>
                <a:lnTo>
                  <a:pt x="3491" y="4408"/>
                </a:lnTo>
                <a:lnTo>
                  <a:pt x="3491" y="4396"/>
                </a:lnTo>
                <a:lnTo>
                  <a:pt x="3490" y="4383"/>
                </a:lnTo>
                <a:lnTo>
                  <a:pt x="3488" y="4370"/>
                </a:lnTo>
                <a:lnTo>
                  <a:pt x="3486" y="4358"/>
                </a:lnTo>
                <a:lnTo>
                  <a:pt x="3482" y="4344"/>
                </a:lnTo>
                <a:lnTo>
                  <a:pt x="3478" y="4332"/>
                </a:lnTo>
                <a:lnTo>
                  <a:pt x="3474" y="4320"/>
                </a:lnTo>
                <a:lnTo>
                  <a:pt x="3469" y="4307"/>
                </a:lnTo>
                <a:lnTo>
                  <a:pt x="3463" y="4295"/>
                </a:lnTo>
                <a:lnTo>
                  <a:pt x="3457" y="4282"/>
                </a:lnTo>
                <a:lnTo>
                  <a:pt x="3443" y="4259"/>
                </a:lnTo>
                <a:lnTo>
                  <a:pt x="3426" y="4235"/>
                </a:lnTo>
                <a:lnTo>
                  <a:pt x="3406" y="4211"/>
                </a:lnTo>
                <a:lnTo>
                  <a:pt x="3384" y="4189"/>
                </a:lnTo>
                <a:lnTo>
                  <a:pt x="3361" y="4167"/>
                </a:lnTo>
                <a:lnTo>
                  <a:pt x="3334" y="4146"/>
                </a:lnTo>
                <a:lnTo>
                  <a:pt x="3306" y="4124"/>
                </a:lnTo>
                <a:lnTo>
                  <a:pt x="3276" y="4104"/>
                </a:lnTo>
                <a:lnTo>
                  <a:pt x="3244" y="4085"/>
                </a:lnTo>
                <a:lnTo>
                  <a:pt x="3210" y="4065"/>
                </a:lnTo>
                <a:lnTo>
                  <a:pt x="3173" y="4046"/>
                </a:lnTo>
                <a:lnTo>
                  <a:pt x="3136" y="4029"/>
                </a:lnTo>
                <a:lnTo>
                  <a:pt x="3096" y="4012"/>
                </a:lnTo>
                <a:lnTo>
                  <a:pt x="3054" y="3995"/>
                </a:lnTo>
                <a:lnTo>
                  <a:pt x="3011" y="3980"/>
                </a:lnTo>
                <a:lnTo>
                  <a:pt x="2966" y="3965"/>
                </a:lnTo>
                <a:lnTo>
                  <a:pt x="2921" y="3951"/>
                </a:lnTo>
                <a:lnTo>
                  <a:pt x="2873" y="3939"/>
                </a:lnTo>
                <a:lnTo>
                  <a:pt x="2823" y="3926"/>
                </a:lnTo>
                <a:lnTo>
                  <a:pt x="2773" y="3915"/>
                </a:lnTo>
                <a:lnTo>
                  <a:pt x="2722" y="3904"/>
                </a:lnTo>
                <a:lnTo>
                  <a:pt x="2669" y="3895"/>
                </a:lnTo>
                <a:lnTo>
                  <a:pt x="2615" y="3887"/>
                </a:lnTo>
                <a:lnTo>
                  <a:pt x="2559" y="3880"/>
                </a:lnTo>
                <a:lnTo>
                  <a:pt x="2504" y="3873"/>
                </a:lnTo>
                <a:lnTo>
                  <a:pt x="2447" y="3868"/>
                </a:lnTo>
                <a:lnTo>
                  <a:pt x="2389" y="3864"/>
                </a:lnTo>
                <a:lnTo>
                  <a:pt x="2389" y="2549"/>
                </a:lnTo>
                <a:lnTo>
                  <a:pt x="2434" y="2538"/>
                </a:lnTo>
                <a:lnTo>
                  <a:pt x="2477" y="2525"/>
                </a:lnTo>
                <a:lnTo>
                  <a:pt x="2521" y="2508"/>
                </a:lnTo>
                <a:lnTo>
                  <a:pt x="2565" y="2491"/>
                </a:lnTo>
                <a:lnTo>
                  <a:pt x="2607" y="2471"/>
                </a:lnTo>
                <a:lnTo>
                  <a:pt x="2649" y="2449"/>
                </a:lnTo>
                <a:lnTo>
                  <a:pt x="2689" y="2425"/>
                </a:lnTo>
                <a:lnTo>
                  <a:pt x="2730" y="2399"/>
                </a:lnTo>
                <a:lnTo>
                  <a:pt x="2769" y="2370"/>
                </a:lnTo>
                <a:lnTo>
                  <a:pt x="2809" y="2341"/>
                </a:lnTo>
                <a:lnTo>
                  <a:pt x="2846" y="2310"/>
                </a:lnTo>
                <a:lnTo>
                  <a:pt x="2884" y="2276"/>
                </a:lnTo>
                <a:lnTo>
                  <a:pt x="2921" y="2242"/>
                </a:lnTo>
                <a:lnTo>
                  <a:pt x="2956" y="2205"/>
                </a:lnTo>
                <a:lnTo>
                  <a:pt x="2992" y="2167"/>
                </a:lnTo>
                <a:lnTo>
                  <a:pt x="3025" y="2127"/>
                </a:lnTo>
                <a:close/>
                <a:moveTo>
                  <a:pt x="3491" y="791"/>
                </a:moveTo>
                <a:lnTo>
                  <a:pt x="3491" y="367"/>
                </a:lnTo>
                <a:lnTo>
                  <a:pt x="3786" y="367"/>
                </a:lnTo>
                <a:lnTo>
                  <a:pt x="4226" y="367"/>
                </a:lnTo>
                <a:lnTo>
                  <a:pt x="4226" y="403"/>
                </a:lnTo>
                <a:lnTo>
                  <a:pt x="4225" y="441"/>
                </a:lnTo>
                <a:lnTo>
                  <a:pt x="4223" y="482"/>
                </a:lnTo>
                <a:lnTo>
                  <a:pt x="4220" y="525"/>
                </a:lnTo>
                <a:lnTo>
                  <a:pt x="4216" y="570"/>
                </a:lnTo>
                <a:lnTo>
                  <a:pt x="4211" y="617"/>
                </a:lnTo>
                <a:lnTo>
                  <a:pt x="4205" y="665"/>
                </a:lnTo>
                <a:lnTo>
                  <a:pt x="4198" y="716"/>
                </a:lnTo>
                <a:lnTo>
                  <a:pt x="4188" y="767"/>
                </a:lnTo>
                <a:lnTo>
                  <a:pt x="4177" y="819"/>
                </a:lnTo>
                <a:lnTo>
                  <a:pt x="4165" y="873"/>
                </a:lnTo>
                <a:lnTo>
                  <a:pt x="4152" y="927"/>
                </a:lnTo>
                <a:lnTo>
                  <a:pt x="4136" y="982"/>
                </a:lnTo>
                <a:lnTo>
                  <a:pt x="4117" y="1037"/>
                </a:lnTo>
                <a:lnTo>
                  <a:pt x="4097" y="1091"/>
                </a:lnTo>
                <a:lnTo>
                  <a:pt x="4075" y="1146"/>
                </a:lnTo>
                <a:lnTo>
                  <a:pt x="4050" y="1201"/>
                </a:lnTo>
                <a:lnTo>
                  <a:pt x="4037" y="1227"/>
                </a:lnTo>
                <a:lnTo>
                  <a:pt x="4023" y="1255"/>
                </a:lnTo>
                <a:lnTo>
                  <a:pt x="4009" y="1281"/>
                </a:lnTo>
                <a:lnTo>
                  <a:pt x="3994" y="1307"/>
                </a:lnTo>
                <a:lnTo>
                  <a:pt x="3977" y="1334"/>
                </a:lnTo>
                <a:lnTo>
                  <a:pt x="3961" y="1360"/>
                </a:lnTo>
                <a:lnTo>
                  <a:pt x="3944" y="1385"/>
                </a:lnTo>
                <a:lnTo>
                  <a:pt x="3926" y="1412"/>
                </a:lnTo>
                <a:lnTo>
                  <a:pt x="3907" y="1436"/>
                </a:lnTo>
                <a:lnTo>
                  <a:pt x="3887" y="1462"/>
                </a:lnTo>
                <a:lnTo>
                  <a:pt x="3867" y="1486"/>
                </a:lnTo>
                <a:lnTo>
                  <a:pt x="3847" y="1510"/>
                </a:lnTo>
                <a:lnTo>
                  <a:pt x="3824" y="1534"/>
                </a:lnTo>
                <a:lnTo>
                  <a:pt x="3802" y="1557"/>
                </a:lnTo>
                <a:lnTo>
                  <a:pt x="3779" y="1579"/>
                </a:lnTo>
                <a:lnTo>
                  <a:pt x="3754" y="1602"/>
                </a:lnTo>
                <a:lnTo>
                  <a:pt x="3729" y="1623"/>
                </a:lnTo>
                <a:lnTo>
                  <a:pt x="3703" y="1644"/>
                </a:lnTo>
                <a:lnTo>
                  <a:pt x="3676" y="1664"/>
                </a:lnTo>
                <a:lnTo>
                  <a:pt x="3649" y="1685"/>
                </a:lnTo>
                <a:lnTo>
                  <a:pt x="3619" y="1704"/>
                </a:lnTo>
                <a:lnTo>
                  <a:pt x="3590" y="1722"/>
                </a:lnTo>
                <a:lnTo>
                  <a:pt x="3560" y="1740"/>
                </a:lnTo>
                <a:lnTo>
                  <a:pt x="3528" y="1758"/>
                </a:lnTo>
                <a:lnTo>
                  <a:pt x="3496" y="1775"/>
                </a:lnTo>
                <a:lnTo>
                  <a:pt x="3462" y="1790"/>
                </a:lnTo>
                <a:lnTo>
                  <a:pt x="3428" y="1805"/>
                </a:lnTo>
                <a:lnTo>
                  <a:pt x="3392" y="1820"/>
                </a:lnTo>
                <a:lnTo>
                  <a:pt x="3357" y="1833"/>
                </a:lnTo>
                <a:lnTo>
                  <a:pt x="3319" y="1846"/>
                </a:lnTo>
                <a:lnTo>
                  <a:pt x="3192" y="1886"/>
                </a:lnTo>
                <a:lnTo>
                  <a:pt x="3227" y="1825"/>
                </a:lnTo>
                <a:lnTo>
                  <a:pt x="3258" y="1763"/>
                </a:lnTo>
                <a:lnTo>
                  <a:pt x="3289" y="1700"/>
                </a:lnTo>
                <a:lnTo>
                  <a:pt x="3317" y="1635"/>
                </a:lnTo>
                <a:lnTo>
                  <a:pt x="3345" y="1569"/>
                </a:lnTo>
                <a:lnTo>
                  <a:pt x="3369" y="1501"/>
                </a:lnTo>
                <a:lnTo>
                  <a:pt x="3391" y="1433"/>
                </a:lnTo>
                <a:lnTo>
                  <a:pt x="3411" y="1364"/>
                </a:lnTo>
                <a:lnTo>
                  <a:pt x="3430" y="1294"/>
                </a:lnTo>
                <a:lnTo>
                  <a:pt x="3446" y="1223"/>
                </a:lnTo>
                <a:lnTo>
                  <a:pt x="3459" y="1152"/>
                </a:lnTo>
                <a:lnTo>
                  <a:pt x="3470" y="1080"/>
                </a:lnTo>
                <a:lnTo>
                  <a:pt x="3475" y="1044"/>
                </a:lnTo>
                <a:lnTo>
                  <a:pt x="3479" y="1008"/>
                </a:lnTo>
                <a:lnTo>
                  <a:pt x="3482" y="972"/>
                </a:lnTo>
                <a:lnTo>
                  <a:pt x="3486" y="936"/>
                </a:lnTo>
                <a:lnTo>
                  <a:pt x="3488" y="900"/>
                </a:lnTo>
                <a:lnTo>
                  <a:pt x="3490" y="863"/>
                </a:lnTo>
                <a:lnTo>
                  <a:pt x="3491" y="828"/>
                </a:lnTo>
                <a:lnTo>
                  <a:pt x="3491" y="791"/>
                </a:lnTo>
                <a:close/>
                <a:moveTo>
                  <a:pt x="1091" y="1846"/>
                </a:moveTo>
                <a:lnTo>
                  <a:pt x="1091" y="1846"/>
                </a:lnTo>
                <a:lnTo>
                  <a:pt x="1053" y="1833"/>
                </a:lnTo>
                <a:lnTo>
                  <a:pt x="1017" y="1820"/>
                </a:lnTo>
                <a:lnTo>
                  <a:pt x="981" y="1805"/>
                </a:lnTo>
                <a:lnTo>
                  <a:pt x="947" y="1791"/>
                </a:lnTo>
                <a:lnTo>
                  <a:pt x="913" y="1775"/>
                </a:lnTo>
                <a:lnTo>
                  <a:pt x="881" y="1759"/>
                </a:lnTo>
                <a:lnTo>
                  <a:pt x="849" y="1741"/>
                </a:lnTo>
                <a:lnTo>
                  <a:pt x="819" y="1723"/>
                </a:lnTo>
                <a:lnTo>
                  <a:pt x="789" y="1705"/>
                </a:lnTo>
                <a:lnTo>
                  <a:pt x="760" y="1686"/>
                </a:lnTo>
                <a:lnTo>
                  <a:pt x="733" y="1665"/>
                </a:lnTo>
                <a:lnTo>
                  <a:pt x="705" y="1645"/>
                </a:lnTo>
                <a:lnTo>
                  <a:pt x="680" y="1624"/>
                </a:lnTo>
                <a:lnTo>
                  <a:pt x="655" y="1603"/>
                </a:lnTo>
                <a:lnTo>
                  <a:pt x="630" y="1580"/>
                </a:lnTo>
                <a:lnTo>
                  <a:pt x="607" y="1558"/>
                </a:lnTo>
                <a:lnTo>
                  <a:pt x="585" y="1535"/>
                </a:lnTo>
                <a:lnTo>
                  <a:pt x="562" y="1511"/>
                </a:lnTo>
                <a:lnTo>
                  <a:pt x="541" y="1487"/>
                </a:lnTo>
                <a:lnTo>
                  <a:pt x="521" y="1463"/>
                </a:lnTo>
                <a:lnTo>
                  <a:pt x="501" y="1438"/>
                </a:lnTo>
                <a:lnTo>
                  <a:pt x="483" y="1413"/>
                </a:lnTo>
                <a:lnTo>
                  <a:pt x="465" y="1387"/>
                </a:lnTo>
                <a:lnTo>
                  <a:pt x="448" y="1361"/>
                </a:lnTo>
                <a:lnTo>
                  <a:pt x="431" y="1336"/>
                </a:lnTo>
                <a:lnTo>
                  <a:pt x="415" y="1309"/>
                </a:lnTo>
                <a:lnTo>
                  <a:pt x="400" y="1283"/>
                </a:lnTo>
                <a:lnTo>
                  <a:pt x="386" y="1256"/>
                </a:lnTo>
                <a:lnTo>
                  <a:pt x="372" y="1229"/>
                </a:lnTo>
                <a:lnTo>
                  <a:pt x="358" y="1202"/>
                </a:lnTo>
                <a:lnTo>
                  <a:pt x="334" y="1147"/>
                </a:lnTo>
                <a:lnTo>
                  <a:pt x="312" y="1092"/>
                </a:lnTo>
                <a:lnTo>
                  <a:pt x="291" y="1038"/>
                </a:lnTo>
                <a:lnTo>
                  <a:pt x="273" y="983"/>
                </a:lnTo>
                <a:lnTo>
                  <a:pt x="258" y="928"/>
                </a:lnTo>
                <a:lnTo>
                  <a:pt x="244" y="874"/>
                </a:lnTo>
                <a:lnTo>
                  <a:pt x="232" y="820"/>
                </a:lnTo>
                <a:lnTo>
                  <a:pt x="221" y="768"/>
                </a:lnTo>
                <a:lnTo>
                  <a:pt x="212" y="716"/>
                </a:lnTo>
                <a:lnTo>
                  <a:pt x="204" y="666"/>
                </a:lnTo>
                <a:lnTo>
                  <a:pt x="198" y="618"/>
                </a:lnTo>
                <a:lnTo>
                  <a:pt x="194" y="570"/>
                </a:lnTo>
                <a:lnTo>
                  <a:pt x="190" y="525"/>
                </a:lnTo>
                <a:lnTo>
                  <a:pt x="187" y="482"/>
                </a:lnTo>
                <a:lnTo>
                  <a:pt x="185" y="441"/>
                </a:lnTo>
                <a:lnTo>
                  <a:pt x="184" y="404"/>
                </a:lnTo>
                <a:lnTo>
                  <a:pt x="184" y="367"/>
                </a:lnTo>
                <a:lnTo>
                  <a:pt x="624" y="367"/>
                </a:lnTo>
                <a:lnTo>
                  <a:pt x="919" y="367"/>
                </a:lnTo>
                <a:lnTo>
                  <a:pt x="919" y="791"/>
                </a:lnTo>
                <a:lnTo>
                  <a:pt x="919" y="828"/>
                </a:lnTo>
                <a:lnTo>
                  <a:pt x="920" y="863"/>
                </a:lnTo>
                <a:lnTo>
                  <a:pt x="922" y="900"/>
                </a:lnTo>
                <a:lnTo>
                  <a:pt x="924" y="936"/>
                </a:lnTo>
                <a:lnTo>
                  <a:pt x="927" y="972"/>
                </a:lnTo>
                <a:lnTo>
                  <a:pt x="930" y="1008"/>
                </a:lnTo>
                <a:lnTo>
                  <a:pt x="935" y="1044"/>
                </a:lnTo>
                <a:lnTo>
                  <a:pt x="940" y="1080"/>
                </a:lnTo>
                <a:lnTo>
                  <a:pt x="951" y="1151"/>
                </a:lnTo>
                <a:lnTo>
                  <a:pt x="964" y="1223"/>
                </a:lnTo>
                <a:lnTo>
                  <a:pt x="980" y="1293"/>
                </a:lnTo>
                <a:lnTo>
                  <a:pt x="998" y="1363"/>
                </a:lnTo>
                <a:lnTo>
                  <a:pt x="1019" y="1432"/>
                </a:lnTo>
                <a:lnTo>
                  <a:pt x="1041" y="1501"/>
                </a:lnTo>
                <a:lnTo>
                  <a:pt x="1065" y="1568"/>
                </a:lnTo>
                <a:lnTo>
                  <a:pt x="1092" y="1634"/>
                </a:lnTo>
                <a:lnTo>
                  <a:pt x="1120" y="1699"/>
                </a:lnTo>
                <a:lnTo>
                  <a:pt x="1151" y="1763"/>
                </a:lnTo>
                <a:lnTo>
                  <a:pt x="1183" y="1825"/>
                </a:lnTo>
                <a:lnTo>
                  <a:pt x="1217" y="1885"/>
                </a:lnTo>
                <a:lnTo>
                  <a:pt x="1091" y="1846"/>
                </a:lnTo>
                <a:close/>
                <a:moveTo>
                  <a:pt x="2205" y="1626"/>
                </a:moveTo>
                <a:lnTo>
                  <a:pt x="1637" y="2020"/>
                </a:lnTo>
                <a:lnTo>
                  <a:pt x="1837" y="1359"/>
                </a:lnTo>
                <a:lnTo>
                  <a:pt x="1287" y="940"/>
                </a:lnTo>
                <a:lnTo>
                  <a:pt x="1978" y="927"/>
                </a:lnTo>
                <a:lnTo>
                  <a:pt x="2205" y="274"/>
                </a:lnTo>
                <a:lnTo>
                  <a:pt x="2433" y="927"/>
                </a:lnTo>
                <a:lnTo>
                  <a:pt x="3123" y="940"/>
                </a:lnTo>
                <a:lnTo>
                  <a:pt x="2573" y="1359"/>
                </a:lnTo>
                <a:lnTo>
                  <a:pt x="2772" y="2020"/>
                </a:lnTo>
                <a:lnTo>
                  <a:pt x="2205" y="162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1" name="KSO_Shape"/>
          <p:cNvSpPr>
            <a:spLocks/>
          </p:cNvSpPr>
          <p:nvPr/>
        </p:nvSpPr>
        <p:spPr bwMode="auto">
          <a:xfrm>
            <a:off x="4834002" y="2641275"/>
            <a:ext cx="247045" cy="247457"/>
          </a:xfrm>
          <a:custGeom>
            <a:avLst/>
            <a:gdLst>
              <a:gd name="T0" fmla="*/ 2147483646 w 4409"/>
              <a:gd name="T1" fmla="*/ 2147483646 h 4408"/>
              <a:gd name="T2" fmla="*/ 2147483646 w 4409"/>
              <a:gd name="T3" fmla="*/ 2147483646 h 4408"/>
              <a:gd name="T4" fmla="*/ 2147483646 w 4409"/>
              <a:gd name="T5" fmla="*/ 2147483646 h 4408"/>
              <a:gd name="T6" fmla="*/ 2147483646 w 4409"/>
              <a:gd name="T7" fmla="*/ 2147483646 h 4408"/>
              <a:gd name="T8" fmla="*/ 2147483646 w 4409"/>
              <a:gd name="T9" fmla="*/ 2147483646 h 4408"/>
              <a:gd name="T10" fmla="*/ 2147483646 w 4409"/>
              <a:gd name="T11" fmla="*/ 2147483646 h 4408"/>
              <a:gd name="T12" fmla="*/ 2147483646 w 4409"/>
              <a:gd name="T13" fmla="*/ 2147483646 h 4408"/>
              <a:gd name="T14" fmla="*/ 2147483646 w 4409"/>
              <a:gd name="T15" fmla="*/ 2147483646 h 4408"/>
              <a:gd name="T16" fmla="*/ 481718167 w 4409"/>
              <a:gd name="T17" fmla="*/ 2147483646 h 4408"/>
              <a:gd name="T18" fmla="*/ 321145301 w 4409"/>
              <a:gd name="T19" fmla="*/ 2147483646 h 4408"/>
              <a:gd name="T20" fmla="*/ 2147483646 w 4409"/>
              <a:gd name="T21" fmla="*/ 2147483646 h 4408"/>
              <a:gd name="T22" fmla="*/ 2147483646 w 4409"/>
              <a:gd name="T23" fmla="*/ 2147483646 h 4408"/>
              <a:gd name="T24" fmla="*/ 2147483646 w 4409"/>
              <a:gd name="T25" fmla="*/ 2147483646 h 4408"/>
              <a:gd name="T26" fmla="*/ 2147483646 w 4409"/>
              <a:gd name="T27" fmla="*/ 2147483646 h 4408"/>
              <a:gd name="T28" fmla="*/ 2147483646 w 4409"/>
              <a:gd name="T29" fmla="*/ 2147483646 h 4408"/>
              <a:gd name="T30" fmla="*/ 2147483646 w 4409"/>
              <a:gd name="T31" fmla="*/ 2147483646 h 4408"/>
              <a:gd name="T32" fmla="*/ 2147483646 w 4409"/>
              <a:gd name="T33" fmla="*/ 2147483646 h 4408"/>
              <a:gd name="T34" fmla="*/ 2147483646 w 4409"/>
              <a:gd name="T35" fmla="*/ 2147483646 h 4408"/>
              <a:gd name="T36" fmla="*/ 2147483646 w 4409"/>
              <a:gd name="T37" fmla="*/ 2147483646 h 4408"/>
              <a:gd name="T38" fmla="*/ 2147483646 w 4409"/>
              <a:gd name="T39" fmla="*/ 2147483646 h 4408"/>
              <a:gd name="T40" fmla="*/ 2147483646 w 4409"/>
              <a:gd name="T41" fmla="*/ 2147483646 h 4408"/>
              <a:gd name="T42" fmla="*/ 2147483646 w 4409"/>
              <a:gd name="T43" fmla="*/ 2147483646 h 4408"/>
              <a:gd name="T44" fmla="*/ 2147483646 w 4409"/>
              <a:gd name="T45" fmla="*/ 2147483646 h 4408"/>
              <a:gd name="T46" fmla="*/ 2147483646 w 4409"/>
              <a:gd name="T47" fmla="*/ 2147483646 h 4408"/>
              <a:gd name="T48" fmla="*/ 2147483646 w 4409"/>
              <a:gd name="T49" fmla="*/ 2147483646 h 4408"/>
              <a:gd name="T50" fmla="*/ 2147483646 w 4409"/>
              <a:gd name="T51" fmla="*/ 2147483646 h 4408"/>
              <a:gd name="T52" fmla="*/ 2147483646 w 4409"/>
              <a:gd name="T53" fmla="*/ 2147483646 h 4408"/>
              <a:gd name="T54" fmla="*/ 2147483646 w 4409"/>
              <a:gd name="T55" fmla="*/ 2147483646 h 4408"/>
              <a:gd name="T56" fmla="*/ 2147483646 w 4409"/>
              <a:gd name="T57" fmla="*/ 2147483646 h 4408"/>
              <a:gd name="T58" fmla="*/ 2147483646 w 4409"/>
              <a:gd name="T59" fmla="*/ 2147483646 h 4408"/>
              <a:gd name="T60" fmla="*/ 2147483646 w 4409"/>
              <a:gd name="T61" fmla="*/ 2147483646 h 4408"/>
              <a:gd name="T62" fmla="*/ 2147483646 w 4409"/>
              <a:gd name="T63" fmla="*/ 2147483646 h 4408"/>
              <a:gd name="T64" fmla="*/ 2147483646 w 4409"/>
              <a:gd name="T65" fmla="*/ 2147483646 h 4408"/>
              <a:gd name="T66" fmla="*/ 2147483646 w 4409"/>
              <a:gd name="T67" fmla="*/ 2147483646 h 4408"/>
              <a:gd name="T68" fmla="*/ 2147483646 w 4409"/>
              <a:gd name="T69" fmla="*/ 2147483646 h 4408"/>
              <a:gd name="T70" fmla="*/ 2147483646 w 4409"/>
              <a:gd name="T71" fmla="*/ 2147483646 h 4408"/>
              <a:gd name="T72" fmla="*/ 2147483646 w 4409"/>
              <a:gd name="T73" fmla="*/ 2147483646 h 4408"/>
              <a:gd name="T74" fmla="*/ 2147483646 w 4409"/>
              <a:gd name="T75" fmla="*/ 2147483646 h 4408"/>
              <a:gd name="T76" fmla="*/ 2147483646 w 4409"/>
              <a:gd name="T77" fmla="*/ 2147483646 h 4408"/>
              <a:gd name="T78" fmla="*/ 2147483646 w 4409"/>
              <a:gd name="T79" fmla="*/ 2147483646 h 4408"/>
              <a:gd name="T80" fmla="*/ 2147483646 w 4409"/>
              <a:gd name="T81" fmla="*/ 2147483646 h 4408"/>
              <a:gd name="T82" fmla="*/ 2147483646 w 4409"/>
              <a:gd name="T83" fmla="*/ 2147483646 h 4408"/>
              <a:gd name="T84" fmla="*/ 2147483646 w 4409"/>
              <a:gd name="T85" fmla="*/ 2147483646 h 4408"/>
              <a:gd name="T86" fmla="*/ 2147483646 w 4409"/>
              <a:gd name="T87" fmla="*/ 2147483646 h 4408"/>
              <a:gd name="T88" fmla="*/ 2147483646 w 4409"/>
              <a:gd name="T89" fmla="*/ 2147483646 h 4408"/>
              <a:gd name="T90" fmla="*/ 2147483646 w 4409"/>
              <a:gd name="T91" fmla="*/ 2147483646 h 4408"/>
              <a:gd name="T92" fmla="*/ 2147483646 w 4409"/>
              <a:gd name="T93" fmla="*/ 2147483646 h 4408"/>
              <a:gd name="T94" fmla="*/ 2147483646 w 4409"/>
              <a:gd name="T95" fmla="*/ 2147483646 h 4408"/>
              <a:gd name="T96" fmla="*/ 2147483646 w 4409"/>
              <a:gd name="T97" fmla="*/ 2147483646 h 4408"/>
              <a:gd name="T98" fmla="*/ 2147483646 w 4409"/>
              <a:gd name="T99" fmla="*/ 2147483646 h 4408"/>
              <a:gd name="T100" fmla="*/ 2147483646 w 4409"/>
              <a:gd name="T101" fmla="*/ 2147483646 h 4408"/>
              <a:gd name="T102" fmla="*/ 2147483646 w 4409"/>
              <a:gd name="T103" fmla="*/ 2147483646 h 4408"/>
              <a:gd name="T104" fmla="*/ 2147483646 w 4409"/>
              <a:gd name="T105" fmla="*/ 2147483646 h 4408"/>
              <a:gd name="T106" fmla="*/ 2147483646 w 4409"/>
              <a:gd name="T107" fmla="*/ 2147483646 h 4408"/>
              <a:gd name="T108" fmla="*/ 2147483646 w 4409"/>
              <a:gd name="T109" fmla="*/ 2147483646 h 44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409" h="4408">
                <a:moveTo>
                  <a:pt x="3025" y="2127"/>
                </a:moveTo>
                <a:lnTo>
                  <a:pt x="3025" y="2127"/>
                </a:lnTo>
                <a:lnTo>
                  <a:pt x="3097" y="2107"/>
                </a:lnTo>
                <a:lnTo>
                  <a:pt x="3179" y="2081"/>
                </a:lnTo>
                <a:lnTo>
                  <a:pt x="3271" y="2053"/>
                </a:lnTo>
                <a:lnTo>
                  <a:pt x="3375" y="2020"/>
                </a:lnTo>
                <a:lnTo>
                  <a:pt x="3429" y="2002"/>
                </a:lnTo>
                <a:lnTo>
                  <a:pt x="3481" y="1982"/>
                </a:lnTo>
                <a:lnTo>
                  <a:pt x="3532" y="1961"/>
                </a:lnTo>
                <a:lnTo>
                  <a:pt x="3580" y="1938"/>
                </a:lnTo>
                <a:lnTo>
                  <a:pt x="3626" y="1914"/>
                </a:lnTo>
                <a:lnTo>
                  <a:pt x="3672" y="1889"/>
                </a:lnTo>
                <a:lnTo>
                  <a:pt x="3715" y="1861"/>
                </a:lnTo>
                <a:lnTo>
                  <a:pt x="3756" y="1834"/>
                </a:lnTo>
                <a:lnTo>
                  <a:pt x="3797" y="1804"/>
                </a:lnTo>
                <a:lnTo>
                  <a:pt x="3834" y="1774"/>
                </a:lnTo>
                <a:lnTo>
                  <a:pt x="3871" y="1744"/>
                </a:lnTo>
                <a:lnTo>
                  <a:pt x="3906" y="1711"/>
                </a:lnTo>
                <a:lnTo>
                  <a:pt x="3940" y="1679"/>
                </a:lnTo>
                <a:lnTo>
                  <a:pt x="3971" y="1644"/>
                </a:lnTo>
                <a:lnTo>
                  <a:pt x="4002" y="1610"/>
                </a:lnTo>
                <a:lnTo>
                  <a:pt x="4031" y="1575"/>
                </a:lnTo>
                <a:lnTo>
                  <a:pt x="4059" y="1539"/>
                </a:lnTo>
                <a:lnTo>
                  <a:pt x="4085" y="1502"/>
                </a:lnTo>
                <a:lnTo>
                  <a:pt x="4110" y="1466"/>
                </a:lnTo>
                <a:lnTo>
                  <a:pt x="4134" y="1428"/>
                </a:lnTo>
                <a:lnTo>
                  <a:pt x="4157" y="1390"/>
                </a:lnTo>
                <a:lnTo>
                  <a:pt x="4177" y="1351"/>
                </a:lnTo>
                <a:lnTo>
                  <a:pt x="4198" y="1312"/>
                </a:lnTo>
                <a:lnTo>
                  <a:pt x="4217" y="1274"/>
                </a:lnTo>
                <a:lnTo>
                  <a:pt x="4234" y="1235"/>
                </a:lnTo>
                <a:lnTo>
                  <a:pt x="4251" y="1196"/>
                </a:lnTo>
                <a:lnTo>
                  <a:pt x="4267" y="1156"/>
                </a:lnTo>
                <a:lnTo>
                  <a:pt x="4281" y="1117"/>
                </a:lnTo>
                <a:lnTo>
                  <a:pt x="4295" y="1078"/>
                </a:lnTo>
                <a:lnTo>
                  <a:pt x="4307" y="1039"/>
                </a:lnTo>
                <a:lnTo>
                  <a:pt x="4319" y="1000"/>
                </a:lnTo>
                <a:lnTo>
                  <a:pt x="4329" y="961"/>
                </a:lnTo>
                <a:lnTo>
                  <a:pt x="4340" y="923"/>
                </a:lnTo>
                <a:lnTo>
                  <a:pt x="4349" y="884"/>
                </a:lnTo>
                <a:lnTo>
                  <a:pt x="4357" y="847"/>
                </a:lnTo>
                <a:lnTo>
                  <a:pt x="4365" y="809"/>
                </a:lnTo>
                <a:lnTo>
                  <a:pt x="4377" y="736"/>
                </a:lnTo>
                <a:lnTo>
                  <a:pt x="4387" y="665"/>
                </a:lnTo>
                <a:lnTo>
                  <a:pt x="4395" y="598"/>
                </a:lnTo>
                <a:lnTo>
                  <a:pt x="4401" y="534"/>
                </a:lnTo>
                <a:lnTo>
                  <a:pt x="4405" y="474"/>
                </a:lnTo>
                <a:lnTo>
                  <a:pt x="4407" y="418"/>
                </a:lnTo>
                <a:lnTo>
                  <a:pt x="4409" y="367"/>
                </a:lnTo>
                <a:lnTo>
                  <a:pt x="4409" y="321"/>
                </a:lnTo>
                <a:lnTo>
                  <a:pt x="4409" y="281"/>
                </a:lnTo>
                <a:lnTo>
                  <a:pt x="4407" y="247"/>
                </a:lnTo>
                <a:lnTo>
                  <a:pt x="4404" y="201"/>
                </a:lnTo>
                <a:lnTo>
                  <a:pt x="4403" y="183"/>
                </a:lnTo>
                <a:lnTo>
                  <a:pt x="3786" y="183"/>
                </a:lnTo>
                <a:lnTo>
                  <a:pt x="3491" y="183"/>
                </a:lnTo>
                <a:lnTo>
                  <a:pt x="3491" y="0"/>
                </a:lnTo>
                <a:lnTo>
                  <a:pt x="919" y="0"/>
                </a:lnTo>
                <a:lnTo>
                  <a:pt x="919" y="183"/>
                </a:lnTo>
                <a:lnTo>
                  <a:pt x="624" y="183"/>
                </a:lnTo>
                <a:lnTo>
                  <a:pt x="6" y="183"/>
                </a:lnTo>
                <a:lnTo>
                  <a:pt x="5" y="201"/>
                </a:lnTo>
                <a:lnTo>
                  <a:pt x="2" y="247"/>
                </a:lnTo>
                <a:lnTo>
                  <a:pt x="1" y="282"/>
                </a:lnTo>
                <a:lnTo>
                  <a:pt x="0" y="321"/>
                </a:lnTo>
                <a:lnTo>
                  <a:pt x="1" y="367"/>
                </a:lnTo>
                <a:lnTo>
                  <a:pt x="2" y="419"/>
                </a:lnTo>
                <a:lnTo>
                  <a:pt x="4" y="475"/>
                </a:lnTo>
                <a:lnTo>
                  <a:pt x="8" y="535"/>
                </a:lnTo>
                <a:lnTo>
                  <a:pt x="14" y="599"/>
                </a:lnTo>
                <a:lnTo>
                  <a:pt x="22" y="667"/>
                </a:lnTo>
                <a:lnTo>
                  <a:pt x="32" y="737"/>
                </a:lnTo>
                <a:lnTo>
                  <a:pt x="45" y="811"/>
                </a:lnTo>
                <a:lnTo>
                  <a:pt x="52" y="848"/>
                </a:lnTo>
                <a:lnTo>
                  <a:pt x="61" y="886"/>
                </a:lnTo>
                <a:lnTo>
                  <a:pt x="69" y="924"/>
                </a:lnTo>
                <a:lnTo>
                  <a:pt x="79" y="962"/>
                </a:lnTo>
                <a:lnTo>
                  <a:pt x="91" y="1002"/>
                </a:lnTo>
                <a:lnTo>
                  <a:pt x="102" y="1041"/>
                </a:lnTo>
                <a:lnTo>
                  <a:pt x="115" y="1080"/>
                </a:lnTo>
                <a:lnTo>
                  <a:pt x="128" y="1120"/>
                </a:lnTo>
                <a:lnTo>
                  <a:pt x="142" y="1158"/>
                </a:lnTo>
                <a:lnTo>
                  <a:pt x="159" y="1198"/>
                </a:lnTo>
                <a:lnTo>
                  <a:pt x="175" y="1237"/>
                </a:lnTo>
                <a:lnTo>
                  <a:pt x="193" y="1276"/>
                </a:lnTo>
                <a:lnTo>
                  <a:pt x="211" y="1315"/>
                </a:lnTo>
                <a:lnTo>
                  <a:pt x="232" y="1354"/>
                </a:lnTo>
                <a:lnTo>
                  <a:pt x="253" y="1392"/>
                </a:lnTo>
                <a:lnTo>
                  <a:pt x="275" y="1430"/>
                </a:lnTo>
                <a:lnTo>
                  <a:pt x="299" y="1468"/>
                </a:lnTo>
                <a:lnTo>
                  <a:pt x="324" y="1504"/>
                </a:lnTo>
                <a:lnTo>
                  <a:pt x="350" y="1541"/>
                </a:lnTo>
                <a:lnTo>
                  <a:pt x="378" y="1577"/>
                </a:lnTo>
                <a:lnTo>
                  <a:pt x="407" y="1612"/>
                </a:lnTo>
                <a:lnTo>
                  <a:pt x="438" y="1646"/>
                </a:lnTo>
                <a:lnTo>
                  <a:pt x="470" y="1681"/>
                </a:lnTo>
                <a:lnTo>
                  <a:pt x="503" y="1713"/>
                </a:lnTo>
                <a:lnTo>
                  <a:pt x="538" y="1746"/>
                </a:lnTo>
                <a:lnTo>
                  <a:pt x="574" y="1776"/>
                </a:lnTo>
                <a:lnTo>
                  <a:pt x="613" y="1806"/>
                </a:lnTo>
                <a:lnTo>
                  <a:pt x="653" y="1835"/>
                </a:lnTo>
                <a:lnTo>
                  <a:pt x="694" y="1863"/>
                </a:lnTo>
                <a:lnTo>
                  <a:pt x="738" y="1890"/>
                </a:lnTo>
                <a:lnTo>
                  <a:pt x="782" y="1915"/>
                </a:lnTo>
                <a:lnTo>
                  <a:pt x="829" y="1939"/>
                </a:lnTo>
                <a:lnTo>
                  <a:pt x="878" y="1962"/>
                </a:lnTo>
                <a:lnTo>
                  <a:pt x="928" y="1983"/>
                </a:lnTo>
                <a:lnTo>
                  <a:pt x="981" y="2002"/>
                </a:lnTo>
                <a:lnTo>
                  <a:pt x="1035" y="2020"/>
                </a:lnTo>
                <a:lnTo>
                  <a:pt x="1137" y="2053"/>
                </a:lnTo>
                <a:lnTo>
                  <a:pt x="1230" y="2080"/>
                </a:lnTo>
                <a:lnTo>
                  <a:pt x="1311" y="2105"/>
                </a:lnTo>
                <a:lnTo>
                  <a:pt x="1384" y="2125"/>
                </a:lnTo>
                <a:lnTo>
                  <a:pt x="1417" y="2164"/>
                </a:lnTo>
                <a:lnTo>
                  <a:pt x="1452" y="2203"/>
                </a:lnTo>
                <a:lnTo>
                  <a:pt x="1488" y="2241"/>
                </a:lnTo>
                <a:lnTo>
                  <a:pt x="1525" y="2275"/>
                </a:lnTo>
                <a:lnTo>
                  <a:pt x="1562" y="2309"/>
                </a:lnTo>
                <a:lnTo>
                  <a:pt x="1600" y="2340"/>
                </a:lnTo>
                <a:lnTo>
                  <a:pt x="1639" y="2370"/>
                </a:lnTo>
                <a:lnTo>
                  <a:pt x="1679" y="2398"/>
                </a:lnTo>
                <a:lnTo>
                  <a:pt x="1720" y="2424"/>
                </a:lnTo>
                <a:lnTo>
                  <a:pt x="1761" y="2449"/>
                </a:lnTo>
                <a:lnTo>
                  <a:pt x="1803" y="2471"/>
                </a:lnTo>
                <a:lnTo>
                  <a:pt x="1845" y="2490"/>
                </a:lnTo>
                <a:lnTo>
                  <a:pt x="1888" y="2508"/>
                </a:lnTo>
                <a:lnTo>
                  <a:pt x="1933" y="2525"/>
                </a:lnTo>
                <a:lnTo>
                  <a:pt x="1976" y="2538"/>
                </a:lnTo>
                <a:lnTo>
                  <a:pt x="2021" y="2549"/>
                </a:lnTo>
                <a:lnTo>
                  <a:pt x="2021" y="3864"/>
                </a:lnTo>
                <a:lnTo>
                  <a:pt x="1963" y="3868"/>
                </a:lnTo>
                <a:lnTo>
                  <a:pt x="1906" y="3873"/>
                </a:lnTo>
                <a:lnTo>
                  <a:pt x="1850" y="3880"/>
                </a:lnTo>
                <a:lnTo>
                  <a:pt x="1795" y="3887"/>
                </a:lnTo>
                <a:lnTo>
                  <a:pt x="1741" y="3895"/>
                </a:lnTo>
                <a:lnTo>
                  <a:pt x="1688" y="3904"/>
                </a:lnTo>
                <a:lnTo>
                  <a:pt x="1636" y="3915"/>
                </a:lnTo>
                <a:lnTo>
                  <a:pt x="1587" y="3926"/>
                </a:lnTo>
                <a:lnTo>
                  <a:pt x="1537" y="3939"/>
                </a:lnTo>
                <a:lnTo>
                  <a:pt x="1489" y="3951"/>
                </a:lnTo>
                <a:lnTo>
                  <a:pt x="1444" y="3965"/>
                </a:lnTo>
                <a:lnTo>
                  <a:pt x="1399" y="3980"/>
                </a:lnTo>
                <a:lnTo>
                  <a:pt x="1355" y="3995"/>
                </a:lnTo>
                <a:lnTo>
                  <a:pt x="1314" y="4012"/>
                </a:lnTo>
                <a:lnTo>
                  <a:pt x="1274" y="4029"/>
                </a:lnTo>
                <a:lnTo>
                  <a:pt x="1237" y="4046"/>
                </a:lnTo>
                <a:lnTo>
                  <a:pt x="1200" y="4065"/>
                </a:lnTo>
                <a:lnTo>
                  <a:pt x="1166" y="4085"/>
                </a:lnTo>
                <a:lnTo>
                  <a:pt x="1134" y="4104"/>
                </a:lnTo>
                <a:lnTo>
                  <a:pt x="1104" y="4124"/>
                </a:lnTo>
                <a:lnTo>
                  <a:pt x="1076" y="4146"/>
                </a:lnTo>
                <a:lnTo>
                  <a:pt x="1049" y="4167"/>
                </a:lnTo>
                <a:lnTo>
                  <a:pt x="1026" y="4189"/>
                </a:lnTo>
                <a:lnTo>
                  <a:pt x="1004" y="4211"/>
                </a:lnTo>
                <a:lnTo>
                  <a:pt x="984" y="4235"/>
                </a:lnTo>
                <a:lnTo>
                  <a:pt x="968" y="4259"/>
                </a:lnTo>
                <a:lnTo>
                  <a:pt x="953" y="4282"/>
                </a:lnTo>
                <a:lnTo>
                  <a:pt x="947" y="4295"/>
                </a:lnTo>
                <a:lnTo>
                  <a:pt x="941" y="4307"/>
                </a:lnTo>
                <a:lnTo>
                  <a:pt x="936" y="4320"/>
                </a:lnTo>
                <a:lnTo>
                  <a:pt x="931" y="4332"/>
                </a:lnTo>
                <a:lnTo>
                  <a:pt x="927" y="4344"/>
                </a:lnTo>
                <a:lnTo>
                  <a:pt x="924" y="4358"/>
                </a:lnTo>
                <a:lnTo>
                  <a:pt x="922" y="4370"/>
                </a:lnTo>
                <a:lnTo>
                  <a:pt x="920" y="4383"/>
                </a:lnTo>
                <a:lnTo>
                  <a:pt x="919" y="4396"/>
                </a:lnTo>
                <a:lnTo>
                  <a:pt x="919" y="4408"/>
                </a:lnTo>
                <a:lnTo>
                  <a:pt x="3491" y="4408"/>
                </a:lnTo>
                <a:lnTo>
                  <a:pt x="3491" y="4396"/>
                </a:lnTo>
                <a:lnTo>
                  <a:pt x="3490" y="4383"/>
                </a:lnTo>
                <a:lnTo>
                  <a:pt x="3488" y="4370"/>
                </a:lnTo>
                <a:lnTo>
                  <a:pt x="3486" y="4358"/>
                </a:lnTo>
                <a:lnTo>
                  <a:pt x="3482" y="4344"/>
                </a:lnTo>
                <a:lnTo>
                  <a:pt x="3478" y="4332"/>
                </a:lnTo>
                <a:lnTo>
                  <a:pt x="3474" y="4320"/>
                </a:lnTo>
                <a:lnTo>
                  <a:pt x="3469" y="4307"/>
                </a:lnTo>
                <a:lnTo>
                  <a:pt x="3463" y="4295"/>
                </a:lnTo>
                <a:lnTo>
                  <a:pt x="3457" y="4282"/>
                </a:lnTo>
                <a:lnTo>
                  <a:pt x="3443" y="4259"/>
                </a:lnTo>
                <a:lnTo>
                  <a:pt x="3426" y="4235"/>
                </a:lnTo>
                <a:lnTo>
                  <a:pt x="3406" y="4211"/>
                </a:lnTo>
                <a:lnTo>
                  <a:pt x="3384" y="4189"/>
                </a:lnTo>
                <a:lnTo>
                  <a:pt x="3361" y="4167"/>
                </a:lnTo>
                <a:lnTo>
                  <a:pt x="3334" y="4146"/>
                </a:lnTo>
                <a:lnTo>
                  <a:pt x="3306" y="4124"/>
                </a:lnTo>
                <a:lnTo>
                  <a:pt x="3276" y="4104"/>
                </a:lnTo>
                <a:lnTo>
                  <a:pt x="3244" y="4085"/>
                </a:lnTo>
                <a:lnTo>
                  <a:pt x="3210" y="4065"/>
                </a:lnTo>
                <a:lnTo>
                  <a:pt x="3173" y="4046"/>
                </a:lnTo>
                <a:lnTo>
                  <a:pt x="3136" y="4029"/>
                </a:lnTo>
                <a:lnTo>
                  <a:pt x="3096" y="4012"/>
                </a:lnTo>
                <a:lnTo>
                  <a:pt x="3054" y="3995"/>
                </a:lnTo>
                <a:lnTo>
                  <a:pt x="3011" y="3980"/>
                </a:lnTo>
                <a:lnTo>
                  <a:pt x="2966" y="3965"/>
                </a:lnTo>
                <a:lnTo>
                  <a:pt x="2921" y="3951"/>
                </a:lnTo>
                <a:lnTo>
                  <a:pt x="2873" y="3939"/>
                </a:lnTo>
                <a:lnTo>
                  <a:pt x="2823" y="3926"/>
                </a:lnTo>
                <a:lnTo>
                  <a:pt x="2773" y="3915"/>
                </a:lnTo>
                <a:lnTo>
                  <a:pt x="2722" y="3904"/>
                </a:lnTo>
                <a:lnTo>
                  <a:pt x="2669" y="3895"/>
                </a:lnTo>
                <a:lnTo>
                  <a:pt x="2615" y="3887"/>
                </a:lnTo>
                <a:lnTo>
                  <a:pt x="2559" y="3880"/>
                </a:lnTo>
                <a:lnTo>
                  <a:pt x="2504" y="3873"/>
                </a:lnTo>
                <a:lnTo>
                  <a:pt x="2447" y="3868"/>
                </a:lnTo>
                <a:lnTo>
                  <a:pt x="2389" y="3864"/>
                </a:lnTo>
                <a:lnTo>
                  <a:pt x="2389" y="2549"/>
                </a:lnTo>
                <a:lnTo>
                  <a:pt x="2434" y="2538"/>
                </a:lnTo>
                <a:lnTo>
                  <a:pt x="2477" y="2525"/>
                </a:lnTo>
                <a:lnTo>
                  <a:pt x="2521" y="2508"/>
                </a:lnTo>
                <a:lnTo>
                  <a:pt x="2565" y="2491"/>
                </a:lnTo>
                <a:lnTo>
                  <a:pt x="2607" y="2471"/>
                </a:lnTo>
                <a:lnTo>
                  <a:pt x="2649" y="2449"/>
                </a:lnTo>
                <a:lnTo>
                  <a:pt x="2689" y="2425"/>
                </a:lnTo>
                <a:lnTo>
                  <a:pt x="2730" y="2399"/>
                </a:lnTo>
                <a:lnTo>
                  <a:pt x="2769" y="2370"/>
                </a:lnTo>
                <a:lnTo>
                  <a:pt x="2809" y="2341"/>
                </a:lnTo>
                <a:lnTo>
                  <a:pt x="2846" y="2310"/>
                </a:lnTo>
                <a:lnTo>
                  <a:pt x="2884" y="2276"/>
                </a:lnTo>
                <a:lnTo>
                  <a:pt x="2921" y="2242"/>
                </a:lnTo>
                <a:lnTo>
                  <a:pt x="2956" y="2205"/>
                </a:lnTo>
                <a:lnTo>
                  <a:pt x="2992" y="2167"/>
                </a:lnTo>
                <a:lnTo>
                  <a:pt x="3025" y="2127"/>
                </a:lnTo>
                <a:close/>
                <a:moveTo>
                  <a:pt x="3491" y="791"/>
                </a:moveTo>
                <a:lnTo>
                  <a:pt x="3491" y="367"/>
                </a:lnTo>
                <a:lnTo>
                  <a:pt x="3786" y="367"/>
                </a:lnTo>
                <a:lnTo>
                  <a:pt x="4226" y="367"/>
                </a:lnTo>
                <a:lnTo>
                  <a:pt x="4226" y="403"/>
                </a:lnTo>
                <a:lnTo>
                  <a:pt x="4225" y="441"/>
                </a:lnTo>
                <a:lnTo>
                  <a:pt x="4223" y="482"/>
                </a:lnTo>
                <a:lnTo>
                  <a:pt x="4220" y="525"/>
                </a:lnTo>
                <a:lnTo>
                  <a:pt x="4216" y="570"/>
                </a:lnTo>
                <a:lnTo>
                  <a:pt x="4211" y="617"/>
                </a:lnTo>
                <a:lnTo>
                  <a:pt x="4205" y="665"/>
                </a:lnTo>
                <a:lnTo>
                  <a:pt x="4198" y="716"/>
                </a:lnTo>
                <a:lnTo>
                  <a:pt x="4188" y="767"/>
                </a:lnTo>
                <a:lnTo>
                  <a:pt x="4177" y="819"/>
                </a:lnTo>
                <a:lnTo>
                  <a:pt x="4165" y="873"/>
                </a:lnTo>
                <a:lnTo>
                  <a:pt x="4152" y="927"/>
                </a:lnTo>
                <a:lnTo>
                  <a:pt x="4136" y="982"/>
                </a:lnTo>
                <a:lnTo>
                  <a:pt x="4117" y="1037"/>
                </a:lnTo>
                <a:lnTo>
                  <a:pt x="4097" y="1091"/>
                </a:lnTo>
                <a:lnTo>
                  <a:pt x="4075" y="1146"/>
                </a:lnTo>
                <a:lnTo>
                  <a:pt x="4050" y="1201"/>
                </a:lnTo>
                <a:lnTo>
                  <a:pt x="4037" y="1227"/>
                </a:lnTo>
                <a:lnTo>
                  <a:pt x="4023" y="1255"/>
                </a:lnTo>
                <a:lnTo>
                  <a:pt x="4009" y="1281"/>
                </a:lnTo>
                <a:lnTo>
                  <a:pt x="3994" y="1307"/>
                </a:lnTo>
                <a:lnTo>
                  <a:pt x="3977" y="1334"/>
                </a:lnTo>
                <a:lnTo>
                  <a:pt x="3961" y="1360"/>
                </a:lnTo>
                <a:lnTo>
                  <a:pt x="3944" y="1385"/>
                </a:lnTo>
                <a:lnTo>
                  <a:pt x="3926" y="1412"/>
                </a:lnTo>
                <a:lnTo>
                  <a:pt x="3907" y="1436"/>
                </a:lnTo>
                <a:lnTo>
                  <a:pt x="3887" y="1462"/>
                </a:lnTo>
                <a:lnTo>
                  <a:pt x="3867" y="1486"/>
                </a:lnTo>
                <a:lnTo>
                  <a:pt x="3847" y="1510"/>
                </a:lnTo>
                <a:lnTo>
                  <a:pt x="3824" y="1534"/>
                </a:lnTo>
                <a:lnTo>
                  <a:pt x="3802" y="1557"/>
                </a:lnTo>
                <a:lnTo>
                  <a:pt x="3779" y="1579"/>
                </a:lnTo>
                <a:lnTo>
                  <a:pt x="3754" y="1602"/>
                </a:lnTo>
                <a:lnTo>
                  <a:pt x="3729" y="1623"/>
                </a:lnTo>
                <a:lnTo>
                  <a:pt x="3703" y="1644"/>
                </a:lnTo>
                <a:lnTo>
                  <a:pt x="3676" y="1664"/>
                </a:lnTo>
                <a:lnTo>
                  <a:pt x="3649" y="1685"/>
                </a:lnTo>
                <a:lnTo>
                  <a:pt x="3619" y="1704"/>
                </a:lnTo>
                <a:lnTo>
                  <a:pt x="3590" y="1722"/>
                </a:lnTo>
                <a:lnTo>
                  <a:pt x="3560" y="1740"/>
                </a:lnTo>
                <a:lnTo>
                  <a:pt x="3528" y="1758"/>
                </a:lnTo>
                <a:lnTo>
                  <a:pt x="3496" y="1775"/>
                </a:lnTo>
                <a:lnTo>
                  <a:pt x="3462" y="1790"/>
                </a:lnTo>
                <a:lnTo>
                  <a:pt x="3428" y="1805"/>
                </a:lnTo>
                <a:lnTo>
                  <a:pt x="3392" y="1820"/>
                </a:lnTo>
                <a:lnTo>
                  <a:pt x="3357" y="1833"/>
                </a:lnTo>
                <a:lnTo>
                  <a:pt x="3319" y="1846"/>
                </a:lnTo>
                <a:lnTo>
                  <a:pt x="3192" y="1886"/>
                </a:lnTo>
                <a:lnTo>
                  <a:pt x="3227" y="1825"/>
                </a:lnTo>
                <a:lnTo>
                  <a:pt x="3258" y="1763"/>
                </a:lnTo>
                <a:lnTo>
                  <a:pt x="3289" y="1700"/>
                </a:lnTo>
                <a:lnTo>
                  <a:pt x="3317" y="1635"/>
                </a:lnTo>
                <a:lnTo>
                  <a:pt x="3345" y="1569"/>
                </a:lnTo>
                <a:lnTo>
                  <a:pt x="3369" y="1501"/>
                </a:lnTo>
                <a:lnTo>
                  <a:pt x="3391" y="1433"/>
                </a:lnTo>
                <a:lnTo>
                  <a:pt x="3411" y="1364"/>
                </a:lnTo>
                <a:lnTo>
                  <a:pt x="3430" y="1294"/>
                </a:lnTo>
                <a:lnTo>
                  <a:pt x="3446" y="1223"/>
                </a:lnTo>
                <a:lnTo>
                  <a:pt x="3459" y="1152"/>
                </a:lnTo>
                <a:lnTo>
                  <a:pt x="3470" y="1080"/>
                </a:lnTo>
                <a:lnTo>
                  <a:pt x="3475" y="1044"/>
                </a:lnTo>
                <a:lnTo>
                  <a:pt x="3479" y="1008"/>
                </a:lnTo>
                <a:lnTo>
                  <a:pt x="3482" y="972"/>
                </a:lnTo>
                <a:lnTo>
                  <a:pt x="3486" y="936"/>
                </a:lnTo>
                <a:lnTo>
                  <a:pt x="3488" y="900"/>
                </a:lnTo>
                <a:lnTo>
                  <a:pt x="3490" y="863"/>
                </a:lnTo>
                <a:lnTo>
                  <a:pt x="3491" y="828"/>
                </a:lnTo>
                <a:lnTo>
                  <a:pt x="3491" y="791"/>
                </a:lnTo>
                <a:close/>
                <a:moveTo>
                  <a:pt x="1091" y="1846"/>
                </a:moveTo>
                <a:lnTo>
                  <a:pt x="1091" y="1846"/>
                </a:lnTo>
                <a:lnTo>
                  <a:pt x="1053" y="1833"/>
                </a:lnTo>
                <a:lnTo>
                  <a:pt x="1017" y="1820"/>
                </a:lnTo>
                <a:lnTo>
                  <a:pt x="981" y="1805"/>
                </a:lnTo>
                <a:lnTo>
                  <a:pt x="947" y="1791"/>
                </a:lnTo>
                <a:lnTo>
                  <a:pt x="913" y="1775"/>
                </a:lnTo>
                <a:lnTo>
                  <a:pt x="881" y="1759"/>
                </a:lnTo>
                <a:lnTo>
                  <a:pt x="849" y="1741"/>
                </a:lnTo>
                <a:lnTo>
                  <a:pt x="819" y="1723"/>
                </a:lnTo>
                <a:lnTo>
                  <a:pt x="789" y="1705"/>
                </a:lnTo>
                <a:lnTo>
                  <a:pt x="760" y="1686"/>
                </a:lnTo>
                <a:lnTo>
                  <a:pt x="733" y="1665"/>
                </a:lnTo>
                <a:lnTo>
                  <a:pt x="705" y="1645"/>
                </a:lnTo>
                <a:lnTo>
                  <a:pt x="680" y="1624"/>
                </a:lnTo>
                <a:lnTo>
                  <a:pt x="655" y="1603"/>
                </a:lnTo>
                <a:lnTo>
                  <a:pt x="630" y="1580"/>
                </a:lnTo>
                <a:lnTo>
                  <a:pt x="607" y="1558"/>
                </a:lnTo>
                <a:lnTo>
                  <a:pt x="585" y="1535"/>
                </a:lnTo>
                <a:lnTo>
                  <a:pt x="562" y="1511"/>
                </a:lnTo>
                <a:lnTo>
                  <a:pt x="541" y="1487"/>
                </a:lnTo>
                <a:lnTo>
                  <a:pt x="521" y="1463"/>
                </a:lnTo>
                <a:lnTo>
                  <a:pt x="501" y="1438"/>
                </a:lnTo>
                <a:lnTo>
                  <a:pt x="483" y="1413"/>
                </a:lnTo>
                <a:lnTo>
                  <a:pt x="465" y="1387"/>
                </a:lnTo>
                <a:lnTo>
                  <a:pt x="448" y="1361"/>
                </a:lnTo>
                <a:lnTo>
                  <a:pt x="431" y="1336"/>
                </a:lnTo>
                <a:lnTo>
                  <a:pt x="415" y="1309"/>
                </a:lnTo>
                <a:lnTo>
                  <a:pt x="400" y="1283"/>
                </a:lnTo>
                <a:lnTo>
                  <a:pt x="386" y="1256"/>
                </a:lnTo>
                <a:lnTo>
                  <a:pt x="372" y="1229"/>
                </a:lnTo>
                <a:lnTo>
                  <a:pt x="358" y="1202"/>
                </a:lnTo>
                <a:lnTo>
                  <a:pt x="334" y="1147"/>
                </a:lnTo>
                <a:lnTo>
                  <a:pt x="312" y="1092"/>
                </a:lnTo>
                <a:lnTo>
                  <a:pt x="291" y="1038"/>
                </a:lnTo>
                <a:lnTo>
                  <a:pt x="273" y="983"/>
                </a:lnTo>
                <a:lnTo>
                  <a:pt x="258" y="928"/>
                </a:lnTo>
                <a:lnTo>
                  <a:pt x="244" y="874"/>
                </a:lnTo>
                <a:lnTo>
                  <a:pt x="232" y="820"/>
                </a:lnTo>
                <a:lnTo>
                  <a:pt x="221" y="768"/>
                </a:lnTo>
                <a:lnTo>
                  <a:pt x="212" y="716"/>
                </a:lnTo>
                <a:lnTo>
                  <a:pt x="204" y="666"/>
                </a:lnTo>
                <a:lnTo>
                  <a:pt x="198" y="618"/>
                </a:lnTo>
                <a:lnTo>
                  <a:pt x="194" y="570"/>
                </a:lnTo>
                <a:lnTo>
                  <a:pt x="190" y="525"/>
                </a:lnTo>
                <a:lnTo>
                  <a:pt x="187" y="482"/>
                </a:lnTo>
                <a:lnTo>
                  <a:pt x="185" y="441"/>
                </a:lnTo>
                <a:lnTo>
                  <a:pt x="184" y="404"/>
                </a:lnTo>
                <a:lnTo>
                  <a:pt x="184" y="367"/>
                </a:lnTo>
                <a:lnTo>
                  <a:pt x="624" y="367"/>
                </a:lnTo>
                <a:lnTo>
                  <a:pt x="919" y="367"/>
                </a:lnTo>
                <a:lnTo>
                  <a:pt x="919" y="791"/>
                </a:lnTo>
                <a:lnTo>
                  <a:pt x="919" y="828"/>
                </a:lnTo>
                <a:lnTo>
                  <a:pt x="920" y="863"/>
                </a:lnTo>
                <a:lnTo>
                  <a:pt x="922" y="900"/>
                </a:lnTo>
                <a:lnTo>
                  <a:pt x="924" y="936"/>
                </a:lnTo>
                <a:lnTo>
                  <a:pt x="927" y="972"/>
                </a:lnTo>
                <a:lnTo>
                  <a:pt x="930" y="1008"/>
                </a:lnTo>
                <a:lnTo>
                  <a:pt x="935" y="1044"/>
                </a:lnTo>
                <a:lnTo>
                  <a:pt x="940" y="1080"/>
                </a:lnTo>
                <a:lnTo>
                  <a:pt x="951" y="1151"/>
                </a:lnTo>
                <a:lnTo>
                  <a:pt x="964" y="1223"/>
                </a:lnTo>
                <a:lnTo>
                  <a:pt x="980" y="1293"/>
                </a:lnTo>
                <a:lnTo>
                  <a:pt x="998" y="1363"/>
                </a:lnTo>
                <a:lnTo>
                  <a:pt x="1019" y="1432"/>
                </a:lnTo>
                <a:lnTo>
                  <a:pt x="1041" y="1501"/>
                </a:lnTo>
                <a:lnTo>
                  <a:pt x="1065" y="1568"/>
                </a:lnTo>
                <a:lnTo>
                  <a:pt x="1092" y="1634"/>
                </a:lnTo>
                <a:lnTo>
                  <a:pt x="1120" y="1699"/>
                </a:lnTo>
                <a:lnTo>
                  <a:pt x="1151" y="1763"/>
                </a:lnTo>
                <a:lnTo>
                  <a:pt x="1183" y="1825"/>
                </a:lnTo>
                <a:lnTo>
                  <a:pt x="1217" y="1885"/>
                </a:lnTo>
                <a:lnTo>
                  <a:pt x="1091" y="1846"/>
                </a:lnTo>
                <a:close/>
                <a:moveTo>
                  <a:pt x="2205" y="1626"/>
                </a:moveTo>
                <a:lnTo>
                  <a:pt x="1637" y="2020"/>
                </a:lnTo>
                <a:lnTo>
                  <a:pt x="1837" y="1359"/>
                </a:lnTo>
                <a:lnTo>
                  <a:pt x="1287" y="940"/>
                </a:lnTo>
                <a:lnTo>
                  <a:pt x="1978" y="927"/>
                </a:lnTo>
                <a:lnTo>
                  <a:pt x="2205" y="274"/>
                </a:lnTo>
                <a:lnTo>
                  <a:pt x="2433" y="927"/>
                </a:lnTo>
                <a:lnTo>
                  <a:pt x="3123" y="940"/>
                </a:lnTo>
                <a:lnTo>
                  <a:pt x="2573" y="1359"/>
                </a:lnTo>
                <a:lnTo>
                  <a:pt x="2772" y="2020"/>
                </a:lnTo>
                <a:lnTo>
                  <a:pt x="2205" y="162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" name="KSO_Shape"/>
          <p:cNvSpPr>
            <a:spLocks/>
          </p:cNvSpPr>
          <p:nvPr/>
        </p:nvSpPr>
        <p:spPr bwMode="auto">
          <a:xfrm>
            <a:off x="4834002" y="3098281"/>
            <a:ext cx="247045" cy="247457"/>
          </a:xfrm>
          <a:custGeom>
            <a:avLst/>
            <a:gdLst>
              <a:gd name="T0" fmla="*/ 2147483646 w 4409"/>
              <a:gd name="T1" fmla="*/ 2147483646 h 4408"/>
              <a:gd name="T2" fmla="*/ 2147483646 w 4409"/>
              <a:gd name="T3" fmla="*/ 2147483646 h 4408"/>
              <a:gd name="T4" fmla="*/ 2147483646 w 4409"/>
              <a:gd name="T5" fmla="*/ 2147483646 h 4408"/>
              <a:gd name="T6" fmla="*/ 2147483646 w 4409"/>
              <a:gd name="T7" fmla="*/ 2147483646 h 4408"/>
              <a:gd name="T8" fmla="*/ 2147483646 w 4409"/>
              <a:gd name="T9" fmla="*/ 2147483646 h 4408"/>
              <a:gd name="T10" fmla="*/ 2147483646 w 4409"/>
              <a:gd name="T11" fmla="*/ 2147483646 h 4408"/>
              <a:gd name="T12" fmla="*/ 2147483646 w 4409"/>
              <a:gd name="T13" fmla="*/ 2147483646 h 4408"/>
              <a:gd name="T14" fmla="*/ 2147483646 w 4409"/>
              <a:gd name="T15" fmla="*/ 2147483646 h 4408"/>
              <a:gd name="T16" fmla="*/ 481718167 w 4409"/>
              <a:gd name="T17" fmla="*/ 2147483646 h 4408"/>
              <a:gd name="T18" fmla="*/ 321145301 w 4409"/>
              <a:gd name="T19" fmla="*/ 2147483646 h 4408"/>
              <a:gd name="T20" fmla="*/ 2147483646 w 4409"/>
              <a:gd name="T21" fmla="*/ 2147483646 h 4408"/>
              <a:gd name="T22" fmla="*/ 2147483646 w 4409"/>
              <a:gd name="T23" fmla="*/ 2147483646 h 4408"/>
              <a:gd name="T24" fmla="*/ 2147483646 w 4409"/>
              <a:gd name="T25" fmla="*/ 2147483646 h 4408"/>
              <a:gd name="T26" fmla="*/ 2147483646 w 4409"/>
              <a:gd name="T27" fmla="*/ 2147483646 h 4408"/>
              <a:gd name="T28" fmla="*/ 2147483646 w 4409"/>
              <a:gd name="T29" fmla="*/ 2147483646 h 4408"/>
              <a:gd name="T30" fmla="*/ 2147483646 w 4409"/>
              <a:gd name="T31" fmla="*/ 2147483646 h 4408"/>
              <a:gd name="T32" fmla="*/ 2147483646 w 4409"/>
              <a:gd name="T33" fmla="*/ 2147483646 h 4408"/>
              <a:gd name="T34" fmla="*/ 2147483646 w 4409"/>
              <a:gd name="T35" fmla="*/ 2147483646 h 4408"/>
              <a:gd name="T36" fmla="*/ 2147483646 w 4409"/>
              <a:gd name="T37" fmla="*/ 2147483646 h 4408"/>
              <a:gd name="T38" fmla="*/ 2147483646 w 4409"/>
              <a:gd name="T39" fmla="*/ 2147483646 h 4408"/>
              <a:gd name="T40" fmla="*/ 2147483646 w 4409"/>
              <a:gd name="T41" fmla="*/ 2147483646 h 4408"/>
              <a:gd name="T42" fmla="*/ 2147483646 w 4409"/>
              <a:gd name="T43" fmla="*/ 2147483646 h 4408"/>
              <a:gd name="T44" fmla="*/ 2147483646 w 4409"/>
              <a:gd name="T45" fmla="*/ 2147483646 h 4408"/>
              <a:gd name="T46" fmla="*/ 2147483646 w 4409"/>
              <a:gd name="T47" fmla="*/ 2147483646 h 4408"/>
              <a:gd name="T48" fmla="*/ 2147483646 w 4409"/>
              <a:gd name="T49" fmla="*/ 2147483646 h 4408"/>
              <a:gd name="T50" fmla="*/ 2147483646 w 4409"/>
              <a:gd name="T51" fmla="*/ 2147483646 h 4408"/>
              <a:gd name="T52" fmla="*/ 2147483646 w 4409"/>
              <a:gd name="T53" fmla="*/ 2147483646 h 4408"/>
              <a:gd name="T54" fmla="*/ 2147483646 w 4409"/>
              <a:gd name="T55" fmla="*/ 2147483646 h 4408"/>
              <a:gd name="T56" fmla="*/ 2147483646 w 4409"/>
              <a:gd name="T57" fmla="*/ 2147483646 h 4408"/>
              <a:gd name="T58" fmla="*/ 2147483646 w 4409"/>
              <a:gd name="T59" fmla="*/ 2147483646 h 4408"/>
              <a:gd name="T60" fmla="*/ 2147483646 w 4409"/>
              <a:gd name="T61" fmla="*/ 2147483646 h 4408"/>
              <a:gd name="T62" fmla="*/ 2147483646 w 4409"/>
              <a:gd name="T63" fmla="*/ 2147483646 h 4408"/>
              <a:gd name="T64" fmla="*/ 2147483646 w 4409"/>
              <a:gd name="T65" fmla="*/ 2147483646 h 4408"/>
              <a:gd name="T66" fmla="*/ 2147483646 w 4409"/>
              <a:gd name="T67" fmla="*/ 2147483646 h 4408"/>
              <a:gd name="T68" fmla="*/ 2147483646 w 4409"/>
              <a:gd name="T69" fmla="*/ 2147483646 h 4408"/>
              <a:gd name="T70" fmla="*/ 2147483646 w 4409"/>
              <a:gd name="T71" fmla="*/ 2147483646 h 4408"/>
              <a:gd name="T72" fmla="*/ 2147483646 w 4409"/>
              <a:gd name="T73" fmla="*/ 2147483646 h 4408"/>
              <a:gd name="T74" fmla="*/ 2147483646 w 4409"/>
              <a:gd name="T75" fmla="*/ 2147483646 h 4408"/>
              <a:gd name="T76" fmla="*/ 2147483646 w 4409"/>
              <a:gd name="T77" fmla="*/ 2147483646 h 4408"/>
              <a:gd name="T78" fmla="*/ 2147483646 w 4409"/>
              <a:gd name="T79" fmla="*/ 2147483646 h 4408"/>
              <a:gd name="T80" fmla="*/ 2147483646 w 4409"/>
              <a:gd name="T81" fmla="*/ 2147483646 h 4408"/>
              <a:gd name="T82" fmla="*/ 2147483646 w 4409"/>
              <a:gd name="T83" fmla="*/ 2147483646 h 4408"/>
              <a:gd name="T84" fmla="*/ 2147483646 w 4409"/>
              <a:gd name="T85" fmla="*/ 2147483646 h 4408"/>
              <a:gd name="T86" fmla="*/ 2147483646 w 4409"/>
              <a:gd name="T87" fmla="*/ 2147483646 h 4408"/>
              <a:gd name="T88" fmla="*/ 2147483646 w 4409"/>
              <a:gd name="T89" fmla="*/ 2147483646 h 4408"/>
              <a:gd name="T90" fmla="*/ 2147483646 w 4409"/>
              <a:gd name="T91" fmla="*/ 2147483646 h 4408"/>
              <a:gd name="T92" fmla="*/ 2147483646 w 4409"/>
              <a:gd name="T93" fmla="*/ 2147483646 h 4408"/>
              <a:gd name="T94" fmla="*/ 2147483646 w 4409"/>
              <a:gd name="T95" fmla="*/ 2147483646 h 4408"/>
              <a:gd name="T96" fmla="*/ 2147483646 w 4409"/>
              <a:gd name="T97" fmla="*/ 2147483646 h 4408"/>
              <a:gd name="T98" fmla="*/ 2147483646 w 4409"/>
              <a:gd name="T99" fmla="*/ 2147483646 h 4408"/>
              <a:gd name="T100" fmla="*/ 2147483646 w 4409"/>
              <a:gd name="T101" fmla="*/ 2147483646 h 4408"/>
              <a:gd name="T102" fmla="*/ 2147483646 w 4409"/>
              <a:gd name="T103" fmla="*/ 2147483646 h 4408"/>
              <a:gd name="T104" fmla="*/ 2147483646 w 4409"/>
              <a:gd name="T105" fmla="*/ 2147483646 h 4408"/>
              <a:gd name="T106" fmla="*/ 2147483646 w 4409"/>
              <a:gd name="T107" fmla="*/ 2147483646 h 4408"/>
              <a:gd name="T108" fmla="*/ 2147483646 w 4409"/>
              <a:gd name="T109" fmla="*/ 2147483646 h 44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409" h="4408">
                <a:moveTo>
                  <a:pt x="3025" y="2127"/>
                </a:moveTo>
                <a:lnTo>
                  <a:pt x="3025" y="2127"/>
                </a:lnTo>
                <a:lnTo>
                  <a:pt x="3097" y="2107"/>
                </a:lnTo>
                <a:lnTo>
                  <a:pt x="3179" y="2081"/>
                </a:lnTo>
                <a:lnTo>
                  <a:pt x="3271" y="2053"/>
                </a:lnTo>
                <a:lnTo>
                  <a:pt x="3375" y="2020"/>
                </a:lnTo>
                <a:lnTo>
                  <a:pt x="3429" y="2002"/>
                </a:lnTo>
                <a:lnTo>
                  <a:pt x="3481" y="1982"/>
                </a:lnTo>
                <a:lnTo>
                  <a:pt x="3532" y="1961"/>
                </a:lnTo>
                <a:lnTo>
                  <a:pt x="3580" y="1938"/>
                </a:lnTo>
                <a:lnTo>
                  <a:pt x="3626" y="1914"/>
                </a:lnTo>
                <a:lnTo>
                  <a:pt x="3672" y="1889"/>
                </a:lnTo>
                <a:lnTo>
                  <a:pt x="3715" y="1861"/>
                </a:lnTo>
                <a:lnTo>
                  <a:pt x="3756" y="1834"/>
                </a:lnTo>
                <a:lnTo>
                  <a:pt x="3797" y="1804"/>
                </a:lnTo>
                <a:lnTo>
                  <a:pt x="3834" y="1774"/>
                </a:lnTo>
                <a:lnTo>
                  <a:pt x="3871" y="1744"/>
                </a:lnTo>
                <a:lnTo>
                  <a:pt x="3906" y="1711"/>
                </a:lnTo>
                <a:lnTo>
                  <a:pt x="3940" y="1679"/>
                </a:lnTo>
                <a:lnTo>
                  <a:pt x="3971" y="1644"/>
                </a:lnTo>
                <a:lnTo>
                  <a:pt x="4002" y="1610"/>
                </a:lnTo>
                <a:lnTo>
                  <a:pt x="4031" y="1575"/>
                </a:lnTo>
                <a:lnTo>
                  <a:pt x="4059" y="1539"/>
                </a:lnTo>
                <a:lnTo>
                  <a:pt x="4085" y="1502"/>
                </a:lnTo>
                <a:lnTo>
                  <a:pt x="4110" y="1466"/>
                </a:lnTo>
                <a:lnTo>
                  <a:pt x="4134" y="1428"/>
                </a:lnTo>
                <a:lnTo>
                  <a:pt x="4157" y="1390"/>
                </a:lnTo>
                <a:lnTo>
                  <a:pt x="4177" y="1351"/>
                </a:lnTo>
                <a:lnTo>
                  <a:pt x="4198" y="1312"/>
                </a:lnTo>
                <a:lnTo>
                  <a:pt x="4217" y="1274"/>
                </a:lnTo>
                <a:lnTo>
                  <a:pt x="4234" y="1235"/>
                </a:lnTo>
                <a:lnTo>
                  <a:pt x="4251" y="1196"/>
                </a:lnTo>
                <a:lnTo>
                  <a:pt x="4267" y="1156"/>
                </a:lnTo>
                <a:lnTo>
                  <a:pt x="4281" y="1117"/>
                </a:lnTo>
                <a:lnTo>
                  <a:pt x="4295" y="1078"/>
                </a:lnTo>
                <a:lnTo>
                  <a:pt x="4307" y="1039"/>
                </a:lnTo>
                <a:lnTo>
                  <a:pt x="4319" y="1000"/>
                </a:lnTo>
                <a:lnTo>
                  <a:pt x="4329" y="961"/>
                </a:lnTo>
                <a:lnTo>
                  <a:pt x="4340" y="923"/>
                </a:lnTo>
                <a:lnTo>
                  <a:pt x="4349" y="884"/>
                </a:lnTo>
                <a:lnTo>
                  <a:pt x="4357" y="847"/>
                </a:lnTo>
                <a:lnTo>
                  <a:pt x="4365" y="809"/>
                </a:lnTo>
                <a:lnTo>
                  <a:pt x="4377" y="736"/>
                </a:lnTo>
                <a:lnTo>
                  <a:pt x="4387" y="665"/>
                </a:lnTo>
                <a:lnTo>
                  <a:pt x="4395" y="598"/>
                </a:lnTo>
                <a:lnTo>
                  <a:pt x="4401" y="534"/>
                </a:lnTo>
                <a:lnTo>
                  <a:pt x="4405" y="474"/>
                </a:lnTo>
                <a:lnTo>
                  <a:pt x="4407" y="418"/>
                </a:lnTo>
                <a:lnTo>
                  <a:pt x="4409" y="367"/>
                </a:lnTo>
                <a:lnTo>
                  <a:pt x="4409" y="321"/>
                </a:lnTo>
                <a:lnTo>
                  <a:pt x="4409" y="281"/>
                </a:lnTo>
                <a:lnTo>
                  <a:pt x="4407" y="247"/>
                </a:lnTo>
                <a:lnTo>
                  <a:pt x="4404" y="201"/>
                </a:lnTo>
                <a:lnTo>
                  <a:pt x="4403" y="183"/>
                </a:lnTo>
                <a:lnTo>
                  <a:pt x="3786" y="183"/>
                </a:lnTo>
                <a:lnTo>
                  <a:pt x="3491" y="183"/>
                </a:lnTo>
                <a:lnTo>
                  <a:pt x="3491" y="0"/>
                </a:lnTo>
                <a:lnTo>
                  <a:pt x="919" y="0"/>
                </a:lnTo>
                <a:lnTo>
                  <a:pt x="919" y="183"/>
                </a:lnTo>
                <a:lnTo>
                  <a:pt x="624" y="183"/>
                </a:lnTo>
                <a:lnTo>
                  <a:pt x="6" y="183"/>
                </a:lnTo>
                <a:lnTo>
                  <a:pt x="5" y="201"/>
                </a:lnTo>
                <a:lnTo>
                  <a:pt x="2" y="247"/>
                </a:lnTo>
                <a:lnTo>
                  <a:pt x="1" y="282"/>
                </a:lnTo>
                <a:lnTo>
                  <a:pt x="0" y="321"/>
                </a:lnTo>
                <a:lnTo>
                  <a:pt x="1" y="367"/>
                </a:lnTo>
                <a:lnTo>
                  <a:pt x="2" y="419"/>
                </a:lnTo>
                <a:lnTo>
                  <a:pt x="4" y="475"/>
                </a:lnTo>
                <a:lnTo>
                  <a:pt x="8" y="535"/>
                </a:lnTo>
                <a:lnTo>
                  <a:pt x="14" y="599"/>
                </a:lnTo>
                <a:lnTo>
                  <a:pt x="22" y="667"/>
                </a:lnTo>
                <a:lnTo>
                  <a:pt x="32" y="737"/>
                </a:lnTo>
                <a:lnTo>
                  <a:pt x="45" y="811"/>
                </a:lnTo>
                <a:lnTo>
                  <a:pt x="52" y="848"/>
                </a:lnTo>
                <a:lnTo>
                  <a:pt x="61" y="886"/>
                </a:lnTo>
                <a:lnTo>
                  <a:pt x="69" y="924"/>
                </a:lnTo>
                <a:lnTo>
                  <a:pt x="79" y="962"/>
                </a:lnTo>
                <a:lnTo>
                  <a:pt x="91" y="1002"/>
                </a:lnTo>
                <a:lnTo>
                  <a:pt x="102" y="1041"/>
                </a:lnTo>
                <a:lnTo>
                  <a:pt x="115" y="1080"/>
                </a:lnTo>
                <a:lnTo>
                  <a:pt x="128" y="1120"/>
                </a:lnTo>
                <a:lnTo>
                  <a:pt x="142" y="1158"/>
                </a:lnTo>
                <a:lnTo>
                  <a:pt x="159" y="1198"/>
                </a:lnTo>
                <a:lnTo>
                  <a:pt x="175" y="1237"/>
                </a:lnTo>
                <a:lnTo>
                  <a:pt x="193" y="1276"/>
                </a:lnTo>
                <a:lnTo>
                  <a:pt x="211" y="1315"/>
                </a:lnTo>
                <a:lnTo>
                  <a:pt x="232" y="1354"/>
                </a:lnTo>
                <a:lnTo>
                  <a:pt x="253" y="1392"/>
                </a:lnTo>
                <a:lnTo>
                  <a:pt x="275" y="1430"/>
                </a:lnTo>
                <a:lnTo>
                  <a:pt x="299" y="1468"/>
                </a:lnTo>
                <a:lnTo>
                  <a:pt x="324" y="1504"/>
                </a:lnTo>
                <a:lnTo>
                  <a:pt x="350" y="1541"/>
                </a:lnTo>
                <a:lnTo>
                  <a:pt x="378" y="1577"/>
                </a:lnTo>
                <a:lnTo>
                  <a:pt x="407" y="1612"/>
                </a:lnTo>
                <a:lnTo>
                  <a:pt x="438" y="1646"/>
                </a:lnTo>
                <a:lnTo>
                  <a:pt x="470" y="1681"/>
                </a:lnTo>
                <a:lnTo>
                  <a:pt x="503" y="1713"/>
                </a:lnTo>
                <a:lnTo>
                  <a:pt x="538" y="1746"/>
                </a:lnTo>
                <a:lnTo>
                  <a:pt x="574" y="1776"/>
                </a:lnTo>
                <a:lnTo>
                  <a:pt x="613" y="1806"/>
                </a:lnTo>
                <a:lnTo>
                  <a:pt x="653" y="1835"/>
                </a:lnTo>
                <a:lnTo>
                  <a:pt x="694" y="1863"/>
                </a:lnTo>
                <a:lnTo>
                  <a:pt x="738" y="1890"/>
                </a:lnTo>
                <a:lnTo>
                  <a:pt x="782" y="1915"/>
                </a:lnTo>
                <a:lnTo>
                  <a:pt x="829" y="1939"/>
                </a:lnTo>
                <a:lnTo>
                  <a:pt x="878" y="1962"/>
                </a:lnTo>
                <a:lnTo>
                  <a:pt x="928" y="1983"/>
                </a:lnTo>
                <a:lnTo>
                  <a:pt x="981" y="2002"/>
                </a:lnTo>
                <a:lnTo>
                  <a:pt x="1035" y="2020"/>
                </a:lnTo>
                <a:lnTo>
                  <a:pt x="1137" y="2053"/>
                </a:lnTo>
                <a:lnTo>
                  <a:pt x="1230" y="2080"/>
                </a:lnTo>
                <a:lnTo>
                  <a:pt x="1311" y="2105"/>
                </a:lnTo>
                <a:lnTo>
                  <a:pt x="1384" y="2125"/>
                </a:lnTo>
                <a:lnTo>
                  <a:pt x="1417" y="2164"/>
                </a:lnTo>
                <a:lnTo>
                  <a:pt x="1452" y="2203"/>
                </a:lnTo>
                <a:lnTo>
                  <a:pt x="1488" y="2241"/>
                </a:lnTo>
                <a:lnTo>
                  <a:pt x="1525" y="2275"/>
                </a:lnTo>
                <a:lnTo>
                  <a:pt x="1562" y="2309"/>
                </a:lnTo>
                <a:lnTo>
                  <a:pt x="1600" y="2340"/>
                </a:lnTo>
                <a:lnTo>
                  <a:pt x="1639" y="2370"/>
                </a:lnTo>
                <a:lnTo>
                  <a:pt x="1679" y="2398"/>
                </a:lnTo>
                <a:lnTo>
                  <a:pt x="1720" y="2424"/>
                </a:lnTo>
                <a:lnTo>
                  <a:pt x="1761" y="2449"/>
                </a:lnTo>
                <a:lnTo>
                  <a:pt x="1803" y="2471"/>
                </a:lnTo>
                <a:lnTo>
                  <a:pt x="1845" y="2490"/>
                </a:lnTo>
                <a:lnTo>
                  <a:pt x="1888" y="2508"/>
                </a:lnTo>
                <a:lnTo>
                  <a:pt x="1933" y="2525"/>
                </a:lnTo>
                <a:lnTo>
                  <a:pt x="1976" y="2538"/>
                </a:lnTo>
                <a:lnTo>
                  <a:pt x="2021" y="2549"/>
                </a:lnTo>
                <a:lnTo>
                  <a:pt x="2021" y="3864"/>
                </a:lnTo>
                <a:lnTo>
                  <a:pt x="1963" y="3868"/>
                </a:lnTo>
                <a:lnTo>
                  <a:pt x="1906" y="3873"/>
                </a:lnTo>
                <a:lnTo>
                  <a:pt x="1850" y="3880"/>
                </a:lnTo>
                <a:lnTo>
                  <a:pt x="1795" y="3887"/>
                </a:lnTo>
                <a:lnTo>
                  <a:pt x="1741" y="3895"/>
                </a:lnTo>
                <a:lnTo>
                  <a:pt x="1688" y="3904"/>
                </a:lnTo>
                <a:lnTo>
                  <a:pt x="1636" y="3915"/>
                </a:lnTo>
                <a:lnTo>
                  <a:pt x="1587" y="3926"/>
                </a:lnTo>
                <a:lnTo>
                  <a:pt x="1537" y="3939"/>
                </a:lnTo>
                <a:lnTo>
                  <a:pt x="1489" y="3951"/>
                </a:lnTo>
                <a:lnTo>
                  <a:pt x="1444" y="3965"/>
                </a:lnTo>
                <a:lnTo>
                  <a:pt x="1399" y="3980"/>
                </a:lnTo>
                <a:lnTo>
                  <a:pt x="1355" y="3995"/>
                </a:lnTo>
                <a:lnTo>
                  <a:pt x="1314" y="4012"/>
                </a:lnTo>
                <a:lnTo>
                  <a:pt x="1274" y="4029"/>
                </a:lnTo>
                <a:lnTo>
                  <a:pt x="1237" y="4046"/>
                </a:lnTo>
                <a:lnTo>
                  <a:pt x="1200" y="4065"/>
                </a:lnTo>
                <a:lnTo>
                  <a:pt x="1166" y="4085"/>
                </a:lnTo>
                <a:lnTo>
                  <a:pt x="1134" y="4104"/>
                </a:lnTo>
                <a:lnTo>
                  <a:pt x="1104" y="4124"/>
                </a:lnTo>
                <a:lnTo>
                  <a:pt x="1076" y="4146"/>
                </a:lnTo>
                <a:lnTo>
                  <a:pt x="1049" y="4167"/>
                </a:lnTo>
                <a:lnTo>
                  <a:pt x="1026" y="4189"/>
                </a:lnTo>
                <a:lnTo>
                  <a:pt x="1004" y="4211"/>
                </a:lnTo>
                <a:lnTo>
                  <a:pt x="984" y="4235"/>
                </a:lnTo>
                <a:lnTo>
                  <a:pt x="968" y="4259"/>
                </a:lnTo>
                <a:lnTo>
                  <a:pt x="953" y="4282"/>
                </a:lnTo>
                <a:lnTo>
                  <a:pt x="947" y="4295"/>
                </a:lnTo>
                <a:lnTo>
                  <a:pt x="941" y="4307"/>
                </a:lnTo>
                <a:lnTo>
                  <a:pt x="936" y="4320"/>
                </a:lnTo>
                <a:lnTo>
                  <a:pt x="931" y="4332"/>
                </a:lnTo>
                <a:lnTo>
                  <a:pt x="927" y="4344"/>
                </a:lnTo>
                <a:lnTo>
                  <a:pt x="924" y="4358"/>
                </a:lnTo>
                <a:lnTo>
                  <a:pt x="922" y="4370"/>
                </a:lnTo>
                <a:lnTo>
                  <a:pt x="920" y="4383"/>
                </a:lnTo>
                <a:lnTo>
                  <a:pt x="919" y="4396"/>
                </a:lnTo>
                <a:lnTo>
                  <a:pt x="919" y="4408"/>
                </a:lnTo>
                <a:lnTo>
                  <a:pt x="3491" y="4408"/>
                </a:lnTo>
                <a:lnTo>
                  <a:pt x="3491" y="4396"/>
                </a:lnTo>
                <a:lnTo>
                  <a:pt x="3490" y="4383"/>
                </a:lnTo>
                <a:lnTo>
                  <a:pt x="3488" y="4370"/>
                </a:lnTo>
                <a:lnTo>
                  <a:pt x="3486" y="4358"/>
                </a:lnTo>
                <a:lnTo>
                  <a:pt x="3482" y="4344"/>
                </a:lnTo>
                <a:lnTo>
                  <a:pt x="3478" y="4332"/>
                </a:lnTo>
                <a:lnTo>
                  <a:pt x="3474" y="4320"/>
                </a:lnTo>
                <a:lnTo>
                  <a:pt x="3469" y="4307"/>
                </a:lnTo>
                <a:lnTo>
                  <a:pt x="3463" y="4295"/>
                </a:lnTo>
                <a:lnTo>
                  <a:pt x="3457" y="4282"/>
                </a:lnTo>
                <a:lnTo>
                  <a:pt x="3443" y="4259"/>
                </a:lnTo>
                <a:lnTo>
                  <a:pt x="3426" y="4235"/>
                </a:lnTo>
                <a:lnTo>
                  <a:pt x="3406" y="4211"/>
                </a:lnTo>
                <a:lnTo>
                  <a:pt x="3384" y="4189"/>
                </a:lnTo>
                <a:lnTo>
                  <a:pt x="3361" y="4167"/>
                </a:lnTo>
                <a:lnTo>
                  <a:pt x="3334" y="4146"/>
                </a:lnTo>
                <a:lnTo>
                  <a:pt x="3306" y="4124"/>
                </a:lnTo>
                <a:lnTo>
                  <a:pt x="3276" y="4104"/>
                </a:lnTo>
                <a:lnTo>
                  <a:pt x="3244" y="4085"/>
                </a:lnTo>
                <a:lnTo>
                  <a:pt x="3210" y="4065"/>
                </a:lnTo>
                <a:lnTo>
                  <a:pt x="3173" y="4046"/>
                </a:lnTo>
                <a:lnTo>
                  <a:pt x="3136" y="4029"/>
                </a:lnTo>
                <a:lnTo>
                  <a:pt x="3096" y="4012"/>
                </a:lnTo>
                <a:lnTo>
                  <a:pt x="3054" y="3995"/>
                </a:lnTo>
                <a:lnTo>
                  <a:pt x="3011" y="3980"/>
                </a:lnTo>
                <a:lnTo>
                  <a:pt x="2966" y="3965"/>
                </a:lnTo>
                <a:lnTo>
                  <a:pt x="2921" y="3951"/>
                </a:lnTo>
                <a:lnTo>
                  <a:pt x="2873" y="3939"/>
                </a:lnTo>
                <a:lnTo>
                  <a:pt x="2823" y="3926"/>
                </a:lnTo>
                <a:lnTo>
                  <a:pt x="2773" y="3915"/>
                </a:lnTo>
                <a:lnTo>
                  <a:pt x="2722" y="3904"/>
                </a:lnTo>
                <a:lnTo>
                  <a:pt x="2669" y="3895"/>
                </a:lnTo>
                <a:lnTo>
                  <a:pt x="2615" y="3887"/>
                </a:lnTo>
                <a:lnTo>
                  <a:pt x="2559" y="3880"/>
                </a:lnTo>
                <a:lnTo>
                  <a:pt x="2504" y="3873"/>
                </a:lnTo>
                <a:lnTo>
                  <a:pt x="2447" y="3868"/>
                </a:lnTo>
                <a:lnTo>
                  <a:pt x="2389" y="3864"/>
                </a:lnTo>
                <a:lnTo>
                  <a:pt x="2389" y="2549"/>
                </a:lnTo>
                <a:lnTo>
                  <a:pt x="2434" y="2538"/>
                </a:lnTo>
                <a:lnTo>
                  <a:pt x="2477" y="2525"/>
                </a:lnTo>
                <a:lnTo>
                  <a:pt x="2521" y="2508"/>
                </a:lnTo>
                <a:lnTo>
                  <a:pt x="2565" y="2491"/>
                </a:lnTo>
                <a:lnTo>
                  <a:pt x="2607" y="2471"/>
                </a:lnTo>
                <a:lnTo>
                  <a:pt x="2649" y="2449"/>
                </a:lnTo>
                <a:lnTo>
                  <a:pt x="2689" y="2425"/>
                </a:lnTo>
                <a:lnTo>
                  <a:pt x="2730" y="2399"/>
                </a:lnTo>
                <a:lnTo>
                  <a:pt x="2769" y="2370"/>
                </a:lnTo>
                <a:lnTo>
                  <a:pt x="2809" y="2341"/>
                </a:lnTo>
                <a:lnTo>
                  <a:pt x="2846" y="2310"/>
                </a:lnTo>
                <a:lnTo>
                  <a:pt x="2884" y="2276"/>
                </a:lnTo>
                <a:lnTo>
                  <a:pt x="2921" y="2242"/>
                </a:lnTo>
                <a:lnTo>
                  <a:pt x="2956" y="2205"/>
                </a:lnTo>
                <a:lnTo>
                  <a:pt x="2992" y="2167"/>
                </a:lnTo>
                <a:lnTo>
                  <a:pt x="3025" y="2127"/>
                </a:lnTo>
                <a:close/>
                <a:moveTo>
                  <a:pt x="3491" y="791"/>
                </a:moveTo>
                <a:lnTo>
                  <a:pt x="3491" y="367"/>
                </a:lnTo>
                <a:lnTo>
                  <a:pt x="3786" y="367"/>
                </a:lnTo>
                <a:lnTo>
                  <a:pt x="4226" y="367"/>
                </a:lnTo>
                <a:lnTo>
                  <a:pt x="4226" y="403"/>
                </a:lnTo>
                <a:lnTo>
                  <a:pt x="4225" y="441"/>
                </a:lnTo>
                <a:lnTo>
                  <a:pt x="4223" y="482"/>
                </a:lnTo>
                <a:lnTo>
                  <a:pt x="4220" y="525"/>
                </a:lnTo>
                <a:lnTo>
                  <a:pt x="4216" y="570"/>
                </a:lnTo>
                <a:lnTo>
                  <a:pt x="4211" y="617"/>
                </a:lnTo>
                <a:lnTo>
                  <a:pt x="4205" y="665"/>
                </a:lnTo>
                <a:lnTo>
                  <a:pt x="4198" y="716"/>
                </a:lnTo>
                <a:lnTo>
                  <a:pt x="4188" y="767"/>
                </a:lnTo>
                <a:lnTo>
                  <a:pt x="4177" y="819"/>
                </a:lnTo>
                <a:lnTo>
                  <a:pt x="4165" y="873"/>
                </a:lnTo>
                <a:lnTo>
                  <a:pt x="4152" y="927"/>
                </a:lnTo>
                <a:lnTo>
                  <a:pt x="4136" y="982"/>
                </a:lnTo>
                <a:lnTo>
                  <a:pt x="4117" y="1037"/>
                </a:lnTo>
                <a:lnTo>
                  <a:pt x="4097" y="1091"/>
                </a:lnTo>
                <a:lnTo>
                  <a:pt x="4075" y="1146"/>
                </a:lnTo>
                <a:lnTo>
                  <a:pt x="4050" y="1201"/>
                </a:lnTo>
                <a:lnTo>
                  <a:pt x="4037" y="1227"/>
                </a:lnTo>
                <a:lnTo>
                  <a:pt x="4023" y="1255"/>
                </a:lnTo>
                <a:lnTo>
                  <a:pt x="4009" y="1281"/>
                </a:lnTo>
                <a:lnTo>
                  <a:pt x="3994" y="1307"/>
                </a:lnTo>
                <a:lnTo>
                  <a:pt x="3977" y="1334"/>
                </a:lnTo>
                <a:lnTo>
                  <a:pt x="3961" y="1360"/>
                </a:lnTo>
                <a:lnTo>
                  <a:pt x="3944" y="1385"/>
                </a:lnTo>
                <a:lnTo>
                  <a:pt x="3926" y="1412"/>
                </a:lnTo>
                <a:lnTo>
                  <a:pt x="3907" y="1436"/>
                </a:lnTo>
                <a:lnTo>
                  <a:pt x="3887" y="1462"/>
                </a:lnTo>
                <a:lnTo>
                  <a:pt x="3867" y="1486"/>
                </a:lnTo>
                <a:lnTo>
                  <a:pt x="3847" y="1510"/>
                </a:lnTo>
                <a:lnTo>
                  <a:pt x="3824" y="1534"/>
                </a:lnTo>
                <a:lnTo>
                  <a:pt x="3802" y="1557"/>
                </a:lnTo>
                <a:lnTo>
                  <a:pt x="3779" y="1579"/>
                </a:lnTo>
                <a:lnTo>
                  <a:pt x="3754" y="1602"/>
                </a:lnTo>
                <a:lnTo>
                  <a:pt x="3729" y="1623"/>
                </a:lnTo>
                <a:lnTo>
                  <a:pt x="3703" y="1644"/>
                </a:lnTo>
                <a:lnTo>
                  <a:pt x="3676" y="1664"/>
                </a:lnTo>
                <a:lnTo>
                  <a:pt x="3649" y="1685"/>
                </a:lnTo>
                <a:lnTo>
                  <a:pt x="3619" y="1704"/>
                </a:lnTo>
                <a:lnTo>
                  <a:pt x="3590" y="1722"/>
                </a:lnTo>
                <a:lnTo>
                  <a:pt x="3560" y="1740"/>
                </a:lnTo>
                <a:lnTo>
                  <a:pt x="3528" y="1758"/>
                </a:lnTo>
                <a:lnTo>
                  <a:pt x="3496" y="1775"/>
                </a:lnTo>
                <a:lnTo>
                  <a:pt x="3462" y="1790"/>
                </a:lnTo>
                <a:lnTo>
                  <a:pt x="3428" y="1805"/>
                </a:lnTo>
                <a:lnTo>
                  <a:pt x="3392" y="1820"/>
                </a:lnTo>
                <a:lnTo>
                  <a:pt x="3357" y="1833"/>
                </a:lnTo>
                <a:lnTo>
                  <a:pt x="3319" y="1846"/>
                </a:lnTo>
                <a:lnTo>
                  <a:pt x="3192" y="1886"/>
                </a:lnTo>
                <a:lnTo>
                  <a:pt x="3227" y="1825"/>
                </a:lnTo>
                <a:lnTo>
                  <a:pt x="3258" y="1763"/>
                </a:lnTo>
                <a:lnTo>
                  <a:pt x="3289" y="1700"/>
                </a:lnTo>
                <a:lnTo>
                  <a:pt x="3317" y="1635"/>
                </a:lnTo>
                <a:lnTo>
                  <a:pt x="3345" y="1569"/>
                </a:lnTo>
                <a:lnTo>
                  <a:pt x="3369" y="1501"/>
                </a:lnTo>
                <a:lnTo>
                  <a:pt x="3391" y="1433"/>
                </a:lnTo>
                <a:lnTo>
                  <a:pt x="3411" y="1364"/>
                </a:lnTo>
                <a:lnTo>
                  <a:pt x="3430" y="1294"/>
                </a:lnTo>
                <a:lnTo>
                  <a:pt x="3446" y="1223"/>
                </a:lnTo>
                <a:lnTo>
                  <a:pt x="3459" y="1152"/>
                </a:lnTo>
                <a:lnTo>
                  <a:pt x="3470" y="1080"/>
                </a:lnTo>
                <a:lnTo>
                  <a:pt x="3475" y="1044"/>
                </a:lnTo>
                <a:lnTo>
                  <a:pt x="3479" y="1008"/>
                </a:lnTo>
                <a:lnTo>
                  <a:pt x="3482" y="972"/>
                </a:lnTo>
                <a:lnTo>
                  <a:pt x="3486" y="936"/>
                </a:lnTo>
                <a:lnTo>
                  <a:pt x="3488" y="900"/>
                </a:lnTo>
                <a:lnTo>
                  <a:pt x="3490" y="863"/>
                </a:lnTo>
                <a:lnTo>
                  <a:pt x="3491" y="828"/>
                </a:lnTo>
                <a:lnTo>
                  <a:pt x="3491" y="791"/>
                </a:lnTo>
                <a:close/>
                <a:moveTo>
                  <a:pt x="1091" y="1846"/>
                </a:moveTo>
                <a:lnTo>
                  <a:pt x="1091" y="1846"/>
                </a:lnTo>
                <a:lnTo>
                  <a:pt x="1053" y="1833"/>
                </a:lnTo>
                <a:lnTo>
                  <a:pt x="1017" y="1820"/>
                </a:lnTo>
                <a:lnTo>
                  <a:pt x="981" y="1805"/>
                </a:lnTo>
                <a:lnTo>
                  <a:pt x="947" y="1791"/>
                </a:lnTo>
                <a:lnTo>
                  <a:pt x="913" y="1775"/>
                </a:lnTo>
                <a:lnTo>
                  <a:pt x="881" y="1759"/>
                </a:lnTo>
                <a:lnTo>
                  <a:pt x="849" y="1741"/>
                </a:lnTo>
                <a:lnTo>
                  <a:pt x="819" y="1723"/>
                </a:lnTo>
                <a:lnTo>
                  <a:pt x="789" y="1705"/>
                </a:lnTo>
                <a:lnTo>
                  <a:pt x="760" y="1686"/>
                </a:lnTo>
                <a:lnTo>
                  <a:pt x="733" y="1665"/>
                </a:lnTo>
                <a:lnTo>
                  <a:pt x="705" y="1645"/>
                </a:lnTo>
                <a:lnTo>
                  <a:pt x="680" y="1624"/>
                </a:lnTo>
                <a:lnTo>
                  <a:pt x="655" y="1603"/>
                </a:lnTo>
                <a:lnTo>
                  <a:pt x="630" y="1580"/>
                </a:lnTo>
                <a:lnTo>
                  <a:pt x="607" y="1558"/>
                </a:lnTo>
                <a:lnTo>
                  <a:pt x="585" y="1535"/>
                </a:lnTo>
                <a:lnTo>
                  <a:pt x="562" y="1511"/>
                </a:lnTo>
                <a:lnTo>
                  <a:pt x="541" y="1487"/>
                </a:lnTo>
                <a:lnTo>
                  <a:pt x="521" y="1463"/>
                </a:lnTo>
                <a:lnTo>
                  <a:pt x="501" y="1438"/>
                </a:lnTo>
                <a:lnTo>
                  <a:pt x="483" y="1413"/>
                </a:lnTo>
                <a:lnTo>
                  <a:pt x="465" y="1387"/>
                </a:lnTo>
                <a:lnTo>
                  <a:pt x="448" y="1361"/>
                </a:lnTo>
                <a:lnTo>
                  <a:pt x="431" y="1336"/>
                </a:lnTo>
                <a:lnTo>
                  <a:pt x="415" y="1309"/>
                </a:lnTo>
                <a:lnTo>
                  <a:pt x="400" y="1283"/>
                </a:lnTo>
                <a:lnTo>
                  <a:pt x="386" y="1256"/>
                </a:lnTo>
                <a:lnTo>
                  <a:pt x="372" y="1229"/>
                </a:lnTo>
                <a:lnTo>
                  <a:pt x="358" y="1202"/>
                </a:lnTo>
                <a:lnTo>
                  <a:pt x="334" y="1147"/>
                </a:lnTo>
                <a:lnTo>
                  <a:pt x="312" y="1092"/>
                </a:lnTo>
                <a:lnTo>
                  <a:pt x="291" y="1038"/>
                </a:lnTo>
                <a:lnTo>
                  <a:pt x="273" y="983"/>
                </a:lnTo>
                <a:lnTo>
                  <a:pt x="258" y="928"/>
                </a:lnTo>
                <a:lnTo>
                  <a:pt x="244" y="874"/>
                </a:lnTo>
                <a:lnTo>
                  <a:pt x="232" y="820"/>
                </a:lnTo>
                <a:lnTo>
                  <a:pt x="221" y="768"/>
                </a:lnTo>
                <a:lnTo>
                  <a:pt x="212" y="716"/>
                </a:lnTo>
                <a:lnTo>
                  <a:pt x="204" y="666"/>
                </a:lnTo>
                <a:lnTo>
                  <a:pt x="198" y="618"/>
                </a:lnTo>
                <a:lnTo>
                  <a:pt x="194" y="570"/>
                </a:lnTo>
                <a:lnTo>
                  <a:pt x="190" y="525"/>
                </a:lnTo>
                <a:lnTo>
                  <a:pt x="187" y="482"/>
                </a:lnTo>
                <a:lnTo>
                  <a:pt x="185" y="441"/>
                </a:lnTo>
                <a:lnTo>
                  <a:pt x="184" y="404"/>
                </a:lnTo>
                <a:lnTo>
                  <a:pt x="184" y="367"/>
                </a:lnTo>
                <a:lnTo>
                  <a:pt x="624" y="367"/>
                </a:lnTo>
                <a:lnTo>
                  <a:pt x="919" y="367"/>
                </a:lnTo>
                <a:lnTo>
                  <a:pt x="919" y="791"/>
                </a:lnTo>
                <a:lnTo>
                  <a:pt x="919" y="828"/>
                </a:lnTo>
                <a:lnTo>
                  <a:pt x="920" y="863"/>
                </a:lnTo>
                <a:lnTo>
                  <a:pt x="922" y="900"/>
                </a:lnTo>
                <a:lnTo>
                  <a:pt x="924" y="936"/>
                </a:lnTo>
                <a:lnTo>
                  <a:pt x="927" y="972"/>
                </a:lnTo>
                <a:lnTo>
                  <a:pt x="930" y="1008"/>
                </a:lnTo>
                <a:lnTo>
                  <a:pt x="935" y="1044"/>
                </a:lnTo>
                <a:lnTo>
                  <a:pt x="940" y="1080"/>
                </a:lnTo>
                <a:lnTo>
                  <a:pt x="951" y="1151"/>
                </a:lnTo>
                <a:lnTo>
                  <a:pt x="964" y="1223"/>
                </a:lnTo>
                <a:lnTo>
                  <a:pt x="980" y="1293"/>
                </a:lnTo>
                <a:lnTo>
                  <a:pt x="998" y="1363"/>
                </a:lnTo>
                <a:lnTo>
                  <a:pt x="1019" y="1432"/>
                </a:lnTo>
                <a:lnTo>
                  <a:pt x="1041" y="1501"/>
                </a:lnTo>
                <a:lnTo>
                  <a:pt x="1065" y="1568"/>
                </a:lnTo>
                <a:lnTo>
                  <a:pt x="1092" y="1634"/>
                </a:lnTo>
                <a:lnTo>
                  <a:pt x="1120" y="1699"/>
                </a:lnTo>
                <a:lnTo>
                  <a:pt x="1151" y="1763"/>
                </a:lnTo>
                <a:lnTo>
                  <a:pt x="1183" y="1825"/>
                </a:lnTo>
                <a:lnTo>
                  <a:pt x="1217" y="1885"/>
                </a:lnTo>
                <a:lnTo>
                  <a:pt x="1091" y="1846"/>
                </a:lnTo>
                <a:close/>
                <a:moveTo>
                  <a:pt x="2205" y="1626"/>
                </a:moveTo>
                <a:lnTo>
                  <a:pt x="1637" y="2020"/>
                </a:lnTo>
                <a:lnTo>
                  <a:pt x="1837" y="1359"/>
                </a:lnTo>
                <a:lnTo>
                  <a:pt x="1287" y="940"/>
                </a:lnTo>
                <a:lnTo>
                  <a:pt x="1978" y="927"/>
                </a:lnTo>
                <a:lnTo>
                  <a:pt x="2205" y="274"/>
                </a:lnTo>
                <a:lnTo>
                  <a:pt x="2433" y="927"/>
                </a:lnTo>
                <a:lnTo>
                  <a:pt x="3123" y="940"/>
                </a:lnTo>
                <a:lnTo>
                  <a:pt x="2573" y="1359"/>
                </a:lnTo>
                <a:lnTo>
                  <a:pt x="2772" y="2020"/>
                </a:lnTo>
                <a:lnTo>
                  <a:pt x="2205" y="1626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2631557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2176013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5100447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3074097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5892205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4308689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3516931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3912810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5496326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4704568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016877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/>
          <p:cNvSpPr/>
          <p:nvPr/>
        </p:nvSpPr>
        <p:spPr>
          <a:xfrm>
            <a:off x="4282751" y="1931436"/>
            <a:ext cx="3228391" cy="4348066"/>
          </a:xfrm>
          <a:prstGeom prst="roundRect">
            <a:avLst>
              <a:gd name="adj" fmla="val 116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470924"/>
              </p:ext>
            </p:extLst>
          </p:nvPr>
        </p:nvGraphicFramePr>
        <p:xfrm>
          <a:off x="5410798" y="2092748"/>
          <a:ext cx="1969144" cy="4144987"/>
        </p:xfrm>
        <a:graphic>
          <a:graphicData uri="http://schemas.openxmlformats.org/drawingml/2006/table">
            <a:tbl>
              <a:tblPr/>
              <a:tblGrid>
                <a:gridCol w="637200"/>
                <a:gridCol w="1331944"/>
              </a:tblGrid>
              <a:tr h="4524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 u="none" strike="noStrike" dirty="0">
                          <a:solidFill>
                            <a:schemeClr val="accent4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 dirty="0">
                          <a:solidFill>
                            <a:schemeClr val="accent4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手机淘宝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24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 u="none" strike="noStrike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 dirty="0" smtClean="0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唯品会</a:t>
                      </a:r>
                      <a:endParaRPr lang="zh-CN" altLang="en-US" sz="1400" b="1" i="0" u="none" strike="noStrike" dirty="0">
                        <a:solidFill>
                          <a:schemeClr val="bg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24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 u="none" strike="noStrike">
                          <a:solidFill>
                            <a:srgbClr val="FF99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 dirty="0" smtClean="0">
                          <a:solidFill>
                            <a:srgbClr val="FF99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天猫</a:t>
                      </a:r>
                      <a:endParaRPr lang="zh-CN" altLang="en-US" sz="1400" b="1" i="0" u="none" strike="noStrike" dirty="0">
                        <a:solidFill>
                          <a:srgbClr val="FF99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蘑菇街</a:t>
                      </a: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京东</a:t>
                      </a: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小米商城</a:t>
                      </a: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楚楚街</a:t>
                      </a: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当当</a:t>
                      </a: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礼物说</a:t>
                      </a: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聚美优品</a:t>
                      </a: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0" y="80924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最</a:t>
            </a:r>
            <a:r>
              <a:rPr lang="zh-CN" altLang="en-US" sz="2800" b="1" dirty="0" smtClean="0"/>
              <a:t>受</a:t>
            </a:r>
            <a:r>
              <a:rPr lang="en-US" altLang="zh-CN" sz="2800" b="1" dirty="0" smtClean="0"/>
              <a:t>00</a:t>
            </a:r>
            <a:r>
              <a:rPr lang="zh-CN" altLang="en-US" sz="2800" b="1" dirty="0" smtClean="0"/>
              <a:t>后欢迎的</a:t>
            </a:r>
            <a:r>
              <a:rPr lang="zh-CN" altLang="en-US" sz="3600" b="1" dirty="0" smtClean="0"/>
              <a:t>网上购物</a:t>
            </a:r>
            <a:r>
              <a:rPr lang="en-US" altLang="zh-CN" sz="2800" b="1" dirty="0"/>
              <a:t>APP</a:t>
            </a:r>
            <a:r>
              <a:rPr lang="en-US" altLang="zh-CN" sz="2000" b="1" dirty="0"/>
              <a:t>(2016</a:t>
            </a:r>
            <a:r>
              <a:rPr lang="zh-CN" altLang="en-US" sz="2000" b="1" dirty="0"/>
              <a:t>上半年</a:t>
            </a:r>
            <a:r>
              <a:rPr lang="en-US" altLang="zh-CN" sz="2000" b="1" dirty="0"/>
              <a:t>)</a:t>
            </a:r>
            <a:endParaRPr lang="zh-CN" altLang="en-US" sz="2000" b="1" dirty="0"/>
          </a:p>
        </p:txBody>
      </p:sp>
      <p:sp>
        <p:nvSpPr>
          <p:cNvPr id="20" name="KSO_Shape"/>
          <p:cNvSpPr>
            <a:spLocks/>
          </p:cNvSpPr>
          <p:nvPr/>
        </p:nvSpPr>
        <p:spPr bwMode="auto">
          <a:xfrm>
            <a:off x="4834002" y="2184269"/>
            <a:ext cx="247045" cy="247457"/>
          </a:xfrm>
          <a:custGeom>
            <a:avLst/>
            <a:gdLst>
              <a:gd name="T0" fmla="*/ 2147483646 w 4409"/>
              <a:gd name="T1" fmla="*/ 2147483646 h 4408"/>
              <a:gd name="T2" fmla="*/ 2147483646 w 4409"/>
              <a:gd name="T3" fmla="*/ 2147483646 h 4408"/>
              <a:gd name="T4" fmla="*/ 2147483646 w 4409"/>
              <a:gd name="T5" fmla="*/ 2147483646 h 4408"/>
              <a:gd name="T6" fmla="*/ 2147483646 w 4409"/>
              <a:gd name="T7" fmla="*/ 2147483646 h 4408"/>
              <a:gd name="T8" fmla="*/ 2147483646 w 4409"/>
              <a:gd name="T9" fmla="*/ 2147483646 h 4408"/>
              <a:gd name="T10" fmla="*/ 2147483646 w 4409"/>
              <a:gd name="T11" fmla="*/ 2147483646 h 4408"/>
              <a:gd name="T12" fmla="*/ 2147483646 w 4409"/>
              <a:gd name="T13" fmla="*/ 2147483646 h 4408"/>
              <a:gd name="T14" fmla="*/ 2147483646 w 4409"/>
              <a:gd name="T15" fmla="*/ 2147483646 h 4408"/>
              <a:gd name="T16" fmla="*/ 481718167 w 4409"/>
              <a:gd name="T17" fmla="*/ 2147483646 h 4408"/>
              <a:gd name="T18" fmla="*/ 321145301 w 4409"/>
              <a:gd name="T19" fmla="*/ 2147483646 h 4408"/>
              <a:gd name="T20" fmla="*/ 2147483646 w 4409"/>
              <a:gd name="T21" fmla="*/ 2147483646 h 4408"/>
              <a:gd name="T22" fmla="*/ 2147483646 w 4409"/>
              <a:gd name="T23" fmla="*/ 2147483646 h 4408"/>
              <a:gd name="T24" fmla="*/ 2147483646 w 4409"/>
              <a:gd name="T25" fmla="*/ 2147483646 h 4408"/>
              <a:gd name="T26" fmla="*/ 2147483646 w 4409"/>
              <a:gd name="T27" fmla="*/ 2147483646 h 4408"/>
              <a:gd name="T28" fmla="*/ 2147483646 w 4409"/>
              <a:gd name="T29" fmla="*/ 2147483646 h 4408"/>
              <a:gd name="T30" fmla="*/ 2147483646 w 4409"/>
              <a:gd name="T31" fmla="*/ 2147483646 h 4408"/>
              <a:gd name="T32" fmla="*/ 2147483646 w 4409"/>
              <a:gd name="T33" fmla="*/ 2147483646 h 4408"/>
              <a:gd name="T34" fmla="*/ 2147483646 w 4409"/>
              <a:gd name="T35" fmla="*/ 2147483646 h 4408"/>
              <a:gd name="T36" fmla="*/ 2147483646 w 4409"/>
              <a:gd name="T37" fmla="*/ 2147483646 h 4408"/>
              <a:gd name="T38" fmla="*/ 2147483646 w 4409"/>
              <a:gd name="T39" fmla="*/ 2147483646 h 4408"/>
              <a:gd name="T40" fmla="*/ 2147483646 w 4409"/>
              <a:gd name="T41" fmla="*/ 2147483646 h 4408"/>
              <a:gd name="T42" fmla="*/ 2147483646 w 4409"/>
              <a:gd name="T43" fmla="*/ 2147483646 h 4408"/>
              <a:gd name="T44" fmla="*/ 2147483646 w 4409"/>
              <a:gd name="T45" fmla="*/ 2147483646 h 4408"/>
              <a:gd name="T46" fmla="*/ 2147483646 w 4409"/>
              <a:gd name="T47" fmla="*/ 2147483646 h 4408"/>
              <a:gd name="T48" fmla="*/ 2147483646 w 4409"/>
              <a:gd name="T49" fmla="*/ 2147483646 h 4408"/>
              <a:gd name="T50" fmla="*/ 2147483646 w 4409"/>
              <a:gd name="T51" fmla="*/ 2147483646 h 4408"/>
              <a:gd name="T52" fmla="*/ 2147483646 w 4409"/>
              <a:gd name="T53" fmla="*/ 2147483646 h 4408"/>
              <a:gd name="T54" fmla="*/ 2147483646 w 4409"/>
              <a:gd name="T55" fmla="*/ 2147483646 h 4408"/>
              <a:gd name="T56" fmla="*/ 2147483646 w 4409"/>
              <a:gd name="T57" fmla="*/ 2147483646 h 4408"/>
              <a:gd name="T58" fmla="*/ 2147483646 w 4409"/>
              <a:gd name="T59" fmla="*/ 2147483646 h 4408"/>
              <a:gd name="T60" fmla="*/ 2147483646 w 4409"/>
              <a:gd name="T61" fmla="*/ 2147483646 h 4408"/>
              <a:gd name="T62" fmla="*/ 2147483646 w 4409"/>
              <a:gd name="T63" fmla="*/ 2147483646 h 4408"/>
              <a:gd name="T64" fmla="*/ 2147483646 w 4409"/>
              <a:gd name="T65" fmla="*/ 2147483646 h 4408"/>
              <a:gd name="T66" fmla="*/ 2147483646 w 4409"/>
              <a:gd name="T67" fmla="*/ 2147483646 h 4408"/>
              <a:gd name="T68" fmla="*/ 2147483646 w 4409"/>
              <a:gd name="T69" fmla="*/ 2147483646 h 4408"/>
              <a:gd name="T70" fmla="*/ 2147483646 w 4409"/>
              <a:gd name="T71" fmla="*/ 2147483646 h 4408"/>
              <a:gd name="T72" fmla="*/ 2147483646 w 4409"/>
              <a:gd name="T73" fmla="*/ 2147483646 h 4408"/>
              <a:gd name="T74" fmla="*/ 2147483646 w 4409"/>
              <a:gd name="T75" fmla="*/ 2147483646 h 4408"/>
              <a:gd name="T76" fmla="*/ 2147483646 w 4409"/>
              <a:gd name="T77" fmla="*/ 2147483646 h 4408"/>
              <a:gd name="T78" fmla="*/ 2147483646 w 4409"/>
              <a:gd name="T79" fmla="*/ 2147483646 h 4408"/>
              <a:gd name="T80" fmla="*/ 2147483646 w 4409"/>
              <a:gd name="T81" fmla="*/ 2147483646 h 4408"/>
              <a:gd name="T82" fmla="*/ 2147483646 w 4409"/>
              <a:gd name="T83" fmla="*/ 2147483646 h 4408"/>
              <a:gd name="T84" fmla="*/ 2147483646 w 4409"/>
              <a:gd name="T85" fmla="*/ 2147483646 h 4408"/>
              <a:gd name="T86" fmla="*/ 2147483646 w 4409"/>
              <a:gd name="T87" fmla="*/ 2147483646 h 4408"/>
              <a:gd name="T88" fmla="*/ 2147483646 w 4409"/>
              <a:gd name="T89" fmla="*/ 2147483646 h 4408"/>
              <a:gd name="T90" fmla="*/ 2147483646 w 4409"/>
              <a:gd name="T91" fmla="*/ 2147483646 h 4408"/>
              <a:gd name="T92" fmla="*/ 2147483646 w 4409"/>
              <a:gd name="T93" fmla="*/ 2147483646 h 4408"/>
              <a:gd name="T94" fmla="*/ 2147483646 w 4409"/>
              <a:gd name="T95" fmla="*/ 2147483646 h 4408"/>
              <a:gd name="T96" fmla="*/ 2147483646 w 4409"/>
              <a:gd name="T97" fmla="*/ 2147483646 h 4408"/>
              <a:gd name="T98" fmla="*/ 2147483646 w 4409"/>
              <a:gd name="T99" fmla="*/ 2147483646 h 4408"/>
              <a:gd name="T100" fmla="*/ 2147483646 w 4409"/>
              <a:gd name="T101" fmla="*/ 2147483646 h 4408"/>
              <a:gd name="T102" fmla="*/ 2147483646 w 4409"/>
              <a:gd name="T103" fmla="*/ 2147483646 h 4408"/>
              <a:gd name="T104" fmla="*/ 2147483646 w 4409"/>
              <a:gd name="T105" fmla="*/ 2147483646 h 4408"/>
              <a:gd name="T106" fmla="*/ 2147483646 w 4409"/>
              <a:gd name="T107" fmla="*/ 2147483646 h 4408"/>
              <a:gd name="T108" fmla="*/ 2147483646 w 4409"/>
              <a:gd name="T109" fmla="*/ 2147483646 h 44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409" h="4408">
                <a:moveTo>
                  <a:pt x="3025" y="2127"/>
                </a:moveTo>
                <a:lnTo>
                  <a:pt x="3025" y="2127"/>
                </a:lnTo>
                <a:lnTo>
                  <a:pt x="3097" y="2107"/>
                </a:lnTo>
                <a:lnTo>
                  <a:pt x="3179" y="2081"/>
                </a:lnTo>
                <a:lnTo>
                  <a:pt x="3271" y="2053"/>
                </a:lnTo>
                <a:lnTo>
                  <a:pt x="3375" y="2020"/>
                </a:lnTo>
                <a:lnTo>
                  <a:pt x="3429" y="2002"/>
                </a:lnTo>
                <a:lnTo>
                  <a:pt x="3481" y="1982"/>
                </a:lnTo>
                <a:lnTo>
                  <a:pt x="3532" y="1961"/>
                </a:lnTo>
                <a:lnTo>
                  <a:pt x="3580" y="1938"/>
                </a:lnTo>
                <a:lnTo>
                  <a:pt x="3626" y="1914"/>
                </a:lnTo>
                <a:lnTo>
                  <a:pt x="3672" y="1889"/>
                </a:lnTo>
                <a:lnTo>
                  <a:pt x="3715" y="1861"/>
                </a:lnTo>
                <a:lnTo>
                  <a:pt x="3756" y="1834"/>
                </a:lnTo>
                <a:lnTo>
                  <a:pt x="3797" y="1804"/>
                </a:lnTo>
                <a:lnTo>
                  <a:pt x="3834" y="1774"/>
                </a:lnTo>
                <a:lnTo>
                  <a:pt x="3871" y="1744"/>
                </a:lnTo>
                <a:lnTo>
                  <a:pt x="3906" y="1711"/>
                </a:lnTo>
                <a:lnTo>
                  <a:pt x="3940" y="1679"/>
                </a:lnTo>
                <a:lnTo>
                  <a:pt x="3971" y="1644"/>
                </a:lnTo>
                <a:lnTo>
                  <a:pt x="4002" y="1610"/>
                </a:lnTo>
                <a:lnTo>
                  <a:pt x="4031" y="1575"/>
                </a:lnTo>
                <a:lnTo>
                  <a:pt x="4059" y="1539"/>
                </a:lnTo>
                <a:lnTo>
                  <a:pt x="4085" y="1502"/>
                </a:lnTo>
                <a:lnTo>
                  <a:pt x="4110" y="1466"/>
                </a:lnTo>
                <a:lnTo>
                  <a:pt x="4134" y="1428"/>
                </a:lnTo>
                <a:lnTo>
                  <a:pt x="4157" y="1390"/>
                </a:lnTo>
                <a:lnTo>
                  <a:pt x="4177" y="1351"/>
                </a:lnTo>
                <a:lnTo>
                  <a:pt x="4198" y="1312"/>
                </a:lnTo>
                <a:lnTo>
                  <a:pt x="4217" y="1274"/>
                </a:lnTo>
                <a:lnTo>
                  <a:pt x="4234" y="1235"/>
                </a:lnTo>
                <a:lnTo>
                  <a:pt x="4251" y="1196"/>
                </a:lnTo>
                <a:lnTo>
                  <a:pt x="4267" y="1156"/>
                </a:lnTo>
                <a:lnTo>
                  <a:pt x="4281" y="1117"/>
                </a:lnTo>
                <a:lnTo>
                  <a:pt x="4295" y="1078"/>
                </a:lnTo>
                <a:lnTo>
                  <a:pt x="4307" y="1039"/>
                </a:lnTo>
                <a:lnTo>
                  <a:pt x="4319" y="1000"/>
                </a:lnTo>
                <a:lnTo>
                  <a:pt x="4329" y="961"/>
                </a:lnTo>
                <a:lnTo>
                  <a:pt x="4340" y="923"/>
                </a:lnTo>
                <a:lnTo>
                  <a:pt x="4349" y="884"/>
                </a:lnTo>
                <a:lnTo>
                  <a:pt x="4357" y="847"/>
                </a:lnTo>
                <a:lnTo>
                  <a:pt x="4365" y="809"/>
                </a:lnTo>
                <a:lnTo>
                  <a:pt x="4377" y="736"/>
                </a:lnTo>
                <a:lnTo>
                  <a:pt x="4387" y="665"/>
                </a:lnTo>
                <a:lnTo>
                  <a:pt x="4395" y="598"/>
                </a:lnTo>
                <a:lnTo>
                  <a:pt x="4401" y="534"/>
                </a:lnTo>
                <a:lnTo>
                  <a:pt x="4405" y="474"/>
                </a:lnTo>
                <a:lnTo>
                  <a:pt x="4407" y="418"/>
                </a:lnTo>
                <a:lnTo>
                  <a:pt x="4409" y="367"/>
                </a:lnTo>
                <a:lnTo>
                  <a:pt x="4409" y="321"/>
                </a:lnTo>
                <a:lnTo>
                  <a:pt x="4409" y="281"/>
                </a:lnTo>
                <a:lnTo>
                  <a:pt x="4407" y="247"/>
                </a:lnTo>
                <a:lnTo>
                  <a:pt x="4404" y="201"/>
                </a:lnTo>
                <a:lnTo>
                  <a:pt x="4403" y="183"/>
                </a:lnTo>
                <a:lnTo>
                  <a:pt x="3786" y="183"/>
                </a:lnTo>
                <a:lnTo>
                  <a:pt x="3491" y="183"/>
                </a:lnTo>
                <a:lnTo>
                  <a:pt x="3491" y="0"/>
                </a:lnTo>
                <a:lnTo>
                  <a:pt x="919" y="0"/>
                </a:lnTo>
                <a:lnTo>
                  <a:pt x="919" y="183"/>
                </a:lnTo>
                <a:lnTo>
                  <a:pt x="624" y="183"/>
                </a:lnTo>
                <a:lnTo>
                  <a:pt x="6" y="183"/>
                </a:lnTo>
                <a:lnTo>
                  <a:pt x="5" y="201"/>
                </a:lnTo>
                <a:lnTo>
                  <a:pt x="2" y="247"/>
                </a:lnTo>
                <a:lnTo>
                  <a:pt x="1" y="282"/>
                </a:lnTo>
                <a:lnTo>
                  <a:pt x="0" y="321"/>
                </a:lnTo>
                <a:lnTo>
                  <a:pt x="1" y="367"/>
                </a:lnTo>
                <a:lnTo>
                  <a:pt x="2" y="419"/>
                </a:lnTo>
                <a:lnTo>
                  <a:pt x="4" y="475"/>
                </a:lnTo>
                <a:lnTo>
                  <a:pt x="8" y="535"/>
                </a:lnTo>
                <a:lnTo>
                  <a:pt x="14" y="599"/>
                </a:lnTo>
                <a:lnTo>
                  <a:pt x="22" y="667"/>
                </a:lnTo>
                <a:lnTo>
                  <a:pt x="32" y="737"/>
                </a:lnTo>
                <a:lnTo>
                  <a:pt x="45" y="811"/>
                </a:lnTo>
                <a:lnTo>
                  <a:pt x="52" y="848"/>
                </a:lnTo>
                <a:lnTo>
                  <a:pt x="61" y="886"/>
                </a:lnTo>
                <a:lnTo>
                  <a:pt x="69" y="924"/>
                </a:lnTo>
                <a:lnTo>
                  <a:pt x="79" y="962"/>
                </a:lnTo>
                <a:lnTo>
                  <a:pt x="91" y="1002"/>
                </a:lnTo>
                <a:lnTo>
                  <a:pt x="102" y="1041"/>
                </a:lnTo>
                <a:lnTo>
                  <a:pt x="115" y="1080"/>
                </a:lnTo>
                <a:lnTo>
                  <a:pt x="128" y="1120"/>
                </a:lnTo>
                <a:lnTo>
                  <a:pt x="142" y="1158"/>
                </a:lnTo>
                <a:lnTo>
                  <a:pt x="159" y="1198"/>
                </a:lnTo>
                <a:lnTo>
                  <a:pt x="175" y="1237"/>
                </a:lnTo>
                <a:lnTo>
                  <a:pt x="193" y="1276"/>
                </a:lnTo>
                <a:lnTo>
                  <a:pt x="211" y="1315"/>
                </a:lnTo>
                <a:lnTo>
                  <a:pt x="232" y="1354"/>
                </a:lnTo>
                <a:lnTo>
                  <a:pt x="253" y="1392"/>
                </a:lnTo>
                <a:lnTo>
                  <a:pt x="275" y="1430"/>
                </a:lnTo>
                <a:lnTo>
                  <a:pt x="299" y="1468"/>
                </a:lnTo>
                <a:lnTo>
                  <a:pt x="324" y="1504"/>
                </a:lnTo>
                <a:lnTo>
                  <a:pt x="350" y="1541"/>
                </a:lnTo>
                <a:lnTo>
                  <a:pt x="378" y="1577"/>
                </a:lnTo>
                <a:lnTo>
                  <a:pt x="407" y="1612"/>
                </a:lnTo>
                <a:lnTo>
                  <a:pt x="438" y="1646"/>
                </a:lnTo>
                <a:lnTo>
                  <a:pt x="470" y="1681"/>
                </a:lnTo>
                <a:lnTo>
                  <a:pt x="503" y="1713"/>
                </a:lnTo>
                <a:lnTo>
                  <a:pt x="538" y="1746"/>
                </a:lnTo>
                <a:lnTo>
                  <a:pt x="574" y="1776"/>
                </a:lnTo>
                <a:lnTo>
                  <a:pt x="613" y="1806"/>
                </a:lnTo>
                <a:lnTo>
                  <a:pt x="653" y="1835"/>
                </a:lnTo>
                <a:lnTo>
                  <a:pt x="694" y="1863"/>
                </a:lnTo>
                <a:lnTo>
                  <a:pt x="738" y="1890"/>
                </a:lnTo>
                <a:lnTo>
                  <a:pt x="782" y="1915"/>
                </a:lnTo>
                <a:lnTo>
                  <a:pt x="829" y="1939"/>
                </a:lnTo>
                <a:lnTo>
                  <a:pt x="878" y="1962"/>
                </a:lnTo>
                <a:lnTo>
                  <a:pt x="928" y="1983"/>
                </a:lnTo>
                <a:lnTo>
                  <a:pt x="981" y="2002"/>
                </a:lnTo>
                <a:lnTo>
                  <a:pt x="1035" y="2020"/>
                </a:lnTo>
                <a:lnTo>
                  <a:pt x="1137" y="2053"/>
                </a:lnTo>
                <a:lnTo>
                  <a:pt x="1230" y="2080"/>
                </a:lnTo>
                <a:lnTo>
                  <a:pt x="1311" y="2105"/>
                </a:lnTo>
                <a:lnTo>
                  <a:pt x="1384" y="2125"/>
                </a:lnTo>
                <a:lnTo>
                  <a:pt x="1417" y="2164"/>
                </a:lnTo>
                <a:lnTo>
                  <a:pt x="1452" y="2203"/>
                </a:lnTo>
                <a:lnTo>
                  <a:pt x="1488" y="2241"/>
                </a:lnTo>
                <a:lnTo>
                  <a:pt x="1525" y="2275"/>
                </a:lnTo>
                <a:lnTo>
                  <a:pt x="1562" y="2309"/>
                </a:lnTo>
                <a:lnTo>
                  <a:pt x="1600" y="2340"/>
                </a:lnTo>
                <a:lnTo>
                  <a:pt x="1639" y="2370"/>
                </a:lnTo>
                <a:lnTo>
                  <a:pt x="1679" y="2398"/>
                </a:lnTo>
                <a:lnTo>
                  <a:pt x="1720" y="2424"/>
                </a:lnTo>
                <a:lnTo>
                  <a:pt x="1761" y="2449"/>
                </a:lnTo>
                <a:lnTo>
                  <a:pt x="1803" y="2471"/>
                </a:lnTo>
                <a:lnTo>
                  <a:pt x="1845" y="2490"/>
                </a:lnTo>
                <a:lnTo>
                  <a:pt x="1888" y="2508"/>
                </a:lnTo>
                <a:lnTo>
                  <a:pt x="1933" y="2525"/>
                </a:lnTo>
                <a:lnTo>
                  <a:pt x="1976" y="2538"/>
                </a:lnTo>
                <a:lnTo>
                  <a:pt x="2021" y="2549"/>
                </a:lnTo>
                <a:lnTo>
                  <a:pt x="2021" y="3864"/>
                </a:lnTo>
                <a:lnTo>
                  <a:pt x="1963" y="3868"/>
                </a:lnTo>
                <a:lnTo>
                  <a:pt x="1906" y="3873"/>
                </a:lnTo>
                <a:lnTo>
                  <a:pt x="1850" y="3880"/>
                </a:lnTo>
                <a:lnTo>
                  <a:pt x="1795" y="3887"/>
                </a:lnTo>
                <a:lnTo>
                  <a:pt x="1741" y="3895"/>
                </a:lnTo>
                <a:lnTo>
                  <a:pt x="1688" y="3904"/>
                </a:lnTo>
                <a:lnTo>
                  <a:pt x="1636" y="3915"/>
                </a:lnTo>
                <a:lnTo>
                  <a:pt x="1587" y="3926"/>
                </a:lnTo>
                <a:lnTo>
                  <a:pt x="1537" y="3939"/>
                </a:lnTo>
                <a:lnTo>
                  <a:pt x="1489" y="3951"/>
                </a:lnTo>
                <a:lnTo>
                  <a:pt x="1444" y="3965"/>
                </a:lnTo>
                <a:lnTo>
                  <a:pt x="1399" y="3980"/>
                </a:lnTo>
                <a:lnTo>
                  <a:pt x="1355" y="3995"/>
                </a:lnTo>
                <a:lnTo>
                  <a:pt x="1314" y="4012"/>
                </a:lnTo>
                <a:lnTo>
                  <a:pt x="1274" y="4029"/>
                </a:lnTo>
                <a:lnTo>
                  <a:pt x="1237" y="4046"/>
                </a:lnTo>
                <a:lnTo>
                  <a:pt x="1200" y="4065"/>
                </a:lnTo>
                <a:lnTo>
                  <a:pt x="1166" y="4085"/>
                </a:lnTo>
                <a:lnTo>
                  <a:pt x="1134" y="4104"/>
                </a:lnTo>
                <a:lnTo>
                  <a:pt x="1104" y="4124"/>
                </a:lnTo>
                <a:lnTo>
                  <a:pt x="1076" y="4146"/>
                </a:lnTo>
                <a:lnTo>
                  <a:pt x="1049" y="4167"/>
                </a:lnTo>
                <a:lnTo>
                  <a:pt x="1026" y="4189"/>
                </a:lnTo>
                <a:lnTo>
                  <a:pt x="1004" y="4211"/>
                </a:lnTo>
                <a:lnTo>
                  <a:pt x="984" y="4235"/>
                </a:lnTo>
                <a:lnTo>
                  <a:pt x="968" y="4259"/>
                </a:lnTo>
                <a:lnTo>
                  <a:pt x="953" y="4282"/>
                </a:lnTo>
                <a:lnTo>
                  <a:pt x="947" y="4295"/>
                </a:lnTo>
                <a:lnTo>
                  <a:pt x="941" y="4307"/>
                </a:lnTo>
                <a:lnTo>
                  <a:pt x="936" y="4320"/>
                </a:lnTo>
                <a:lnTo>
                  <a:pt x="931" y="4332"/>
                </a:lnTo>
                <a:lnTo>
                  <a:pt x="927" y="4344"/>
                </a:lnTo>
                <a:lnTo>
                  <a:pt x="924" y="4358"/>
                </a:lnTo>
                <a:lnTo>
                  <a:pt x="922" y="4370"/>
                </a:lnTo>
                <a:lnTo>
                  <a:pt x="920" y="4383"/>
                </a:lnTo>
                <a:lnTo>
                  <a:pt x="919" y="4396"/>
                </a:lnTo>
                <a:lnTo>
                  <a:pt x="919" y="4408"/>
                </a:lnTo>
                <a:lnTo>
                  <a:pt x="3491" y="4408"/>
                </a:lnTo>
                <a:lnTo>
                  <a:pt x="3491" y="4396"/>
                </a:lnTo>
                <a:lnTo>
                  <a:pt x="3490" y="4383"/>
                </a:lnTo>
                <a:lnTo>
                  <a:pt x="3488" y="4370"/>
                </a:lnTo>
                <a:lnTo>
                  <a:pt x="3486" y="4358"/>
                </a:lnTo>
                <a:lnTo>
                  <a:pt x="3482" y="4344"/>
                </a:lnTo>
                <a:lnTo>
                  <a:pt x="3478" y="4332"/>
                </a:lnTo>
                <a:lnTo>
                  <a:pt x="3474" y="4320"/>
                </a:lnTo>
                <a:lnTo>
                  <a:pt x="3469" y="4307"/>
                </a:lnTo>
                <a:lnTo>
                  <a:pt x="3463" y="4295"/>
                </a:lnTo>
                <a:lnTo>
                  <a:pt x="3457" y="4282"/>
                </a:lnTo>
                <a:lnTo>
                  <a:pt x="3443" y="4259"/>
                </a:lnTo>
                <a:lnTo>
                  <a:pt x="3426" y="4235"/>
                </a:lnTo>
                <a:lnTo>
                  <a:pt x="3406" y="4211"/>
                </a:lnTo>
                <a:lnTo>
                  <a:pt x="3384" y="4189"/>
                </a:lnTo>
                <a:lnTo>
                  <a:pt x="3361" y="4167"/>
                </a:lnTo>
                <a:lnTo>
                  <a:pt x="3334" y="4146"/>
                </a:lnTo>
                <a:lnTo>
                  <a:pt x="3306" y="4124"/>
                </a:lnTo>
                <a:lnTo>
                  <a:pt x="3276" y="4104"/>
                </a:lnTo>
                <a:lnTo>
                  <a:pt x="3244" y="4085"/>
                </a:lnTo>
                <a:lnTo>
                  <a:pt x="3210" y="4065"/>
                </a:lnTo>
                <a:lnTo>
                  <a:pt x="3173" y="4046"/>
                </a:lnTo>
                <a:lnTo>
                  <a:pt x="3136" y="4029"/>
                </a:lnTo>
                <a:lnTo>
                  <a:pt x="3096" y="4012"/>
                </a:lnTo>
                <a:lnTo>
                  <a:pt x="3054" y="3995"/>
                </a:lnTo>
                <a:lnTo>
                  <a:pt x="3011" y="3980"/>
                </a:lnTo>
                <a:lnTo>
                  <a:pt x="2966" y="3965"/>
                </a:lnTo>
                <a:lnTo>
                  <a:pt x="2921" y="3951"/>
                </a:lnTo>
                <a:lnTo>
                  <a:pt x="2873" y="3939"/>
                </a:lnTo>
                <a:lnTo>
                  <a:pt x="2823" y="3926"/>
                </a:lnTo>
                <a:lnTo>
                  <a:pt x="2773" y="3915"/>
                </a:lnTo>
                <a:lnTo>
                  <a:pt x="2722" y="3904"/>
                </a:lnTo>
                <a:lnTo>
                  <a:pt x="2669" y="3895"/>
                </a:lnTo>
                <a:lnTo>
                  <a:pt x="2615" y="3887"/>
                </a:lnTo>
                <a:lnTo>
                  <a:pt x="2559" y="3880"/>
                </a:lnTo>
                <a:lnTo>
                  <a:pt x="2504" y="3873"/>
                </a:lnTo>
                <a:lnTo>
                  <a:pt x="2447" y="3868"/>
                </a:lnTo>
                <a:lnTo>
                  <a:pt x="2389" y="3864"/>
                </a:lnTo>
                <a:lnTo>
                  <a:pt x="2389" y="2549"/>
                </a:lnTo>
                <a:lnTo>
                  <a:pt x="2434" y="2538"/>
                </a:lnTo>
                <a:lnTo>
                  <a:pt x="2477" y="2525"/>
                </a:lnTo>
                <a:lnTo>
                  <a:pt x="2521" y="2508"/>
                </a:lnTo>
                <a:lnTo>
                  <a:pt x="2565" y="2491"/>
                </a:lnTo>
                <a:lnTo>
                  <a:pt x="2607" y="2471"/>
                </a:lnTo>
                <a:lnTo>
                  <a:pt x="2649" y="2449"/>
                </a:lnTo>
                <a:lnTo>
                  <a:pt x="2689" y="2425"/>
                </a:lnTo>
                <a:lnTo>
                  <a:pt x="2730" y="2399"/>
                </a:lnTo>
                <a:lnTo>
                  <a:pt x="2769" y="2370"/>
                </a:lnTo>
                <a:lnTo>
                  <a:pt x="2809" y="2341"/>
                </a:lnTo>
                <a:lnTo>
                  <a:pt x="2846" y="2310"/>
                </a:lnTo>
                <a:lnTo>
                  <a:pt x="2884" y="2276"/>
                </a:lnTo>
                <a:lnTo>
                  <a:pt x="2921" y="2242"/>
                </a:lnTo>
                <a:lnTo>
                  <a:pt x="2956" y="2205"/>
                </a:lnTo>
                <a:lnTo>
                  <a:pt x="2992" y="2167"/>
                </a:lnTo>
                <a:lnTo>
                  <a:pt x="3025" y="2127"/>
                </a:lnTo>
                <a:close/>
                <a:moveTo>
                  <a:pt x="3491" y="791"/>
                </a:moveTo>
                <a:lnTo>
                  <a:pt x="3491" y="367"/>
                </a:lnTo>
                <a:lnTo>
                  <a:pt x="3786" y="367"/>
                </a:lnTo>
                <a:lnTo>
                  <a:pt x="4226" y="367"/>
                </a:lnTo>
                <a:lnTo>
                  <a:pt x="4226" y="403"/>
                </a:lnTo>
                <a:lnTo>
                  <a:pt x="4225" y="441"/>
                </a:lnTo>
                <a:lnTo>
                  <a:pt x="4223" y="482"/>
                </a:lnTo>
                <a:lnTo>
                  <a:pt x="4220" y="525"/>
                </a:lnTo>
                <a:lnTo>
                  <a:pt x="4216" y="570"/>
                </a:lnTo>
                <a:lnTo>
                  <a:pt x="4211" y="617"/>
                </a:lnTo>
                <a:lnTo>
                  <a:pt x="4205" y="665"/>
                </a:lnTo>
                <a:lnTo>
                  <a:pt x="4198" y="716"/>
                </a:lnTo>
                <a:lnTo>
                  <a:pt x="4188" y="767"/>
                </a:lnTo>
                <a:lnTo>
                  <a:pt x="4177" y="819"/>
                </a:lnTo>
                <a:lnTo>
                  <a:pt x="4165" y="873"/>
                </a:lnTo>
                <a:lnTo>
                  <a:pt x="4152" y="927"/>
                </a:lnTo>
                <a:lnTo>
                  <a:pt x="4136" y="982"/>
                </a:lnTo>
                <a:lnTo>
                  <a:pt x="4117" y="1037"/>
                </a:lnTo>
                <a:lnTo>
                  <a:pt x="4097" y="1091"/>
                </a:lnTo>
                <a:lnTo>
                  <a:pt x="4075" y="1146"/>
                </a:lnTo>
                <a:lnTo>
                  <a:pt x="4050" y="1201"/>
                </a:lnTo>
                <a:lnTo>
                  <a:pt x="4037" y="1227"/>
                </a:lnTo>
                <a:lnTo>
                  <a:pt x="4023" y="1255"/>
                </a:lnTo>
                <a:lnTo>
                  <a:pt x="4009" y="1281"/>
                </a:lnTo>
                <a:lnTo>
                  <a:pt x="3994" y="1307"/>
                </a:lnTo>
                <a:lnTo>
                  <a:pt x="3977" y="1334"/>
                </a:lnTo>
                <a:lnTo>
                  <a:pt x="3961" y="1360"/>
                </a:lnTo>
                <a:lnTo>
                  <a:pt x="3944" y="1385"/>
                </a:lnTo>
                <a:lnTo>
                  <a:pt x="3926" y="1412"/>
                </a:lnTo>
                <a:lnTo>
                  <a:pt x="3907" y="1436"/>
                </a:lnTo>
                <a:lnTo>
                  <a:pt x="3887" y="1462"/>
                </a:lnTo>
                <a:lnTo>
                  <a:pt x="3867" y="1486"/>
                </a:lnTo>
                <a:lnTo>
                  <a:pt x="3847" y="1510"/>
                </a:lnTo>
                <a:lnTo>
                  <a:pt x="3824" y="1534"/>
                </a:lnTo>
                <a:lnTo>
                  <a:pt x="3802" y="1557"/>
                </a:lnTo>
                <a:lnTo>
                  <a:pt x="3779" y="1579"/>
                </a:lnTo>
                <a:lnTo>
                  <a:pt x="3754" y="1602"/>
                </a:lnTo>
                <a:lnTo>
                  <a:pt x="3729" y="1623"/>
                </a:lnTo>
                <a:lnTo>
                  <a:pt x="3703" y="1644"/>
                </a:lnTo>
                <a:lnTo>
                  <a:pt x="3676" y="1664"/>
                </a:lnTo>
                <a:lnTo>
                  <a:pt x="3649" y="1685"/>
                </a:lnTo>
                <a:lnTo>
                  <a:pt x="3619" y="1704"/>
                </a:lnTo>
                <a:lnTo>
                  <a:pt x="3590" y="1722"/>
                </a:lnTo>
                <a:lnTo>
                  <a:pt x="3560" y="1740"/>
                </a:lnTo>
                <a:lnTo>
                  <a:pt x="3528" y="1758"/>
                </a:lnTo>
                <a:lnTo>
                  <a:pt x="3496" y="1775"/>
                </a:lnTo>
                <a:lnTo>
                  <a:pt x="3462" y="1790"/>
                </a:lnTo>
                <a:lnTo>
                  <a:pt x="3428" y="1805"/>
                </a:lnTo>
                <a:lnTo>
                  <a:pt x="3392" y="1820"/>
                </a:lnTo>
                <a:lnTo>
                  <a:pt x="3357" y="1833"/>
                </a:lnTo>
                <a:lnTo>
                  <a:pt x="3319" y="1846"/>
                </a:lnTo>
                <a:lnTo>
                  <a:pt x="3192" y="1886"/>
                </a:lnTo>
                <a:lnTo>
                  <a:pt x="3227" y="1825"/>
                </a:lnTo>
                <a:lnTo>
                  <a:pt x="3258" y="1763"/>
                </a:lnTo>
                <a:lnTo>
                  <a:pt x="3289" y="1700"/>
                </a:lnTo>
                <a:lnTo>
                  <a:pt x="3317" y="1635"/>
                </a:lnTo>
                <a:lnTo>
                  <a:pt x="3345" y="1569"/>
                </a:lnTo>
                <a:lnTo>
                  <a:pt x="3369" y="1501"/>
                </a:lnTo>
                <a:lnTo>
                  <a:pt x="3391" y="1433"/>
                </a:lnTo>
                <a:lnTo>
                  <a:pt x="3411" y="1364"/>
                </a:lnTo>
                <a:lnTo>
                  <a:pt x="3430" y="1294"/>
                </a:lnTo>
                <a:lnTo>
                  <a:pt x="3446" y="1223"/>
                </a:lnTo>
                <a:lnTo>
                  <a:pt x="3459" y="1152"/>
                </a:lnTo>
                <a:lnTo>
                  <a:pt x="3470" y="1080"/>
                </a:lnTo>
                <a:lnTo>
                  <a:pt x="3475" y="1044"/>
                </a:lnTo>
                <a:lnTo>
                  <a:pt x="3479" y="1008"/>
                </a:lnTo>
                <a:lnTo>
                  <a:pt x="3482" y="972"/>
                </a:lnTo>
                <a:lnTo>
                  <a:pt x="3486" y="936"/>
                </a:lnTo>
                <a:lnTo>
                  <a:pt x="3488" y="900"/>
                </a:lnTo>
                <a:lnTo>
                  <a:pt x="3490" y="863"/>
                </a:lnTo>
                <a:lnTo>
                  <a:pt x="3491" y="828"/>
                </a:lnTo>
                <a:lnTo>
                  <a:pt x="3491" y="791"/>
                </a:lnTo>
                <a:close/>
                <a:moveTo>
                  <a:pt x="1091" y="1846"/>
                </a:moveTo>
                <a:lnTo>
                  <a:pt x="1091" y="1846"/>
                </a:lnTo>
                <a:lnTo>
                  <a:pt x="1053" y="1833"/>
                </a:lnTo>
                <a:lnTo>
                  <a:pt x="1017" y="1820"/>
                </a:lnTo>
                <a:lnTo>
                  <a:pt x="981" y="1805"/>
                </a:lnTo>
                <a:lnTo>
                  <a:pt x="947" y="1791"/>
                </a:lnTo>
                <a:lnTo>
                  <a:pt x="913" y="1775"/>
                </a:lnTo>
                <a:lnTo>
                  <a:pt x="881" y="1759"/>
                </a:lnTo>
                <a:lnTo>
                  <a:pt x="849" y="1741"/>
                </a:lnTo>
                <a:lnTo>
                  <a:pt x="819" y="1723"/>
                </a:lnTo>
                <a:lnTo>
                  <a:pt x="789" y="1705"/>
                </a:lnTo>
                <a:lnTo>
                  <a:pt x="760" y="1686"/>
                </a:lnTo>
                <a:lnTo>
                  <a:pt x="733" y="1665"/>
                </a:lnTo>
                <a:lnTo>
                  <a:pt x="705" y="1645"/>
                </a:lnTo>
                <a:lnTo>
                  <a:pt x="680" y="1624"/>
                </a:lnTo>
                <a:lnTo>
                  <a:pt x="655" y="1603"/>
                </a:lnTo>
                <a:lnTo>
                  <a:pt x="630" y="1580"/>
                </a:lnTo>
                <a:lnTo>
                  <a:pt x="607" y="1558"/>
                </a:lnTo>
                <a:lnTo>
                  <a:pt x="585" y="1535"/>
                </a:lnTo>
                <a:lnTo>
                  <a:pt x="562" y="1511"/>
                </a:lnTo>
                <a:lnTo>
                  <a:pt x="541" y="1487"/>
                </a:lnTo>
                <a:lnTo>
                  <a:pt x="521" y="1463"/>
                </a:lnTo>
                <a:lnTo>
                  <a:pt x="501" y="1438"/>
                </a:lnTo>
                <a:lnTo>
                  <a:pt x="483" y="1413"/>
                </a:lnTo>
                <a:lnTo>
                  <a:pt x="465" y="1387"/>
                </a:lnTo>
                <a:lnTo>
                  <a:pt x="448" y="1361"/>
                </a:lnTo>
                <a:lnTo>
                  <a:pt x="431" y="1336"/>
                </a:lnTo>
                <a:lnTo>
                  <a:pt x="415" y="1309"/>
                </a:lnTo>
                <a:lnTo>
                  <a:pt x="400" y="1283"/>
                </a:lnTo>
                <a:lnTo>
                  <a:pt x="386" y="1256"/>
                </a:lnTo>
                <a:lnTo>
                  <a:pt x="372" y="1229"/>
                </a:lnTo>
                <a:lnTo>
                  <a:pt x="358" y="1202"/>
                </a:lnTo>
                <a:lnTo>
                  <a:pt x="334" y="1147"/>
                </a:lnTo>
                <a:lnTo>
                  <a:pt x="312" y="1092"/>
                </a:lnTo>
                <a:lnTo>
                  <a:pt x="291" y="1038"/>
                </a:lnTo>
                <a:lnTo>
                  <a:pt x="273" y="983"/>
                </a:lnTo>
                <a:lnTo>
                  <a:pt x="258" y="928"/>
                </a:lnTo>
                <a:lnTo>
                  <a:pt x="244" y="874"/>
                </a:lnTo>
                <a:lnTo>
                  <a:pt x="232" y="820"/>
                </a:lnTo>
                <a:lnTo>
                  <a:pt x="221" y="768"/>
                </a:lnTo>
                <a:lnTo>
                  <a:pt x="212" y="716"/>
                </a:lnTo>
                <a:lnTo>
                  <a:pt x="204" y="666"/>
                </a:lnTo>
                <a:lnTo>
                  <a:pt x="198" y="618"/>
                </a:lnTo>
                <a:lnTo>
                  <a:pt x="194" y="570"/>
                </a:lnTo>
                <a:lnTo>
                  <a:pt x="190" y="525"/>
                </a:lnTo>
                <a:lnTo>
                  <a:pt x="187" y="482"/>
                </a:lnTo>
                <a:lnTo>
                  <a:pt x="185" y="441"/>
                </a:lnTo>
                <a:lnTo>
                  <a:pt x="184" y="404"/>
                </a:lnTo>
                <a:lnTo>
                  <a:pt x="184" y="367"/>
                </a:lnTo>
                <a:lnTo>
                  <a:pt x="624" y="367"/>
                </a:lnTo>
                <a:lnTo>
                  <a:pt x="919" y="367"/>
                </a:lnTo>
                <a:lnTo>
                  <a:pt x="919" y="791"/>
                </a:lnTo>
                <a:lnTo>
                  <a:pt x="919" y="828"/>
                </a:lnTo>
                <a:lnTo>
                  <a:pt x="920" y="863"/>
                </a:lnTo>
                <a:lnTo>
                  <a:pt x="922" y="900"/>
                </a:lnTo>
                <a:lnTo>
                  <a:pt x="924" y="936"/>
                </a:lnTo>
                <a:lnTo>
                  <a:pt x="927" y="972"/>
                </a:lnTo>
                <a:lnTo>
                  <a:pt x="930" y="1008"/>
                </a:lnTo>
                <a:lnTo>
                  <a:pt x="935" y="1044"/>
                </a:lnTo>
                <a:lnTo>
                  <a:pt x="940" y="1080"/>
                </a:lnTo>
                <a:lnTo>
                  <a:pt x="951" y="1151"/>
                </a:lnTo>
                <a:lnTo>
                  <a:pt x="964" y="1223"/>
                </a:lnTo>
                <a:lnTo>
                  <a:pt x="980" y="1293"/>
                </a:lnTo>
                <a:lnTo>
                  <a:pt x="998" y="1363"/>
                </a:lnTo>
                <a:lnTo>
                  <a:pt x="1019" y="1432"/>
                </a:lnTo>
                <a:lnTo>
                  <a:pt x="1041" y="1501"/>
                </a:lnTo>
                <a:lnTo>
                  <a:pt x="1065" y="1568"/>
                </a:lnTo>
                <a:lnTo>
                  <a:pt x="1092" y="1634"/>
                </a:lnTo>
                <a:lnTo>
                  <a:pt x="1120" y="1699"/>
                </a:lnTo>
                <a:lnTo>
                  <a:pt x="1151" y="1763"/>
                </a:lnTo>
                <a:lnTo>
                  <a:pt x="1183" y="1825"/>
                </a:lnTo>
                <a:lnTo>
                  <a:pt x="1217" y="1885"/>
                </a:lnTo>
                <a:lnTo>
                  <a:pt x="1091" y="1846"/>
                </a:lnTo>
                <a:close/>
                <a:moveTo>
                  <a:pt x="2205" y="1626"/>
                </a:moveTo>
                <a:lnTo>
                  <a:pt x="1637" y="2020"/>
                </a:lnTo>
                <a:lnTo>
                  <a:pt x="1837" y="1359"/>
                </a:lnTo>
                <a:lnTo>
                  <a:pt x="1287" y="940"/>
                </a:lnTo>
                <a:lnTo>
                  <a:pt x="1978" y="927"/>
                </a:lnTo>
                <a:lnTo>
                  <a:pt x="2205" y="274"/>
                </a:lnTo>
                <a:lnTo>
                  <a:pt x="2433" y="927"/>
                </a:lnTo>
                <a:lnTo>
                  <a:pt x="3123" y="940"/>
                </a:lnTo>
                <a:lnTo>
                  <a:pt x="2573" y="1359"/>
                </a:lnTo>
                <a:lnTo>
                  <a:pt x="2772" y="2020"/>
                </a:lnTo>
                <a:lnTo>
                  <a:pt x="2205" y="162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1" name="KSO_Shape"/>
          <p:cNvSpPr>
            <a:spLocks/>
          </p:cNvSpPr>
          <p:nvPr/>
        </p:nvSpPr>
        <p:spPr bwMode="auto">
          <a:xfrm>
            <a:off x="4834002" y="2641275"/>
            <a:ext cx="247045" cy="247457"/>
          </a:xfrm>
          <a:custGeom>
            <a:avLst/>
            <a:gdLst>
              <a:gd name="T0" fmla="*/ 2147483646 w 4409"/>
              <a:gd name="T1" fmla="*/ 2147483646 h 4408"/>
              <a:gd name="T2" fmla="*/ 2147483646 w 4409"/>
              <a:gd name="T3" fmla="*/ 2147483646 h 4408"/>
              <a:gd name="T4" fmla="*/ 2147483646 w 4409"/>
              <a:gd name="T5" fmla="*/ 2147483646 h 4408"/>
              <a:gd name="T6" fmla="*/ 2147483646 w 4409"/>
              <a:gd name="T7" fmla="*/ 2147483646 h 4408"/>
              <a:gd name="T8" fmla="*/ 2147483646 w 4409"/>
              <a:gd name="T9" fmla="*/ 2147483646 h 4408"/>
              <a:gd name="T10" fmla="*/ 2147483646 w 4409"/>
              <a:gd name="T11" fmla="*/ 2147483646 h 4408"/>
              <a:gd name="T12" fmla="*/ 2147483646 w 4409"/>
              <a:gd name="T13" fmla="*/ 2147483646 h 4408"/>
              <a:gd name="T14" fmla="*/ 2147483646 w 4409"/>
              <a:gd name="T15" fmla="*/ 2147483646 h 4408"/>
              <a:gd name="T16" fmla="*/ 481718167 w 4409"/>
              <a:gd name="T17" fmla="*/ 2147483646 h 4408"/>
              <a:gd name="T18" fmla="*/ 321145301 w 4409"/>
              <a:gd name="T19" fmla="*/ 2147483646 h 4408"/>
              <a:gd name="T20" fmla="*/ 2147483646 w 4409"/>
              <a:gd name="T21" fmla="*/ 2147483646 h 4408"/>
              <a:gd name="T22" fmla="*/ 2147483646 w 4409"/>
              <a:gd name="T23" fmla="*/ 2147483646 h 4408"/>
              <a:gd name="T24" fmla="*/ 2147483646 w 4409"/>
              <a:gd name="T25" fmla="*/ 2147483646 h 4408"/>
              <a:gd name="T26" fmla="*/ 2147483646 w 4409"/>
              <a:gd name="T27" fmla="*/ 2147483646 h 4408"/>
              <a:gd name="T28" fmla="*/ 2147483646 w 4409"/>
              <a:gd name="T29" fmla="*/ 2147483646 h 4408"/>
              <a:gd name="T30" fmla="*/ 2147483646 w 4409"/>
              <a:gd name="T31" fmla="*/ 2147483646 h 4408"/>
              <a:gd name="T32" fmla="*/ 2147483646 w 4409"/>
              <a:gd name="T33" fmla="*/ 2147483646 h 4408"/>
              <a:gd name="T34" fmla="*/ 2147483646 w 4409"/>
              <a:gd name="T35" fmla="*/ 2147483646 h 4408"/>
              <a:gd name="T36" fmla="*/ 2147483646 w 4409"/>
              <a:gd name="T37" fmla="*/ 2147483646 h 4408"/>
              <a:gd name="T38" fmla="*/ 2147483646 w 4409"/>
              <a:gd name="T39" fmla="*/ 2147483646 h 4408"/>
              <a:gd name="T40" fmla="*/ 2147483646 w 4409"/>
              <a:gd name="T41" fmla="*/ 2147483646 h 4408"/>
              <a:gd name="T42" fmla="*/ 2147483646 w 4409"/>
              <a:gd name="T43" fmla="*/ 2147483646 h 4408"/>
              <a:gd name="T44" fmla="*/ 2147483646 w 4409"/>
              <a:gd name="T45" fmla="*/ 2147483646 h 4408"/>
              <a:gd name="T46" fmla="*/ 2147483646 w 4409"/>
              <a:gd name="T47" fmla="*/ 2147483646 h 4408"/>
              <a:gd name="T48" fmla="*/ 2147483646 w 4409"/>
              <a:gd name="T49" fmla="*/ 2147483646 h 4408"/>
              <a:gd name="T50" fmla="*/ 2147483646 w 4409"/>
              <a:gd name="T51" fmla="*/ 2147483646 h 4408"/>
              <a:gd name="T52" fmla="*/ 2147483646 w 4409"/>
              <a:gd name="T53" fmla="*/ 2147483646 h 4408"/>
              <a:gd name="T54" fmla="*/ 2147483646 w 4409"/>
              <a:gd name="T55" fmla="*/ 2147483646 h 4408"/>
              <a:gd name="T56" fmla="*/ 2147483646 w 4409"/>
              <a:gd name="T57" fmla="*/ 2147483646 h 4408"/>
              <a:gd name="T58" fmla="*/ 2147483646 w 4409"/>
              <a:gd name="T59" fmla="*/ 2147483646 h 4408"/>
              <a:gd name="T60" fmla="*/ 2147483646 w 4409"/>
              <a:gd name="T61" fmla="*/ 2147483646 h 4408"/>
              <a:gd name="T62" fmla="*/ 2147483646 w 4409"/>
              <a:gd name="T63" fmla="*/ 2147483646 h 4408"/>
              <a:gd name="T64" fmla="*/ 2147483646 w 4409"/>
              <a:gd name="T65" fmla="*/ 2147483646 h 4408"/>
              <a:gd name="T66" fmla="*/ 2147483646 w 4409"/>
              <a:gd name="T67" fmla="*/ 2147483646 h 4408"/>
              <a:gd name="T68" fmla="*/ 2147483646 w 4409"/>
              <a:gd name="T69" fmla="*/ 2147483646 h 4408"/>
              <a:gd name="T70" fmla="*/ 2147483646 w 4409"/>
              <a:gd name="T71" fmla="*/ 2147483646 h 4408"/>
              <a:gd name="T72" fmla="*/ 2147483646 w 4409"/>
              <a:gd name="T73" fmla="*/ 2147483646 h 4408"/>
              <a:gd name="T74" fmla="*/ 2147483646 w 4409"/>
              <a:gd name="T75" fmla="*/ 2147483646 h 4408"/>
              <a:gd name="T76" fmla="*/ 2147483646 w 4409"/>
              <a:gd name="T77" fmla="*/ 2147483646 h 4408"/>
              <a:gd name="T78" fmla="*/ 2147483646 w 4409"/>
              <a:gd name="T79" fmla="*/ 2147483646 h 4408"/>
              <a:gd name="T80" fmla="*/ 2147483646 w 4409"/>
              <a:gd name="T81" fmla="*/ 2147483646 h 4408"/>
              <a:gd name="T82" fmla="*/ 2147483646 w 4409"/>
              <a:gd name="T83" fmla="*/ 2147483646 h 4408"/>
              <a:gd name="T84" fmla="*/ 2147483646 w 4409"/>
              <a:gd name="T85" fmla="*/ 2147483646 h 4408"/>
              <a:gd name="T86" fmla="*/ 2147483646 w 4409"/>
              <a:gd name="T87" fmla="*/ 2147483646 h 4408"/>
              <a:gd name="T88" fmla="*/ 2147483646 w 4409"/>
              <a:gd name="T89" fmla="*/ 2147483646 h 4408"/>
              <a:gd name="T90" fmla="*/ 2147483646 w 4409"/>
              <a:gd name="T91" fmla="*/ 2147483646 h 4408"/>
              <a:gd name="T92" fmla="*/ 2147483646 w 4409"/>
              <a:gd name="T93" fmla="*/ 2147483646 h 4408"/>
              <a:gd name="T94" fmla="*/ 2147483646 w 4409"/>
              <a:gd name="T95" fmla="*/ 2147483646 h 4408"/>
              <a:gd name="T96" fmla="*/ 2147483646 w 4409"/>
              <a:gd name="T97" fmla="*/ 2147483646 h 4408"/>
              <a:gd name="T98" fmla="*/ 2147483646 w 4409"/>
              <a:gd name="T99" fmla="*/ 2147483646 h 4408"/>
              <a:gd name="T100" fmla="*/ 2147483646 w 4409"/>
              <a:gd name="T101" fmla="*/ 2147483646 h 4408"/>
              <a:gd name="T102" fmla="*/ 2147483646 w 4409"/>
              <a:gd name="T103" fmla="*/ 2147483646 h 4408"/>
              <a:gd name="T104" fmla="*/ 2147483646 w 4409"/>
              <a:gd name="T105" fmla="*/ 2147483646 h 4408"/>
              <a:gd name="T106" fmla="*/ 2147483646 w 4409"/>
              <a:gd name="T107" fmla="*/ 2147483646 h 4408"/>
              <a:gd name="T108" fmla="*/ 2147483646 w 4409"/>
              <a:gd name="T109" fmla="*/ 2147483646 h 44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409" h="4408">
                <a:moveTo>
                  <a:pt x="3025" y="2127"/>
                </a:moveTo>
                <a:lnTo>
                  <a:pt x="3025" y="2127"/>
                </a:lnTo>
                <a:lnTo>
                  <a:pt x="3097" y="2107"/>
                </a:lnTo>
                <a:lnTo>
                  <a:pt x="3179" y="2081"/>
                </a:lnTo>
                <a:lnTo>
                  <a:pt x="3271" y="2053"/>
                </a:lnTo>
                <a:lnTo>
                  <a:pt x="3375" y="2020"/>
                </a:lnTo>
                <a:lnTo>
                  <a:pt x="3429" y="2002"/>
                </a:lnTo>
                <a:lnTo>
                  <a:pt x="3481" y="1982"/>
                </a:lnTo>
                <a:lnTo>
                  <a:pt x="3532" y="1961"/>
                </a:lnTo>
                <a:lnTo>
                  <a:pt x="3580" y="1938"/>
                </a:lnTo>
                <a:lnTo>
                  <a:pt x="3626" y="1914"/>
                </a:lnTo>
                <a:lnTo>
                  <a:pt x="3672" y="1889"/>
                </a:lnTo>
                <a:lnTo>
                  <a:pt x="3715" y="1861"/>
                </a:lnTo>
                <a:lnTo>
                  <a:pt x="3756" y="1834"/>
                </a:lnTo>
                <a:lnTo>
                  <a:pt x="3797" y="1804"/>
                </a:lnTo>
                <a:lnTo>
                  <a:pt x="3834" y="1774"/>
                </a:lnTo>
                <a:lnTo>
                  <a:pt x="3871" y="1744"/>
                </a:lnTo>
                <a:lnTo>
                  <a:pt x="3906" y="1711"/>
                </a:lnTo>
                <a:lnTo>
                  <a:pt x="3940" y="1679"/>
                </a:lnTo>
                <a:lnTo>
                  <a:pt x="3971" y="1644"/>
                </a:lnTo>
                <a:lnTo>
                  <a:pt x="4002" y="1610"/>
                </a:lnTo>
                <a:lnTo>
                  <a:pt x="4031" y="1575"/>
                </a:lnTo>
                <a:lnTo>
                  <a:pt x="4059" y="1539"/>
                </a:lnTo>
                <a:lnTo>
                  <a:pt x="4085" y="1502"/>
                </a:lnTo>
                <a:lnTo>
                  <a:pt x="4110" y="1466"/>
                </a:lnTo>
                <a:lnTo>
                  <a:pt x="4134" y="1428"/>
                </a:lnTo>
                <a:lnTo>
                  <a:pt x="4157" y="1390"/>
                </a:lnTo>
                <a:lnTo>
                  <a:pt x="4177" y="1351"/>
                </a:lnTo>
                <a:lnTo>
                  <a:pt x="4198" y="1312"/>
                </a:lnTo>
                <a:lnTo>
                  <a:pt x="4217" y="1274"/>
                </a:lnTo>
                <a:lnTo>
                  <a:pt x="4234" y="1235"/>
                </a:lnTo>
                <a:lnTo>
                  <a:pt x="4251" y="1196"/>
                </a:lnTo>
                <a:lnTo>
                  <a:pt x="4267" y="1156"/>
                </a:lnTo>
                <a:lnTo>
                  <a:pt x="4281" y="1117"/>
                </a:lnTo>
                <a:lnTo>
                  <a:pt x="4295" y="1078"/>
                </a:lnTo>
                <a:lnTo>
                  <a:pt x="4307" y="1039"/>
                </a:lnTo>
                <a:lnTo>
                  <a:pt x="4319" y="1000"/>
                </a:lnTo>
                <a:lnTo>
                  <a:pt x="4329" y="961"/>
                </a:lnTo>
                <a:lnTo>
                  <a:pt x="4340" y="923"/>
                </a:lnTo>
                <a:lnTo>
                  <a:pt x="4349" y="884"/>
                </a:lnTo>
                <a:lnTo>
                  <a:pt x="4357" y="847"/>
                </a:lnTo>
                <a:lnTo>
                  <a:pt x="4365" y="809"/>
                </a:lnTo>
                <a:lnTo>
                  <a:pt x="4377" y="736"/>
                </a:lnTo>
                <a:lnTo>
                  <a:pt x="4387" y="665"/>
                </a:lnTo>
                <a:lnTo>
                  <a:pt x="4395" y="598"/>
                </a:lnTo>
                <a:lnTo>
                  <a:pt x="4401" y="534"/>
                </a:lnTo>
                <a:lnTo>
                  <a:pt x="4405" y="474"/>
                </a:lnTo>
                <a:lnTo>
                  <a:pt x="4407" y="418"/>
                </a:lnTo>
                <a:lnTo>
                  <a:pt x="4409" y="367"/>
                </a:lnTo>
                <a:lnTo>
                  <a:pt x="4409" y="321"/>
                </a:lnTo>
                <a:lnTo>
                  <a:pt x="4409" y="281"/>
                </a:lnTo>
                <a:lnTo>
                  <a:pt x="4407" y="247"/>
                </a:lnTo>
                <a:lnTo>
                  <a:pt x="4404" y="201"/>
                </a:lnTo>
                <a:lnTo>
                  <a:pt x="4403" y="183"/>
                </a:lnTo>
                <a:lnTo>
                  <a:pt x="3786" y="183"/>
                </a:lnTo>
                <a:lnTo>
                  <a:pt x="3491" y="183"/>
                </a:lnTo>
                <a:lnTo>
                  <a:pt x="3491" y="0"/>
                </a:lnTo>
                <a:lnTo>
                  <a:pt x="919" y="0"/>
                </a:lnTo>
                <a:lnTo>
                  <a:pt x="919" y="183"/>
                </a:lnTo>
                <a:lnTo>
                  <a:pt x="624" y="183"/>
                </a:lnTo>
                <a:lnTo>
                  <a:pt x="6" y="183"/>
                </a:lnTo>
                <a:lnTo>
                  <a:pt x="5" y="201"/>
                </a:lnTo>
                <a:lnTo>
                  <a:pt x="2" y="247"/>
                </a:lnTo>
                <a:lnTo>
                  <a:pt x="1" y="282"/>
                </a:lnTo>
                <a:lnTo>
                  <a:pt x="0" y="321"/>
                </a:lnTo>
                <a:lnTo>
                  <a:pt x="1" y="367"/>
                </a:lnTo>
                <a:lnTo>
                  <a:pt x="2" y="419"/>
                </a:lnTo>
                <a:lnTo>
                  <a:pt x="4" y="475"/>
                </a:lnTo>
                <a:lnTo>
                  <a:pt x="8" y="535"/>
                </a:lnTo>
                <a:lnTo>
                  <a:pt x="14" y="599"/>
                </a:lnTo>
                <a:lnTo>
                  <a:pt x="22" y="667"/>
                </a:lnTo>
                <a:lnTo>
                  <a:pt x="32" y="737"/>
                </a:lnTo>
                <a:lnTo>
                  <a:pt x="45" y="811"/>
                </a:lnTo>
                <a:lnTo>
                  <a:pt x="52" y="848"/>
                </a:lnTo>
                <a:lnTo>
                  <a:pt x="61" y="886"/>
                </a:lnTo>
                <a:lnTo>
                  <a:pt x="69" y="924"/>
                </a:lnTo>
                <a:lnTo>
                  <a:pt x="79" y="962"/>
                </a:lnTo>
                <a:lnTo>
                  <a:pt x="91" y="1002"/>
                </a:lnTo>
                <a:lnTo>
                  <a:pt x="102" y="1041"/>
                </a:lnTo>
                <a:lnTo>
                  <a:pt x="115" y="1080"/>
                </a:lnTo>
                <a:lnTo>
                  <a:pt x="128" y="1120"/>
                </a:lnTo>
                <a:lnTo>
                  <a:pt x="142" y="1158"/>
                </a:lnTo>
                <a:lnTo>
                  <a:pt x="159" y="1198"/>
                </a:lnTo>
                <a:lnTo>
                  <a:pt x="175" y="1237"/>
                </a:lnTo>
                <a:lnTo>
                  <a:pt x="193" y="1276"/>
                </a:lnTo>
                <a:lnTo>
                  <a:pt x="211" y="1315"/>
                </a:lnTo>
                <a:lnTo>
                  <a:pt x="232" y="1354"/>
                </a:lnTo>
                <a:lnTo>
                  <a:pt x="253" y="1392"/>
                </a:lnTo>
                <a:lnTo>
                  <a:pt x="275" y="1430"/>
                </a:lnTo>
                <a:lnTo>
                  <a:pt x="299" y="1468"/>
                </a:lnTo>
                <a:lnTo>
                  <a:pt x="324" y="1504"/>
                </a:lnTo>
                <a:lnTo>
                  <a:pt x="350" y="1541"/>
                </a:lnTo>
                <a:lnTo>
                  <a:pt x="378" y="1577"/>
                </a:lnTo>
                <a:lnTo>
                  <a:pt x="407" y="1612"/>
                </a:lnTo>
                <a:lnTo>
                  <a:pt x="438" y="1646"/>
                </a:lnTo>
                <a:lnTo>
                  <a:pt x="470" y="1681"/>
                </a:lnTo>
                <a:lnTo>
                  <a:pt x="503" y="1713"/>
                </a:lnTo>
                <a:lnTo>
                  <a:pt x="538" y="1746"/>
                </a:lnTo>
                <a:lnTo>
                  <a:pt x="574" y="1776"/>
                </a:lnTo>
                <a:lnTo>
                  <a:pt x="613" y="1806"/>
                </a:lnTo>
                <a:lnTo>
                  <a:pt x="653" y="1835"/>
                </a:lnTo>
                <a:lnTo>
                  <a:pt x="694" y="1863"/>
                </a:lnTo>
                <a:lnTo>
                  <a:pt x="738" y="1890"/>
                </a:lnTo>
                <a:lnTo>
                  <a:pt x="782" y="1915"/>
                </a:lnTo>
                <a:lnTo>
                  <a:pt x="829" y="1939"/>
                </a:lnTo>
                <a:lnTo>
                  <a:pt x="878" y="1962"/>
                </a:lnTo>
                <a:lnTo>
                  <a:pt x="928" y="1983"/>
                </a:lnTo>
                <a:lnTo>
                  <a:pt x="981" y="2002"/>
                </a:lnTo>
                <a:lnTo>
                  <a:pt x="1035" y="2020"/>
                </a:lnTo>
                <a:lnTo>
                  <a:pt x="1137" y="2053"/>
                </a:lnTo>
                <a:lnTo>
                  <a:pt x="1230" y="2080"/>
                </a:lnTo>
                <a:lnTo>
                  <a:pt x="1311" y="2105"/>
                </a:lnTo>
                <a:lnTo>
                  <a:pt x="1384" y="2125"/>
                </a:lnTo>
                <a:lnTo>
                  <a:pt x="1417" y="2164"/>
                </a:lnTo>
                <a:lnTo>
                  <a:pt x="1452" y="2203"/>
                </a:lnTo>
                <a:lnTo>
                  <a:pt x="1488" y="2241"/>
                </a:lnTo>
                <a:lnTo>
                  <a:pt x="1525" y="2275"/>
                </a:lnTo>
                <a:lnTo>
                  <a:pt x="1562" y="2309"/>
                </a:lnTo>
                <a:lnTo>
                  <a:pt x="1600" y="2340"/>
                </a:lnTo>
                <a:lnTo>
                  <a:pt x="1639" y="2370"/>
                </a:lnTo>
                <a:lnTo>
                  <a:pt x="1679" y="2398"/>
                </a:lnTo>
                <a:lnTo>
                  <a:pt x="1720" y="2424"/>
                </a:lnTo>
                <a:lnTo>
                  <a:pt x="1761" y="2449"/>
                </a:lnTo>
                <a:lnTo>
                  <a:pt x="1803" y="2471"/>
                </a:lnTo>
                <a:lnTo>
                  <a:pt x="1845" y="2490"/>
                </a:lnTo>
                <a:lnTo>
                  <a:pt x="1888" y="2508"/>
                </a:lnTo>
                <a:lnTo>
                  <a:pt x="1933" y="2525"/>
                </a:lnTo>
                <a:lnTo>
                  <a:pt x="1976" y="2538"/>
                </a:lnTo>
                <a:lnTo>
                  <a:pt x="2021" y="2549"/>
                </a:lnTo>
                <a:lnTo>
                  <a:pt x="2021" y="3864"/>
                </a:lnTo>
                <a:lnTo>
                  <a:pt x="1963" y="3868"/>
                </a:lnTo>
                <a:lnTo>
                  <a:pt x="1906" y="3873"/>
                </a:lnTo>
                <a:lnTo>
                  <a:pt x="1850" y="3880"/>
                </a:lnTo>
                <a:lnTo>
                  <a:pt x="1795" y="3887"/>
                </a:lnTo>
                <a:lnTo>
                  <a:pt x="1741" y="3895"/>
                </a:lnTo>
                <a:lnTo>
                  <a:pt x="1688" y="3904"/>
                </a:lnTo>
                <a:lnTo>
                  <a:pt x="1636" y="3915"/>
                </a:lnTo>
                <a:lnTo>
                  <a:pt x="1587" y="3926"/>
                </a:lnTo>
                <a:lnTo>
                  <a:pt x="1537" y="3939"/>
                </a:lnTo>
                <a:lnTo>
                  <a:pt x="1489" y="3951"/>
                </a:lnTo>
                <a:lnTo>
                  <a:pt x="1444" y="3965"/>
                </a:lnTo>
                <a:lnTo>
                  <a:pt x="1399" y="3980"/>
                </a:lnTo>
                <a:lnTo>
                  <a:pt x="1355" y="3995"/>
                </a:lnTo>
                <a:lnTo>
                  <a:pt x="1314" y="4012"/>
                </a:lnTo>
                <a:lnTo>
                  <a:pt x="1274" y="4029"/>
                </a:lnTo>
                <a:lnTo>
                  <a:pt x="1237" y="4046"/>
                </a:lnTo>
                <a:lnTo>
                  <a:pt x="1200" y="4065"/>
                </a:lnTo>
                <a:lnTo>
                  <a:pt x="1166" y="4085"/>
                </a:lnTo>
                <a:lnTo>
                  <a:pt x="1134" y="4104"/>
                </a:lnTo>
                <a:lnTo>
                  <a:pt x="1104" y="4124"/>
                </a:lnTo>
                <a:lnTo>
                  <a:pt x="1076" y="4146"/>
                </a:lnTo>
                <a:lnTo>
                  <a:pt x="1049" y="4167"/>
                </a:lnTo>
                <a:lnTo>
                  <a:pt x="1026" y="4189"/>
                </a:lnTo>
                <a:lnTo>
                  <a:pt x="1004" y="4211"/>
                </a:lnTo>
                <a:lnTo>
                  <a:pt x="984" y="4235"/>
                </a:lnTo>
                <a:lnTo>
                  <a:pt x="968" y="4259"/>
                </a:lnTo>
                <a:lnTo>
                  <a:pt x="953" y="4282"/>
                </a:lnTo>
                <a:lnTo>
                  <a:pt x="947" y="4295"/>
                </a:lnTo>
                <a:lnTo>
                  <a:pt x="941" y="4307"/>
                </a:lnTo>
                <a:lnTo>
                  <a:pt x="936" y="4320"/>
                </a:lnTo>
                <a:lnTo>
                  <a:pt x="931" y="4332"/>
                </a:lnTo>
                <a:lnTo>
                  <a:pt x="927" y="4344"/>
                </a:lnTo>
                <a:lnTo>
                  <a:pt x="924" y="4358"/>
                </a:lnTo>
                <a:lnTo>
                  <a:pt x="922" y="4370"/>
                </a:lnTo>
                <a:lnTo>
                  <a:pt x="920" y="4383"/>
                </a:lnTo>
                <a:lnTo>
                  <a:pt x="919" y="4396"/>
                </a:lnTo>
                <a:lnTo>
                  <a:pt x="919" y="4408"/>
                </a:lnTo>
                <a:lnTo>
                  <a:pt x="3491" y="4408"/>
                </a:lnTo>
                <a:lnTo>
                  <a:pt x="3491" y="4396"/>
                </a:lnTo>
                <a:lnTo>
                  <a:pt x="3490" y="4383"/>
                </a:lnTo>
                <a:lnTo>
                  <a:pt x="3488" y="4370"/>
                </a:lnTo>
                <a:lnTo>
                  <a:pt x="3486" y="4358"/>
                </a:lnTo>
                <a:lnTo>
                  <a:pt x="3482" y="4344"/>
                </a:lnTo>
                <a:lnTo>
                  <a:pt x="3478" y="4332"/>
                </a:lnTo>
                <a:lnTo>
                  <a:pt x="3474" y="4320"/>
                </a:lnTo>
                <a:lnTo>
                  <a:pt x="3469" y="4307"/>
                </a:lnTo>
                <a:lnTo>
                  <a:pt x="3463" y="4295"/>
                </a:lnTo>
                <a:lnTo>
                  <a:pt x="3457" y="4282"/>
                </a:lnTo>
                <a:lnTo>
                  <a:pt x="3443" y="4259"/>
                </a:lnTo>
                <a:lnTo>
                  <a:pt x="3426" y="4235"/>
                </a:lnTo>
                <a:lnTo>
                  <a:pt x="3406" y="4211"/>
                </a:lnTo>
                <a:lnTo>
                  <a:pt x="3384" y="4189"/>
                </a:lnTo>
                <a:lnTo>
                  <a:pt x="3361" y="4167"/>
                </a:lnTo>
                <a:lnTo>
                  <a:pt x="3334" y="4146"/>
                </a:lnTo>
                <a:lnTo>
                  <a:pt x="3306" y="4124"/>
                </a:lnTo>
                <a:lnTo>
                  <a:pt x="3276" y="4104"/>
                </a:lnTo>
                <a:lnTo>
                  <a:pt x="3244" y="4085"/>
                </a:lnTo>
                <a:lnTo>
                  <a:pt x="3210" y="4065"/>
                </a:lnTo>
                <a:lnTo>
                  <a:pt x="3173" y="4046"/>
                </a:lnTo>
                <a:lnTo>
                  <a:pt x="3136" y="4029"/>
                </a:lnTo>
                <a:lnTo>
                  <a:pt x="3096" y="4012"/>
                </a:lnTo>
                <a:lnTo>
                  <a:pt x="3054" y="3995"/>
                </a:lnTo>
                <a:lnTo>
                  <a:pt x="3011" y="3980"/>
                </a:lnTo>
                <a:lnTo>
                  <a:pt x="2966" y="3965"/>
                </a:lnTo>
                <a:lnTo>
                  <a:pt x="2921" y="3951"/>
                </a:lnTo>
                <a:lnTo>
                  <a:pt x="2873" y="3939"/>
                </a:lnTo>
                <a:lnTo>
                  <a:pt x="2823" y="3926"/>
                </a:lnTo>
                <a:lnTo>
                  <a:pt x="2773" y="3915"/>
                </a:lnTo>
                <a:lnTo>
                  <a:pt x="2722" y="3904"/>
                </a:lnTo>
                <a:lnTo>
                  <a:pt x="2669" y="3895"/>
                </a:lnTo>
                <a:lnTo>
                  <a:pt x="2615" y="3887"/>
                </a:lnTo>
                <a:lnTo>
                  <a:pt x="2559" y="3880"/>
                </a:lnTo>
                <a:lnTo>
                  <a:pt x="2504" y="3873"/>
                </a:lnTo>
                <a:lnTo>
                  <a:pt x="2447" y="3868"/>
                </a:lnTo>
                <a:lnTo>
                  <a:pt x="2389" y="3864"/>
                </a:lnTo>
                <a:lnTo>
                  <a:pt x="2389" y="2549"/>
                </a:lnTo>
                <a:lnTo>
                  <a:pt x="2434" y="2538"/>
                </a:lnTo>
                <a:lnTo>
                  <a:pt x="2477" y="2525"/>
                </a:lnTo>
                <a:lnTo>
                  <a:pt x="2521" y="2508"/>
                </a:lnTo>
                <a:lnTo>
                  <a:pt x="2565" y="2491"/>
                </a:lnTo>
                <a:lnTo>
                  <a:pt x="2607" y="2471"/>
                </a:lnTo>
                <a:lnTo>
                  <a:pt x="2649" y="2449"/>
                </a:lnTo>
                <a:lnTo>
                  <a:pt x="2689" y="2425"/>
                </a:lnTo>
                <a:lnTo>
                  <a:pt x="2730" y="2399"/>
                </a:lnTo>
                <a:lnTo>
                  <a:pt x="2769" y="2370"/>
                </a:lnTo>
                <a:lnTo>
                  <a:pt x="2809" y="2341"/>
                </a:lnTo>
                <a:lnTo>
                  <a:pt x="2846" y="2310"/>
                </a:lnTo>
                <a:lnTo>
                  <a:pt x="2884" y="2276"/>
                </a:lnTo>
                <a:lnTo>
                  <a:pt x="2921" y="2242"/>
                </a:lnTo>
                <a:lnTo>
                  <a:pt x="2956" y="2205"/>
                </a:lnTo>
                <a:lnTo>
                  <a:pt x="2992" y="2167"/>
                </a:lnTo>
                <a:lnTo>
                  <a:pt x="3025" y="2127"/>
                </a:lnTo>
                <a:close/>
                <a:moveTo>
                  <a:pt x="3491" y="791"/>
                </a:moveTo>
                <a:lnTo>
                  <a:pt x="3491" y="367"/>
                </a:lnTo>
                <a:lnTo>
                  <a:pt x="3786" y="367"/>
                </a:lnTo>
                <a:lnTo>
                  <a:pt x="4226" y="367"/>
                </a:lnTo>
                <a:lnTo>
                  <a:pt x="4226" y="403"/>
                </a:lnTo>
                <a:lnTo>
                  <a:pt x="4225" y="441"/>
                </a:lnTo>
                <a:lnTo>
                  <a:pt x="4223" y="482"/>
                </a:lnTo>
                <a:lnTo>
                  <a:pt x="4220" y="525"/>
                </a:lnTo>
                <a:lnTo>
                  <a:pt x="4216" y="570"/>
                </a:lnTo>
                <a:lnTo>
                  <a:pt x="4211" y="617"/>
                </a:lnTo>
                <a:lnTo>
                  <a:pt x="4205" y="665"/>
                </a:lnTo>
                <a:lnTo>
                  <a:pt x="4198" y="716"/>
                </a:lnTo>
                <a:lnTo>
                  <a:pt x="4188" y="767"/>
                </a:lnTo>
                <a:lnTo>
                  <a:pt x="4177" y="819"/>
                </a:lnTo>
                <a:lnTo>
                  <a:pt x="4165" y="873"/>
                </a:lnTo>
                <a:lnTo>
                  <a:pt x="4152" y="927"/>
                </a:lnTo>
                <a:lnTo>
                  <a:pt x="4136" y="982"/>
                </a:lnTo>
                <a:lnTo>
                  <a:pt x="4117" y="1037"/>
                </a:lnTo>
                <a:lnTo>
                  <a:pt x="4097" y="1091"/>
                </a:lnTo>
                <a:lnTo>
                  <a:pt x="4075" y="1146"/>
                </a:lnTo>
                <a:lnTo>
                  <a:pt x="4050" y="1201"/>
                </a:lnTo>
                <a:lnTo>
                  <a:pt x="4037" y="1227"/>
                </a:lnTo>
                <a:lnTo>
                  <a:pt x="4023" y="1255"/>
                </a:lnTo>
                <a:lnTo>
                  <a:pt x="4009" y="1281"/>
                </a:lnTo>
                <a:lnTo>
                  <a:pt x="3994" y="1307"/>
                </a:lnTo>
                <a:lnTo>
                  <a:pt x="3977" y="1334"/>
                </a:lnTo>
                <a:lnTo>
                  <a:pt x="3961" y="1360"/>
                </a:lnTo>
                <a:lnTo>
                  <a:pt x="3944" y="1385"/>
                </a:lnTo>
                <a:lnTo>
                  <a:pt x="3926" y="1412"/>
                </a:lnTo>
                <a:lnTo>
                  <a:pt x="3907" y="1436"/>
                </a:lnTo>
                <a:lnTo>
                  <a:pt x="3887" y="1462"/>
                </a:lnTo>
                <a:lnTo>
                  <a:pt x="3867" y="1486"/>
                </a:lnTo>
                <a:lnTo>
                  <a:pt x="3847" y="1510"/>
                </a:lnTo>
                <a:lnTo>
                  <a:pt x="3824" y="1534"/>
                </a:lnTo>
                <a:lnTo>
                  <a:pt x="3802" y="1557"/>
                </a:lnTo>
                <a:lnTo>
                  <a:pt x="3779" y="1579"/>
                </a:lnTo>
                <a:lnTo>
                  <a:pt x="3754" y="1602"/>
                </a:lnTo>
                <a:lnTo>
                  <a:pt x="3729" y="1623"/>
                </a:lnTo>
                <a:lnTo>
                  <a:pt x="3703" y="1644"/>
                </a:lnTo>
                <a:lnTo>
                  <a:pt x="3676" y="1664"/>
                </a:lnTo>
                <a:lnTo>
                  <a:pt x="3649" y="1685"/>
                </a:lnTo>
                <a:lnTo>
                  <a:pt x="3619" y="1704"/>
                </a:lnTo>
                <a:lnTo>
                  <a:pt x="3590" y="1722"/>
                </a:lnTo>
                <a:lnTo>
                  <a:pt x="3560" y="1740"/>
                </a:lnTo>
                <a:lnTo>
                  <a:pt x="3528" y="1758"/>
                </a:lnTo>
                <a:lnTo>
                  <a:pt x="3496" y="1775"/>
                </a:lnTo>
                <a:lnTo>
                  <a:pt x="3462" y="1790"/>
                </a:lnTo>
                <a:lnTo>
                  <a:pt x="3428" y="1805"/>
                </a:lnTo>
                <a:lnTo>
                  <a:pt x="3392" y="1820"/>
                </a:lnTo>
                <a:lnTo>
                  <a:pt x="3357" y="1833"/>
                </a:lnTo>
                <a:lnTo>
                  <a:pt x="3319" y="1846"/>
                </a:lnTo>
                <a:lnTo>
                  <a:pt x="3192" y="1886"/>
                </a:lnTo>
                <a:lnTo>
                  <a:pt x="3227" y="1825"/>
                </a:lnTo>
                <a:lnTo>
                  <a:pt x="3258" y="1763"/>
                </a:lnTo>
                <a:lnTo>
                  <a:pt x="3289" y="1700"/>
                </a:lnTo>
                <a:lnTo>
                  <a:pt x="3317" y="1635"/>
                </a:lnTo>
                <a:lnTo>
                  <a:pt x="3345" y="1569"/>
                </a:lnTo>
                <a:lnTo>
                  <a:pt x="3369" y="1501"/>
                </a:lnTo>
                <a:lnTo>
                  <a:pt x="3391" y="1433"/>
                </a:lnTo>
                <a:lnTo>
                  <a:pt x="3411" y="1364"/>
                </a:lnTo>
                <a:lnTo>
                  <a:pt x="3430" y="1294"/>
                </a:lnTo>
                <a:lnTo>
                  <a:pt x="3446" y="1223"/>
                </a:lnTo>
                <a:lnTo>
                  <a:pt x="3459" y="1152"/>
                </a:lnTo>
                <a:lnTo>
                  <a:pt x="3470" y="1080"/>
                </a:lnTo>
                <a:lnTo>
                  <a:pt x="3475" y="1044"/>
                </a:lnTo>
                <a:lnTo>
                  <a:pt x="3479" y="1008"/>
                </a:lnTo>
                <a:lnTo>
                  <a:pt x="3482" y="972"/>
                </a:lnTo>
                <a:lnTo>
                  <a:pt x="3486" y="936"/>
                </a:lnTo>
                <a:lnTo>
                  <a:pt x="3488" y="900"/>
                </a:lnTo>
                <a:lnTo>
                  <a:pt x="3490" y="863"/>
                </a:lnTo>
                <a:lnTo>
                  <a:pt x="3491" y="828"/>
                </a:lnTo>
                <a:lnTo>
                  <a:pt x="3491" y="791"/>
                </a:lnTo>
                <a:close/>
                <a:moveTo>
                  <a:pt x="1091" y="1846"/>
                </a:moveTo>
                <a:lnTo>
                  <a:pt x="1091" y="1846"/>
                </a:lnTo>
                <a:lnTo>
                  <a:pt x="1053" y="1833"/>
                </a:lnTo>
                <a:lnTo>
                  <a:pt x="1017" y="1820"/>
                </a:lnTo>
                <a:lnTo>
                  <a:pt x="981" y="1805"/>
                </a:lnTo>
                <a:lnTo>
                  <a:pt x="947" y="1791"/>
                </a:lnTo>
                <a:lnTo>
                  <a:pt x="913" y="1775"/>
                </a:lnTo>
                <a:lnTo>
                  <a:pt x="881" y="1759"/>
                </a:lnTo>
                <a:lnTo>
                  <a:pt x="849" y="1741"/>
                </a:lnTo>
                <a:lnTo>
                  <a:pt x="819" y="1723"/>
                </a:lnTo>
                <a:lnTo>
                  <a:pt x="789" y="1705"/>
                </a:lnTo>
                <a:lnTo>
                  <a:pt x="760" y="1686"/>
                </a:lnTo>
                <a:lnTo>
                  <a:pt x="733" y="1665"/>
                </a:lnTo>
                <a:lnTo>
                  <a:pt x="705" y="1645"/>
                </a:lnTo>
                <a:lnTo>
                  <a:pt x="680" y="1624"/>
                </a:lnTo>
                <a:lnTo>
                  <a:pt x="655" y="1603"/>
                </a:lnTo>
                <a:lnTo>
                  <a:pt x="630" y="1580"/>
                </a:lnTo>
                <a:lnTo>
                  <a:pt x="607" y="1558"/>
                </a:lnTo>
                <a:lnTo>
                  <a:pt x="585" y="1535"/>
                </a:lnTo>
                <a:lnTo>
                  <a:pt x="562" y="1511"/>
                </a:lnTo>
                <a:lnTo>
                  <a:pt x="541" y="1487"/>
                </a:lnTo>
                <a:lnTo>
                  <a:pt x="521" y="1463"/>
                </a:lnTo>
                <a:lnTo>
                  <a:pt x="501" y="1438"/>
                </a:lnTo>
                <a:lnTo>
                  <a:pt x="483" y="1413"/>
                </a:lnTo>
                <a:lnTo>
                  <a:pt x="465" y="1387"/>
                </a:lnTo>
                <a:lnTo>
                  <a:pt x="448" y="1361"/>
                </a:lnTo>
                <a:lnTo>
                  <a:pt x="431" y="1336"/>
                </a:lnTo>
                <a:lnTo>
                  <a:pt x="415" y="1309"/>
                </a:lnTo>
                <a:lnTo>
                  <a:pt x="400" y="1283"/>
                </a:lnTo>
                <a:lnTo>
                  <a:pt x="386" y="1256"/>
                </a:lnTo>
                <a:lnTo>
                  <a:pt x="372" y="1229"/>
                </a:lnTo>
                <a:lnTo>
                  <a:pt x="358" y="1202"/>
                </a:lnTo>
                <a:lnTo>
                  <a:pt x="334" y="1147"/>
                </a:lnTo>
                <a:lnTo>
                  <a:pt x="312" y="1092"/>
                </a:lnTo>
                <a:lnTo>
                  <a:pt x="291" y="1038"/>
                </a:lnTo>
                <a:lnTo>
                  <a:pt x="273" y="983"/>
                </a:lnTo>
                <a:lnTo>
                  <a:pt x="258" y="928"/>
                </a:lnTo>
                <a:lnTo>
                  <a:pt x="244" y="874"/>
                </a:lnTo>
                <a:lnTo>
                  <a:pt x="232" y="820"/>
                </a:lnTo>
                <a:lnTo>
                  <a:pt x="221" y="768"/>
                </a:lnTo>
                <a:lnTo>
                  <a:pt x="212" y="716"/>
                </a:lnTo>
                <a:lnTo>
                  <a:pt x="204" y="666"/>
                </a:lnTo>
                <a:lnTo>
                  <a:pt x="198" y="618"/>
                </a:lnTo>
                <a:lnTo>
                  <a:pt x="194" y="570"/>
                </a:lnTo>
                <a:lnTo>
                  <a:pt x="190" y="525"/>
                </a:lnTo>
                <a:lnTo>
                  <a:pt x="187" y="482"/>
                </a:lnTo>
                <a:lnTo>
                  <a:pt x="185" y="441"/>
                </a:lnTo>
                <a:lnTo>
                  <a:pt x="184" y="404"/>
                </a:lnTo>
                <a:lnTo>
                  <a:pt x="184" y="367"/>
                </a:lnTo>
                <a:lnTo>
                  <a:pt x="624" y="367"/>
                </a:lnTo>
                <a:lnTo>
                  <a:pt x="919" y="367"/>
                </a:lnTo>
                <a:lnTo>
                  <a:pt x="919" y="791"/>
                </a:lnTo>
                <a:lnTo>
                  <a:pt x="919" y="828"/>
                </a:lnTo>
                <a:lnTo>
                  <a:pt x="920" y="863"/>
                </a:lnTo>
                <a:lnTo>
                  <a:pt x="922" y="900"/>
                </a:lnTo>
                <a:lnTo>
                  <a:pt x="924" y="936"/>
                </a:lnTo>
                <a:lnTo>
                  <a:pt x="927" y="972"/>
                </a:lnTo>
                <a:lnTo>
                  <a:pt x="930" y="1008"/>
                </a:lnTo>
                <a:lnTo>
                  <a:pt x="935" y="1044"/>
                </a:lnTo>
                <a:lnTo>
                  <a:pt x="940" y="1080"/>
                </a:lnTo>
                <a:lnTo>
                  <a:pt x="951" y="1151"/>
                </a:lnTo>
                <a:lnTo>
                  <a:pt x="964" y="1223"/>
                </a:lnTo>
                <a:lnTo>
                  <a:pt x="980" y="1293"/>
                </a:lnTo>
                <a:lnTo>
                  <a:pt x="998" y="1363"/>
                </a:lnTo>
                <a:lnTo>
                  <a:pt x="1019" y="1432"/>
                </a:lnTo>
                <a:lnTo>
                  <a:pt x="1041" y="1501"/>
                </a:lnTo>
                <a:lnTo>
                  <a:pt x="1065" y="1568"/>
                </a:lnTo>
                <a:lnTo>
                  <a:pt x="1092" y="1634"/>
                </a:lnTo>
                <a:lnTo>
                  <a:pt x="1120" y="1699"/>
                </a:lnTo>
                <a:lnTo>
                  <a:pt x="1151" y="1763"/>
                </a:lnTo>
                <a:lnTo>
                  <a:pt x="1183" y="1825"/>
                </a:lnTo>
                <a:lnTo>
                  <a:pt x="1217" y="1885"/>
                </a:lnTo>
                <a:lnTo>
                  <a:pt x="1091" y="1846"/>
                </a:lnTo>
                <a:close/>
                <a:moveTo>
                  <a:pt x="2205" y="1626"/>
                </a:moveTo>
                <a:lnTo>
                  <a:pt x="1637" y="2020"/>
                </a:lnTo>
                <a:lnTo>
                  <a:pt x="1837" y="1359"/>
                </a:lnTo>
                <a:lnTo>
                  <a:pt x="1287" y="940"/>
                </a:lnTo>
                <a:lnTo>
                  <a:pt x="1978" y="927"/>
                </a:lnTo>
                <a:lnTo>
                  <a:pt x="2205" y="274"/>
                </a:lnTo>
                <a:lnTo>
                  <a:pt x="2433" y="927"/>
                </a:lnTo>
                <a:lnTo>
                  <a:pt x="3123" y="940"/>
                </a:lnTo>
                <a:lnTo>
                  <a:pt x="2573" y="1359"/>
                </a:lnTo>
                <a:lnTo>
                  <a:pt x="2772" y="2020"/>
                </a:lnTo>
                <a:lnTo>
                  <a:pt x="2205" y="162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" name="KSO_Shape"/>
          <p:cNvSpPr>
            <a:spLocks/>
          </p:cNvSpPr>
          <p:nvPr/>
        </p:nvSpPr>
        <p:spPr bwMode="auto">
          <a:xfrm>
            <a:off x="4834002" y="3098281"/>
            <a:ext cx="247045" cy="247457"/>
          </a:xfrm>
          <a:custGeom>
            <a:avLst/>
            <a:gdLst>
              <a:gd name="T0" fmla="*/ 2147483646 w 4409"/>
              <a:gd name="T1" fmla="*/ 2147483646 h 4408"/>
              <a:gd name="T2" fmla="*/ 2147483646 w 4409"/>
              <a:gd name="T3" fmla="*/ 2147483646 h 4408"/>
              <a:gd name="T4" fmla="*/ 2147483646 w 4409"/>
              <a:gd name="T5" fmla="*/ 2147483646 h 4408"/>
              <a:gd name="T6" fmla="*/ 2147483646 w 4409"/>
              <a:gd name="T7" fmla="*/ 2147483646 h 4408"/>
              <a:gd name="T8" fmla="*/ 2147483646 w 4409"/>
              <a:gd name="T9" fmla="*/ 2147483646 h 4408"/>
              <a:gd name="T10" fmla="*/ 2147483646 w 4409"/>
              <a:gd name="T11" fmla="*/ 2147483646 h 4408"/>
              <a:gd name="T12" fmla="*/ 2147483646 w 4409"/>
              <a:gd name="T13" fmla="*/ 2147483646 h 4408"/>
              <a:gd name="T14" fmla="*/ 2147483646 w 4409"/>
              <a:gd name="T15" fmla="*/ 2147483646 h 4408"/>
              <a:gd name="T16" fmla="*/ 481718167 w 4409"/>
              <a:gd name="T17" fmla="*/ 2147483646 h 4408"/>
              <a:gd name="T18" fmla="*/ 321145301 w 4409"/>
              <a:gd name="T19" fmla="*/ 2147483646 h 4408"/>
              <a:gd name="T20" fmla="*/ 2147483646 w 4409"/>
              <a:gd name="T21" fmla="*/ 2147483646 h 4408"/>
              <a:gd name="T22" fmla="*/ 2147483646 w 4409"/>
              <a:gd name="T23" fmla="*/ 2147483646 h 4408"/>
              <a:gd name="T24" fmla="*/ 2147483646 w 4409"/>
              <a:gd name="T25" fmla="*/ 2147483646 h 4408"/>
              <a:gd name="T26" fmla="*/ 2147483646 w 4409"/>
              <a:gd name="T27" fmla="*/ 2147483646 h 4408"/>
              <a:gd name="T28" fmla="*/ 2147483646 w 4409"/>
              <a:gd name="T29" fmla="*/ 2147483646 h 4408"/>
              <a:gd name="T30" fmla="*/ 2147483646 w 4409"/>
              <a:gd name="T31" fmla="*/ 2147483646 h 4408"/>
              <a:gd name="T32" fmla="*/ 2147483646 w 4409"/>
              <a:gd name="T33" fmla="*/ 2147483646 h 4408"/>
              <a:gd name="T34" fmla="*/ 2147483646 w 4409"/>
              <a:gd name="T35" fmla="*/ 2147483646 h 4408"/>
              <a:gd name="T36" fmla="*/ 2147483646 w 4409"/>
              <a:gd name="T37" fmla="*/ 2147483646 h 4408"/>
              <a:gd name="T38" fmla="*/ 2147483646 w 4409"/>
              <a:gd name="T39" fmla="*/ 2147483646 h 4408"/>
              <a:gd name="T40" fmla="*/ 2147483646 w 4409"/>
              <a:gd name="T41" fmla="*/ 2147483646 h 4408"/>
              <a:gd name="T42" fmla="*/ 2147483646 w 4409"/>
              <a:gd name="T43" fmla="*/ 2147483646 h 4408"/>
              <a:gd name="T44" fmla="*/ 2147483646 w 4409"/>
              <a:gd name="T45" fmla="*/ 2147483646 h 4408"/>
              <a:gd name="T46" fmla="*/ 2147483646 w 4409"/>
              <a:gd name="T47" fmla="*/ 2147483646 h 4408"/>
              <a:gd name="T48" fmla="*/ 2147483646 w 4409"/>
              <a:gd name="T49" fmla="*/ 2147483646 h 4408"/>
              <a:gd name="T50" fmla="*/ 2147483646 w 4409"/>
              <a:gd name="T51" fmla="*/ 2147483646 h 4408"/>
              <a:gd name="T52" fmla="*/ 2147483646 w 4409"/>
              <a:gd name="T53" fmla="*/ 2147483646 h 4408"/>
              <a:gd name="T54" fmla="*/ 2147483646 w 4409"/>
              <a:gd name="T55" fmla="*/ 2147483646 h 4408"/>
              <a:gd name="T56" fmla="*/ 2147483646 w 4409"/>
              <a:gd name="T57" fmla="*/ 2147483646 h 4408"/>
              <a:gd name="T58" fmla="*/ 2147483646 w 4409"/>
              <a:gd name="T59" fmla="*/ 2147483646 h 4408"/>
              <a:gd name="T60" fmla="*/ 2147483646 w 4409"/>
              <a:gd name="T61" fmla="*/ 2147483646 h 4408"/>
              <a:gd name="T62" fmla="*/ 2147483646 w 4409"/>
              <a:gd name="T63" fmla="*/ 2147483646 h 4408"/>
              <a:gd name="T64" fmla="*/ 2147483646 w 4409"/>
              <a:gd name="T65" fmla="*/ 2147483646 h 4408"/>
              <a:gd name="T66" fmla="*/ 2147483646 w 4409"/>
              <a:gd name="T67" fmla="*/ 2147483646 h 4408"/>
              <a:gd name="T68" fmla="*/ 2147483646 w 4409"/>
              <a:gd name="T69" fmla="*/ 2147483646 h 4408"/>
              <a:gd name="T70" fmla="*/ 2147483646 w 4409"/>
              <a:gd name="T71" fmla="*/ 2147483646 h 4408"/>
              <a:gd name="T72" fmla="*/ 2147483646 w 4409"/>
              <a:gd name="T73" fmla="*/ 2147483646 h 4408"/>
              <a:gd name="T74" fmla="*/ 2147483646 w 4409"/>
              <a:gd name="T75" fmla="*/ 2147483646 h 4408"/>
              <a:gd name="T76" fmla="*/ 2147483646 w 4409"/>
              <a:gd name="T77" fmla="*/ 2147483646 h 4408"/>
              <a:gd name="T78" fmla="*/ 2147483646 w 4409"/>
              <a:gd name="T79" fmla="*/ 2147483646 h 4408"/>
              <a:gd name="T80" fmla="*/ 2147483646 w 4409"/>
              <a:gd name="T81" fmla="*/ 2147483646 h 4408"/>
              <a:gd name="T82" fmla="*/ 2147483646 w 4409"/>
              <a:gd name="T83" fmla="*/ 2147483646 h 4408"/>
              <a:gd name="T84" fmla="*/ 2147483646 w 4409"/>
              <a:gd name="T85" fmla="*/ 2147483646 h 4408"/>
              <a:gd name="T86" fmla="*/ 2147483646 w 4409"/>
              <a:gd name="T87" fmla="*/ 2147483646 h 4408"/>
              <a:gd name="T88" fmla="*/ 2147483646 w 4409"/>
              <a:gd name="T89" fmla="*/ 2147483646 h 4408"/>
              <a:gd name="T90" fmla="*/ 2147483646 w 4409"/>
              <a:gd name="T91" fmla="*/ 2147483646 h 4408"/>
              <a:gd name="T92" fmla="*/ 2147483646 w 4409"/>
              <a:gd name="T93" fmla="*/ 2147483646 h 4408"/>
              <a:gd name="T94" fmla="*/ 2147483646 w 4409"/>
              <a:gd name="T95" fmla="*/ 2147483646 h 4408"/>
              <a:gd name="T96" fmla="*/ 2147483646 w 4409"/>
              <a:gd name="T97" fmla="*/ 2147483646 h 4408"/>
              <a:gd name="T98" fmla="*/ 2147483646 w 4409"/>
              <a:gd name="T99" fmla="*/ 2147483646 h 4408"/>
              <a:gd name="T100" fmla="*/ 2147483646 w 4409"/>
              <a:gd name="T101" fmla="*/ 2147483646 h 4408"/>
              <a:gd name="T102" fmla="*/ 2147483646 w 4409"/>
              <a:gd name="T103" fmla="*/ 2147483646 h 4408"/>
              <a:gd name="T104" fmla="*/ 2147483646 w 4409"/>
              <a:gd name="T105" fmla="*/ 2147483646 h 4408"/>
              <a:gd name="T106" fmla="*/ 2147483646 w 4409"/>
              <a:gd name="T107" fmla="*/ 2147483646 h 4408"/>
              <a:gd name="T108" fmla="*/ 2147483646 w 4409"/>
              <a:gd name="T109" fmla="*/ 2147483646 h 44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409" h="4408">
                <a:moveTo>
                  <a:pt x="3025" y="2127"/>
                </a:moveTo>
                <a:lnTo>
                  <a:pt x="3025" y="2127"/>
                </a:lnTo>
                <a:lnTo>
                  <a:pt x="3097" y="2107"/>
                </a:lnTo>
                <a:lnTo>
                  <a:pt x="3179" y="2081"/>
                </a:lnTo>
                <a:lnTo>
                  <a:pt x="3271" y="2053"/>
                </a:lnTo>
                <a:lnTo>
                  <a:pt x="3375" y="2020"/>
                </a:lnTo>
                <a:lnTo>
                  <a:pt x="3429" y="2002"/>
                </a:lnTo>
                <a:lnTo>
                  <a:pt x="3481" y="1982"/>
                </a:lnTo>
                <a:lnTo>
                  <a:pt x="3532" y="1961"/>
                </a:lnTo>
                <a:lnTo>
                  <a:pt x="3580" y="1938"/>
                </a:lnTo>
                <a:lnTo>
                  <a:pt x="3626" y="1914"/>
                </a:lnTo>
                <a:lnTo>
                  <a:pt x="3672" y="1889"/>
                </a:lnTo>
                <a:lnTo>
                  <a:pt x="3715" y="1861"/>
                </a:lnTo>
                <a:lnTo>
                  <a:pt x="3756" y="1834"/>
                </a:lnTo>
                <a:lnTo>
                  <a:pt x="3797" y="1804"/>
                </a:lnTo>
                <a:lnTo>
                  <a:pt x="3834" y="1774"/>
                </a:lnTo>
                <a:lnTo>
                  <a:pt x="3871" y="1744"/>
                </a:lnTo>
                <a:lnTo>
                  <a:pt x="3906" y="1711"/>
                </a:lnTo>
                <a:lnTo>
                  <a:pt x="3940" y="1679"/>
                </a:lnTo>
                <a:lnTo>
                  <a:pt x="3971" y="1644"/>
                </a:lnTo>
                <a:lnTo>
                  <a:pt x="4002" y="1610"/>
                </a:lnTo>
                <a:lnTo>
                  <a:pt x="4031" y="1575"/>
                </a:lnTo>
                <a:lnTo>
                  <a:pt x="4059" y="1539"/>
                </a:lnTo>
                <a:lnTo>
                  <a:pt x="4085" y="1502"/>
                </a:lnTo>
                <a:lnTo>
                  <a:pt x="4110" y="1466"/>
                </a:lnTo>
                <a:lnTo>
                  <a:pt x="4134" y="1428"/>
                </a:lnTo>
                <a:lnTo>
                  <a:pt x="4157" y="1390"/>
                </a:lnTo>
                <a:lnTo>
                  <a:pt x="4177" y="1351"/>
                </a:lnTo>
                <a:lnTo>
                  <a:pt x="4198" y="1312"/>
                </a:lnTo>
                <a:lnTo>
                  <a:pt x="4217" y="1274"/>
                </a:lnTo>
                <a:lnTo>
                  <a:pt x="4234" y="1235"/>
                </a:lnTo>
                <a:lnTo>
                  <a:pt x="4251" y="1196"/>
                </a:lnTo>
                <a:lnTo>
                  <a:pt x="4267" y="1156"/>
                </a:lnTo>
                <a:lnTo>
                  <a:pt x="4281" y="1117"/>
                </a:lnTo>
                <a:lnTo>
                  <a:pt x="4295" y="1078"/>
                </a:lnTo>
                <a:lnTo>
                  <a:pt x="4307" y="1039"/>
                </a:lnTo>
                <a:lnTo>
                  <a:pt x="4319" y="1000"/>
                </a:lnTo>
                <a:lnTo>
                  <a:pt x="4329" y="961"/>
                </a:lnTo>
                <a:lnTo>
                  <a:pt x="4340" y="923"/>
                </a:lnTo>
                <a:lnTo>
                  <a:pt x="4349" y="884"/>
                </a:lnTo>
                <a:lnTo>
                  <a:pt x="4357" y="847"/>
                </a:lnTo>
                <a:lnTo>
                  <a:pt x="4365" y="809"/>
                </a:lnTo>
                <a:lnTo>
                  <a:pt x="4377" y="736"/>
                </a:lnTo>
                <a:lnTo>
                  <a:pt x="4387" y="665"/>
                </a:lnTo>
                <a:lnTo>
                  <a:pt x="4395" y="598"/>
                </a:lnTo>
                <a:lnTo>
                  <a:pt x="4401" y="534"/>
                </a:lnTo>
                <a:lnTo>
                  <a:pt x="4405" y="474"/>
                </a:lnTo>
                <a:lnTo>
                  <a:pt x="4407" y="418"/>
                </a:lnTo>
                <a:lnTo>
                  <a:pt x="4409" y="367"/>
                </a:lnTo>
                <a:lnTo>
                  <a:pt x="4409" y="321"/>
                </a:lnTo>
                <a:lnTo>
                  <a:pt x="4409" y="281"/>
                </a:lnTo>
                <a:lnTo>
                  <a:pt x="4407" y="247"/>
                </a:lnTo>
                <a:lnTo>
                  <a:pt x="4404" y="201"/>
                </a:lnTo>
                <a:lnTo>
                  <a:pt x="4403" y="183"/>
                </a:lnTo>
                <a:lnTo>
                  <a:pt x="3786" y="183"/>
                </a:lnTo>
                <a:lnTo>
                  <a:pt x="3491" y="183"/>
                </a:lnTo>
                <a:lnTo>
                  <a:pt x="3491" y="0"/>
                </a:lnTo>
                <a:lnTo>
                  <a:pt x="919" y="0"/>
                </a:lnTo>
                <a:lnTo>
                  <a:pt x="919" y="183"/>
                </a:lnTo>
                <a:lnTo>
                  <a:pt x="624" y="183"/>
                </a:lnTo>
                <a:lnTo>
                  <a:pt x="6" y="183"/>
                </a:lnTo>
                <a:lnTo>
                  <a:pt x="5" y="201"/>
                </a:lnTo>
                <a:lnTo>
                  <a:pt x="2" y="247"/>
                </a:lnTo>
                <a:lnTo>
                  <a:pt x="1" y="282"/>
                </a:lnTo>
                <a:lnTo>
                  <a:pt x="0" y="321"/>
                </a:lnTo>
                <a:lnTo>
                  <a:pt x="1" y="367"/>
                </a:lnTo>
                <a:lnTo>
                  <a:pt x="2" y="419"/>
                </a:lnTo>
                <a:lnTo>
                  <a:pt x="4" y="475"/>
                </a:lnTo>
                <a:lnTo>
                  <a:pt x="8" y="535"/>
                </a:lnTo>
                <a:lnTo>
                  <a:pt x="14" y="599"/>
                </a:lnTo>
                <a:lnTo>
                  <a:pt x="22" y="667"/>
                </a:lnTo>
                <a:lnTo>
                  <a:pt x="32" y="737"/>
                </a:lnTo>
                <a:lnTo>
                  <a:pt x="45" y="811"/>
                </a:lnTo>
                <a:lnTo>
                  <a:pt x="52" y="848"/>
                </a:lnTo>
                <a:lnTo>
                  <a:pt x="61" y="886"/>
                </a:lnTo>
                <a:lnTo>
                  <a:pt x="69" y="924"/>
                </a:lnTo>
                <a:lnTo>
                  <a:pt x="79" y="962"/>
                </a:lnTo>
                <a:lnTo>
                  <a:pt x="91" y="1002"/>
                </a:lnTo>
                <a:lnTo>
                  <a:pt x="102" y="1041"/>
                </a:lnTo>
                <a:lnTo>
                  <a:pt x="115" y="1080"/>
                </a:lnTo>
                <a:lnTo>
                  <a:pt x="128" y="1120"/>
                </a:lnTo>
                <a:lnTo>
                  <a:pt x="142" y="1158"/>
                </a:lnTo>
                <a:lnTo>
                  <a:pt x="159" y="1198"/>
                </a:lnTo>
                <a:lnTo>
                  <a:pt x="175" y="1237"/>
                </a:lnTo>
                <a:lnTo>
                  <a:pt x="193" y="1276"/>
                </a:lnTo>
                <a:lnTo>
                  <a:pt x="211" y="1315"/>
                </a:lnTo>
                <a:lnTo>
                  <a:pt x="232" y="1354"/>
                </a:lnTo>
                <a:lnTo>
                  <a:pt x="253" y="1392"/>
                </a:lnTo>
                <a:lnTo>
                  <a:pt x="275" y="1430"/>
                </a:lnTo>
                <a:lnTo>
                  <a:pt x="299" y="1468"/>
                </a:lnTo>
                <a:lnTo>
                  <a:pt x="324" y="1504"/>
                </a:lnTo>
                <a:lnTo>
                  <a:pt x="350" y="1541"/>
                </a:lnTo>
                <a:lnTo>
                  <a:pt x="378" y="1577"/>
                </a:lnTo>
                <a:lnTo>
                  <a:pt x="407" y="1612"/>
                </a:lnTo>
                <a:lnTo>
                  <a:pt x="438" y="1646"/>
                </a:lnTo>
                <a:lnTo>
                  <a:pt x="470" y="1681"/>
                </a:lnTo>
                <a:lnTo>
                  <a:pt x="503" y="1713"/>
                </a:lnTo>
                <a:lnTo>
                  <a:pt x="538" y="1746"/>
                </a:lnTo>
                <a:lnTo>
                  <a:pt x="574" y="1776"/>
                </a:lnTo>
                <a:lnTo>
                  <a:pt x="613" y="1806"/>
                </a:lnTo>
                <a:lnTo>
                  <a:pt x="653" y="1835"/>
                </a:lnTo>
                <a:lnTo>
                  <a:pt x="694" y="1863"/>
                </a:lnTo>
                <a:lnTo>
                  <a:pt x="738" y="1890"/>
                </a:lnTo>
                <a:lnTo>
                  <a:pt x="782" y="1915"/>
                </a:lnTo>
                <a:lnTo>
                  <a:pt x="829" y="1939"/>
                </a:lnTo>
                <a:lnTo>
                  <a:pt x="878" y="1962"/>
                </a:lnTo>
                <a:lnTo>
                  <a:pt x="928" y="1983"/>
                </a:lnTo>
                <a:lnTo>
                  <a:pt x="981" y="2002"/>
                </a:lnTo>
                <a:lnTo>
                  <a:pt x="1035" y="2020"/>
                </a:lnTo>
                <a:lnTo>
                  <a:pt x="1137" y="2053"/>
                </a:lnTo>
                <a:lnTo>
                  <a:pt x="1230" y="2080"/>
                </a:lnTo>
                <a:lnTo>
                  <a:pt x="1311" y="2105"/>
                </a:lnTo>
                <a:lnTo>
                  <a:pt x="1384" y="2125"/>
                </a:lnTo>
                <a:lnTo>
                  <a:pt x="1417" y="2164"/>
                </a:lnTo>
                <a:lnTo>
                  <a:pt x="1452" y="2203"/>
                </a:lnTo>
                <a:lnTo>
                  <a:pt x="1488" y="2241"/>
                </a:lnTo>
                <a:lnTo>
                  <a:pt x="1525" y="2275"/>
                </a:lnTo>
                <a:lnTo>
                  <a:pt x="1562" y="2309"/>
                </a:lnTo>
                <a:lnTo>
                  <a:pt x="1600" y="2340"/>
                </a:lnTo>
                <a:lnTo>
                  <a:pt x="1639" y="2370"/>
                </a:lnTo>
                <a:lnTo>
                  <a:pt x="1679" y="2398"/>
                </a:lnTo>
                <a:lnTo>
                  <a:pt x="1720" y="2424"/>
                </a:lnTo>
                <a:lnTo>
                  <a:pt x="1761" y="2449"/>
                </a:lnTo>
                <a:lnTo>
                  <a:pt x="1803" y="2471"/>
                </a:lnTo>
                <a:lnTo>
                  <a:pt x="1845" y="2490"/>
                </a:lnTo>
                <a:lnTo>
                  <a:pt x="1888" y="2508"/>
                </a:lnTo>
                <a:lnTo>
                  <a:pt x="1933" y="2525"/>
                </a:lnTo>
                <a:lnTo>
                  <a:pt x="1976" y="2538"/>
                </a:lnTo>
                <a:lnTo>
                  <a:pt x="2021" y="2549"/>
                </a:lnTo>
                <a:lnTo>
                  <a:pt x="2021" y="3864"/>
                </a:lnTo>
                <a:lnTo>
                  <a:pt x="1963" y="3868"/>
                </a:lnTo>
                <a:lnTo>
                  <a:pt x="1906" y="3873"/>
                </a:lnTo>
                <a:lnTo>
                  <a:pt x="1850" y="3880"/>
                </a:lnTo>
                <a:lnTo>
                  <a:pt x="1795" y="3887"/>
                </a:lnTo>
                <a:lnTo>
                  <a:pt x="1741" y="3895"/>
                </a:lnTo>
                <a:lnTo>
                  <a:pt x="1688" y="3904"/>
                </a:lnTo>
                <a:lnTo>
                  <a:pt x="1636" y="3915"/>
                </a:lnTo>
                <a:lnTo>
                  <a:pt x="1587" y="3926"/>
                </a:lnTo>
                <a:lnTo>
                  <a:pt x="1537" y="3939"/>
                </a:lnTo>
                <a:lnTo>
                  <a:pt x="1489" y="3951"/>
                </a:lnTo>
                <a:lnTo>
                  <a:pt x="1444" y="3965"/>
                </a:lnTo>
                <a:lnTo>
                  <a:pt x="1399" y="3980"/>
                </a:lnTo>
                <a:lnTo>
                  <a:pt x="1355" y="3995"/>
                </a:lnTo>
                <a:lnTo>
                  <a:pt x="1314" y="4012"/>
                </a:lnTo>
                <a:lnTo>
                  <a:pt x="1274" y="4029"/>
                </a:lnTo>
                <a:lnTo>
                  <a:pt x="1237" y="4046"/>
                </a:lnTo>
                <a:lnTo>
                  <a:pt x="1200" y="4065"/>
                </a:lnTo>
                <a:lnTo>
                  <a:pt x="1166" y="4085"/>
                </a:lnTo>
                <a:lnTo>
                  <a:pt x="1134" y="4104"/>
                </a:lnTo>
                <a:lnTo>
                  <a:pt x="1104" y="4124"/>
                </a:lnTo>
                <a:lnTo>
                  <a:pt x="1076" y="4146"/>
                </a:lnTo>
                <a:lnTo>
                  <a:pt x="1049" y="4167"/>
                </a:lnTo>
                <a:lnTo>
                  <a:pt x="1026" y="4189"/>
                </a:lnTo>
                <a:lnTo>
                  <a:pt x="1004" y="4211"/>
                </a:lnTo>
                <a:lnTo>
                  <a:pt x="984" y="4235"/>
                </a:lnTo>
                <a:lnTo>
                  <a:pt x="968" y="4259"/>
                </a:lnTo>
                <a:lnTo>
                  <a:pt x="953" y="4282"/>
                </a:lnTo>
                <a:lnTo>
                  <a:pt x="947" y="4295"/>
                </a:lnTo>
                <a:lnTo>
                  <a:pt x="941" y="4307"/>
                </a:lnTo>
                <a:lnTo>
                  <a:pt x="936" y="4320"/>
                </a:lnTo>
                <a:lnTo>
                  <a:pt x="931" y="4332"/>
                </a:lnTo>
                <a:lnTo>
                  <a:pt x="927" y="4344"/>
                </a:lnTo>
                <a:lnTo>
                  <a:pt x="924" y="4358"/>
                </a:lnTo>
                <a:lnTo>
                  <a:pt x="922" y="4370"/>
                </a:lnTo>
                <a:lnTo>
                  <a:pt x="920" y="4383"/>
                </a:lnTo>
                <a:lnTo>
                  <a:pt x="919" y="4396"/>
                </a:lnTo>
                <a:lnTo>
                  <a:pt x="919" y="4408"/>
                </a:lnTo>
                <a:lnTo>
                  <a:pt x="3491" y="4408"/>
                </a:lnTo>
                <a:lnTo>
                  <a:pt x="3491" y="4396"/>
                </a:lnTo>
                <a:lnTo>
                  <a:pt x="3490" y="4383"/>
                </a:lnTo>
                <a:lnTo>
                  <a:pt x="3488" y="4370"/>
                </a:lnTo>
                <a:lnTo>
                  <a:pt x="3486" y="4358"/>
                </a:lnTo>
                <a:lnTo>
                  <a:pt x="3482" y="4344"/>
                </a:lnTo>
                <a:lnTo>
                  <a:pt x="3478" y="4332"/>
                </a:lnTo>
                <a:lnTo>
                  <a:pt x="3474" y="4320"/>
                </a:lnTo>
                <a:lnTo>
                  <a:pt x="3469" y="4307"/>
                </a:lnTo>
                <a:lnTo>
                  <a:pt x="3463" y="4295"/>
                </a:lnTo>
                <a:lnTo>
                  <a:pt x="3457" y="4282"/>
                </a:lnTo>
                <a:lnTo>
                  <a:pt x="3443" y="4259"/>
                </a:lnTo>
                <a:lnTo>
                  <a:pt x="3426" y="4235"/>
                </a:lnTo>
                <a:lnTo>
                  <a:pt x="3406" y="4211"/>
                </a:lnTo>
                <a:lnTo>
                  <a:pt x="3384" y="4189"/>
                </a:lnTo>
                <a:lnTo>
                  <a:pt x="3361" y="4167"/>
                </a:lnTo>
                <a:lnTo>
                  <a:pt x="3334" y="4146"/>
                </a:lnTo>
                <a:lnTo>
                  <a:pt x="3306" y="4124"/>
                </a:lnTo>
                <a:lnTo>
                  <a:pt x="3276" y="4104"/>
                </a:lnTo>
                <a:lnTo>
                  <a:pt x="3244" y="4085"/>
                </a:lnTo>
                <a:lnTo>
                  <a:pt x="3210" y="4065"/>
                </a:lnTo>
                <a:lnTo>
                  <a:pt x="3173" y="4046"/>
                </a:lnTo>
                <a:lnTo>
                  <a:pt x="3136" y="4029"/>
                </a:lnTo>
                <a:lnTo>
                  <a:pt x="3096" y="4012"/>
                </a:lnTo>
                <a:lnTo>
                  <a:pt x="3054" y="3995"/>
                </a:lnTo>
                <a:lnTo>
                  <a:pt x="3011" y="3980"/>
                </a:lnTo>
                <a:lnTo>
                  <a:pt x="2966" y="3965"/>
                </a:lnTo>
                <a:lnTo>
                  <a:pt x="2921" y="3951"/>
                </a:lnTo>
                <a:lnTo>
                  <a:pt x="2873" y="3939"/>
                </a:lnTo>
                <a:lnTo>
                  <a:pt x="2823" y="3926"/>
                </a:lnTo>
                <a:lnTo>
                  <a:pt x="2773" y="3915"/>
                </a:lnTo>
                <a:lnTo>
                  <a:pt x="2722" y="3904"/>
                </a:lnTo>
                <a:lnTo>
                  <a:pt x="2669" y="3895"/>
                </a:lnTo>
                <a:lnTo>
                  <a:pt x="2615" y="3887"/>
                </a:lnTo>
                <a:lnTo>
                  <a:pt x="2559" y="3880"/>
                </a:lnTo>
                <a:lnTo>
                  <a:pt x="2504" y="3873"/>
                </a:lnTo>
                <a:lnTo>
                  <a:pt x="2447" y="3868"/>
                </a:lnTo>
                <a:lnTo>
                  <a:pt x="2389" y="3864"/>
                </a:lnTo>
                <a:lnTo>
                  <a:pt x="2389" y="2549"/>
                </a:lnTo>
                <a:lnTo>
                  <a:pt x="2434" y="2538"/>
                </a:lnTo>
                <a:lnTo>
                  <a:pt x="2477" y="2525"/>
                </a:lnTo>
                <a:lnTo>
                  <a:pt x="2521" y="2508"/>
                </a:lnTo>
                <a:lnTo>
                  <a:pt x="2565" y="2491"/>
                </a:lnTo>
                <a:lnTo>
                  <a:pt x="2607" y="2471"/>
                </a:lnTo>
                <a:lnTo>
                  <a:pt x="2649" y="2449"/>
                </a:lnTo>
                <a:lnTo>
                  <a:pt x="2689" y="2425"/>
                </a:lnTo>
                <a:lnTo>
                  <a:pt x="2730" y="2399"/>
                </a:lnTo>
                <a:lnTo>
                  <a:pt x="2769" y="2370"/>
                </a:lnTo>
                <a:lnTo>
                  <a:pt x="2809" y="2341"/>
                </a:lnTo>
                <a:lnTo>
                  <a:pt x="2846" y="2310"/>
                </a:lnTo>
                <a:lnTo>
                  <a:pt x="2884" y="2276"/>
                </a:lnTo>
                <a:lnTo>
                  <a:pt x="2921" y="2242"/>
                </a:lnTo>
                <a:lnTo>
                  <a:pt x="2956" y="2205"/>
                </a:lnTo>
                <a:lnTo>
                  <a:pt x="2992" y="2167"/>
                </a:lnTo>
                <a:lnTo>
                  <a:pt x="3025" y="2127"/>
                </a:lnTo>
                <a:close/>
                <a:moveTo>
                  <a:pt x="3491" y="791"/>
                </a:moveTo>
                <a:lnTo>
                  <a:pt x="3491" y="367"/>
                </a:lnTo>
                <a:lnTo>
                  <a:pt x="3786" y="367"/>
                </a:lnTo>
                <a:lnTo>
                  <a:pt x="4226" y="367"/>
                </a:lnTo>
                <a:lnTo>
                  <a:pt x="4226" y="403"/>
                </a:lnTo>
                <a:lnTo>
                  <a:pt x="4225" y="441"/>
                </a:lnTo>
                <a:lnTo>
                  <a:pt x="4223" y="482"/>
                </a:lnTo>
                <a:lnTo>
                  <a:pt x="4220" y="525"/>
                </a:lnTo>
                <a:lnTo>
                  <a:pt x="4216" y="570"/>
                </a:lnTo>
                <a:lnTo>
                  <a:pt x="4211" y="617"/>
                </a:lnTo>
                <a:lnTo>
                  <a:pt x="4205" y="665"/>
                </a:lnTo>
                <a:lnTo>
                  <a:pt x="4198" y="716"/>
                </a:lnTo>
                <a:lnTo>
                  <a:pt x="4188" y="767"/>
                </a:lnTo>
                <a:lnTo>
                  <a:pt x="4177" y="819"/>
                </a:lnTo>
                <a:lnTo>
                  <a:pt x="4165" y="873"/>
                </a:lnTo>
                <a:lnTo>
                  <a:pt x="4152" y="927"/>
                </a:lnTo>
                <a:lnTo>
                  <a:pt x="4136" y="982"/>
                </a:lnTo>
                <a:lnTo>
                  <a:pt x="4117" y="1037"/>
                </a:lnTo>
                <a:lnTo>
                  <a:pt x="4097" y="1091"/>
                </a:lnTo>
                <a:lnTo>
                  <a:pt x="4075" y="1146"/>
                </a:lnTo>
                <a:lnTo>
                  <a:pt x="4050" y="1201"/>
                </a:lnTo>
                <a:lnTo>
                  <a:pt x="4037" y="1227"/>
                </a:lnTo>
                <a:lnTo>
                  <a:pt x="4023" y="1255"/>
                </a:lnTo>
                <a:lnTo>
                  <a:pt x="4009" y="1281"/>
                </a:lnTo>
                <a:lnTo>
                  <a:pt x="3994" y="1307"/>
                </a:lnTo>
                <a:lnTo>
                  <a:pt x="3977" y="1334"/>
                </a:lnTo>
                <a:lnTo>
                  <a:pt x="3961" y="1360"/>
                </a:lnTo>
                <a:lnTo>
                  <a:pt x="3944" y="1385"/>
                </a:lnTo>
                <a:lnTo>
                  <a:pt x="3926" y="1412"/>
                </a:lnTo>
                <a:lnTo>
                  <a:pt x="3907" y="1436"/>
                </a:lnTo>
                <a:lnTo>
                  <a:pt x="3887" y="1462"/>
                </a:lnTo>
                <a:lnTo>
                  <a:pt x="3867" y="1486"/>
                </a:lnTo>
                <a:lnTo>
                  <a:pt x="3847" y="1510"/>
                </a:lnTo>
                <a:lnTo>
                  <a:pt x="3824" y="1534"/>
                </a:lnTo>
                <a:lnTo>
                  <a:pt x="3802" y="1557"/>
                </a:lnTo>
                <a:lnTo>
                  <a:pt x="3779" y="1579"/>
                </a:lnTo>
                <a:lnTo>
                  <a:pt x="3754" y="1602"/>
                </a:lnTo>
                <a:lnTo>
                  <a:pt x="3729" y="1623"/>
                </a:lnTo>
                <a:lnTo>
                  <a:pt x="3703" y="1644"/>
                </a:lnTo>
                <a:lnTo>
                  <a:pt x="3676" y="1664"/>
                </a:lnTo>
                <a:lnTo>
                  <a:pt x="3649" y="1685"/>
                </a:lnTo>
                <a:lnTo>
                  <a:pt x="3619" y="1704"/>
                </a:lnTo>
                <a:lnTo>
                  <a:pt x="3590" y="1722"/>
                </a:lnTo>
                <a:lnTo>
                  <a:pt x="3560" y="1740"/>
                </a:lnTo>
                <a:lnTo>
                  <a:pt x="3528" y="1758"/>
                </a:lnTo>
                <a:lnTo>
                  <a:pt x="3496" y="1775"/>
                </a:lnTo>
                <a:lnTo>
                  <a:pt x="3462" y="1790"/>
                </a:lnTo>
                <a:lnTo>
                  <a:pt x="3428" y="1805"/>
                </a:lnTo>
                <a:lnTo>
                  <a:pt x="3392" y="1820"/>
                </a:lnTo>
                <a:lnTo>
                  <a:pt x="3357" y="1833"/>
                </a:lnTo>
                <a:lnTo>
                  <a:pt x="3319" y="1846"/>
                </a:lnTo>
                <a:lnTo>
                  <a:pt x="3192" y="1886"/>
                </a:lnTo>
                <a:lnTo>
                  <a:pt x="3227" y="1825"/>
                </a:lnTo>
                <a:lnTo>
                  <a:pt x="3258" y="1763"/>
                </a:lnTo>
                <a:lnTo>
                  <a:pt x="3289" y="1700"/>
                </a:lnTo>
                <a:lnTo>
                  <a:pt x="3317" y="1635"/>
                </a:lnTo>
                <a:lnTo>
                  <a:pt x="3345" y="1569"/>
                </a:lnTo>
                <a:lnTo>
                  <a:pt x="3369" y="1501"/>
                </a:lnTo>
                <a:lnTo>
                  <a:pt x="3391" y="1433"/>
                </a:lnTo>
                <a:lnTo>
                  <a:pt x="3411" y="1364"/>
                </a:lnTo>
                <a:lnTo>
                  <a:pt x="3430" y="1294"/>
                </a:lnTo>
                <a:lnTo>
                  <a:pt x="3446" y="1223"/>
                </a:lnTo>
                <a:lnTo>
                  <a:pt x="3459" y="1152"/>
                </a:lnTo>
                <a:lnTo>
                  <a:pt x="3470" y="1080"/>
                </a:lnTo>
                <a:lnTo>
                  <a:pt x="3475" y="1044"/>
                </a:lnTo>
                <a:lnTo>
                  <a:pt x="3479" y="1008"/>
                </a:lnTo>
                <a:lnTo>
                  <a:pt x="3482" y="972"/>
                </a:lnTo>
                <a:lnTo>
                  <a:pt x="3486" y="936"/>
                </a:lnTo>
                <a:lnTo>
                  <a:pt x="3488" y="900"/>
                </a:lnTo>
                <a:lnTo>
                  <a:pt x="3490" y="863"/>
                </a:lnTo>
                <a:lnTo>
                  <a:pt x="3491" y="828"/>
                </a:lnTo>
                <a:lnTo>
                  <a:pt x="3491" y="791"/>
                </a:lnTo>
                <a:close/>
                <a:moveTo>
                  <a:pt x="1091" y="1846"/>
                </a:moveTo>
                <a:lnTo>
                  <a:pt x="1091" y="1846"/>
                </a:lnTo>
                <a:lnTo>
                  <a:pt x="1053" y="1833"/>
                </a:lnTo>
                <a:lnTo>
                  <a:pt x="1017" y="1820"/>
                </a:lnTo>
                <a:lnTo>
                  <a:pt x="981" y="1805"/>
                </a:lnTo>
                <a:lnTo>
                  <a:pt x="947" y="1791"/>
                </a:lnTo>
                <a:lnTo>
                  <a:pt x="913" y="1775"/>
                </a:lnTo>
                <a:lnTo>
                  <a:pt x="881" y="1759"/>
                </a:lnTo>
                <a:lnTo>
                  <a:pt x="849" y="1741"/>
                </a:lnTo>
                <a:lnTo>
                  <a:pt x="819" y="1723"/>
                </a:lnTo>
                <a:lnTo>
                  <a:pt x="789" y="1705"/>
                </a:lnTo>
                <a:lnTo>
                  <a:pt x="760" y="1686"/>
                </a:lnTo>
                <a:lnTo>
                  <a:pt x="733" y="1665"/>
                </a:lnTo>
                <a:lnTo>
                  <a:pt x="705" y="1645"/>
                </a:lnTo>
                <a:lnTo>
                  <a:pt x="680" y="1624"/>
                </a:lnTo>
                <a:lnTo>
                  <a:pt x="655" y="1603"/>
                </a:lnTo>
                <a:lnTo>
                  <a:pt x="630" y="1580"/>
                </a:lnTo>
                <a:lnTo>
                  <a:pt x="607" y="1558"/>
                </a:lnTo>
                <a:lnTo>
                  <a:pt x="585" y="1535"/>
                </a:lnTo>
                <a:lnTo>
                  <a:pt x="562" y="1511"/>
                </a:lnTo>
                <a:lnTo>
                  <a:pt x="541" y="1487"/>
                </a:lnTo>
                <a:lnTo>
                  <a:pt x="521" y="1463"/>
                </a:lnTo>
                <a:lnTo>
                  <a:pt x="501" y="1438"/>
                </a:lnTo>
                <a:lnTo>
                  <a:pt x="483" y="1413"/>
                </a:lnTo>
                <a:lnTo>
                  <a:pt x="465" y="1387"/>
                </a:lnTo>
                <a:lnTo>
                  <a:pt x="448" y="1361"/>
                </a:lnTo>
                <a:lnTo>
                  <a:pt x="431" y="1336"/>
                </a:lnTo>
                <a:lnTo>
                  <a:pt x="415" y="1309"/>
                </a:lnTo>
                <a:lnTo>
                  <a:pt x="400" y="1283"/>
                </a:lnTo>
                <a:lnTo>
                  <a:pt x="386" y="1256"/>
                </a:lnTo>
                <a:lnTo>
                  <a:pt x="372" y="1229"/>
                </a:lnTo>
                <a:lnTo>
                  <a:pt x="358" y="1202"/>
                </a:lnTo>
                <a:lnTo>
                  <a:pt x="334" y="1147"/>
                </a:lnTo>
                <a:lnTo>
                  <a:pt x="312" y="1092"/>
                </a:lnTo>
                <a:lnTo>
                  <a:pt x="291" y="1038"/>
                </a:lnTo>
                <a:lnTo>
                  <a:pt x="273" y="983"/>
                </a:lnTo>
                <a:lnTo>
                  <a:pt x="258" y="928"/>
                </a:lnTo>
                <a:lnTo>
                  <a:pt x="244" y="874"/>
                </a:lnTo>
                <a:lnTo>
                  <a:pt x="232" y="820"/>
                </a:lnTo>
                <a:lnTo>
                  <a:pt x="221" y="768"/>
                </a:lnTo>
                <a:lnTo>
                  <a:pt x="212" y="716"/>
                </a:lnTo>
                <a:lnTo>
                  <a:pt x="204" y="666"/>
                </a:lnTo>
                <a:lnTo>
                  <a:pt x="198" y="618"/>
                </a:lnTo>
                <a:lnTo>
                  <a:pt x="194" y="570"/>
                </a:lnTo>
                <a:lnTo>
                  <a:pt x="190" y="525"/>
                </a:lnTo>
                <a:lnTo>
                  <a:pt x="187" y="482"/>
                </a:lnTo>
                <a:lnTo>
                  <a:pt x="185" y="441"/>
                </a:lnTo>
                <a:lnTo>
                  <a:pt x="184" y="404"/>
                </a:lnTo>
                <a:lnTo>
                  <a:pt x="184" y="367"/>
                </a:lnTo>
                <a:lnTo>
                  <a:pt x="624" y="367"/>
                </a:lnTo>
                <a:lnTo>
                  <a:pt x="919" y="367"/>
                </a:lnTo>
                <a:lnTo>
                  <a:pt x="919" y="791"/>
                </a:lnTo>
                <a:lnTo>
                  <a:pt x="919" y="828"/>
                </a:lnTo>
                <a:lnTo>
                  <a:pt x="920" y="863"/>
                </a:lnTo>
                <a:lnTo>
                  <a:pt x="922" y="900"/>
                </a:lnTo>
                <a:lnTo>
                  <a:pt x="924" y="936"/>
                </a:lnTo>
                <a:lnTo>
                  <a:pt x="927" y="972"/>
                </a:lnTo>
                <a:lnTo>
                  <a:pt x="930" y="1008"/>
                </a:lnTo>
                <a:lnTo>
                  <a:pt x="935" y="1044"/>
                </a:lnTo>
                <a:lnTo>
                  <a:pt x="940" y="1080"/>
                </a:lnTo>
                <a:lnTo>
                  <a:pt x="951" y="1151"/>
                </a:lnTo>
                <a:lnTo>
                  <a:pt x="964" y="1223"/>
                </a:lnTo>
                <a:lnTo>
                  <a:pt x="980" y="1293"/>
                </a:lnTo>
                <a:lnTo>
                  <a:pt x="998" y="1363"/>
                </a:lnTo>
                <a:lnTo>
                  <a:pt x="1019" y="1432"/>
                </a:lnTo>
                <a:lnTo>
                  <a:pt x="1041" y="1501"/>
                </a:lnTo>
                <a:lnTo>
                  <a:pt x="1065" y="1568"/>
                </a:lnTo>
                <a:lnTo>
                  <a:pt x="1092" y="1634"/>
                </a:lnTo>
                <a:lnTo>
                  <a:pt x="1120" y="1699"/>
                </a:lnTo>
                <a:lnTo>
                  <a:pt x="1151" y="1763"/>
                </a:lnTo>
                <a:lnTo>
                  <a:pt x="1183" y="1825"/>
                </a:lnTo>
                <a:lnTo>
                  <a:pt x="1217" y="1885"/>
                </a:lnTo>
                <a:lnTo>
                  <a:pt x="1091" y="1846"/>
                </a:lnTo>
                <a:close/>
                <a:moveTo>
                  <a:pt x="2205" y="1626"/>
                </a:moveTo>
                <a:lnTo>
                  <a:pt x="1637" y="2020"/>
                </a:lnTo>
                <a:lnTo>
                  <a:pt x="1837" y="1359"/>
                </a:lnTo>
                <a:lnTo>
                  <a:pt x="1287" y="940"/>
                </a:lnTo>
                <a:lnTo>
                  <a:pt x="1978" y="927"/>
                </a:lnTo>
                <a:lnTo>
                  <a:pt x="2205" y="274"/>
                </a:lnTo>
                <a:lnTo>
                  <a:pt x="2433" y="927"/>
                </a:lnTo>
                <a:lnTo>
                  <a:pt x="3123" y="940"/>
                </a:lnTo>
                <a:lnTo>
                  <a:pt x="2573" y="1359"/>
                </a:lnTo>
                <a:lnTo>
                  <a:pt x="2772" y="2020"/>
                </a:lnTo>
                <a:lnTo>
                  <a:pt x="2205" y="1626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4713682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3917106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3518818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2180512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3078264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2629388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4315394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5111970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5908545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5510258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6061000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/>
          <p:cNvSpPr/>
          <p:nvPr/>
        </p:nvSpPr>
        <p:spPr>
          <a:xfrm>
            <a:off x="4282751" y="1931436"/>
            <a:ext cx="3228391" cy="4348066"/>
          </a:xfrm>
          <a:prstGeom prst="roundRect">
            <a:avLst>
              <a:gd name="adj" fmla="val 116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540967"/>
              </p:ext>
            </p:extLst>
          </p:nvPr>
        </p:nvGraphicFramePr>
        <p:xfrm>
          <a:off x="5410798" y="2092748"/>
          <a:ext cx="1969144" cy="4144987"/>
        </p:xfrm>
        <a:graphic>
          <a:graphicData uri="http://schemas.openxmlformats.org/drawingml/2006/table">
            <a:tbl>
              <a:tblPr/>
              <a:tblGrid>
                <a:gridCol w="637200"/>
                <a:gridCol w="1331944"/>
              </a:tblGrid>
              <a:tr h="4524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 u="none" strike="noStrike" dirty="0">
                          <a:solidFill>
                            <a:schemeClr val="accent4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b="1" i="0" u="none" strike="noStrike" dirty="0">
                          <a:solidFill>
                            <a:schemeClr val="accent4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映客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24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 u="none" strike="noStrike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24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 u="none" strike="noStrike">
                          <a:solidFill>
                            <a:srgbClr val="FF99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 dirty="0">
                          <a:solidFill>
                            <a:srgbClr val="FF99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斗鱼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虎牙直播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风云直播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花椒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一直播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繁星直播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唱吧直播间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龙珠直播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0" y="80924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最</a:t>
            </a:r>
            <a:r>
              <a:rPr lang="zh-CN" altLang="en-US" sz="2800" b="1" dirty="0" smtClean="0"/>
              <a:t>受</a:t>
            </a:r>
            <a:r>
              <a:rPr lang="en-US" altLang="zh-CN" sz="2800" b="1" dirty="0" smtClean="0"/>
              <a:t>00</a:t>
            </a:r>
            <a:r>
              <a:rPr lang="zh-CN" altLang="en-US" sz="2800" b="1" dirty="0" smtClean="0"/>
              <a:t>后欢迎的</a:t>
            </a:r>
            <a:r>
              <a:rPr lang="zh-CN" altLang="en-US" sz="3600" b="1" dirty="0"/>
              <a:t>直播</a:t>
            </a:r>
            <a:r>
              <a:rPr lang="en-US" altLang="zh-CN" sz="2800" b="1" dirty="0" smtClean="0"/>
              <a:t>APP</a:t>
            </a:r>
            <a:r>
              <a:rPr lang="en-US" altLang="zh-CN" sz="2000" b="1" dirty="0" smtClean="0"/>
              <a:t>(2016</a:t>
            </a:r>
            <a:r>
              <a:rPr lang="zh-CN" altLang="en-US" sz="2000" b="1" dirty="0"/>
              <a:t>上半年</a:t>
            </a:r>
            <a:r>
              <a:rPr lang="en-US" altLang="zh-CN" sz="2000" b="1" dirty="0"/>
              <a:t>)</a:t>
            </a:r>
            <a:endParaRPr lang="zh-CN" altLang="en-US" sz="2000" b="1" dirty="0"/>
          </a:p>
        </p:txBody>
      </p:sp>
      <p:sp>
        <p:nvSpPr>
          <p:cNvPr id="20" name="KSO_Shape"/>
          <p:cNvSpPr>
            <a:spLocks/>
          </p:cNvSpPr>
          <p:nvPr/>
        </p:nvSpPr>
        <p:spPr bwMode="auto">
          <a:xfrm>
            <a:off x="4834002" y="2184269"/>
            <a:ext cx="247045" cy="247457"/>
          </a:xfrm>
          <a:custGeom>
            <a:avLst/>
            <a:gdLst>
              <a:gd name="T0" fmla="*/ 2147483646 w 4409"/>
              <a:gd name="T1" fmla="*/ 2147483646 h 4408"/>
              <a:gd name="T2" fmla="*/ 2147483646 w 4409"/>
              <a:gd name="T3" fmla="*/ 2147483646 h 4408"/>
              <a:gd name="T4" fmla="*/ 2147483646 w 4409"/>
              <a:gd name="T5" fmla="*/ 2147483646 h 4408"/>
              <a:gd name="T6" fmla="*/ 2147483646 w 4409"/>
              <a:gd name="T7" fmla="*/ 2147483646 h 4408"/>
              <a:gd name="T8" fmla="*/ 2147483646 w 4409"/>
              <a:gd name="T9" fmla="*/ 2147483646 h 4408"/>
              <a:gd name="T10" fmla="*/ 2147483646 w 4409"/>
              <a:gd name="T11" fmla="*/ 2147483646 h 4408"/>
              <a:gd name="T12" fmla="*/ 2147483646 w 4409"/>
              <a:gd name="T13" fmla="*/ 2147483646 h 4408"/>
              <a:gd name="T14" fmla="*/ 2147483646 w 4409"/>
              <a:gd name="T15" fmla="*/ 2147483646 h 4408"/>
              <a:gd name="T16" fmla="*/ 481718167 w 4409"/>
              <a:gd name="T17" fmla="*/ 2147483646 h 4408"/>
              <a:gd name="T18" fmla="*/ 321145301 w 4409"/>
              <a:gd name="T19" fmla="*/ 2147483646 h 4408"/>
              <a:gd name="T20" fmla="*/ 2147483646 w 4409"/>
              <a:gd name="T21" fmla="*/ 2147483646 h 4408"/>
              <a:gd name="T22" fmla="*/ 2147483646 w 4409"/>
              <a:gd name="T23" fmla="*/ 2147483646 h 4408"/>
              <a:gd name="T24" fmla="*/ 2147483646 w 4409"/>
              <a:gd name="T25" fmla="*/ 2147483646 h 4408"/>
              <a:gd name="T26" fmla="*/ 2147483646 w 4409"/>
              <a:gd name="T27" fmla="*/ 2147483646 h 4408"/>
              <a:gd name="T28" fmla="*/ 2147483646 w 4409"/>
              <a:gd name="T29" fmla="*/ 2147483646 h 4408"/>
              <a:gd name="T30" fmla="*/ 2147483646 w 4409"/>
              <a:gd name="T31" fmla="*/ 2147483646 h 4408"/>
              <a:gd name="T32" fmla="*/ 2147483646 w 4409"/>
              <a:gd name="T33" fmla="*/ 2147483646 h 4408"/>
              <a:gd name="T34" fmla="*/ 2147483646 w 4409"/>
              <a:gd name="T35" fmla="*/ 2147483646 h 4408"/>
              <a:gd name="T36" fmla="*/ 2147483646 w 4409"/>
              <a:gd name="T37" fmla="*/ 2147483646 h 4408"/>
              <a:gd name="T38" fmla="*/ 2147483646 w 4409"/>
              <a:gd name="T39" fmla="*/ 2147483646 h 4408"/>
              <a:gd name="T40" fmla="*/ 2147483646 w 4409"/>
              <a:gd name="T41" fmla="*/ 2147483646 h 4408"/>
              <a:gd name="T42" fmla="*/ 2147483646 w 4409"/>
              <a:gd name="T43" fmla="*/ 2147483646 h 4408"/>
              <a:gd name="T44" fmla="*/ 2147483646 w 4409"/>
              <a:gd name="T45" fmla="*/ 2147483646 h 4408"/>
              <a:gd name="T46" fmla="*/ 2147483646 w 4409"/>
              <a:gd name="T47" fmla="*/ 2147483646 h 4408"/>
              <a:gd name="T48" fmla="*/ 2147483646 w 4409"/>
              <a:gd name="T49" fmla="*/ 2147483646 h 4408"/>
              <a:gd name="T50" fmla="*/ 2147483646 w 4409"/>
              <a:gd name="T51" fmla="*/ 2147483646 h 4408"/>
              <a:gd name="T52" fmla="*/ 2147483646 w 4409"/>
              <a:gd name="T53" fmla="*/ 2147483646 h 4408"/>
              <a:gd name="T54" fmla="*/ 2147483646 w 4409"/>
              <a:gd name="T55" fmla="*/ 2147483646 h 4408"/>
              <a:gd name="T56" fmla="*/ 2147483646 w 4409"/>
              <a:gd name="T57" fmla="*/ 2147483646 h 4408"/>
              <a:gd name="T58" fmla="*/ 2147483646 w 4409"/>
              <a:gd name="T59" fmla="*/ 2147483646 h 4408"/>
              <a:gd name="T60" fmla="*/ 2147483646 w 4409"/>
              <a:gd name="T61" fmla="*/ 2147483646 h 4408"/>
              <a:gd name="T62" fmla="*/ 2147483646 w 4409"/>
              <a:gd name="T63" fmla="*/ 2147483646 h 4408"/>
              <a:gd name="T64" fmla="*/ 2147483646 w 4409"/>
              <a:gd name="T65" fmla="*/ 2147483646 h 4408"/>
              <a:gd name="T66" fmla="*/ 2147483646 w 4409"/>
              <a:gd name="T67" fmla="*/ 2147483646 h 4408"/>
              <a:gd name="T68" fmla="*/ 2147483646 w 4409"/>
              <a:gd name="T69" fmla="*/ 2147483646 h 4408"/>
              <a:gd name="T70" fmla="*/ 2147483646 w 4409"/>
              <a:gd name="T71" fmla="*/ 2147483646 h 4408"/>
              <a:gd name="T72" fmla="*/ 2147483646 w 4409"/>
              <a:gd name="T73" fmla="*/ 2147483646 h 4408"/>
              <a:gd name="T74" fmla="*/ 2147483646 w 4409"/>
              <a:gd name="T75" fmla="*/ 2147483646 h 4408"/>
              <a:gd name="T76" fmla="*/ 2147483646 w 4409"/>
              <a:gd name="T77" fmla="*/ 2147483646 h 4408"/>
              <a:gd name="T78" fmla="*/ 2147483646 w 4409"/>
              <a:gd name="T79" fmla="*/ 2147483646 h 4408"/>
              <a:gd name="T80" fmla="*/ 2147483646 w 4409"/>
              <a:gd name="T81" fmla="*/ 2147483646 h 4408"/>
              <a:gd name="T82" fmla="*/ 2147483646 w 4409"/>
              <a:gd name="T83" fmla="*/ 2147483646 h 4408"/>
              <a:gd name="T84" fmla="*/ 2147483646 w 4409"/>
              <a:gd name="T85" fmla="*/ 2147483646 h 4408"/>
              <a:gd name="T86" fmla="*/ 2147483646 w 4409"/>
              <a:gd name="T87" fmla="*/ 2147483646 h 4408"/>
              <a:gd name="T88" fmla="*/ 2147483646 w 4409"/>
              <a:gd name="T89" fmla="*/ 2147483646 h 4408"/>
              <a:gd name="T90" fmla="*/ 2147483646 w 4409"/>
              <a:gd name="T91" fmla="*/ 2147483646 h 4408"/>
              <a:gd name="T92" fmla="*/ 2147483646 w 4409"/>
              <a:gd name="T93" fmla="*/ 2147483646 h 4408"/>
              <a:gd name="T94" fmla="*/ 2147483646 w 4409"/>
              <a:gd name="T95" fmla="*/ 2147483646 h 4408"/>
              <a:gd name="T96" fmla="*/ 2147483646 w 4409"/>
              <a:gd name="T97" fmla="*/ 2147483646 h 4408"/>
              <a:gd name="T98" fmla="*/ 2147483646 w 4409"/>
              <a:gd name="T99" fmla="*/ 2147483646 h 4408"/>
              <a:gd name="T100" fmla="*/ 2147483646 w 4409"/>
              <a:gd name="T101" fmla="*/ 2147483646 h 4408"/>
              <a:gd name="T102" fmla="*/ 2147483646 w 4409"/>
              <a:gd name="T103" fmla="*/ 2147483646 h 4408"/>
              <a:gd name="T104" fmla="*/ 2147483646 w 4409"/>
              <a:gd name="T105" fmla="*/ 2147483646 h 4408"/>
              <a:gd name="T106" fmla="*/ 2147483646 w 4409"/>
              <a:gd name="T107" fmla="*/ 2147483646 h 4408"/>
              <a:gd name="T108" fmla="*/ 2147483646 w 4409"/>
              <a:gd name="T109" fmla="*/ 2147483646 h 44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409" h="4408">
                <a:moveTo>
                  <a:pt x="3025" y="2127"/>
                </a:moveTo>
                <a:lnTo>
                  <a:pt x="3025" y="2127"/>
                </a:lnTo>
                <a:lnTo>
                  <a:pt x="3097" y="2107"/>
                </a:lnTo>
                <a:lnTo>
                  <a:pt x="3179" y="2081"/>
                </a:lnTo>
                <a:lnTo>
                  <a:pt x="3271" y="2053"/>
                </a:lnTo>
                <a:lnTo>
                  <a:pt x="3375" y="2020"/>
                </a:lnTo>
                <a:lnTo>
                  <a:pt x="3429" y="2002"/>
                </a:lnTo>
                <a:lnTo>
                  <a:pt x="3481" y="1982"/>
                </a:lnTo>
                <a:lnTo>
                  <a:pt x="3532" y="1961"/>
                </a:lnTo>
                <a:lnTo>
                  <a:pt x="3580" y="1938"/>
                </a:lnTo>
                <a:lnTo>
                  <a:pt x="3626" y="1914"/>
                </a:lnTo>
                <a:lnTo>
                  <a:pt x="3672" y="1889"/>
                </a:lnTo>
                <a:lnTo>
                  <a:pt x="3715" y="1861"/>
                </a:lnTo>
                <a:lnTo>
                  <a:pt x="3756" y="1834"/>
                </a:lnTo>
                <a:lnTo>
                  <a:pt x="3797" y="1804"/>
                </a:lnTo>
                <a:lnTo>
                  <a:pt x="3834" y="1774"/>
                </a:lnTo>
                <a:lnTo>
                  <a:pt x="3871" y="1744"/>
                </a:lnTo>
                <a:lnTo>
                  <a:pt x="3906" y="1711"/>
                </a:lnTo>
                <a:lnTo>
                  <a:pt x="3940" y="1679"/>
                </a:lnTo>
                <a:lnTo>
                  <a:pt x="3971" y="1644"/>
                </a:lnTo>
                <a:lnTo>
                  <a:pt x="4002" y="1610"/>
                </a:lnTo>
                <a:lnTo>
                  <a:pt x="4031" y="1575"/>
                </a:lnTo>
                <a:lnTo>
                  <a:pt x="4059" y="1539"/>
                </a:lnTo>
                <a:lnTo>
                  <a:pt x="4085" y="1502"/>
                </a:lnTo>
                <a:lnTo>
                  <a:pt x="4110" y="1466"/>
                </a:lnTo>
                <a:lnTo>
                  <a:pt x="4134" y="1428"/>
                </a:lnTo>
                <a:lnTo>
                  <a:pt x="4157" y="1390"/>
                </a:lnTo>
                <a:lnTo>
                  <a:pt x="4177" y="1351"/>
                </a:lnTo>
                <a:lnTo>
                  <a:pt x="4198" y="1312"/>
                </a:lnTo>
                <a:lnTo>
                  <a:pt x="4217" y="1274"/>
                </a:lnTo>
                <a:lnTo>
                  <a:pt x="4234" y="1235"/>
                </a:lnTo>
                <a:lnTo>
                  <a:pt x="4251" y="1196"/>
                </a:lnTo>
                <a:lnTo>
                  <a:pt x="4267" y="1156"/>
                </a:lnTo>
                <a:lnTo>
                  <a:pt x="4281" y="1117"/>
                </a:lnTo>
                <a:lnTo>
                  <a:pt x="4295" y="1078"/>
                </a:lnTo>
                <a:lnTo>
                  <a:pt x="4307" y="1039"/>
                </a:lnTo>
                <a:lnTo>
                  <a:pt x="4319" y="1000"/>
                </a:lnTo>
                <a:lnTo>
                  <a:pt x="4329" y="961"/>
                </a:lnTo>
                <a:lnTo>
                  <a:pt x="4340" y="923"/>
                </a:lnTo>
                <a:lnTo>
                  <a:pt x="4349" y="884"/>
                </a:lnTo>
                <a:lnTo>
                  <a:pt x="4357" y="847"/>
                </a:lnTo>
                <a:lnTo>
                  <a:pt x="4365" y="809"/>
                </a:lnTo>
                <a:lnTo>
                  <a:pt x="4377" y="736"/>
                </a:lnTo>
                <a:lnTo>
                  <a:pt x="4387" y="665"/>
                </a:lnTo>
                <a:lnTo>
                  <a:pt x="4395" y="598"/>
                </a:lnTo>
                <a:lnTo>
                  <a:pt x="4401" y="534"/>
                </a:lnTo>
                <a:lnTo>
                  <a:pt x="4405" y="474"/>
                </a:lnTo>
                <a:lnTo>
                  <a:pt x="4407" y="418"/>
                </a:lnTo>
                <a:lnTo>
                  <a:pt x="4409" y="367"/>
                </a:lnTo>
                <a:lnTo>
                  <a:pt x="4409" y="321"/>
                </a:lnTo>
                <a:lnTo>
                  <a:pt x="4409" y="281"/>
                </a:lnTo>
                <a:lnTo>
                  <a:pt x="4407" y="247"/>
                </a:lnTo>
                <a:lnTo>
                  <a:pt x="4404" y="201"/>
                </a:lnTo>
                <a:lnTo>
                  <a:pt x="4403" y="183"/>
                </a:lnTo>
                <a:lnTo>
                  <a:pt x="3786" y="183"/>
                </a:lnTo>
                <a:lnTo>
                  <a:pt x="3491" y="183"/>
                </a:lnTo>
                <a:lnTo>
                  <a:pt x="3491" y="0"/>
                </a:lnTo>
                <a:lnTo>
                  <a:pt x="919" y="0"/>
                </a:lnTo>
                <a:lnTo>
                  <a:pt x="919" y="183"/>
                </a:lnTo>
                <a:lnTo>
                  <a:pt x="624" y="183"/>
                </a:lnTo>
                <a:lnTo>
                  <a:pt x="6" y="183"/>
                </a:lnTo>
                <a:lnTo>
                  <a:pt x="5" y="201"/>
                </a:lnTo>
                <a:lnTo>
                  <a:pt x="2" y="247"/>
                </a:lnTo>
                <a:lnTo>
                  <a:pt x="1" y="282"/>
                </a:lnTo>
                <a:lnTo>
                  <a:pt x="0" y="321"/>
                </a:lnTo>
                <a:lnTo>
                  <a:pt x="1" y="367"/>
                </a:lnTo>
                <a:lnTo>
                  <a:pt x="2" y="419"/>
                </a:lnTo>
                <a:lnTo>
                  <a:pt x="4" y="475"/>
                </a:lnTo>
                <a:lnTo>
                  <a:pt x="8" y="535"/>
                </a:lnTo>
                <a:lnTo>
                  <a:pt x="14" y="599"/>
                </a:lnTo>
                <a:lnTo>
                  <a:pt x="22" y="667"/>
                </a:lnTo>
                <a:lnTo>
                  <a:pt x="32" y="737"/>
                </a:lnTo>
                <a:lnTo>
                  <a:pt x="45" y="811"/>
                </a:lnTo>
                <a:lnTo>
                  <a:pt x="52" y="848"/>
                </a:lnTo>
                <a:lnTo>
                  <a:pt x="61" y="886"/>
                </a:lnTo>
                <a:lnTo>
                  <a:pt x="69" y="924"/>
                </a:lnTo>
                <a:lnTo>
                  <a:pt x="79" y="962"/>
                </a:lnTo>
                <a:lnTo>
                  <a:pt x="91" y="1002"/>
                </a:lnTo>
                <a:lnTo>
                  <a:pt x="102" y="1041"/>
                </a:lnTo>
                <a:lnTo>
                  <a:pt x="115" y="1080"/>
                </a:lnTo>
                <a:lnTo>
                  <a:pt x="128" y="1120"/>
                </a:lnTo>
                <a:lnTo>
                  <a:pt x="142" y="1158"/>
                </a:lnTo>
                <a:lnTo>
                  <a:pt x="159" y="1198"/>
                </a:lnTo>
                <a:lnTo>
                  <a:pt x="175" y="1237"/>
                </a:lnTo>
                <a:lnTo>
                  <a:pt x="193" y="1276"/>
                </a:lnTo>
                <a:lnTo>
                  <a:pt x="211" y="1315"/>
                </a:lnTo>
                <a:lnTo>
                  <a:pt x="232" y="1354"/>
                </a:lnTo>
                <a:lnTo>
                  <a:pt x="253" y="1392"/>
                </a:lnTo>
                <a:lnTo>
                  <a:pt x="275" y="1430"/>
                </a:lnTo>
                <a:lnTo>
                  <a:pt x="299" y="1468"/>
                </a:lnTo>
                <a:lnTo>
                  <a:pt x="324" y="1504"/>
                </a:lnTo>
                <a:lnTo>
                  <a:pt x="350" y="1541"/>
                </a:lnTo>
                <a:lnTo>
                  <a:pt x="378" y="1577"/>
                </a:lnTo>
                <a:lnTo>
                  <a:pt x="407" y="1612"/>
                </a:lnTo>
                <a:lnTo>
                  <a:pt x="438" y="1646"/>
                </a:lnTo>
                <a:lnTo>
                  <a:pt x="470" y="1681"/>
                </a:lnTo>
                <a:lnTo>
                  <a:pt x="503" y="1713"/>
                </a:lnTo>
                <a:lnTo>
                  <a:pt x="538" y="1746"/>
                </a:lnTo>
                <a:lnTo>
                  <a:pt x="574" y="1776"/>
                </a:lnTo>
                <a:lnTo>
                  <a:pt x="613" y="1806"/>
                </a:lnTo>
                <a:lnTo>
                  <a:pt x="653" y="1835"/>
                </a:lnTo>
                <a:lnTo>
                  <a:pt x="694" y="1863"/>
                </a:lnTo>
                <a:lnTo>
                  <a:pt x="738" y="1890"/>
                </a:lnTo>
                <a:lnTo>
                  <a:pt x="782" y="1915"/>
                </a:lnTo>
                <a:lnTo>
                  <a:pt x="829" y="1939"/>
                </a:lnTo>
                <a:lnTo>
                  <a:pt x="878" y="1962"/>
                </a:lnTo>
                <a:lnTo>
                  <a:pt x="928" y="1983"/>
                </a:lnTo>
                <a:lnTo>
                  <a:pt x="981" y="2002"/>
                </a:lnTo>
                <a:lnTo>
                  <a:pt x="1035" y="2020"/>
                </a:lnTo>
                <a:lnTo>
                  <a:pt x="1137" y="2053"/>
                </a:lnTo>
                <a:lnTo>
                  <a:pt x="1230" y="2080"/>
                </a:lnTo>
                <a:lnTo>
                  <a:pt x="1311" y="2105"/>
                </a:lnTo>
                <a:lnTo>
                  <a:pt x="1384" y="2125"/>
                </a:lnTo>
                <a:lnTo>
                  <a:pt x="1417" y="2164"/>
                </a:lnTo>
                <a:lnTo>
                  <a:pt x="1452" y="2203"/>
                </a:lnTo>
                <a:lnTo>
                  <a:pt x="1488" y="2241"/>
                </a:lnTo>
                <a:lnTo>
                  <a:pt x="1525" y="2275"/>
                </a:lnTo>
                <a:lnTo>
                  <a:pt x="1562" y="2309"/>
                </a:lnTo>
                <a:lnTo>
                  <a:pt x="1600" y="2340"/>
                </a:lnTo>
                <a:lnTo>
                  <a:pt x="1639" y="2370"/>
                </a:lnTo>
                <a:lnTo>
                  <a:pt x="1679" y="2398"/>
                </a:lnTo>
                <a:lnTo>
                  <a:pt x="1720" y="2424"/>
                </a:lnTo>
                <a:lnTo>
                  <a:pt x="1761" y="2449"/>
                </a:lnTo>
                <a:lnTo>
                  <a:pt x="1803" y="2471"/>
                </a:lnTo>
                <a:lnTo>
                  <a:pt x="1845" y="2490"/>
                </a:lnTo>
                <a:lnTo>
                  <a:pt x="1888" y="2508"/>
                </a:lnTo>
                <a:lnTo>
                  <a:pt x="1933" y="2525"/>
                </a:lnTo>
                <a:lnTo>
                  <a:pt x="1976" y="2538"/>
                </a:lnTo>
                <a:lnTo>
                  <a:pt x="2021" y="2549"/>
                </a:lnTo>
                <a:lnTo>
                  <a:pt x="2021" y="3864"/>
                </a:lnTo>
                <a:lnTo>
                  <a:pt x="1963" y="3868"/>
                </a:lnTo>
                <a:lnTo>
                  <a:pt x="1906" y="3873"/>
                </a:lnTo>
                <a:lnTo>
                  <a:pt x="1850" y="3880"/>
                </a:lnTo>
                <a:lnTo>
                  <a:pt x="1795" y="3887"/>
                </a:lnTo>
                <a:lnTo>
                  <a:pt x="1741" y="3895"/>
                </a:lnTo>
                <a:lnTo>
                  <a:pt x="1688" y="3904"/>
                </a:lnTo>
                <a:lnTo>
                  <a:pt x="1636" y="3915"/>
                </a:lnTo>
                <a:lnTo>
                  <a:pt x="1587" y="3926"/>
                </a:lnTo>
                <a:lnTo>
                  <a:pt x="1537" y="3939"/>
                </a:lnTo>
                <a:lnTo>
                  <a:pt x="1489" y="3951"/>
                </a:lnTo>
                <a:lnTo>
                  <a:pt x="1444" y="3965"/>
                </a:lnTo>
                <a:lnTo>
                  <a:pt x="1399" y="3980"/>
                </a:lnTo>
                <a:lnTo>
                  <a:pt x="1355" y="3995"/>
                </a:lnTo>
                <a:lnTo>
                  <a:pt x="1314" y="4012"/>
                </a:lnTo>
                <a:lnTo>
                  <a:pt x="1274" y="4029"/>
                </a:lnTo>
                <a:lnTo>
                  <a:pt x="1237" y="4046"/>
                </a:lnTo>
                <a:lnTo>
                  <a:pt x="1200" y="4065"/>
                </a:lnTo>
                <a:lnTo>
                  <a:pt x="1166" y="4085"/>
                </a:lnTo>
                <a:lnTo>
                  <a:pt x="1134" y="4104"/>
                </a:lnTo>
                <a:lnTo>
                  <a:pt x="1104" y="4124"/>
                </a:lnTo>
                <a:lnTo>
                  <a:pt x="1076" y="4146"/>
                </a:lnTo>
                <a:lnTo>
                  <a:pt x="1049" y="4167"/>
                </a:lnTo>
                <a:lnTo>
                  <a:pt x="1026" y="4189"/>
                </a:lnTo>
                <a:lnTo>
                  <a:pt x="1004" y="4211"/>
                </a:lnTo>
                <a:lnTo>
                  <a:pt x="984" y="4235"/>
                </a:lnTo>
                <a:lnTo>
                  <a:pt x="968" y="4259"/>
                </a:lnTo>
                <a:lnTo>
                  <a:pt x="953" y="4282"/>
                </a:lnTo>
                <a:lnTo>
                  <a:pt x="947" y="4295"/>
                </a:lnTo>
                <a:lnTo>
                  <a:pt x="941" y="4307"/>
                </a:lnTo>
                <a:lnTo>
                  <a:pt x="936" y="4320"/>
                </a:lnTo>
                <a:lnTo>
                  <a:pt x="931" y="4332"/>
                </a:lnTo>
                <a:lnTo>
                  <a:pt x="927" y="4344"/>
                </a:lnTo>
                <a:lnTo>
                  <a:pt x="924" y="4358"/>
                </a:lnTo>
                <a:lnTo>
                  <a:pt x="922" y="4370"/>
                </a:lnTo>
                <a:lnTo>
                  <a:pt x="920" y="4383"/>
                </a:lnTo>
                <a:lnTo>
                  <a:pt x="919" y="4396"/>
                </a:lnTo>
                <a:lnTo>
                  <a:pt x="919" y="4408"/>
                </a:lnTo>
                <a:lnTo>
                  <a:pt x="3491" y="4408"/>
                </a:lnTo>
                <a:lnTo>
                  <a:pt x="3491" y="4396"/>
                </a:lnTo>
                <a:lnTo>
                  <a:pt x="3490" y="4383"/>
                </a:lnTo>
                <a:lnTo>
                  <a:pt x="3488" y="4370"/>
                </a:lnTo>
                <a:lnTo>
                  <a:pt x="3486" y="4358"/>
                </a:lnTo>
                <a:lnTo>
                  <a:pt x="3482" y="4344"/>
                </a:lnTo>
                <a:lnTo>
                  <a:pt x="3478" y="4332"/>
                </a:lnTo>
                <a:lnTo>
                  <a:pt x="3474" y="4320"/>
                </a:lnTo>
                <a:lnTo>
                  <a:pt x="3469" y="4307"/>
                </a:lnTo>
                <a:lnTo>
                  <a:pt x="3463" y="4295"/>
                </a:lnTo>
                <a:lnTo>
                  <a:pt x="3457" y="4282"/>
                </a:lnTo>
                <a:lnTo>
                  <a:pt x="3443" y="4259"/>
                </a:lnTo>
                <a:lnTo>
                  <a:pt x="3426" y="4235"/>
                </a:lnTo>
                <a:lnTo>
                  <a:pt x="3406" y="4211"/>
                </a:lnTo>
                <a:lnTo>
                  <a:pt x="3384" y="4189"/>
                </a:lnTo>
                <a:lnTo>
                  <a:pt x="3361" y="4167"/>
                </a:lnTo>
                <a:lnTo>
                  <a:pt x="3334" y="4146"/>
                </a:lnTo>
                <a:lnTo>
                  <a:pt x="3306" y="4124"/>
                </a:lnTo>
                <a:lnTo>
                  <a:pt x="3276" y="4104"/>
                </a:lnTo>
                <a:lnTo>
                  <a:pt x="3244" y="4085"/>
                </a:lnTo>
                <a:lnTo>
                  <a:pt x="3210" y="4065"/>
                </a:lnTo>
                <a:lnTo>
                  <a:pt x="3173" y="4046"/>
                </a:lnTo>
                <a:lnTo>
                  <a:pt x="3136" y="4029"/>
                </a:lnTo>
                <a:lnTo>
                  <a:pt x="3096" y="4012"/>
                </a:lnTo>
                <a:lnTo>
                  <a:pt x="3054" y="3995"/>
                </a:lnTo>
                <a:lnTo>
                  <a:pt x="3011" y="3980"/>
                </a:lnTo>
                <a:lnTo>
                  <a:pt x="2966" y="3965"/>
                </a:lnTo>
                <a:lnTo>
                  <a:pt x="2921" y="3951"/>
                </a:lnTo>
                <a:lnTo>
                  <a:pt x="2873" y="3939"/>
                </a:lnTo>
                <a:lnTo>
                  <a:pt x="2823" y="3926"/>
                </a:lnTo>
                <a:lnTo>
                  <a:pt x="2773" y="3915"/>
                </a:lnTo>
                <a:lnTo>
                  <a:pt x="2722" y="3904"/>
                </a:lnTo>
                <a:lnTo>
                  <a:pt x="2669" y="3895"/>
                </a:lnTo>
                <a:lnTo>
                  <a:pt x="2615" y="3887"/>
                </a:lnTo>
                <a:lnTo>
                  <a:pt x="2559" y="3880"/>
                </a:lnTo>
                <a:lnTo>
                  <a:pt x="2504" y="3873"/>
                </a:lnTo>
                <a:lnTo>
                  <a:pt x="2447" y="3868"/>
                </a:lnTo>
                <a:lnTo>
                  <a:pt x="2389" y="3864"/>
                </a:lnTo>
                <a:lnTo>
                  <a:pt x="2389" y="2549"/>
                </a:lnTo>
                <a:lnTo>
                  <a:pt x="2434" y="2538"/>
                </a:lnTo>
                <a:lnTo>
                  <a:pt x="2477" y="2525"/>
                </a:lnTo>
                <a:lnTo>
                  <a:pt x="2521" y="2508"/>
                </a:lnTo>
                <a:lnTo>
                  <a:pt x="2565" y="2491"/>
                </a:lnTo>
                <a:lnTo>
                  <a:pt x="2607" y="2471"/>
                </a:lnTo>
                <a:lnTo>
                  <a:pt x="2649" y="2449"/>
                </a:lnTo>
                <a:lnTo>
                  <a:pt x="2689" y="2425"/>
                </a:lnTo>
                <a:lnTo>
                  <a:pt x="2730" y="2399"/>
                </a:lnTo>
                <a:lnTo>
                  <a:pt x="2769" y="2370"/>
                </a:lnTo>
                <a:lnTo>
                  <a:pt x="2809" y="2341"/>
                </a:lnTo>
                <a:lnTo>
                  <a:pt x="2846" y="2310"/>
                </a:lnTo>
                <a:lnTo>
                  <a:pt x="2884" y="2276"/>
                </a:lnTo>
                <a:lnTo>
                  <a:pt x="2921" y="2242"/>
                </a:lnTo>
                <a:lnTo>
                  <a:pt x="2956" y="2205"/>
                </a:lnTo>
                <a:lnTo>
                  <a:pt x="2992" y="2167"/>
                </a:lnTo>
                <a:lnTo>
                  <a:pt x="3025" y="2127"/>
                </a:lnTo>
                <a:close/>
                <a:moveTo>
                  <a:pt x="3491" y="791"/>
                </a:moveTo>
                <a:lnTo>
                  <a:pt x="3491" y="367"/>
                </a:lnTo>
                <a:lnTo>
                  <a:pt x="3786" y="367"/>
                </a:lnTo>
                <a:lnTo>
                  <a:pt x="4226" y="367"/>
                </a:lnTo>
                <a:lnTo>
                  <a:pt x="4226" y="403"/>
                </a:lnTo>
                <a:lnTo>
                  <a:pt x="4225" y="441"/>
                </a:lnTo>
                <a:lnTo>
                  <a:pt x="4223" y="482"/>
                </a:lnTo>
                <a:lnTo>
                  <a:pt x="4220" y="525"/>
                </a:lnTo>
                <a:lnTo>
                  <a:pt x="4216" y="570"/>
                </a:lnTo>
                <a:lnTo>
                  <a:pt x="4211" y="617"/>
                </a:lnTo>
                <a:lnTo>
                  <a:pt x="4205" y="665"/>
                </a:lnTo>
                <a:lnTo>
                  <a:pt x="4198" y="716"/>
                </a:lnTo>
                <a:lnTo>
                  <a:pt x="4188" y="767"/>
                </a:lnTo>
                <a:lnTo>
                  <a:pt x="4177" y="819"/>
                </a:lnTo>
                <a:lnTo>
                  <a:pt x="4165" y="873"/>
                </a:lnTo>
                <a:lnTo>
                  <a:pt x="4152" y="927"/>
                </a:lnTo>
                <a:lnTo>
                  <a:pt x="4136" y="982"/>
                </a:lnTo>
                <a:lnTo>
                  <a:pt x="4117" y="1037"/>
                </a:lnTo>
                <a:lnTo>
                  <a:pt x="4097" y="1091"/>
                </a:lnTo>
                <a:lnTo>
                  <a:pt x="4075" y="1146"/>
                </a:lnTo>
                <a:lnTo>
                  <a:pt x="4050" y="1201"/>
                </a:lnTo>
                <a:lnTo>
                  <a:pt x="4037" y="1227"/>
                </a:lnTo>
                <a:lnTo>
                  <a:pt x="4023" y="1255"/>
                </a:lnTo>
                <a:lnTo>
                  <a:pt x="4009" y="1281"/>
                </a:lnTo>
                <a:lnTo>
                  <a:pt x="3994" y="1307"/>
                </a:lnTo>
                <a:lnTo>
                  <a:pt x="3977" y="1334"/>
                </a:lnTo>
                <a:lnTo>
                  <a:pt x="3961" y="1360"/>
                </a:lnTo>
                <a:lnTo>
                  <a:pt x="3944" y="1385"/>
                </a:lnTo>
                <a:lnTo>
                  <a:pt x="3926" y="1412"/>
                </a:lnTo>
                <a:lnTo>
                  <a:pt x="3907" y="1436"/>
                </a:lnTo>
                <a:lnTo>
                  <a:pt x="3887" y="1462"/>
                </a:lnTo>
                <a:lnTo>
                  <a:pt x="3867" y="1486"/>
                </a:lnTo>
                <a:lnTo>
                  <a:pt x="3847" y="1510"/>
                </a:lnTo>
                <a:lnTo>
                  <a:pt x="3824" y="1534"/>
                </a:lnTo>
                <a:lnTo>
                  <a:pt x="3802" y="1557"/>
                </a:lnTo>
                <a:lnTo>
                  <a:pt x="3779" y="1579"/>
                </a:lnTo>
                <a:lnTo>
                  <a:pt x="3754" y="1602"/>
                </a:lnTo>
                <a:lnTo>
                  <a:pt x="3729" y="1623"/>
                </a:lnTo>
                <a:lnTo>
                  <a:pt x="3703" y="1644"/>
                </a:lnTo>
                <a:lnTo>
                  <a:pt x="3676" y="1664"/>
                </a:lnTo>
                <a:lnTo>
                  <a:pt x="3649" y="1685"/>
                </a:lnTo>
                <a:lnTo>
                  <a:pt x="3619" y="1704"/>
                </a:lnTo>
                <a:lnTo>
                  <a:pt x="3590" y="1722"/>
                </a:lnTo>
                <a:lnTo>
                  <a:pt x="3560" y="1740"/>
                </a:lnTo>
                <a:lnTo>
                  <a:pt x="3528" y="1758"/>
                </a:lnTo>
                <a:lnTo>
                  <a:pt x="3496" y="1775"/>
                </a:lnTo>
                <a:lnTo>
                  <a:pt x="3462" y="1790"/>
                </a:lnTo>
                <a:lnTo>
                  <a:pt x="3428" y="1805"/>
                </a:lnTo>
                <a:lnTo>
                  <a:pt x="3392" y="1820"/>
                </a:lnTo>
                <a:lnTo>
                  <a:pt x="3357" y="1833"/>
                </a:lnTo>
                <a:lnTo>
                  <a:pt x="3319" y="1846"/>
                </a:lnTo>
                <a:lnTo>
                  <a:pt x="3192" y="1886"/>
                </a:lnTo>
                <a:lnTo>
                  <a:pt x="3227" y="1825"/>
                </a:lnTo>
                <a:lnTo>
                  <a:pt x="3258" y="1763"/>
                </a:lnTo>
                <a:lnTo>
                  <a:pt x="3289" y="1700"/>
                </a:lnTo>
                <a:lnTo>
                  <a:pt x="3317" y="1635"/>
                </a:lnTo>
                <a:lnTo>
                  <a:pt x="3345" y="1569"/>
                </a:lnTo>
                <a:lnTo>
                  <a:pt x="3369" y="1501"/>
                </a:lnTo>
                <a:lnTo>
                  <a:pt x="3391" y="1433"/>
                </a:lnTo>
                <a:lnTo>
                  <a:pt x="3411" y="1364"/>
                </a:lnTo>
                <a:lnTo>
                  <a:pt x="3430" y="1294"/>
                </a:lnTo>
                <a:lnTo>
                  <a:pt x="3446" y="1223"/>
                </a:lnTo>
                <a:lnTo>
                  <a:pt x="3459" y="1152"/>
                </a:lnTo>
                <a:lnTo>
                  <a:pt x="3470" y="1080"/>
                </a:lnTo>
                <a:lnTo>
                  <a:pt x="3475" y="1044"/>
                </a:lnTo>
                <a:lnTo>
                  <a:pt x="3479" y="1008"/>
                </a:lnTo>
                <a:lnTo>
                  <a:pt x="3482" y="972"/>
                </a:lnTo>
                <a:lnTo>
                  <a:pt x="3486" y="936"/>
                </a:lnTo>
                <a:lnTo>
                  <a:pt x="3488" y="900"/>
                </a:lnTo>
                <a:lnTo>
                  <a:pt x="3490" y="863"/>
                </a:lnTo>
                <a:lnTo>
                  <a:pt x="3491" y="828"/>
                </a:lnTo>
                <a:lnTo>
                  <a:pt x="3491" y="791"/>
                </a:lnTo>
                <a:close/>
                <a:moveTo>
                  <a:pt x="1091" y="1846"/>
                </a:moveTo>
                <a:lnTo>
                  <a:pt x="1091" y="1846"/>
                </a:lnTo>
                <a:lnTo>
                  <a:pt x="1053" y="1833"/>
                </a:lnTo>
                <a:lnTo>
                  <a:pt x="1017" y="1820"/>
                </a:lnTo>
                <a:lnTo>
                  <a:pt x="981" y="1805"/>
                </a:lnTo>
                <a:lnTo>
                  <a:pt x="947" y="1791"/>
                </a:lnTo>
                <a:lnTo>
                  <a:pt x="913" y="1775"/>
                </a:lnTo>
                <a:lnTo>
                  <a:pt x="881" y="1759"/>
                </a:lnTo>
                <a:lnTo>
                  <a:pt x="849" y="1741"/>
                </a:lnTo>
                <a:lnTo>
                  <a:pt x="819" y="1723"/>
                </a:lnTo>
                <a:lnTo>
                  <a:pt x="789" y="1705"/>
                </a:lnTo>
                <a:lnTo>
                  <a:pt x="760" y="1686"/>
                </a:lnTo>
                <a:lnTo>
                  <a:pt x="733" y="1665"/>
                </a:lnTo>
                <a:lnTo>
                  <a:pt x="705" y="1645"/>
                </a:lnTo>
                <a:lnTo>
                  <a:pt x="680" y="1624"/>
                </a:lnTo>
                <a:lnTo>
                  <a:pt x="655" y="1603"/>
                </a:lnTo>
                <a:lnTo>
                  <a:pt x="630" y="1580"/>
                </a:lnTo>
                <a:lnTo>
                  <a:pt x="607" y="1558"/>
                </a:lnTo>
                <a:lnTo>
                  <a:pt x="585" y="1535"/>
                </a:lnTo>
                <a:lnTo>
                  <a:pt x="562" y="1511"/>
                </a:lnTo>
                <a:lnTo>
                  <a:pt x="541" y="1487"/>
                </a:lnTo>
                <a:lnTo>
                  <a:pt x="521" y="1463"/>
                </a:lnTo>
                <a:lnTo>
                  <a:pt x="501" y="1438"/>
                </a:lnTo>
                <a:lnTo>
                  <a:pt x="483" y="1413"/>
                </a:lnTo>
                <a:lnTo>
                  <a:pt x="465" y="1387"/>
                </a:lnTo>
                <a:lnTo>
                  <a:pt x="448" y="1361"/>
                </a:lnTo>
                <a:lnTo>
                  <a:pt x="431" y="1336"/>
                </a:lnTo>
                <a:lnTo>
                  <a:pt x="415" y="1309"/>
                </a:lnTo>
                <a:lnTo>
                  <a:pt x="400" y="1283"/>
                </a:lnTo>
                <a:lnTo>
                  <a:pt x="386" y="1256"/>
                </a:lnTo>
                <a:lnTo>
                  <a:pt x="372" y="1229"/>
                </a:lnTo>
                <a:lnTo>
                  <a:pt x="358" y="1202"/>
                </a:lnTo>
                <a:lnTo>
                  <a:pt x="334" y="1147"/>
                </a:lnTo>
                <a:lnTo>
                  <a:pt x="312" y="1092"/>
                </a:lnTo>
                <a:lnTo>
                  <a:pt x="291" y="1038"/>
                </a:lnTo>
                <a:lnTo>
                  <a:pt x="273" y="983"/>
                </a:lnTo>
                <a:lnTo>
                  <a:pt x="258" y="928"/>
                </a:lnTo>
                <a:lnTo>
                  <a:pt x="244" y="874"/>
                </a:lnTo>
                <a:lnTo>
                  <a:pt x="232" y="820"/>
                </a:lnTo>
                <a:lnTo>
                  <a:pt x="221" y="768"/>
                </a:lnTo>
                <a:lnTo>
                  <a:pt x="212" y="716"/>
                </a:lnTo>
                <a:lnTo>
                  <a:pt x="204" y="666"/>
                </a:lnTo>
                <a:lnTo>
                  <a:pt x="198" y="618"/>
                </a:lnTo>
                <a:lnTo>
                  <a:pt x="194" y="570"/>
                </a:lnTo>
                <a:lnTo>
                  <a:pt x="190" y="525"/>
                </a:lnTo>
                <a:lnTo>
                  <a:pt x="187" y="482"/>
                </a:lnTo>
                <a:lnTo>
                  <a:pt x="185" y="441"/>
                </a:lnTo>
                <a:lnTo>
                  <a:pt x="184" y="404"/>
                </a:lnTo>
                <a:lnTo>
                  <a:pt x="184" y="367"/>
                </a:lnTo>
                <a:lnTo>
                  <a:pt x="624" y="367"/>
                </a:lnTo>
                <a:lnTo>
                  <a:pt x="919" y="367"/>
                </a:lnTo>
                <a:lnTo>
                  <a:pt x="919" y="791"/>
                </a:lnTo>
                <a:lnTo>
                  <a:pt x="919" y="828"/>
                </a:lnTo>
                <a:lnTo>
                  <a:pt x="920" y="863"/>
                </a:lnTo>
                <a:lnTo>
                  <a:pt x="922" y="900"/>
                </a:lnTo>
                <a:lnTo>
                  <a:pt x="924" y="936"/>
                </a:lnTo>
                <a:lnTo>
                  <a:pt x="927" y="972"/>
                </a:lnTo>
                <a:lnTo>
                  <a:pt x="930" y="1008"/>
                </a:lnTo>
                <a:lnTo>
                  <a:pt x="935" y="1044"/>
                </a:lnTo>
                <a:lnTo>
                  <a:pt x="940" y="1080"/>
                </a:lnTo>
                <a:lnTo>
                  <a:pt x="951" y="1151"/>
                </a:lnTo>
                <a:lnTo>
                  <a:pt x="964" y="1223"/>
                </a:lnTo>
                <a:lnTo>
                  <a:pt x="980" y="1293"/>
                </a:lnTo>
                <a:lnTo>
                  <a:pt x="998" y="1363"/>
                </a:lnTo>
                <a:lnTo>
                  <a:pt x="1019" y="1432"/>
                </a:lnTo>
                <a:lnTo>
                  <a:pt x="1041" y="1501"/>
                </a:lnTo>
                <a:lnTo>
                  <a:pt x="1065" y="1568"/>
                </a:lnTo>
                <a:lnTo>
                  <a:pt x="1092" y="1634"/>
                </a:lnTo>
                <a:lnTo>
                  <a:pt x="1120" y="1699"/>
                </a:lnTo>
                <a:lnTo>
                  <a:pt x="1151" y="1763"/>
                </a:lnTo>
                <a:lnTo>
                  <a:pt x="1183" y="1825"/>
                </a:lnTo>
                <a:lnTo>
                  <a:pt x="1217" y="1885"/>
                </a:lnTo>
                <a:lnTo>
                  <a:pt x="1091" y="1846"/>
                </a:lnTo>
                <a:close/>
                <a:moveTo>
                  <a:pt x="2205" y="1626"/>
                </a:moveTo>
                <a:lnTo>
                  <a:pt x="1637" y="2020"/>
                </a:lnTo>
                <a:lnTo>
                  <a:pt x="1837" y="1359"/>
                </a:lnTo>
                <a:lnTo>
                  <a:pt x="1287" y="940"/>
                </a:lnTo>
                <a:lnTo>
                  <a:pt x="1978" y="927"/>
                </a:lnTo>
                <a:lnTo>
                  <a:pt x="2205" y="274"/>
                </a:lnTo>
                <a:lnTo>
                  <a:pt x="2433" y="927"/>
                </a:lnTo>
                <a:lnTo>
                  <a:pt x="3123" y="940"/>
                </a:lnTo>
                <a:lnTo>
                  <a:pt x="2573" y="1359"/>
                </a:lnTo>
                <a:lnTo>
                  <a:pt x="2772" y="2020"/>
                </a:lnTo>
                <a:lnTo>
                  <a:pt x="2205" y="162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1" name="KSO_Shape"/>
          <p:cNvSpPr>
            <a:spLocks/>
          </p:cNvSpPr>
          <p:nvPr/>
        </p:nvSpPr>
        <p:spPr bwMode="auto">
          <a:xfrm>
            <a:off x="4834002" y="2641275"/>
            <a:ext cx="247045" cy="247457"/>
          </a:xfrm>
          <a:custGeom>
            <a:avLst/>
            <a:gdLst>
              <a:gd name="T0" fmla="*/ 2147483646 w 4409"/>
              <a:gd name="T1" fmla="*/ 2147483646 h 4408"/>
              <a:gd name="T2" fmla="*/ 2147483646 w 4409"/>
              <a:gd name="T3" fmla="*/ 2147483646 h 4408"/>
              <a:gd name="T4" fmla="*/ 2147483646 w 4409"/>
              <a:gd name="T5" fmla="*/ 2147483646 h 4408"/>
              <a:gd name="T6" fmla="*/ 2147483646 w 4409"/>
              <a:gd name="T7" fmla="*/ 2147483646 h 4408"/>
              <a:gd name="T8" fmla="*/ 2147483646 w 4409"/>
              <a:gd name="T9" fmla="*/ 2147483646 h 4408"/>
              <a:gd name="T10" fmla="*/ 2147483646 w 4409"/>
              <a:gd name="T11" fmla="*/ 2147483646 h 4408"/>
              <a:gd name="T12" fmla="*/ 2147483646 w 4409"/>
              <a:gd name="T13" fmla="*/ 2147483646 h 4408"/>
              <a:gd name="T14" fmla="*/ 2147483646 w 4409"/>
              <a:gd name="T15" fmla="*/ 2147483646 h 4408"/>
              <a:gd name="T16" fmla="*/ 481718167 w 4409"/>
              <a:gd name="T17" fmla="*/ 2147483646 h 4408"/>
              <a:gd name="T18" fmla="*/ 321145301 w 4409"/>
              <a:gd name="T19" fmla="*/ 2147483646 h 4408"/>
              <a:gd name="T20" fmla="*/ 2147483646 w 4409"/>
              <a:gd name="T21" fmla="*/ 2147483646 h 4408"/>
              <a:gd name="T22" fmla="*/ 2147483646 w 4409"/>
              <a:gd name="T23" fmla="*/ 2147483646 h 4408"/>
              <a:gd name="T24" fmla="*/ 2147483646 w 4409"/>
              <a:gd name="T25" fmla="*/ 2147483646 h 4408"/>
              <a:gd name="T26" fmla="*/ 2147483646 w 4409"/>
              <a:gd name="T27" fmla="*/ 2147483646 h 4408"/>
              <a:gd name="T28" fmla="*/ 2147483646 w 4409"/>
              <a:gd name="T29" fmla="*/ 2147483646 h 4408"/>
              <a:gd name="T30" fmla="*/ 2147483646 w 4409"/>
              <a:gd name="T31" fmla="*/ 2147483646 h 4408"/>
              <a:gd name="T32" fmla="*/ 2147483646 w 4409"/>
              <a:gd name="T33" fmla="*/ 2147483646 h 4408"/>
              <a:gd name="T34" fmla="*/ 2147483646 w 4409"/>
              <a:gd name="T35" fmla="*/ 2147483646 h 4408"/>
              <a:gd name="T36" fmla="*/ 2147483646 w 4409"/>
              <a:gd name="T37" fmla="*/ 2147483646 h 4408"/>
              <a:gd name="T38" fmla="*/ 2147483646 w 4409"/>
              <a:gd name="T39" fmla="*/ 2147483646 h 4408"/>
              <a:gd name="T40" fmla="*/ 2147483646 w 4409"/>
              <a:gd name="T41" fmla="*/ 2147483646 h 4408"/>
              <a:gd name="T42" fmla="*/ 2147483646 w 4409"/>
              <a:gd name="T43" fmla="*/ 2147483646 h 4408"/>
              <a:gd name="T44" fmla="*/ 2147483646 w 4409"/>
              <a:gd name="T45" fmla="*/ 2147483646 h 4408"/>
              <a:gd name="T46" fmla="*/ 2147483646 w 4409"/>
              <a:gd name="T47" fmla="*/ 2147483646 h 4408"/>
              <a:gd name="T48" fmla="*/ 2147483646 w 4409"/>
              <a:gd name="T49" fmla="*/ 2147483646 h 4408"/>
              <a:gd name="T50" fmla="*/ 2147483646 w 4409"/>
              <a:gd name="T51" fmla="*/ 2147483646 h 4408"/>
              <a:gd name="T52" fmla="*/ 2147483646 w 4409"/>
              <a:gd name="T53" fmla="*/ 2147483646 h 4408"/>
              <a:gd name="T54" fmla="*/ 2147483646 w 4409"/>
              <a:gd name="T55" fmla="*/ 2147483646 h 4408"/>
              <a:gd name="T56" fmla="*/ 2147483646 w 4409"/>
              <a:gd name="T57" fmla="*/ 2147483646 h 4408"/>
              <a:gd name="T58" fmla="*/ 2147483646 w 4409"/>
              <a:gd name="T59" fmla="*/ 2147483646 h 4408"/>
              <a:gd name="T60" fmla="*/ 2147483646 w 4409"/>
              <a:gd name="T61" fmla="*/ 2147483646 h 4408"/>
              <a:gd name="T62" fmla="*/ 2147483646 w 4409"/>
              <a:gd name="T63" fmla="*/ 2147483646 h 4408"/>
              <a:gd name="T64" fmla="*/ 2147483646 w 4409"/>
              <a:gd name="T65" fmla="*/ 2147483646 h 4408"/>
              <a:gd name="T66" fmla="*/ 2147483646 w 4409"/>
              <a:gd name="T67" fmla="*/ 2147483646 h 4408"/>
              <a:gd name="T68" fmla="*/ 2147483646 w 4409"/>
              <a:gd name="T69" fmla="*/ 2147483646 h 4408"/>
              <a:gd name="T70" fmla="*/ 2147483646 w 4409"/>
              <a:gd name="T71" fmla="*/ 2147483646 h 4408"/>
              <a:gd name="T72" fmla="*/ 2147483646 w 4409"/>
              <a:gd name="T73" fmla="*/ 2147483646 h 4408"/>
              <a:gd name="T74" fmla="*/ 2147483646 w 4409"/>
              <a:gd name="T75" fmla="*/ 2147483646 h 4408"/>
              <a:gd name="T76" fmla="*/ 2147483646 w 4409"/>
              <a:gd name="T77" fmla="*/ 2147483646 h 4408"/>
              <a:gd name="T78" fmla="*/ 2147483646 w 4409"/>
              <a:gd name="T79" fmla="*/ 2147483646 h 4408"/>
              <a:gd name="T80" fmla="*/ 2147483646 w 4409"/>
              <a:gd name="T81" fmla="*/ 2147483646 h 4408"/>
              <a:gd name="T82" fmla="*/ 2147483646 w 4409"/>
              <a:gd name="T83" fmla="*/ 2147483646 h 4408"/>
              <a:gd name="T84" fmla="*/ 2147483646 w 4409"/>
              <a:gd name="T85" fmla="*/ 2147483646 h 4408"/>
              <a:gd name="T86" fmla="*/ 2147483646 w 4409"/>
              <a:gd name="T87" fmla="*/ 2147483646 h 4408"/>
              <a:gd name="T88" fmla="*/ 2147483646 w 4409"/>
              <a:gd name="T89" fmla="*/ 2147483646 h 4408"/>
              <a:gd name="T90" fmla="*/ 2147483646 w 4409"/>
              <a:gd name="T91" fmla="*/ 2147483646 h 4408"/>
              <a:gd name="T92" fmla="*/ 2147483646 w 4409"/>
              <a:gd name="T93" fmla="*/ 2147483646 h 4408"/>
              <a:gd name="T94" fmla="*/ 2147483646 w 4409"/>
              <a:gd name="T95" fmla="*/ 2147483646 h 4408"/>
              <a:gd name="T96" fmla="*/ 2147483646 w 4409"/>
              <a:gd name="T97" fmla="*/ 2147483646 h 4408"/>
              <a:gd name="T98" fmla="*/ 2147483646 w 4409"/>
              <a:gd name="T99" fmla="*/ 2147483646 h 4408"/>
              <a:gd name="T100" fmla="*/ 2147483646 w 4409"/>
              <a:gd name="T101" fmla="*/ 2147483646 h 4408"/>
              <a:gd name="T102" fmla="*/ 2147483646 w 4409"/>
              <a:gd name="T103" fmla="*/ 2147483646 h 4408"/>
              <a:gd name="T104" fmla="*/ 2147483646 w 4409"/>
              <a:gd name="T105" fmla="*/ 2147483646 h 4408"/>
              <a:gd name="T106" fmla="*/ 2147483646 w 4409"/>
              <a:gd name="T107" fmla="*/ 2147483646 h 4408"/>
              <a:gd name="T108" fmla="*/ 2147483646 w 4409"/>
              <a:gd name="T109" fmla="*/ 2147483646 h 44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409" h="4408">
                <a:moveTo>
                  <a:pt x="3025" y="2127"/>
                </a:moveTo>
                <a:lnTo>
                  <a:pt x="3025" y="2127"/>
                </a:lnTo>
                <a:lnTo>
                  <a:pt x="3097" y="2107"/>
                </a:lnTo>
                <a:lnTo>
                  <a:pt x="3179" y="2081"/>
                </a:lnTo>
                <a:lnTo>
                  <a:pt x="3271" y="2053"/>
                </a:lnTo>
                <a:lnTo>
                  <a:pt x="3375" y="2020"/>
                </a:lnTo>
                <a:lnTo>
                  <a:pt x="3429" y="2002"/>
                </a:lnTo>
                <a:lnTo>
                  <a:pt x="3481" y="1982"/>
                </a:lnTo>
                <a:lnTo>
                  <a:pt x="3532" y="1961"/>
                </a:lnTo>
                <a:lnTo>
                  <a:pt x="3580" y="1938"/>
                </a:lnTo>
                <a:lnTo>
                  <a:pt x="3626" y="1914"/>
                </a:lnTo>
                <a:lnTo>
                  <a:pt x="3672" y="1889"/>
                </a:lnTo>
                <a:lnTo>
                  <a:pt x="3715" y="1861"/>
                </a:lnTo>
                <a:lnTo>
                  <a:pt x="3756" y="1834"/>
                </a:lnTo>
                <a:lnTo>
                  <a:pt x="3797" y="1804"/>
                </a:lnTo>
                <a:lnTo>
                  <a:pt x="3834" y="1774"/>
                </a:lnTo>
                <a:lnTo>
                  <a:pt x="3871" y="1744"/>
                </a:lnTo>
                <a:lnTo>
                  <a:pt x="3906" y="1711"/>
                </a:lnTo>
                <a:lnTo>
                  <a:pt x="3940" y="1679"/>
                </a:lnTo>
                <a:lnTo>
                  <a:pt x="3971" y="1644"/>
                </a:lnTo>
                <a:lnTo>
                  <a:pt x="4002" y="1610"/>
                </a:lnTo>
                <a:lnTo>
                  <a:pt x="4031" y="1575"/>
                </a:lnTo>
                <a:lnTo>
                  <a:pt x="4059" y="1539"/>
                </a:lnTo>
                <a:lnTo>
                  <a:pt x="4085" y="1502"/>
                </a:lnTo>
                <a:lnTo>
                  <a:pt x="4110" y="1466"/>
                </a:lnTo>
                <a:lnTo>
                  <a:pt x="4134" y="1428"/>
                </a:lnTo>
                <a:lnTo>
                  <a:pt x="4157" y="1390"/>
                </a:lnTo>
                <a:lnTo>
                  <a:pt x="4177" y="1351"/>
                </a:lnTo>
                <a:lnTo>
                  <a:pt x="4198" y="1312"/>
                </a:lnTo>
                <a:lnTo>
                  <a:pt x="4217" y="1274"/>
                </a:lnTo>
                <a:lnTo>
                  <a:pt x="4234" y="1235"/>
                </a:lnTo>
                <a:lnTo>
                  <a:pt x="4251" y="1196"/>
                </a:lnTo>
                <a:lnTo>
                  <a:pt x="4267" y="1156"/>
                </a:lnTo>
                <a:lnTo>
                  <a:pt x="4281" y="1117"/>
                </a:lnTo>
                <a:lnTo>
                  <a:pt x="4295" y="1078"/>
                </a:lnTo>
                <a:lnTo>
                  <a:pt x="4307" y="1039"/>
                </a:lnTo>
                <a:lnTo>
                  <a:pt x="4319" y="1000"/>
                </a:lnTo>
                <a:lnTo>
                  <a:pt x="4329" y="961"/>
                </a:lnTo>
                <a:lnTo>
                  <a:pt x="4340" y="923"/>
                </a:lnTo>
                <a:lnTo>
                  <a:pt x="4349" y="884"/>
                </a:lnTo>
                <a:lnTo>
                  <a:pt x="4357" y="847"/>
                </a:lnTo>
                <a:lnTo>
                  <a:pt x="4365" y="809"/>
                </a:lnTo>
                <a:lnTo>
                  <a:pt x="4377" y="736"/>
                </a:lnTo>
                <a:lnTo>
                  <a:pt x="4387" y="665"/>
                </a:lnTo>
                <a:lnTo>
                  <a:pt x="4395" y="598"/>
                </a:lnTo>
                <a:lnTo>
                  <a:pt x="4401" y="534"/>
                </a:lnTo>
                <a:lnTo>
                  <a:pt x="4405" y="474"/>
                </a:lnTo>
                <a:lnTo>
                  <a:pt x="4407" y="418"/>
                </a:lnTo>
                <a:lnTo>
                  <a:pt x="4409" y="367"/>
                </a:lnTo>
                <a:lnTo>
                  <a:pt x="4409" y="321"/>
                </a:lnTo>
                <a:lnTo>
                  <a:pt x="4409" y="281"/>
                </a:lnTo>
                <a:lnTo>
                  <a:pt x="4407" y="247"/>
                </a:lnTo>
                <a:lnTo>
                  <a:pt x="4404" y="201"/>
                </a:lnTo>
                <a:lnTo>
                  <a:pt x="4403" y="183"/>
                </a:lnTo>
                <a:lnTo>
                  <a:pt x="3786" y="183"/>
                </a:lnTo>
                <a:lnTo>
                  <a:pt x="3491" y="183"/>
                </a:lnTo>
                <a:lnTo>
                  <a:pt x="3491" y="0"/>
                </a:lnTo>
                <a:lnTo>
                  <a:pt x="919" y="0"/>
                </a:lnTo>
                <a:lnTo>
                  <a:pt x="919" y="183"/>
                </a:lnTo>
                <a:lnTo>
                  <a:pt x="624" y="183"/>
                </a:lnTo>
                <a:lnTo>
                  <a:pt x="6" y="183"/>
                </a:lnTo>
                <a:lnTo>
                  <a:pt x="5" y="201"/>
                </a:lnTo>
                <a:lnTo>
                  <a:pt x="2" y="247"/>
                </a:lnTo>
                <a:lnTo>
                  <a:pt x="1" y="282"/>
                </a:lnTo>
                <a:lnTo>
                  <a:pt x="0" y="321"/>
                </a:lnTo>
                <a:lnTo>
                  <a:pt x="1" y="367"/>
                </a:lnTo>
                <a:lnTo>
                  <a:pt x="2" y="419"/>
                </a:lnTo>
                <a:lnTo>
                  <a:pt x="4" y="475"/>
                </a:lnTo>
                <a:lnTo>
                  <a:pt x="8" y="535"/>
                </a:lnTo>
                <a:lnTo>
                  <a:pt x="14" y="599"/>
                </a:lnTo>
                <a:lnTo>
                  <a:pt x="22" y="667"/>
                </a:lnTo>
                <a:lnTo>
                  <a:pt x="32" y="737"/>
                </a:lnTo>
                <a:lnTo>
                  <a:pt x="45" y="811"/>
                </a:lnTo>
                <a:lnTo>
                  <a:pt x="52" y="848"/>
                </a:lnTo>
                <a:lnTo>
                  <a:pt x="61" y="886"/>
                </a:lnTo>
                <a:lnTo>
                  <a:pt x="69" y="924"/>
                </a:lnTo>
                <a:lnTo>
                  <a:pt x="79" y="962"/>
                </a:lnTo>
                <a:lnTo>
                  <a:pt x="91" y="1002"/>
                </a:lnTo>
                <a:lnTo>
                  <a:pt x="102" y="1041"/>
                </a:lnTo>
                <a:lnTo>
                  <a:pt x="115" y="1080"/>
                </a:lnTo>
                <a:lnTo>
                  <a:pt x="128" y="1120"/>
                </a:lnTo>
                <a:lnTo>
                  <a:pt x="142" y="1158"/>
                </a:lnTo>
                <a:lnTo>
                  <a:pt x="159" y="1198"/>
                </a:lnTo>
                <a:lnTo>
                  <a:pt x="175" y="1237"/>
                </a:lnTo>
                <a:lnTo>
                  <a:pt x="193" y="1276"/>
                </a:lnTo>
                <a:lnTo>
                  <a:pt x="211" y="1315"/>
                </a:lnTo>
                <a:lnTo>
                  <a:pt x="232" y="1354"/>
                </a:lnTo>
                <a:lnTo>
                  <a:pt x="253" y="1392"/>
                </a:lnTo>
                <a:lnTo>
                  <a:pt x="275" y="1430"/>
                </a:lnTo>
                <a:lnTo>
                  <a:pt x="299" y="1468"/>
                </a:lnTo>
                <a:lnTo>
                  <a:pt x="324" y="1504"/>
                </a:lnTo>
                <a:lnTo>
                  <a:pt x="350" y="1541"/>
                </a:lnTo>
                <a:lnTo>
                  <a:pt x="378" y="1577"/>
                </a:lnTo>
                <a:lnTo>
                  <a:pt x="407" y="1612"/>
                </a:lnTo>
                <a:lnTo>
                  <a:pt x="438" y="1646"/>
                </a:lnTo>
                <a:lnTo>
                  <a:pt x="470" y="1681"/>
                </a:lnTo>
                <a:lnTo>
                  <a:pt x="503" y="1713"/>
                </a:lnTo>
                <a:lnTo>
                  <a:pt x="538" y="1746"/>
                </a:lnTo>
                <a:lnTo>
                  <a:pt x="574" y="1776"/>
                </a:lnTo>
                <a:lnTo>
                  <a:pt x="613" y="1806"/>
                </a:lnTo>
                <a:lnTo>
                  <a:pt x="653" y="1835"/>
                </a:lnTo>
                <a:lnTo>
                  <a:pt x="694" y="1863"/>
                </a:lnTo>
                <a:lnTo>
                  <a:pt x="738" y="1890"/>
                </a:lnTo>
                <a:lnTo>
                  <a:pt x="782" y="1915"/>
                </a:lnTo>
                <a:lnTo>
                  <a:pt x="829" y="1939"/>
                </a:lnTo>
                <a:lnTo>
                  <a:pt x="878" y="1962"/>
                </a:lnTo>
                <a:lnTo>
                  <a:pt x="928" y="1983"/>
                </a:lnTo>
                <a:lnTo>
                  <a:pt x="981" y="2002"/>
                </a:lnTo>
                <a:lnTo>
                  <a:pt x="1035" y="2020"/>
                </a:lnTo>
                <a:lnTo>
                  <a:pt x="1137" y="2053"/>
                </a:lnTo>
                <a:lnTo>
                  <a:pt x="1230" y="2080"/>
                </a:lnTo>
                <a:lnTo>
                  <a:pt x="1311" y="2105"/>
                </a:lnTo>
                <a:lnTo>
                  <a:pt x="1384" y="2125"/>
                </a:lnTo>
                <a:lnTo>
                  <a:pt x="1417" y="2164"/>
                </a:lnTo>
                <a:lnTo>
                  <a:pt x="1452" y="2203"/>
                </a:lnTo>
                <a:lnTo>
                  <a:pt x="1488" y="2241"/>
                </a:lnTo>
                <a:lnTo>
                  <a:pt x="1525" y="2275"/>
                </a:lnTo>
                <a:lnTo>
                  <a:pt x="1562" y="2309"/>
                </a:lnTo>
                <a:lnTo>
                  <a:pt x="1600" y="2340"/>
                </a:lnTo>
                <a:lnTo>
                  <a:pt x="1639" y="2370"/>
                </a:lnTo>
                <a:lnTo>
                  <a:pt x="1679" y="2398"/>
                </a:lnTo>
                <a:lnTo>
                  <a:pt x="1720" y="2424"/>
                </a:lnTo>
                <a:lnTo>
                  <a:pt x="1761" y="2449"/>
                </a:lnTo>
                <a:lnTo>
                  <a:pt x="1803" y="2471"/>
                </a:lnTo>
                <a:lnTo>
                  <a:pt x="1845" y="2490"/>
                </a:lnTo>
                <a:lnTo>
                  <a:pt x="1888" y="2508"/>
                </a:lnTo>
                <a:lnTo>
                  <a:pt x="1933" y="2525"/>
                </a:lnTo>
                <a:lnTo>
                  <a:pt x="1976" y="2538"/>
                </a:lnTo>
                <a:lnTo>
                  <a:pt x="2021" y="2549"/>
                </a:lnTo>
                <a:lnTo>
                  <a:pt x="2021" y="3864"/>
                </a:lnTo>
                <a:lnTo>
                  <a:pt x="1963" y="3868"/>
                </a:lnTo>
                <a:lnTo>
                  <a:pt x="1906" y="3873"/>
                </a:lnTo>
                <a:lnTo>
                  <a:pt x="1850" y="3880"/>
                </a:lnTo>
                <a:lnTo>
                  <a:pt x="1795" y="3887"/>
                </a:lnTo>
                <a:lnTo>
                  <a:pt x="1741" y="3895"/>
                </a:lnTo>
                <a:lnTo>
                  <a:pt x="1688" y="3904"/>
                </a:lnTo>
                <a:lnTo>
                  <a:pt x="1636" y="3915"/>
                </a:lnTo>
                <a:lnTo>
                  <a:pt x="1587" y="3926"/>
                </a:lnTo>
                <a:lnTo>
                  <a:pt x="1537" y="3939"/>
                </a:lnTo>
                <a:lnTo>
                  <a:pt x="1489" y="3951"/>
                </a:lnTo>
                <a:lnTo>
                  <a:pt x="1444" y="3965"/>
                </a:lnTo>
                <a:lnTo>
                  <a:pt x="1399" y="3980"/>
                </a:lnTo>
                <a:lnTo>
                  <a:pt x="1355" y="3995"/>
                </a:lnTo>
                <a:lnTo>
                  <a:pt x="1314" y="4012"/>
                </a:lnTo>
                <a:lnTo>
                  <a:pt x="1274" y="4029"/>
                </a:lnTo>
                <a:lnTo>
                  <a:pt x="1237" y="4046"/>
                </a:lnTo>
                <a:lnTo>
                  <a:pt x="1200" y="4065"/>
                </a:lnTo>
                <a:lnTo>
                  <a:pt x="1166" y="4085"/>
                </a:lnTo>
                <a:lnTo>
                  <a:pt x="1134" y="4104"/>
                </a:lnTo>
                <a:lnTo>
                  <a:pt x="1104" y="4124"/>
                </a:lnTo>
                <a:lnTo>
                  <a:pt x="1076" y="4146"/>
                </a:lnTo>
                <a:lnTo>
                  <a:pt x="1049" y="4167"/>
                </a:lnTo>
                <a:lnTo>
                  <a:pt x="1026" y="4189"/>
                </a:lnTo>
                <a:lnTo>
                  <a:pt x="1004" y="4211"/>
                </a:lnTo>
                <a:lnTo>
                  <a:pt x="984" y="4235"/>
                </a:lnTo>
                <a:lnTo>
                  <a:pt x="968" y="4259"/>
                </a:lnTo>
                <a:lnTo>
                  <a:pt x="953" y="4282"/>
                </a:lnTo>
                <a:lnTo>
                  <a:pt x="947" y="4295"/>
                </a:lnTo>
                <a:lnTo>
                  <a:pt x="941" y="4307"/>
                </a:lnTo>
                <a:lnTo>
                  <a:pt x="936" y="4320"/>
                </a:lnTo>
                <a:lnTo>
                  <a:pt x="931" y="4332"/>
                </a:lnTo>
                <a:lnTo>
                  <a:pt x="927" y="4344"/>
                </a:lnTo>
                <a:lnTo>
                  <a:pt x="924" y="4358"/>
                </a:lnTo>
                <a:lnTo>
                  <a:pt x="922" y="4370"/>
                </a:lnTo>
                <a:lnTo>
                  <a:pt x="920" y="4383"/>
                </a:lnTo>
                <a:lnTo>
                  <a:pt x="919" y="4396"/>
                </a:lnTo>
                <a:lnTo>
                  <a:pt x="919" y="4408"/>
                </a:lnTo>
                <a:lnTo>
                  <a:pt x="3491" y="4408"/>
                </a:lnTo>
                <a:lnTo>
                  <a:pt x="3491" y="4396"/>
                </a:lnTo>
                <a:lnTo>
                  <a:pt x="3490" y="4383"/>
                </a:lnTo>
                <a:lnTo>
                  <a:pt x="3488" y="4370"/>
                </a:lnTo>
                <a:lnTo>
                  <a:pt x="3486" y="4358"/>
                </a:lnTo>
                <a:lnTo>
                  <a:pt x="3482" y="4344"/>
                </a:lnTo>
                <a:lnTo>
                  <a:pt x="3478" y="4332"/>
                </a:lnTo>
                <a:lnTo>
                  <a:pt x="3474" y="4320"/>
                </a:lnTo>
                <a:lnTo>
                  <a:pt x="3469" y="4307"/>
                </a:lnTo>
                <a:lnTo>
                  <a:pt x="3463" y="4295"/>
                </a:lnTo>
                <a:lnTo>
                  <a:pt x="3457" y="4282"/>
                </a:lnTo>
                <a:lnTo>
                  <a:pt x="3443" y="4259"/>
                </a:lnTo>
                <a:lnTo>
                  <a:pt x="3426" y="4235"/>
                </a:lnTo>
                <a:lnTo>
                  <a:pt x="3406" y="4211"/>
                </a:lnTo>
                <a:lnTo>
                  <a:pt x="3384" y="4189"/>
                </a:lnTo>
                <a:lnTo>
                  <a:pt x="3361" y="4167"/>
                </a:lnTo>
                <a:lnTo>
                  <a:pt x="3334" y="4146"/>
                </a:lnTo>
                <a:lnTo>
                  <a:pt x="3306" y="4124"/>
                </a:lnTo>
                <a:lnTo>
                  <a:pt x="3276" y="4104"/>
                </a:lnTo>
                <a:lnTo>
                  <a:pt x="3244" y="4085"/>
                </a:lnTo>
                <a:lnTo>
                  <a:pt x="3210" y="4065"/>
                </a:lnTo>
                <a:lnTo>
                  <a:pt x="3173" y="4046"/>
                </a:lnTo>
                <a:lnTo>
                  <a:pt x="3136" y="4029"/>
                </a:lnTo>
                <a:lnTo>
                  <a:pt x="3096" y="4012"/>
                </a:lnTo>
                <a:lnTo>
                  <a:pt x="3054" y="3995"/>
                </a:lnTo>
                <a:lnTo>
                  <a:pt x="3011" y="3980"/>
                </a:lnTo>
                <a:lnTo>
                  <a:pt x="2966" y="3965"/>
                </a:lnTo>
                <a:lnTo>
                  <a:pt x="2921" y="3951"/>
                </a:lnTo>
                <a:lnTo>
                  <a:pt x="2873" y="3939"/>
                </a:lnTo>
                <a:lnTo>
                  <a:pt x="2823" y="3926"/>
                </a:lnTo>
                <a:lnTo>
                  <a:pt x="2773" y="3915"/>
                </a:lnTo>
                <a:lnTo>
                  <a:pt x="2722" y="3904"/>
                </a:lnTo>
                <a:lnTo>
                  <a:pt x="2669" y="3895"/>
                </a:lnTo>
                <a:lnTo>
                  <a:pt x="2615" y="3887"/>
                </a:lnTo>
                <a:lnTo>
                  <a:pt x="2559" y="3880"/>
                </a:lnTo>
                <a:lnTo>
                  <a:pt x="2504" y="3873"/>
                </a:lnTo>
                <a:lnTo>
                  <a:pt x="2447" y="3868"/>
                </a:lnTo>
                <a:lnTo>
                  <a:pt x="2389" y="3864"/>
                </a:lnTo>
                <a:lnTo>
                  <a:pt x="2389" y="2549"/>
                </a:lnTo>
                <a:lnTo>
                  <a:pt x="2434" y="2538"/>
                </a:lnTo>
                <a:lnTo>
                  <a:pt x="2477" y="2525"/>
                </a:lnTo>
                <a:lnTo>
                  <a:pt x="2521" y="2508"/>
                </a:lnTo>
                <a:lnTo>
                  <a:pt x="2565" y="2491"/>
                </a:lnTo>
                <a:lnTo>
                  <a:pt x="2607" y="2471"/>
                </a:lnTo>
                <a:lnTo>
                  <a:pt x="2649" y="2449"/>
                </a:lnTo>
                <a:lnTo>
                  <a:pt x="2689" y="2425"/>
                </a:lnTo>
                <a:lnTo>
                  <a:pt x="2730" y="2399"/>
                </a:lnTo>
                <a:lnTo>
                  <a:pt x="2769" y="2370"/>
                </a:lnTo>
                <a:lnTo>
                  <a:pt x="2809" y="2341"/>
                </a:lnTo>
                <a:lnTo>
                  <a:pt x="2846" y="2310"/>
                </a:lnTo>
                <a:lnTo>
                  <a:pt x="2884" y="2276"/>
                </a:lnTo>
                <a:lnTo>
                  <a:pt x="2921" y="2242"/>
                </a:lnTo>
                <a:lnTo>
                  <a:pt x="2956" y="2205"/>
                </a:lnTo>
                <a:lnTo>
                  <a:pt x="2992" y="2167"/>
                </a:lnTo>
                <a:lnTo>
                  <a:pt x="3025" y="2127"/>
                </a:lnTo>
                <a:close/>
                <a:moveTo>
                  <a:pt x="3491" y="791"/>
                </a:moveTo>
                <a:lnTo>
                  <a:pt x="3491" y="367"/>
                </a:lnTo>
                <a:lnTo>
                  <a:pt x="3786" y="367"/>
                </a:lnTo>
                <a:lnTo>
                  <a:pt x="4226" y="367"/>
                </a:lnTo>
                <a:lnTo>
                  <a:pt x="4226" y="403"/>
                </a:lnTo>
                <a:lnTo>
                  <a:pt x="4225" y="441"/>
                </a:lnTo>
                <a:lnTo>
                  <a:pt x="4223" y="482"/>
                </a:lnTo>
                <a:lnTo>
                  <a:pt x="4220" y="525"/>
                </a:lnTo>
                <a:lnTo>
                  <a:pt x="4216" y="570"/>
                </a:lnTo>
                <a:lnTo>
                  <a:pt x="4211" y="617"/>
                </a:lnTo>
                <a:lnTo>
                  <a:pt x="4205" y="665"/>
                </a:lnTo>
                <a:lnTo>
                  <a:pt x="4198" y="716"/>
                </a:lnTo>
                <a:lnTo>
                  <a:pt x="4188" y="767"/>
                </a:lnTo>
                <a:lnTo>
                  <a:pt x="4177" y="819"/>
                </a:lnTo>
                <a:lnTo>
                  <a:pt x="4165" y="873"/>
                </a:lnTo>
                <a:lnTo>
                  <a:pt x="4152" y="927"/>
                </a:lnTo>
                <a:lnTo>
                  <a:pt x="4136" y="982"/>
                </a:lnTo>
                <a:lnTo>
                  <a:pt x="4117" y="1037"/>
                </a:lnTo>
                <a:lnTo>
                  <a:pt x="4097" y="1091"/>
                </a:lnTo>
                <a:lnTo>
                  <a:pt x="4075" y="1146"/>
                </a:lnTo>
                <a:lnTo>
                  <a:pt x="4050" y="1201"/>
                </a:lnTo>
                <a:lnTo>
                  <a:pt x="4037" y="1227"/>
                </a:lnTo>
                <a:lnTo>
                  <a:pt x="4023" y="1255"/>
                </a:lnTo>
                <a:lnTo>
                  <a:pt x="4009" y="1281"/>
                </a:lnTo>
                <a:lnTo>
                  <a:pt x="3994" y="1307"/>
                </a:lnTo>
                <a:lnTo>
                  <a:pt x="3977" y="1334"/>
                </a:lnTo>
                <a:lnTo>
                  <a:pt x="3961" y="1360"/>
                </a:lnTo>
                <a:lnTo>
                  <a:pt x="3944" y="1385"/>
                </a:lnTo>
                <a:lnTo>
                  <a:pt x="3926" y="1412"/>
                </a:lnTo>
                <a:lnTo>
                  <a:pt x="3907" y="1436"/>
                </a:lnTo>
                <a:lnTo>
                  <a:pt x="3887" y="1462"/>
                </a:lnTo>
                <a:lnTo>
                  <a:pt x="3867" y="1486"/>
                </a:lnTo>
                <a:lnTo>
                  <a:pt x="3847" y="1510"/>
                </a:lnTo>
                <a:lnTo>
                  <a:pt x="3824" y="1534"/>
                </a:lnTo>
                <a:lnTo>
                  <a:pt x="3802" y="1557"/>
                </a:lnTo>
                <a:lnTo>
                  <a:pt x="3779" y="1579"/>
                </a:lnTo>
                <a:lnTo>
                  <a:pt x="3754" y="1602"/>
                </a:lnTo>
                <a:lnTo>
                  <a:pt x="3729" y="1623"/>
                </a:lnTo>
                <a:lnTo>
                  <a:pt x="3703" y="1644"/>
                </a:lnTo>
                <a:lnTo>
                  <a:pt x="3676" y="1664"/>
                </a:lnTo>
                <a:lnTo>
                  <a:pt x="3649" y="1685"/>
                </a:lnTo>
                <a:lnTo>
                  <a:pt x="3619" y="1704"/>
                </a:lnTo>
                <a:lnTo>
                  <a:pt x="3590" y="1722"/>
                </a:lnTo>
                <a:lnTo>
                  <a:pt x="3560" y="1740"/>
                </a:lnTo>
                <a:lnTo>
                  <a:pt x="3528" y="1758"/>
                </a:lnTo>
                <a:lnTo>
                  <a:pt x="3496" y="1775"/>
                </a:lnTo>
                <a:lnTo>
                  <a:pt x="3462" y="1790"/>
                </a:lnTo>
                <a:lnTo>
                  <a:pt x="3428" y="1805"/>
                </a:lnTo>
                <a:lnTo>
                  <a:pt x="3392" y="1820"/>
                </a:lnTo>
                <a:lnTo>
                  <a:pt x="3357" y="1833"/>
                </a:lnTo>
                <a:lnTo>
                  <a:pt x="3319" y="1846"/>
                </a:lnTo>
                <a:lnTo>
                  <a:pt x="3192" y="1886"/>
                </a:lnTo>
                <a:lnTo>
                  <a:pt x="3227" y="1825"/>
                </a:lnTo>
                <a:lnTo>
                  <a:pt x="3258" y="1763"/>
                </a:lnTo>
                <a:lnTo>
                  <a:pt x="3289" y="1700"/>
                </a:lnTo>
                <a:lnTo>
                  <a:pt x="3317" y="1635"/>
                </a:lnTo>
                <a:lnTo>
                  <a:pt x="3345" y="1569"/>
                </a:lnTo>
                <a:lnTo>
                  <a:pt x="3369" y="1501"/>
                </a:lnTo>
                <a:lnTo>
                  <a:pt x="3391" y="1433"/>
                </a:lnTo>
                <a:lnTo>
                  <a:pt x="3411" y="1364"/>
                </a:lnTo>
                <a:lnTo>
                  <a:pt x="3430" y="1294"/>
                </a:lnTo>
                <a:lnTo>
                  <a:pt x="3446" y="1223"/>
                </a:lnTo>
                <a:lnTo>
                  <a:pt x="3459" y="1152"/>
                </a:lnTo>
                <a:lnTo>
                  <a:pt x="3470" y="1080"/>
                </a:lnTo>
                <a:lnTo>
                  <a:pt x="3475" y="1044"/>
                </a:lnTo>
                <a:lnTo>
                  <a:pt x="3479" y="1008"/>
                </a:lnTo>
                <a:lnTo>
                  <a:pt x="3482" y="972"/>
                </a:lnTo>
                <a:lnTo>
                  <a:pt x="3486" y="936"/>
                </a:lnTo>
                <a:lnTo>
                  <a:pt x="3488" y="900"/>
                </a:lnTo>
                <a:lnTo>
                  <a:pt x="3490" y="863"/>
                </a:lnTo>
                <a:lnTo>
                  <a:pt x="3491" y="828"/>
                </a:lnTo>
                <a:lnTo>
                  <a:pt x="3491" y="791"/>
                </a:lnTo>
                <a:close/>
                <a:moveTo>
                  <a:pt x="1091" y="1846"/>
                </a:moveTo>
                <a:lnTo>
                  <a:pt x="1091" y="1846"/>
                </a:lnTo>
                <a:lnTo>
                  <a:pt x="1053" y="1833"/>
                </a:lnTo>
                <a:lnTo>
                  <a:pt x="1017" y="1820"/>
                </a:lnTo>
                <a:lnTo>
                  <a:pt x="981" y="1805"/>
                </a:lnTo>
                <a:lnTo>
                  <a:pt x="947" y="1791"/>
                </a:lnTo>
                <a:lnTo>
                  <a:pt x="913" y="1775"/>
                </a:lnTo>
                <a:lnTo>
                  <a:pt x="881" y="1759"/>
                </a:lnTo>
                <a:lnTo>
                  <a:pt x="849" y="1741"/>
                </a:lnTo>
                <a:lnTo>
                  <a:pt x="819" y="1723"/>
                </a:lnTo>
                <a:lnTo>
                  <a:pt x="789" y="1705"/>
                </a:lnTo>
                <a:lnTo>
                  <a:pt x="760" y="1686"/>
                </a:lnTo>
                <a:lnTo>
                  <a:pt x="733" y="1665"/>
                </a:lnTo>
                <a:lnTo>
                  <a:pt x="705" y="1645"/>
                </a:lnTo>
                <a:lnTo>
                  <a:pt x="680" y="1624"/>
                </a:lnTo>
                <a:lnTo>
                  <a:pt x="655" y="1603"/>
                </a:lnTo>
                <a:lnTo>
                  <a:pt x="630" y="1580"/>
                </a:lnTo>
                <a:lnTo>
                  <a:pt x="607" y="1558"/>
                </a:lnTo>
                <a:lnTo>
                  <a:pt x="585" y="1535"/>
                </a:lnTo>
                <a:lnTo>
                  <a:pt x="562" y="1511"/>
                </a:lnTo>
                <a:lnTo>
                  <a:pt x="541" y="1487"/>
                </a:lnTo>
                <a:lnTo>
                  <a:pt x="521" y="1463"/>
                </a:lnTo>
                <a:lnTo>
                  <a:pt x="501" y="1438"/>
                </a:lnTo>
                <a:lnTo>
                  <a:pt x="483" y="1413"/>
                </a:lnTo>
                <a:lnTo>
                  <a:pt x="465" y="1387"/>
                </a:lnTo>
                <a:lnTo>
                  <a:pt x="448" y="1361"/>
                </a:lnTo>
                <a:lnTo>
                  <a:pt x="431" y="1336"/>
                </a:lnTo>
                <a:lnTo>
                  <a:pt x="415" y="1309"/>
                </a:lnTo>
                <a:lnTo>
                  <a:pt x="400" y="1283"/>
                </a:lnTo>
                <a:lnTo>
                  <a:pt x="386" y="1256"/>
                </a:lnTo>
                <a:lnTo>
                  <a:pt x="372" y="1229"/>
                </a:lnTo>
                <a:lnTo>
                  <a:pt x="358" y="1202"/>
                </a:lnTo>
                <a:lnTo>
                  <a:pt x="334" y="1147"/>
                </a:lnTo>
                <a:lnTo>
                  <a:pt x="312" y="1092"/>
                </a:lnTo>
                <a:lnTo>
                  <a:pt x="291" y="1038"/>
                </a:lnTo>
                <a:lnTo>
                  <a:pt x="273" y="983"/>
                </a:lnTo>
                <a:lnTo>
                  <a:pt x="258" y="928"/>
                </a:lnTo>
                <a:lnTo>
                  <a:pt x="244" y="874"/>
                </a:lnTo>
                <a:lnTo>
                  <a:pt x="232" y="820"/>
                </a:lnTo>
                <a:lnTo>
                  <a:pt x="221" y="768"/>
                </a:lnTo>
                <a:lnTo>
                  <a:pt x="212" y="716"/>
                </a:lnTo>
                <a:lnTo>
                  <a:pt x="204" y="666"/>
                </a:lnTo>
                <a:lnTo>
                  <a:pt x="198" y="618"/>
                </a:lnTo>
                <a:lnTo>
                  <a:pt x="194" y="570"/>
                </a:lnTo>
                <a:lnTo>
                  <a:pt x="190" y="525"/>
                </a:lnTo>
                <a:lnTo>
                  <a:pt x="187" y="482"/>
                </a:lnTo>
                <a:lnTo>
                  <a:pt x="185" y="441"/>
                </a:lnTo>
                <a:lnTo>
                  <a:pt x="184" y="404"/>
                </a:lnTo>
                <a:lnTo>
                  <a:pt x="184" y="367"/>
                </a:lnTo>
                <a:lnTo>
                  <a:pt x="624" y="367"/>
                </a:lnTo>
                <a:lnTo>
                  <a:pt x="919" y="367"/>
                </a:lnTo>
                <a:lnTo>
                  <a:pt x="919" y="791"/>
                </a:lnTo>
                <a:lnTo>
                  <a:pt x="919" y="828"/>
                </a:lnTo>
                <a:lnTo>
                  <a:pt x="920" y="863"/>
                </a:lnTo>
                <a:lnTo>
                  <a:pt x="922" y="900"/>
                </a:lnTo>
                <a:lnTo>
                  <a:pt x="924" y="936"/>
                </a:lnTo>
                <a:lnTo>
                  <a:pt x="927" y="972"/>
                </a:lnTo>
                <a:lnTo>
                  <a:pt x="930" y="1008"/>
                </a:lnTo>
                <a:lnTo>
                  <a:pt x="935" y="1044"/>
                </a:lnTo>
                <a:lnTo>
                  <a:pt x="940" y="1080"/>
                </a:lnTo>
                <a:lnTo>
                  <a:pt x="951" y="1151"/>
                </a:lnTo>
                <a:lnTo>
                  <a:pt x="964" y="1223"/>
                </a:lnTo>
                <a:lnTo>
                  <a:pt x="980" y="1293"/>
                </a:lnTo>
                <a:lnTo>
                  <a:pt x="998" y="1363"/>
                </a:lnTo>
                <a:lnTo>
                  <a:pt x="1019" y="1432"/>
                </a:lnTo>
                <a:lnTo>
                  <a:pt x="1041" y="1501"/>
                </a:lnTo>
                <a:lnTo>
                  <a:pt x="1065" y="1568"/>
                </a:lnTo>
                <a:lnTo>
                  <a:pt x="1092" y="1634"/>
                </a:lnTo>
                <a:lnTo>
                  <a:pt x="1120" y="1699"/>
                </a:lnTo>
                <a:lnTo>
                  <a:pt x="1151" y="1763"/>
                </a:lnTo>
                <a:lnTo>
                  <a:pt x="1183" y="1825"/>
                </a:lnTo>
                <a:lnTo>
                  <a:pt x="1217" y="1885"/>
                </a:lnTo>
                <a:lnTo>
                  <a:pt x="1091" y="1846"/>
                </a:lnTo>
                <a:close/>
                <a:moveTo>
                  <a:pt x="2205" y="1626"/>
                </a:moveTo>
                <a:lnTo>
                  <a:pt x="1637" y="2020"/>
                </a:lnTo>
                <a:lnTo>
                  <a:pt x="1837" y="1359"/>
                </a:lnTo>
                <a:lnTo>
                  <a:pt x="1287" y="940"/>
                </a:lnTo>
                <a:lnTo>
                  <a:pt x="1978" y="927"/>
                </a:lnTo>
                <a:lnTo>
                  <a:pt x="2205" y="274"/>
                </a:lnTo>
                <a:lnTo>
                  <a:pt x="2433" y="927"/>
                </a:lnTo>
                <a:lnTo>
                  <a:pt x="3123" y="940"/>
                </a:lnTo>
                <a:lnTo>
                  <a:pt x="2573" y="1359"/>
                </a:lnTo>
                <a:lnTo>
                  <a:pt x="2772" y="2020"/>
                </a:lnTo>
                <a:lnTo>
                  <a:pt x="2205" y="162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" name="KSO_Shape"/>
          <p:cNvSpPr>
            <a:spLocks/>
          </p:cNvSpPr>
          <p:nvPr/>
        </p:nvSpPr>
        <p:spPr bwMode="auto">
          <a:xfrm>
            <a:off x="4834002" y="3098281"/>
            <a:ext cx="247045" cy="247457"/>
          </a:xfrm>
          <a:custGeom>
            <a:avLst/>
            <a:gdLst>
              <a:gd name="T0" fmla="*/ 2147483646 w 4409"/>
              <a:gd name="T1" fmla="*/ 2147483646 h 4408"/>
              <a:gd name="T2" fmla="*/ 2147483646 w 4409"/>
              <a:gd name="T3" fmla="*/ 2147483646 h 4408"/>
              <a:gd name="T4" fmla="*/ 2147483646 w 4409"/>
              <a:gd name="T5" fmla="*/ 2147483646 h 4408"/>
              <a:gd name="T6" fmla="*/ 2147483646 w 4409"/>
              <a:gd name="T7" fmla="*/ 2147483646 h 4408"/>
              <a:gd name="T8" fmla="*/ 2147483646 w 4409"/>
              <a:gd name="T9" fmla="*/ 2147483646 h 4408"/>
              <a:gd name="T10" fmla="*/ 2147483646 w 4409"/>
              <a:gd name="T11" fmla="*/ 2147483646 h 4408"/>
              <a:gd name="T12" fmla="*/ 2147483646 w 4409"/>
              <a:gd name="T13" fmla="*/ 2147483646 h 4408"/>
              <a:gd name="T14" fmla="*/ 2147483646 w 4409"/>
              <a:gd name="T15" fmla="*/ 2147483646 h 4408"/>
              <a:gd name="T16" fmla="*/ 481718167 w 4409"/>
              <a:gd name="T17" fmla="*/ 2147483646 h 4408"/>
              <a:gd name="T18" fmla="*/ 321145301 w 4409"/>
              <a:gd name="T19" fmla="*/ 2147483646 h 4408"/>
              <a:gd name="T20" fmla="*/ 2147483646 w 4409"/>
              <a:gd name="T21" fmla="*/ 2147483646 h 4408"/>
              <a:gd name="T22" fmla="*/ 2147483646 w 4409"/>
              <a:gd name="T23" fmla="*/ 2147483646 h 4408"/>
              <a:gd name="T24" fmla="*/ 2147483646 w 4409"/>
              <a:gd name="T25" fmla="*/ 2147483646 h 4408"/>
              <a:gd name="T26" fmla="*/ 2147483646 w 4409"/>
              <a:gd name="T27" fmla="*/ 2147483646 h 4408"/>
              <a:gd name="T28" fmla="*/ 2147483646 w 4409"/>
              <a:gd name="T29" fmla="*/ 2147483646 h 4408"/>
              <a:gd name="T30" fmla="*/ 2147483646 w 4409"/>
              <a:gd name="T31" fmla="*/ 2147483646 h 4408"/>
              <a:gd name="T32" fmla="*/ 2147483646 w 4409"/>
              <a:gd name="T33" fmla="*/ 2147483646 h 4408"/>
              <a:gd name="T34" fmla="*/ 2147483646 w 4409"/>
              <a:gd name="T35" fmla="*/ 2147483646 h 4408"/>
              <a:gd name="T36" fmla="*/ 2147483646 w 4409"/>
              <a:gd name="T37" fmla="*/ 2147483646 h 4408"/>
              <a:gd name="T38" fmla="*/ 2147483646 w 4409"/>
              <a:gd name="T39" fmla="*/ 2147483646 h 4408"/>
              <a:gd name="T40" fmla="*/ 2147483646 w 4409"/>
              <a:gd name="T41" fmla="*/ 2147483646 h 4408"/>
              <a:gd name="T42" fmla="*/ 2147483646 w 4409"/>
              <a:gd name="T43" fmla="*/ 2147483646 h 4408"/>
              <a:gd name="T44" fmla="*/ 2147483646 w 4409"/>
              <a:gd name="T45" fmla="*/ 2147483646 h 4408"/>
              <a:gd name="T46" fmla="*/ 2147483646 w 4409"/>
              <a:gd name="T47" fmla="*/ 2147483646 h 4408"/>
              <a:gd name="T48" fmla="*/ 2147483646 w 4409"/>
              <a:gd name="T49" fmla="*/ 2147483646 h 4408"/>
              <a:gd name="T50" fmla="*/ 2147483646 w 4409"/>
              <a:gd name="T51" fmla="*/ 2147483646 h 4408"/>
              <a:gd name="T52" fmla="*/ 2147483646 w 4409"/>
              <a:gd name="T53" fmla="*/ 2147483646 h 4408"/>
              <a:gd name="T54" fmla="*/ 2147483646 w 4409"/>
              <a:gd name="T55" fmla="*/ 2147483646 h 4408"/>
              <a:gd name="T56" fmla="*/ 2147483646 w 4409"/>
              <a:gd name="T57" fmla="*/ 2147483646 h 4408"/>
              <a:gd name="T58" fmla="*/ 2147483646 w 4409"/>
              <a:gd name="T59" fmla="*/ 2147483646 h 4408"/>
              <a:gd name="T60" fmla="*/ 2147483646 w 4409"/>
              <a:gd name="T61" fmla="*/ 2147483646 h 4408"/>
              <a:gd name="T62" fmla="*/ 2147483646 w 4409"/>
              <a:gd name="T63" fmla="*/ 2147483646 h 4408"/>
              <a:gd name="T64" fmla="*/ 2147483646 w 4409"/>
              <a:gd name="T65" fmla="*/ 2147483646 h 4408"/>
              <a:gd name="T66" fmla="*/ 2147483646 w 4409"/>
              <a:gd name="T67" fmla="*/ 2147483646 h 4408"/>
              <a:gd name="T68" fmla="*/ 2147483646 w 4409"/>
              <a:gd name="T69" fmla="*/ 2147483646 h 4408"/>
              <a:gd name="T70" fmla="*/ 2147483646 w 4409"/>
              <a:gd name="T71" fmla="*/ 2147483646 h 4408"/>
              <a:gd name="T72" fmla="*/ 2147483646 w 4409"/>
              <a:gd name="T73" fmla="*/ 2147483646 h 4408"/>
              <a:gd name="T74" fmla="*/ 2147483646 w 4409"/>
              <a:gd name="T75" fmla="*/ 2147483646 h 4408"/>
              <a:gd name="T76" fmla="*/ 2147483646 w 4409"/>
              <a:gd name="T77" fmla="*/ 2147483646 h 4408"/>
              <a:gd name="T78" fmla="*/ 2147483646 w 4409"/>
              <a:gd name="T79" fmla="*/ 2147483646 h 4408"/>
              <a:gd name="T80" fmla="*/ 2147483646 w 4409"/>
              <a:gd name="T81" fmla="*/ 2147483646 h 4408"/>
              <a:gd name="T82" fmla="*/ 2147483646 w 4409"/>
              <a:gd name="T83" fmla="*/ 2147483646 h 4408"/>
              <a:gd name="T84" fmla="*/ 2147483646 w 4409"/>
              <a:gd name="T85" fmla="*/ 2147483646 h 4408"/>
              <a:gd name="T86" fmla="*/ 2147483646 w 4409"/>
              <a:gd name="T87" fmla="*/ 2147483646 h 4408"/>
              <a:gd name="T88" fmla="*/ 2147483646 w 4409"/>
              <a:gd name="T89" fmla="*/ 2147483646 h 4408"/>
              <a:gd name="T90" fmla="*/ 2147483646 w 4409"/>
              <a:gd name="T91" fmla="*/ 2147483646 h 4408"/>
              <a:gd name="T92" fmla="*/ 2147483646 w 4409"/>
              <a:gd name="T93" fmla="*/ 2147483646 h 4408"/>
              <a:gd name="T94" fmla="*/ 2147483646 w 4409"/>
              <a:gd name="T95" fmla="*/ 2147483646 h 4408"/>
              <a:gd name="T96" fmla="*/ 2147483646 w 4409"/>
              <a:gd name="T97" fmla="*/ 2147483646 h 4408"/>
              <a:gd name="T98" fmla="*/ 2147483646 w 4409"/>
              <a:gd name="T99" fmla="*/ 2147483646 h 4408"/>
              <a:gd name="T100" fmla="*/ 2147483646 w 4409"/>
              <a:gd name="T101" fmla="*/ 2147483646 h 4408"/>
              <a:gd name="T102" fmla="*/ 2147483646 w 4409"/>
              <a:gd name="T103" fmla="*/ 2147483646 h 4408"/>
              <a:gd name="T104" fmla="*/ 2147483646 w 4409"/>
              <a:gd name="T105" fmla="*/ 2147483646 h 4408"/>
              <a:gd name="T106" fmla="*/ 2147483646 w 4409"/>
              <a:gd name="T107" fmla="*/ 2147483646 h 4408"/>
              <a:gd name="T108" fmla="*/ 2147483646 w 4409"/>
              <a:gd name="T109" fmla="*/ 2147483646 h 44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409" h="4408">
                <a:moveTo>
                  <a:pt x="3025" y="2127"/>
                </a:moveTo>
                <a:lnTo>
                  <a:pt x="3025" y="2127"/>
                </a:lnTo>
                <a:lnTo>
                  <a:pt x="3097" y="2107"/>
                </a:lnTo>
                <a:lnTo>
                  <a:pt x="3179" y="2081"/>
                </a:lnTo>
                <a:lnTo>
                  <a:pt x="3271" y="2053"/>
                </a:lnTo>
                <a:lnTo>
                  <a:pt x="3375" y="2020"/>
                </a:lnTo>
                <a:lnTo>
                  <a:pt x="3429" y="2002"/>
                </a:lnTo>
                <a:lnTo>
                  <a:pt x="3481" y="1982"/>
                </a:lnTo>
                <a:lnTo>
                  <a:pt x="3532" y="1961"/>
                </a:lnTo>
                <a:lnTo>
                  <a:pt x="3580" y="1938"/>
                </a:lnTo>
                <a:lnTo>
                  <a:pt x="3626" y="1914"/>
                </a:lnTo>
                <a:lnTo>
                  <a:pt x="3672" y="1889"/>
                </a:lnTo>
                <a:lnTo>
                  <a:pt x="3715" y="1861"/>
                </a:lnTo>
                <a:lnTo>
                  <a:pt x="3756" y="1834"/>
                </a:lnTo>
                <a:lnTo>
                  <a:pt x="3797" y="1804"/>
                </a:lnTo>
                <a:lnTo>
                  <a:pt x="3834" y="1774"/>
                </a:lnTo>
                <a:lnTo>
                  <a:pt x="3871" y="1744"/>
                </a:lnTo>
                <a:lnTo>
                  <a:pt x="3906" y="1711"/>
                </a:lnTo>
                <a:lnTo>
                  <a:pt x="3940" y="1679"/>
                </a:lnTo>
                <a:lnTo>
                  <a:pt x="3971" y="1644"/>
                </a:lnTo>
                <a:lnTo>
                  <a:pt x="4002" y="1610"/>
                </a:lnTo>
                <a:lnTo>
                  <a:pt x="4031" y="1575"/>
                </a:lnTo>
                <a:lnTo>
                  <a:pt x="4059" y="1539"/>
                </a:lnTo>
                <a:lnTo>
                  <a:pt x="4085" y="1502"/>
                </a:lnTo>
                <a:lnTo>
                  <a:pt x="4110" y="1466"/>
                </a:lnTo>
                <a:lnTo>
                  <a:pt x="4134" y="1428"/>
                </a:lnTo>
                <a:lnTo>
                  <a:pt x="4157" y="1390"/>
                </a:lnTo>
                <a:lnTo>
                  <a:pt x="4177" y="1351"/>
                </a:lnTo>
                <a:lnTo>
                  <a:pt x="4198" y="1312"/>
                </a:lnTo>
                <a:lnTo>
                  <a:pt x="4217" y="1274"/>
                </a:lnTo>
                <a:lnTo>
                  <a:pt x="4234" y="1235"/>
                </a:lnTo>
                <a:lnTo>
                  <a:pt x="4251" y="1196"/>
                </a:lnTo>
                <a:lnTo>
                  <a:pt x="4267" y="1156"/>
                </a:lnTo>
                <a:lnTo>
                  <a:pt x="4281" y="1117"/>
                </a:lnTo>
                <a:lnTo>
                  <a:pt x="4295" y="1078"/>
                </a:lnTo>
                <a:lnTo>
                  <a:pt x="4307" y="1039"/>
                </a:lnTo>
                <a:lnTo>
                  <a:pt x="4319" y="1000"/>
                </a:lnTo>
                <a:lnTo>
                  <a:pt x="4329" y="961"/>
                </a:lnTo>
                <a:lnTo>
                  <a:pt x="4340" y="923"/>
                </a:lnTo>
                <a:lnTo>
                  <a:pt x="4349" y="884"/>
                </a:lnTo>
                <a:lnTo>
                  <a:pt x="4357" y="847"/>
                </a:lnTo>
                <a:lnTo>
                  <a:pt x="4365" y="809"/>
                </a:lnTo>
                <a:lnTo>
                  <a:pt x="4377" y="736"/>
                </a:lnTo>
                <a:lnTo>
                  <a:pt x="4387" y="665"/>
                </a:lnTo>
                <a:lnTo>
                  <a:pt x="4395" y="598"/>
                </a:lnTo>
                <a:lnTo>
                  <a:pt x="4401" y="534"/>
                </a:lnTo>
                <a:lnTo>
                  <a:pt x="4405" y="474"/>
                </a:lnTo>
                <a:lnTo>
                  <a:pt x="4407" y="418"/>
                </a:lnTo>
                <a:lnTo>
                  <a:pt x="4409" y="367"/>
                </a:lnTo>
                <a:lnTo>
                  <a:pt x="4409" y="321"/>
                </a:lnTo>
                <a:lnTo>
                  <a:pt x="4409" y="281"/>
                </a:lnTo>
                <a:lnTo>
                  <a:pt x="4407" y="247"/>
                </a:lnTo>
                <a:lnTo>
                  <a:pt x="4404" y="201"/>
                </a:lnTo>
                <a:lnTo>
                  <a:pt x="4403" y="183"/>
                </a:lnTo>
                <a:lnTo>
                  <a:pt x="3786" y="183"/>
                </a:lnTo>
                <a:lnTo>
                  <a:pt x="3491" y="183"/>
                </a:lnTo>
                <a:lnTo>
                  <a:pt x="3491" y="0"/>
                </a:lnTo>
                <a:lnTo>
                  <a:pt x="919" y="0"/>
                </a:lnTo>
                <a:lnTo>
                  <a:pt x="919" y="183"/>
                </a:lnTo>
                <a:lnTo>
                  <a:pt x="624" y="183"/>
                </a:lnTo>
                <a:lnTo>
                  <a:pt x="6" y="183"/>
                </a:lnTo>
                <a:lnTo>
                  <a:pt x="5" y="201"/>
                </a:lnTo>
                <a:lnTo>
                  <a:pt x="2" y="247"/>
                </a:lnTo>
                <a:lnTo>
                  <a:pt x="1" y="282"/>
                </a:lnTo>
                <a:lnTo>
                  <a:pt x="0" y="321"/>
                </a:lnTo>
                <a:lnTo>
                  <a:pt x="1" y="367"/>
                </a:lnTo>
                <a:lnTo>
                  <a:pt x="2" y="419"/>
                </a:lnTo>
                <a:lnTo>
                  <a:pt x="4" y="475"/>
                </a:lnTo>
                <a:lnTo>
                  <a:pt x="8" y="535"/>
                </a:lnTo>
                <a:lnTo>
                  <a:pt x="14" y="599"/>
                </a:lnTo>
                <a:lnTo>
                  <a:pt x="22" y="667"/>
                </a:lnTo>
                <a:lnTo>
                  <a:pt x="32" y="737"/>
                </a:lnTo>
                <a:lnTo>
                  <a:pt x="45" y="811"/>
                </a:lnTo>
                <a:lnTo>
                  <a:pt x="52" y="848"/>
                </a:lnTo>
                <a:lnTo>
                  <a:pt x="61" y="886"/>
                </a:lnTo>
                <a:lnTo>
                  <a:pt x="69" y="924"/>
                </a:lnTo>
                <a:lnTo>
                  <a:pt x="79" y="962"/>
                </a:lnTo>
                <a:lnTo>
                  <a:pt x="91" y="1002"/>
                </a:lnTo>
                <a:lnTo>
                  <a:pt x="102" y="1041"/>
                </a:lnTo>
                <a:lnTo>
                  <a:pt x="115" y="1080"/>
                </a:lnTo>
                <a:lnTo>
                  <a:pt x="128" y="1120"/>
                </a:lnTo>
                <a:lnTo>
                  <a:pt x="142" y="1158"/>
                </a:lnTo>
                <a:lnTo>
                  <a:pt x="159" y="1198"/>
                </a:lnTo>
                <a:lnTo>
                  <a:pt x="175" y="1237"/>
                </a:lnTo>
                <a:lnTo>
                  <a:pt x="193" y="1276"/>
                </a:lnTo>
                <a:lnTo>
                  <a:pt x="211" y="1315"/>
                </a:lnTo>
                <a:lnTo>
                  <a:pt x="232" y="1354"/>
                </a:lnTo>
                <a:lnTo>
                  <a:pt x="253" y="1392"/>
                </a:lnTo>
                <a:lnTo>
                  <a:pt x="275" y="1430"/>
                </a:lnTo>
                <a:lnTo>
                  <a:pt x="299" y="1468"/>
                </a:lnTo>
                <a:lnTo>
                  <a:pt x="324" y="1504"/>
                </a:lnTo>
                <a:lnTo>
                  <a:pt x="350" y="1541"/>
                </a:lnTo>
                <a:lnTo>
                  <a:pt x="378" y="1577"/>
                </a:lnTo>
                <a:lnTo>
                  <a:pt x="407" y="1612"/>
                </a:lnTo>
                <a:lnTo>
                  <a:pt x="438" y="1646"/>
                </a:lnTo>
                <a:lnTo>
                  <a:pt x="470" y="1681"/>
                </a:lnTo>
                <a:lnTo>
                  <a:pt x="503" y="1713"/>
                </a:lnTo>
                <a:lnTo>
                  <a:pt x="538" y="1746"/>
                </a:lnTo>
                <a:lnTo>
                  <a:pt x="574" y="1776"/>
                </a:lnTo>
                <a:lnTo>
                  <a:pt x="613" y="1806"/>
                </a:lnTo>
                <a:lnTo>
                  <a:pt x="653" y="1835"/>
                </a:lnTo>
                <a:lnTo>
                  <a:pt x="694" y="1863"/>
                </a:lnTo>
                <a:lnTo>
                  <a:pt x="738" y="1890"/>
                </a:lnTo>
                <a:lnTo>
                  <a:pt x="782" y="1915"/>
                </a:lnTo>
                <a:lnTo>
                  <a:pt x="829" y="1939"/>
                </a:lnTo>
                <a:lnTo>
                  <a:pt x="878" y="1962"/>
                </a:lnTo>
                <a:lnTo>
                  <a:pt x="928" y="1983"/>
                </a:lnTo>
                <a:lnTo>
                  <a:pt x="981" y="2002"/>
                </a:lnTo>
                <a:lnTo>
                  <a:pt x="1035" y="2020"/>
                </a:lnTo>
                <a:lnTo>
                  <a:pt x="1137" y="2053"/>
                </a:lnTo>
                <a:lnTo>
                  <a:pt x="1230" y="2080"/>
                </a:lnTo>
                <a:lnTo>
                  <a:pt x="1311" y="2105"/>
                </a:lnTo>
                <a:lnTo>
                  <a:pt x="1384" y="2125"/>
                </a:lnTo>
                <a:lnTo>
                  <a:pt x="1417" y="2164"/>
                </a:lnTo>
                <a:lnTo>
                  <a:pt x="1452" y="2203"/>
                </a:lnTo>
                <a:lnTo>
                  <a:pt x="1488" y="2241"/>
                </a:lnTo>
                <a:lnTo>
                  <a:pt x="1525" y="2275"/>
                </a:lnTo>
                <a:lnTo>
                  <a:pt x="1562" y="2309"/>
                </a:lnTo>
                <a:lnTo>
                  <a:pt x="1600" y="2340"/>
                </a:lnTo>
                <a:lnTo>
                  <a:pt x="1639" y="2370"/>
                </a:lnTo>
                <a:lnTo>
                  <a:pt x="1679" y="2398"/>
                </a:lnTo>
                <a:lnTo>
                  <a:pt x="1720" y="2424"/>
                </a:lnTo>
                <a:lnTo>
                  <a:pt x="1761" y="2449"/>
                </a:lnTo>
                <a:lnTo>
                  <a:pt x="1803" y="2471"/>
                </a:lnTo>
                <a:lnTo>
                  <a:pt x="1845" y="2490"/>
                </a:lnTo>
                <a:lnTo>
                  <a:pt x="1888" y="2508"/>
                </a:lnTo>
                <a:lnTo>
                  <a:pt x="1933" y="2525"/>
                </a:lnTo>
                <a:lnTo>
                  <a:pt x="1976" y="2538"/>
                </a:lnTo>
                <a:lnTo>
                  <a:pt x="2021" y="2549"/>
                </a:lnTo>
                <a:lnTo>
                  <a:pt x="2021" y="3864"/>
                </a:lnTo>
                <a:lnTo>
                  <a:pt x="1963" y="3868"/>
                </a:lnTo>
                <a:lnTo>
                  <a:pt x="1906" y="3873"/>
                </a:lnTo>
                <a:lnTo>
                  <a:pt x="1850" y="3880"/>
                </a:lnTo>
                <a:lnTo>
                  <a:pt x="1795" y="3887"/>
                </a:lnTo>
                <a:lnTo>
                  <a:pt x="1741" y="3895"/>
                </a:lnTo>
                <a:lnTo>
                  <a:pt x="1688" y="3904"/>
                </a:lnTo>
                <a:lnTo>
                  <a:pt x="1636" y="3915"/>
                </a:lnTo>
                <a:lnTo>
                  <a:pt x="1587" y="3926"/>
                </a:lnTo>
                <a:lnTo>
                  <a:pt x="1537" y="3939"/>
                </a:lnTo>
                <a:lnTo>
                  <a:pt x="1489" y="3951"/>
                </a:lnTo>
                <a:lnTo>
                  <a:pt x="1444" y="3965"/>
                </a:lnTo>
                <a:lnTo>
                  <a:pt x="1399" y="3980"/>
                </a:lnTo>
                <a:lnTo>
                  <a:pt x="1355" y="3995"/>
                </a:lnTo>
                <a:lnTo>
                  <a:pt x="1314" y="4012"/>
                </a:lnTo>
                <a:lnTo>
                  <a:pt x="1274" y="4029"/>
                </a:lnTo>
                <a:lnTo>
                  <a:pt x="1237" y="4046"/>
                </a:lnTo>
                <a:lnTo>
                  <a:pt x="1200" y="4065"/>
                </a:lnTo>
                <a:lnTo>
                  <a:pt x="1166" y="4085"/>
                </a:lnTo>
                <a:lnTo>
                  <a:pt x="1134" y="4104"/>
                </a:lnTo>
                <a:lnTo>
                  <a:pt x="1104" y="4124"/>
                </a:lnTo>
                <a:lnTo>
                  <a:pt x="1076" y="4146"/>
                </a:lnTo>
                <a:lnTo>
                  <a:pt x="1049" y="4167"/>
                </a:lnTo>
                <a:lnTo>
                  <a:pt x="1026" y="4189"/>
                </a:lnTo>
                <a:lnTo>
                  <a:pt x="1004" y="4211"/>
                </a:lnTo>
                <a:lnTo>
                  <a:pt x="984" y="4235"/>
                </a:lnTo>
                <a:lnTo>
                  <a:pt x="968" y="4259"/>
                </a:lnTo>
                <a:lnTo>
                  <a:pt x="953" y="4282"/>
                </a:lnTo>
                <a:lnTo>
                  <a:pt x="947" y="4295"/>
                </a:lnTo>
                <a:lnTo>
                  <a:pt x="941" y="4307"/>
                </a:lnTo>
                <a:lnTo>
                  <a:pt x="936" y="4320"/>
                </a:lnTo>
                <a:lnTo>
                  <a:pt x="931" y="4332"/>
                </a:lnTo>
                <a:lnTo>
                  <a:pt x="927" y="4344"/>
                </a:lnTo>
                <a:lnTo>
                  <a:pt x="924" y="4358"/>
                </a:lnTo>
                <a:lnTo>
                  <a:pt x="922" y="4370"/>
                </a:lnTo>
                <a:lnTo>
                  <a:pt x="920" y="4383"/>
                </a:lnTo>
                <a:lnTo>
                  <a:pt x="919" y="4396"/>
                </a:lnTo>
                <a:lnTo>
                  <a:pt x="919" y="4408"/>
                </a:lnTo>
                <a:lnTo>
                  <a:pt x="3491" y="4408"/>
                </a:lnTo>
                <a:lnTo>
                  <a:pt x="3491" y="4396"/>
                </a:lnTo>
                <a:lnTo>
                  <a:pt x="3490" y="4383"/>
                </a:lnTo>
                <a:lnTo>
                  <a:pt x="3488" y="4370"/>
                </a:lnTo>
                <a:lnTo>
                  <a:pt x="3486" y="4358"/>
                </a:lnTo>
                <a:lnTo>
                  <a:pt x="3482" y="4344"/>
                </a:lnTo>
                <a:lnTo>
                  <a:pt x="3478" y="4332"/>
                </a:lnTo>
                <a:lnTo>
                  <a:pt x="3474" y="4320"/>
                </a:lnTo>
                <a:lnTo>
                  <a:pt x="3469" y="4307"/>
                </a:lnTo>
                <a:lnTo>
                  <a:pt x="3463" y="4295"/>
                </a:lnTo>
                <a:lnTo>
                  <a:pt x="3457" y="4282"/>
                </a:lnTo>
                <a:lnTo>
                  <a:pt x="3443" y="4259"/>
                </a:lnTo>
                <a:lnTo>
                  <a:pt x="3426" y="4235"/>
                </a:lnTo>
                <a:lnTo>
                  <a:pt x="3406" y="4211"/>
                </a:lnTo>
                <a:lnTo>
                  <a:pt x="3384" y="4189"/>
                </a:lnTo>
                <a:lnTo>
                  <a:pt x="3361" y="4167"/>
                </a:lnTo>
                <a:lnTo>
                  <a:pt x="3334" y="4146"/>
                </a:lnTo>
                <a:lnTo>
                  <a:pt x="3306" y="4124"/>
                </a:lnTo>
                <a:lnTo>
                  <a:pt x="3276" y="4104"/>
                </a:lnTo>
                <a:lnTo>
                  <a:pt x="3244" y="4085"/>
                </a:lnTo>
                <a:lnTo>
                  <a:pt x="3210" y="4065"/>
                </a:lnTo>
                <a:lnTo>
                  <a:pt x="3173" y="4046"/>
                </a:lnTo>
                <a:lnTo>
                  <a:pt x="3136" y="4029"/>
                </a:lnTo>
                <a:lnTo>
                  <a:pt x="3096" y="4012"/>
                </a:lnTo>
                <a:lnTo>
                  <a:pt x="3054" y="3995"/>
                </a:lnTo>
                <a:lnTo>
                  <a:pt x="3011" y="3980"/>
                </a:lnTo>
                <a:lnTo>
                  <a:pt x="2966" y="3965"/>
                </a:lnTo>
                <a:lnTo>
                  <a:pt x="2921" y="3951"/>
                </a:lnTo>
                <a:lnTo>
                  <a:pt x="2873" y="3939"/>
                </a:lnTo>
                <a:lnTo>
                  <a:pt x="2823" y="3926"/>
                </a:lnTo>
                <a:lnTo>
                  <a:pt x="2773" y="3915"/>
                </a:lnTo>
                <a:lnTo>
                  <a:pt x="2722" y="3904"/>
                </a:lnTo>
                <a:lnTo>
                  <a:pt x="2669" y="3895"/>
                </a:lnTo>
                <a:lnTo>
                  <a:pt x="2615" y="3887"/>
                </a:lnTo>
                <a:lnTo>
                  <a:pt x="2559" y="3880"/>
                </a:lnTo>
                <a:lnTo>
                  <a:pt x="2504" y="3873"/>
                </a:lnTo>
                <a:lnTo>
                  <a:pt x="2447" y="3868"/>
                </a:lnTo>
                <a:lnTo>
                  <a:pt x="2389" y="3864"/>
                </a:lnTo>
                <a:lnTo>
                  <a:pt x="2389" y="2549"/>
                </a:lnTo>
                <a:lnTo>
                  <a:pt x="2434" y="2538"/>
                </a:lnTo>
                <a:lnTo>
                  <a:pt x="2477" y="2525"/>
                </a:lnTo>
                <a:lnTo>
                  <a:pt x="2521" y="2508"/>
                </a:lnTo>
                <a:lnTo>
                  <a:pt x="2565" y="2491"/>
                </a:lnTo>
                <a:lnTo>
                  <a:pt x="2607" y="2471"/>
                </a:lnTo>
                <a:lnTo>
                  <a:pt x="2649" y="2449"/>
                </a:lnTo>
                <a:lnTo>
                  <a:pt x="2689" y="2425"/>
                </a:lnTo>
                <a:lnTo>
                  <a:pt x="2730" y="2399"/>
                </a:lnTo>
                <a:lnTo>
                  <a:pt x="2769" y="2370"/>
                </a:lnTo>
                <a:lnTo>
                  <a:pt x="2809" y="2341"/>
                </a:lnTo>
                <a:lnTo>
                  <a:pt x="2846" y="2310"/>
                </a:lnTo>
                <a:lnTo>
                  <a:pt x="2884" y="2276"/>
                </a:lnTo>
                <a:lnTo>
                  <a:pt x="2921" y="2242"/>
                </a:lnTo>
                <a:lnTo>
                  <a:pt x="2956" y="2205"/>
                </a:lnTo>
                <a:lnTo>
                  <a:pt x="2992" y="2167"/>
                </a:lnTo>
                <a:lnTo>
                  <a:pt x="3025" y="2127"/>
                </a:lnTo>
                <a:close/>
                <a:moveTo>
                  <a:pt x="3491" y="791"/>
                </a:moveTo>
                <a:lnTo>
                  <a:pt x="3491" y="367"/>
                </a:lnTo>
                <a:lnTo>
                  <a:pt x="3786" y="367"/>
                </a:lnTo>
                <a:lnTo>
                  <a:pt x="4226" y="367"/>
                </a:lnTo>
                <a:lnTo>
                  <a:pt x="4226" y="403"/>
                </a:lnTo>
                <a:lnTo>
                  <a:pt x="4225" y="441"/>
                </a:lnTo>
                <a:lnTo>
                  <a:pt x="4223" y="482"/>
                </a:lnTo>
                <a:lnTo>
                  <a:pt x="4220" y="525"/>
                </a:lnTo>
                <a:lnTo>
                  <a:pt x="4216" y="570"/>
                </a:lnTo>
                <a:lnTo>
                  <a:pt x="4211" y="617"/>
                </a:lnTo>
                <a:lnTo>
                  <a:pt x="4205" y="665"/>
                </a:lnTo>
                <a:lnTo>
                  <a:pt x="4198" y="716"/>
                </a:lnTo>
                <a:lnTo>
                  <a:pt x="4188" y="767"/>
                </a:lnTo>
                <a:lnTo>
                  <a:pt x="4177" y="819"/>
                </a:lnTo>
                <a:lnTo>
                  <a:pt x="4165" y="873"/>
                </a:lnTo>
                <a:lnTo>
                  <a:pt x="4152" y="927"/>
                </a:lnTo>
                <a:lnTo>
                  <a:pt x="4136" y="982"/>
                </a:lnTo>
                <a:lnTo>
                  <a:pt x="4117" y="1037"/>
                </a:lnTo>
                <a:lnTo>
                  <a:pt x="4097" y="1091"/>
                </a:lnTo>
                <a:lnTo>
                  <a:pt x="4075" y="1146"/>
                </a:lnTo>
                <a:lnTo>
                  <a:pt x="4050" y="1201"/>
                </a:lnTo>
                <a:lnTo>
                  <a:pt x="4037" y="1227"/>
                </a:lnTo>
                <a:lnTo>
                  <a:pt x="4023" y="1255"/>
                </a:lnTo>
                <a:lnTo>
                  <a:pt x="4009" y="1281"/>
                </a:lnTo>
                <a:lnTo>
                  <a:pt x="3994" y="1307"/>
                </a:lnTo>
                <a:lnTo>
                  <a:pt x="3977" y="1334"/>
                </a:lnTo>
                <a:lnTo>
                  <a:pt x="3961" y="1360"/>
                </a:lnTo>
                <a:lnTo>
                  <a:pt x="3944" y="1385"/>
                </a:lnTo>
                <a:lnTo>
                  <a:pt x="3926" y="1412"/>
                </a:lnTo>
                <a:lnTo>
                  <a:pt x="3907" y="1436"/>
                </a:lnTo>
                <a:lnTo>
                  <a:pt x="3887" y="1462"/>
                </a:lnTo>
                <a:lnTo>
                  <a:pt x="3867" y="1486"/>
                </a:lnTo>
                <a:lnTo>
                  <a:pt x="3847" y="1510"/>
                </a:lnTo>
                <a:lnTo>
                  <a:pt x="3824" y="1534"/>
                </a:lnTo>
                <a:lnTo>
                  <a:pt x="3802" y="1557"/>
                </a:lnTo>
                <a:lnTo>
                  <a:pt x="3779" y="1579"/>
                </a:lnTo>
                <a:lnTo>
                  <a:pt x="3754" y="1602"/>
                </a:lnTo>
                <a:lnTo>
                  <a:pt x="3729" y="1623"/>
                </a:lnTo>
                <a:lnTo>
                  <a:pt x="3703" y="1644"/>
                </a:lnTo>
                <a:lnTo>
                  <a:pt x="3676" y="1664"/>
                </a:lnTo>
                <a:lnTo>
                  <a:pt x="3649" y="1685"/>
                </a:lnTo>
                <a:lnTo>
                  <a:pt x="3619" y="1704"/>
                </a:lnTo>
                <a:lnTo>
                  <a:pt x="3590" y="1722"/>
                </a:lnTo>
                <a:lnTo>
                  <a:pt x="3560" y="1740"/>
                </a:lnTo>
                <a:lnTo>
                  <a:pt x="3528" y="1758"/>
                </a:lnTo>
                <a:lnTo>
                  <a:pt x="3496" y="1775"/>
                </a:lnTo>
                <a:lnTo>
                  <a:pt x="3462" y="1790"/>
                </a:lnTo>
                <a:lnTo>
                  <a:pt x="3428" y="1805"/>
                </a:lnTo>
                <a:lnTo>
                  <a:pt x="3392" y="1820"/>
                </a:lnTo>
                <a:lnTo>
                  <a:pt x="3357" y="1833"/>
                </a:lnTo>
                <a:lnTo>
                  <a:pt x="3319" y="1846"/>
                </a:lnTo>
                <a:lnTo>
                  <a:pt x="3192" y="1886"/>
                </a:lnTo>
                <a:lnTo>
                  <a:pt x="3227" y="1825"/>
                </a:lnTo>
                <a:lnTo>
                  <a:pt x="3258" y="1763"/>
                </a:lnTo>
                <a:lnTo>
                  <a:pt x="3289" y="1700"/>
                </a:lnTo>
                <a:lnTo>
                  <a:pt x="3317" y="1635"/>
                </a:lnTo>
                <a:lnTo>
                  <a:pt x="3345" y="1569"/>
                </a:lnTo>
                <a:lnTo>
                  <a:pt x="3369" y="1501"/>
                </a:lnTo>
                <a:lnTo>
                  <a:pt x="3391" y="1433"/>
                </a:lnTo>
                <a:lnTo>
                  <a:pt x="3411" y="1364"/>
                </a:lnTo>
                <a:lnTo>
                  <a:pt x="3430" y="1294"/>
                </a:lnTo>
                <a:lnTo>
                  <a:pt x="3446" y="1223"/>
                </a:lnTo>
                <a:lnTo>
                  <a:pt x="3459" y="1152"/>
                </a:lnTo>
                <a:lnTo>
                  <a:pt x="3470" y="1080"/>
                </a:lnTo>
                <a:lnTo>
                  <a:pt x="3475" y="1044"/>
                </a:lnTo>
                <a:lnTo>
                  <a:pt x="3479" y="1008"/>
                </a:lnTo>
                <a:lnTo>
                  <a:pt x="3482" y="972"/>
                </a:lnTo>
                <a:lnTo>
                  <a:pt x="3486" y="936"/>
                </a:lnTo>
                <a:lnTo>
                  <a:pt x="3488" y="900"/>
                </a:lnTo>
                <a:lnTo>
                  <a:pt x="3490" y="863"/>
                </a:lnTo>
                <a:lnTo>
                  <a:pt x="3491" y="828"/>
                </a:lnTo>
                <a:lnTo>
                  <a:pt x="3491" y="791"/>
                </a:lnTo>
                <a:close/>
                <a:moveTo>
                  <a:pt x="1091" y="1846"/>
                </a:moveTo>
                <a:lnTo>
                  <a:pt x="1091" y="1846"/>
                </a:lnTo>
                <a:lnTo>
                  <a:pt x="1053" y="1833"/>
                </a:lnTo>
                <a:lnTo>
                  <a:pt x="1017" y="1820"/>
                </a:lnTo>
                <a:lnTo>
                  <a:pt x="981" y="1805"/>
                </a:lnTo>
                <a:lnTo>
                  <a:pt x="947" y="1791"/>
                </a:lnTo>
                <a:lnTo>
                  <a:pt x="913" y="1775"/>
                </a:lnTo>
                <a:lnTo>
                  <a:pt x="881" y="1759"/>
                </a:lnTo>
                <a:lnTo>
                  <a:pt x="849" y="1741"/>
                </a:lnTo>
                <a:lnTo>
                  <a:pt x="819" y="1723"/>
                </a:lnTo>
                <a:lnTo>
                  <a:pt x="789" y="1705"/>
                </a:lnTo>
                <a:lnTo>
                  <a:pt x="760" y="1686"/>
                </a:lnTo>
                <a:lnTo>
                  <a:pt x="733" y="1665"/>
                </a:lnTo>
                <a:lnTo>
                  <a:pt x="705" y="1645"/>
                </a:lnTo>
                <a:lnTo>
                  <a:pt x="680" y="1624"/>
                </a:lnTo>
                <a:lnTo>
                  <a:pt x="655" y="1603"/>
                </a:lnTo>
                <a:lnTo>
                  <a:pt x="630" y="1580"/>
                </a:lnTo>
                <a:lnTo>
                  <a:pt x="607" y="1558"/>
                </a:lnTo>
                <a:lnTo>
                  <a:pt x="585" y="1535"/>
                </a:lnTo>
                <a:lnTo>
                  <a:pt x="562" y="1511"/>
                </a:lnTo>
                <a:lnTo>
                  <a:pt x="541" y="1487"/>
                </a:lnTo>
                <a:lnTo>
                  <a:pt x="521" y="1463"/>
                </a:lnTo>
                <a:lnTo>
                  <a:pt x="501" y="1438"/>
                </a:lnTo>
                <a:lnTo>
                  <a:pt x="483" y="1413"/>
                </a:lnTo>
                <a:lnTo>
                  <a:pt x="465" y="1387"/>
                </a:lnTo>
                <a:lnTo>
                  <a:pt x="448" y="1361"/>
                </a:lnTo>
                <a:lnTo>
                  <a:pt x="431" y="1336"/>
                </a:lnTo>
                <a:lnTo>
                  <a:pt x="415" y="1309"/>
                </a:lnTo>
                <a:lnTo>
                  <a:pt x="400" y="1283"/>
                </a:lnTo>
                <a:lnTo>
                  <a:pt x="386" y="1256"/>
                </a:lnTo>
                <a:lnTo>
                  <a:pt x="372" y="1229"/>
                </a:lnTo>
                <a:lnTo>
                  <a:pt x="358" y="1202"/>
                </a:lnTo>
                <a:lnTo>
                  <a:pt x="334" y="1147"/>
                </a:lnTo>
                <a:lnTo>
                  <a:pt x="312" y="1092"/>
                </a:lnTo>
                <a:lnTo>
                  <a:pt x="291" y="1038"/>
                </a:lnTo>
                <a:lnTo>
                  <a:pt x="273" y="983"/>
                </a:lnTo>
                <a:lnTo>
                  <a:pt x="258" y="928"/>
                </a:lnTo>
                <a:lnTo>
                  <a:pt x="244" y="874"/>
                </a:lnTo>
                <a:lnTo>
                  <a:pt x="232" y="820"/>
                </a:lnTo>
                <a:lnTo>
                  <a:pt x="221" y="768"/>
                </a:lnTo>
                <a:lnTo>
                  <a:pt x="212" y="716"/>
                </a:lnTo>
                <a:lnTo>
                  <a:pt x="204" y="666"/>
                </a:lnTo>
                <a:lnTo>
                  <a:pt x="198" y="618"/>
                </a:lnTo>
                <a:lnTo>
                  <a:pt x="194" y="570"/>
                </a:lnTo>
                <a:lnTo>
                  <a:pt x="190" y="525"/>
                </a:lnTo>
                <a:lnTo>
                  <a:pt x="187" y="482"/>
                </a:lnTo>
                <a:lnTo>
                  <a:pt x="185" y="441"/>
                </a:lnTo>
                <a:lnTo>
                  <a:pt x="184" y="404"/>
                </a:lnTo>
                <a:lnTo>
                  <a:pt x="184" y="367"/>
                </a:lnTo>
                <a:lnTo>
                  <a:pt x="624" y="367"/>
                </a:lnTo>
                <a:lnTo>
                  <a:pt x="919" y="367"/>
                </a:lnTo>
                <a:lnTo>
                  <a:pt x="919" y="791"/>
                </a:lnTo>
                <a:lnTo>
                  <a:pt x="919" y="828"/>
                </a:lnTo>
                <a:lnTo>
                  <a:pt x="920" y="863"/>
                </a:lnTo>
                <a:lnTo>
                  <a:pt x="922" y="900"/>
                </a:lnTo>
                <a:lnTo>
                  <a:pt x="924" y="936"/>
                </a:lnTo>
                <a:lnTo>
                  <a:pt x="927" y="972"/>
                </a:lnTo>
                <a:lnTo>
                  <a:pt x="930" y="1008"/>
                </a:lnTo>
                <a:lnTo>
                  <a:pt x="935" y="1044"/>
                </a:lnTo>
                <a:lnTo>
                  <a:pt x="940" y="1080"/>
                </a:lnTo>
                <a:lnTo>
                  <a:pt x="951" y="1151"/>
                </a:lnTo>
                <a:lnTo>
                  <a:pt x="964" y="1223"/>
                </a:lnTo>
                <a:lnTo>
                  <a:pt x="980" y="1293"/>
                </a:lnTo>
                <a:lnTo>
                  <a:pt x="998" y="1363"/>
                </a:lnTo>
                <a:lnTo>
                  <a:pt x="1019" y="1432"/>
                </a:lnTo>
                <a:lnTo>
                  <a:pt x="1041" y="1501"/>
                </a:lnTo>
                <a:lnTo>
                  <a:pt x="1065" y="1568"/>
                </a:lnTo>
                <a:lnTo>
                  <a:pt x="1092" y="1634"/>
                </a:lnTo>
                <a:lnTo>
                  <a:pt x="1120" y="1699"/>
                </a:lnTo>
                <a:lnTo>
                  <a:pt x="1151" y="1763"/>
                </a:lnTo>
                <a:lnTo>
                  <a:pt x="1183" y="1825"/>
                </a:lnTo>
                <a:lnTo>
                  <a:pt x="1217" y="1885"/>
                </a:lnTo>
                <a:lnTo>
                  <a:pt x="1091" y="1846"/>
                </a:lnTo>
                <a:close/>
                <a:moveTo>
                  <a:pt x="2205" y="1626"/>
                </a:moveTo>
                <a:lnTo>
                  <a:pt x="1637" y="2020"/>
                </a:lnTo>
                <a:lnTo>
                  <a:pt x="1837" y="1359"/>
                </a:lnTo>
                <a:lnTo>
                  <a:pt x="1287" y="940"/>
                </a:lnTo>
                <a:lnTo>
                  <a:pt x="1978" y="927"/>
                </a:lnTo>
                <a:lnTo>
                  <a:pt x="2205" y="274"/>
                </a:lnTo>
                <a:lnTo>
                  <a:pt x="2433" y="927"/>
                </a:lnTo>
                <a:lnTo>
                  <a:pt x="3123" y="940"/>
                </a:lnTo>
                <a:lnTo>
                  <a:pt x="2573" y="1359"/>
                </a:lnTo>
                <a:lnTo>
                  <a:pt x="2772" y="2020"/>
                </a:lnTo>
                <a:lnTo>
                  <a:pt x="2205" y="1626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2171197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5523993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3078834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5131793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3936657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3514695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4351644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5908735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4755232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图片 10" descr="屏幕剪辑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2625196"/>
            <a:ext cx="273600" cy="2796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6381411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/>
          <p:cNvSpPr/>
          <p:nvPr/>
        </p:nvSpPr>
        <p:spPr>
          <a:xfrm>
            <a:off x="4282751" y="1931436"/>
            <a:ext cx="3228391" cy="4348066"/>
          </a:xfrm>
          <a:prstGeom prst="roundRect">
            <a:avLst>
              <a:gd name="adj" fmla="val 116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538931"/>
              </p:ext>
            </p:extLst>
          </p:nvPr>
        </p:nvGraphicFramePr>
        <p:xfrm>
          <a:off x="5410798" y="2092748"/>
          <a:ext cx="1969144" cy="4144987"/>
        </p:xfrm>
        <a:graphic>
          <a:graphicData uri="http://schemas.openxmlformats.org/drawingml/2006/table">
            <a:tbl>
              <a:tblPr/>
              <a:tblGrid>
                <a:gridCol w="637200"/>
                <a:gridCol w="1331944"/>
              </a:tblGrid>
              <a:tr h="4524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 u="none" strike="noStrike" dirty="0">
                          <a:solidFill>
                            <a:schemeClr val="accent4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 dirty="0">
                          <a:solidFill>
                            <a:schemeClr val="accent4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开心消消乐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24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 u="none" strike="noStrike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 dirty="0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球球大作战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24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 u="none" strike="noStrike">
                          <a:solidFill>
                            <a:srgbClr val="FF99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 dirty="0">
                          <a:solidFill>
                            <a:srgbClr val="FF99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王者荣耀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奇迹暖暖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节奏大师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QQ</a:t>
                      </a:r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斗地主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Minecraft</a:t>
                      </a: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- Pocket Edition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天天酷跑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列车冲浪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My Talking Tom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0" y="80924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最</a:t>
            </a:r>
            <a:r>
              <a:rPr lang="zh-CN" altLang="en-US" sz="2800" b="1" dirty="0" smtClean="0"/>
              <a:t>受</a:t>
            </a:r>
            <a:r>
              <a:rPr lang="en-US" altLang="zh-CN" sz="2800" b="1" dirty="0" smtClean="0"/>
              <a:t>00</a:t>
            </a:r>
            <a:r>
              <a:rPr lang="zh-CN" altLang="en-US" sz="2800" b="1" dirty="0" smtClean="0"/>
              <a:t>后欢迎的</a:t>
            </a:r>
            <a:r>
              <a:rPr lang="zh-CN" altLang="en-US" sz="3600" b="1" dirty="0" smtClean="0"/>
              <a:t>手机游戏</a:t>
            </a:r>
            <a:r>
              <a:rPr lang="en-US" altLang="zh-CN" sz="2800" b="1" dirty="0"/>
              <a:t>APP</a:t>
            </a:r>
            <a:r>
              <a:rPr lang="en-US" altLang="zh-CN" sz="2000" b="1" dirty="0"/>
              <a:t>(2016</a:t>
            </a:r>
            <a:r>
              <a:rPr lang="zh-CN" altLang="en-US" sz="2000" b="1" dirty="0"/>
              <a:t>上半年</a:t>
            </a:r>
            <a:r>
              <a:rPr lang="en-US" altLang="zh-CN" sz="2000" b="1" dirty="0"/>
              <a:t>)</a:t>
            </a:r>
            <a:endParaRPr lang="zh-CN" altLang="en-US" sz="2000" b="1" dirty="0"/>
          </a:p>
        </p:txBody>
      </p:sp>
      <p:sp>
        <p:nvSpPr>
          <p:cNvPr id="20" name="KSO_Shape"/>
          <p:cNvSpPr>
            <a:spLocks/>
          </p:cNvSpPr>
          <p:nvPr/>
        </p:nvSpPr>
        <p:spPr bwMode="auto">
          <a:xfrm>
            <a:off x="4834002" y="2184269"/>
            <a:ext cx="247045" cy="247457"/>
          </a:xfrm>
          <a:custGeom>
            <a:avLst/>
            <a:gdLst>
              <a:gd name="T0" fmla="*/ 2147483646 w 4409"/>
              <a:gd name="T1" fmla="*/ 2147483646 h 4408"/>
              <a:gd name="T2" fmla="*/ 2147483646 w 4409"/>
              <a:gd name="T3" fmla="*/ 2147483646 h 4408"/>
              <a:gd name="T4" fmla="*/ 2147483646 w 4409"/>
              <a:gd name="T5" fmla="*/ 2147483646 h 4408"/>
              <a:gd name="T6" fmla="*/ 2147483646 w 4409"/>
              <a:gd name="T7" fmla="*/ 2147483646 h 4408"/>
              <a:gd name="T8" fmla="*/ 2147483646 w 4409"/>
              <a:gd name="T9" fmla="*/ 2147483646 h 4408"/>
              <a:gd name="T10" fmla="*/ 2147483646 w 4409"/>
              <a:gd name="T11" fmla="*/ 2147483646 h 4408"/>
              <a:gd name="T12" fmla="*/ 2147483646 w 4409"/>
              <a:gd name="T13" fmla="*/ 2147483646 h 4408"/>
              <a:gd name="T14" fmla="*/ 2147483646 w 4409"/>
              <a:gd name="T15" fmla="*/ 2147483646 h 4408"/>
              <a:gd name="T16" fmla="*/ 481718167 w 4409"/>
              <a:gd name="T17" fmla="*/ 2147483646 h 4408"/>
              <a:gd name="T18" fmla="*/ 321145301 w 4409"/>
              <a:gd name="T19" fmla="*/ 2147483646 h 4408"/>
              <a:gd name="T20" fmla="*/ 2147483646 w 4409"/>
              <a:gd name="T21" fmla="*/ 2147483646 h 4408"/>
              <a:gd name="T22" fmla="*/ 2147483646 w 4409"/>
              <a:gd name="T23" fmla="*/ 2147483646 h 4408"/>
              <a:gd name="T24" fmla="*/ 2147483646 w 4409"/>
              <a:gd name="T25" fmla="*/ 2147483646 h 4408"/>
              <a:gd name="T26" fmla="*/ 2147483646 w 4409"/>
              <a:gd name="T27" fmla="*/ 2147483646 h 4408"/>
              <a:gd name="T28" fmla="*/ 2147483646 w 4409"/>
              <a:gd name="T29" fmla="*/ 2147483646 h 4408"/>
              <a:gd name="T30" fmla="*/ 2147483646 w 4409"/>
              <a:gd name="T31" fmla="*/ 2147483646 h 4408"/>
              <a:gd name="T32" fmla="*/ 2147483646 w 4409"/>
              <a:gd name="T33" fmla="*/ 2147483646 h 4408"/>
              <a:gd name="T34" fmla="*/ 2147483646 w 4409"/>
              <a:gd name="T35" fmla="*/ 2147483646 h 4408"/>
              <a:gd name="T36" fmla="*/ 2147483646 w 4409"/>
              <a:gd name="T37" fmla="*/ 2147483646 h 4408"/>
              <a:gd name="T38" fmla="*/ 2147483646 w 4409"/>
              <a:gd name="T39" fmla="*/ 2147483646 h 4408"/>
              <a:gd name="T40" fmla="*/ 2147483646 w 4409"/>
              <a:gd name="T41" fmla="*/ 2147483646 h 4408"/>
              <a:gd name="T42" fmla="*/ 2147483646 w 4409"/>
              <a:gd name="T43" fmla="*/ 2147483646 h 4408"/>
              <a:gd name="T44" fmla="*/ 2147483646 w 4409"/>
              <a:gd name="T45" fmla="*/ 2147483646 h 4408"/>
              <a:gd name="T46" fmla="*/ 2147483646 w 4409"/>
              <a:gd name="T47" fmla="*/ 2147483646 h 4408"/>
              <a:gd name="T48" fmla="*/ 2147483646 w 4409"/>
              <a:gd name="T49" fmla="*/ 2147483646 h 4408"/>
              <a:gd name="T50" fmla="*/ 2147483646 w 4409"/>
              <a:gd name="T51" fmla="*/ 2147483646 h 4408"/>
              <a:gd name="T52" fmla="*/ 2147483646 w 4409"/>
              <a:gd name="T53" fmla="*/ 2147483646 h 4408"/>
              <a:gd name="T54" fmla="*/ 2147483646 w 4409"/>
              <a:gd name="T55" fmla="*/ 2147483646 h 4408"/>
              <a:gd name="T56" fmla="*/ 2147483646 w 4409"/>
              <a:gd name="T57" fmla="*/ 2147483646 h 4408"/>
              <a:gd name="T58" fmla="*/ 2147483646 w 4409"/>
              <a:gd name="T59" fmla="*/ 2147483646 h 4408"/>
              <a:gd name="T60" fmla="*/ 2147483646 w 4409"/>
              <a:gd name="T61" fmla="*/ 2147483646 h 4408"/>
              <a:gd name="T62" fmla="*/ 2147483646 w 4409"/>
              <a:gd name="T63" fmla="*/ 2147483646 h 4408"/>
              <a:gd name="T64" fmla="*/ 2147483646 w 4409"/>
              <a:gd name="T65" fmla="*/ 2147483646 h 4408"/>
              <a:gd name="T66" fmla="*/ 2147483646 w 4409"/>
              <a:gd name="T67" fmla="*/ 2147483646 h 4408"/>
              <a:gd name="T68" fmla="*/ 2147483646 w 4409"/>
              <a:gd name="T69" fmla="*/ 2147483646 h 4408"/>
              <a:gd name="T70" fmla="*/ 2147483646 w 4409"/>
              <a:gd name="T71" fmla="*/ 2147483646 h 4408"/>
              <a:gd name="T72" fmla="*/ 2147483646 w 4409"/>
              <a:gd name="T73" fmla="*/ 2147483646 h 4408"/>
              <a:gd name="T74" fmla="*/ 2147483646 w 4409"/>
              <a:gd name="T75" fmla="*/ 2147483646 h 4408"/>
              <a:gd name="T76" fmla="*/ 2147483646 w 4409"/>
              <a:gd name="T77" fmla="*/ 2147483646 h 4408"/>
              <a:gd name="T78" fmla="*/ 2147483646 w 4409"/>
              <a:gd name="T79" fmla="*/ 2147483646 h 4408"/>
              <a:gd name="T80" fmla="*/ 2147483646 w 4409"/>
              <a:gd name="T81" fmla="*/ 2147483646 h 4408"/>
              <a:gd name="T82" fmla="*/ 2147483646 w 4409"/>
              <a:gd name="T83" fmla="*/ 2147483646 h 4408"/>
              <a:gd name="T84" fmla="*/ 2147483646 w 4409"/>
              <a:gd name="T85" fmla="*/ 2147483646 h 4408"/>
              <a:gd name="T86" fmla="*/ 2147483646 w 4409"/>
              <a:gd name="T87" fmla="*/ 2147483646 h 4408"/>
              <a:gd name="T88" fmla="*/ 2147483646 w 4409"/>
              <a:gd name="T89" fmla="*/ 2147483646 h 4408"/>
              <a:gd name="T90" fmla="*/ 2147483646 w 4409"/>
              <a:gd name="T91" fmla="*/ 2147483646 h 4408"/>
              <a:gd name="T92" fmla="*/ 2147483646 w 4409"/>
              <a:gd name="T93" fmla="*/ 2147483646 h 4408"/>
              <a:gd name="T94" fmla="*/ 2147483646 w 4409"/>
              <a:gd name="T95" fmla="*/ 2147483646 h 4408"/>
              <a:gd name="T96" fmla="*/ 2147483646 w 4409"/>
              <a:gd name="T97" fmla="*/ 2147483646 h 4408"/>
              <a:gd name="T98" fmla="*/ 2147483646 w 4409"/>
              <a:gd name="T99" fmla="*/ 2147483646 h 4408"/>
              <a:gd name="T100" fmla="*/ 2147483646 w 4409"/>
              <a:gd name="T101" fmla="*/ 2147483646 h 4408"/>
              <a:gd name="T102" fmla="*/ 2147483646 w 4409"/>
              <a:gd name="T103" fmla="*/ 2147483646 h 4408"/>
              <a:gd name="T104" fmla="*/ 2147483646 w 4409"/>
              <a:gd name="T105" fmla="*/ 2147483646 h 4408"/>
              <a:gd name="T106" fmla="*/ 2147483646 w 4409"/>
              <a:gd name="T107" fmla="*/ 2147483646 h 4408"/>
              <a:gd name="T108" fmla="*/ 2147483646 w 4409"/>
              <a:gd name="T109" fmla="*/ 2147483646 h 44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409" h="4408">
                <a:moveTo>
                  <a:pt x="3025" y="2127"/>
                </a:moveTo>
                <a:lnTo>
                  <a:pt x="3025" y="2127"/>
                </a:lnTo>
                <a:lnTo>
                  <a:pt x="3097" y="2107"/>
                </a:lnTo>
                <a:lnTo>
                  <a:pt x="3179" y="2081"/>
                </a:lnTo>
                <a:lnTo>
                  <a:pt x="3271" y="2053"/>
                </a:lnTo>
                <a:lnTo>
                  <a:pt x="3375" y="2020"/>
                </a:lnTo>
                <a:lnTo>
                  <a:pt x="3429" y="2002"/>
                </a:lnTo>
                <a:lnTo>
                  <a:pt x="3481" y="1982"/>
                </a:lnTo>
                <a:lnTo>
                  <a:pt x="3532" y="1961"/>
                </a:lnTo>
                <a:lnTo>
                  <a:pt x="3580" y="1938"/>
                </a:lnTo>
                <a:lnTo>
                  <a:pt x="3626" y="1914"/>
                </a:lnTo>
                <a:lnTo>
                  <a:pt x="3672" y="1889"/>
                </a:lnTo>
                <a:lnTo>
                  <a:pt x="3715" y="1861"/>
                </a:lnTo>
                <a:lnTo>
                  <a:pt x="3756" y="1834"/>
                </a:lnTo>
                <a:lnTo>
                  <a:pt x="3797" y="1804"/>
                </a:lnTo>
                <a:lnTo>
                  <a:pt x="3834" y="1774"/>
                </a:lnTo>
                <a:lnTo>
                  <a:pt x="3871" y="1744"/>
                </a:lnTo>
                <a:lnTo>
                  <a:pt x="3906" y="1711"/>
                </a:lnTo>
                <a:lnTo>
                  <a:pt x="3940" y="1679"/>
                </a:lnTo>
                <a:lnTo>
                  <a:pt x="3971" y="1644"/>
                </a:lnTo>
                <a:lnTo>
                  <a:pt x="4002" y="1610"/>
                </a:lnTo>
                <a:lnTo>
                  <a:pt x="4031" y="1575"/>
                </a:lnTo>
                <a:lnTo>
                  <a:pt x="4059" y="1539"/>
                </a:lnTo>
                <a:lnTo>
                  <a:pt x="4085" y="1502"/>
                </a:lnTo>
                <a:lnTo>
                  <a:pt x="4110" y="1466"/>
                </a:lnTo>
                <a:lnTo>
                  <a:pt x="4134" y="1428"/>
                </a:lnTo>
                <a:lnTo>
                  <a:pt x="4157" y="1390"/>
                </a:lnTo>
                <a:lnTo>
                  <a:pt x="4177" y="1351"/>
                </a:lnTo>
                <a:lnTo>
                  <a:pt x="4198" y="1312"/>
                </a:lnTo>
                <a:lnTo>
                  <a:pt x="4217" y="1274"/>
                </a:lnTo>
                <a:lnTo>
                  <a:pt x="4234" y="1235"/>
                </a:lnTo>
                <a:lnTo>
                  <a:pt x="4251" y="1196"/>
                </a:lnTo>
                <a:lnTo>
                  <a:pt x="4267" y="1156"/>
                </a:lnTo>
                <a:lnTo>
                  <a:pt x="4281" y="1117"/>
                </a:lnTo>
                <a:lnTo>
                  <a:pt x="4295" y="1078"/>
                </a:lnTo>
                <a:lnTo>
                  <a:pt x="4307" y="1039"/>
                </a:lnTo>
                <a:lnTo>
                  <a:pt x="4319" y="1000"/>
                </a:lnTo>
                <a:lnTo>
                  <a:pt x="4329" y="961"/>
                </a:lnTo>
                <a:lnTo>
                  <a:pt x="4340" y="923"/>
                </a:lnTo>
                <a:lnTo>
                  <a:pt x="4349" y="884"/>
                </a:lnTo>
                <a:lnTo>
                  <a:pt x="4357" y="847"/>
                </a:lnTo>
                <a:lnTo>
                  <a:pt x="4365" y="809"/>
                </a:lnTo>
                <a:lnTo>
                  <a:pt x="4377" y="736"/>
                </a:lnTo>
                <a:lnTo>
                  <a:pt x="4387" y="665"/>
                </a:lnTo>
                <a:lnTo>
                  <a:pt x="4395" y="598"/>
                </a:lnTo>
                <a:lnTo>
                  <a:pt x="4401" y="534"/>
                </a:lnTo>
                <a:lnTo>
                  <a:pt x="4405" y="474"/>
                </a:lnTo>
                <a:lnTo>
                  <a:pt x="4407" y="418"/>
                </a:lnTo>
                <a:lnTo>
                  <a:pt x="4409" y="367"/>
                </a:lnTo>
                <a:lnTo>
                  <a:pt x="4409" y="321"/>
                </a:lnTo>
                <a:lnTo>
                  <a:pt x="4409" y="281"/>
                </a:lnTo>
                <a:lnTo>
                  <a:pt x="4407" y="247"/>
                </a:lnTo>
                <a:lnTo>
                  <a:pt x="4404" y="201"/>
                </a:lnTo>
                <a:lnTo>
                  <a:pt x="4403" y="183"/>
                </a:lnTo>
                <a:lnTo>
                  <a:pt x="3786" y="183"/>
                </a:lnTo>
                <a:lnTo>
                  <a:pt x="3491" y="183"/>
                </a:lnTo>
                <a:lnTo>
                  <a:pt x="3491" y="0"/>
                </a:lnTo>
                <a:lnTo>
                  <a:pt x="919" y="0"/>
                </a:lnTo>
                <a:lnTo>
                  <a:pt x="919" y="183"/>
                </a:lnTo>
                <a:lnTo>
                  <a:pt x="624" y="183"/>
                </a:lnTo>
                <a:lnTo>
                  <a:pt x="6" y="183"/>
                </a:lnTo>
                <a:lnTo>
                  <a:pt x="5" y="201"/>
                </a:lnTo>
                <a:lnTo>
                  <a:pt x="2" y="247"/>
                </a:lnTo>
                <a:lnTo>
                  <a:pt x="1" y="282"/>
                </a:lnTo>
                <a:lnTo>
                  <a:pt x="0" y="321"/>
                </a:lnTo>
                <a:lnTo>
                  <a:pt x="1" y="367"/>
                </a:lnTo>
                <a:lnTo>
                  <a:pt x="2" y="419"/>
                </a:lnTo>
                <a:lnTo>
                  <a:pt x="4" y="475"/>
                </a:lnTo>
                <a:lnTo>
                  <a:pt x="8" y="535"/>
                </a:lnTo>
                <a:lnTo>
                  <a:pt x="14" y="599"/>
                </a:lnTo>
                <a:lnTo>
                  <a:pt x="22" y="667"/>
                </a:lnTo>
                <a:lnTo>
                  <a:pt x="32" y="737"/>
                </a:lnTo>
                <a:lnTo>
                  <a:pt x="45" y="811"/>
                </a:lnTo>
                <a:lnTo>
                  <a:pt x="52" y="848"/>
                </a:lnTo>
                <a:lnTo>
                  <a:pt x="61" y="886"/>
                </a:lnTo>
                <a:lnTo>
                  <a:pt x="69" y="924"/>
                </a:lnTo>
                <a:lnTo>
                  <a:pt x="79" y="962"/>
                </a:lnTo>
                <a:lnTo>
                  <a:pt x="91" y="1002"/>
                </a:lnTo>
                <a:lnTo>
                  <a:pt x="102" y="1041"/>
                </a:lnTo>
                <a:lnTo>
                  <a:pt x="115" y="1080"/>
                </a:lnTo>
                <a:lnTo>
                  <a:pt x="128" y="1120"/>
                </a:lnTo>
                <a:lnTo>
                  <a:pt x="142" y="1158"/>
                </a:lnTo>
                <a:lnTo>
                  <a:pt x="159" y="1198"/>
                </a:lnTo>
                <a:lnTo>
                  <a:pt x="175" y="1237"/>
                </a:lnTo>
                <a:lnTo>
                  <a:pt x="193" y="1276"/>
                </a:lnTo>
                <a:lnTo>
                  <a:pt x="211" y="1315"/>
                </a:lnTo>
                <a:lnTo>
                  <a:pt x="232" y="1354"/>
                </a:lnTo>
                <a:lnTo>
                  <a:pt x="253" y="1392"/>
                </a:lnTo>
                <a:lnTo>
                  <a:pt x="275" y="1430"/>
                </a:lnTo>
                <a:lnTo>
                  <a:pt x="299" y="1468"/>
                </a:lnTo>
                <a:lnTo>
                  <a:pt x="324" y="1504"/>
                </a:lnTo>
                <a:lnTo>
                  <a:pt x="350" y="1541"/>
                </a:lnTo>
                <a:lnTo>
                  <a:pt x="378" y="1577"/>
                </a:lnTo>
                <a:lnTo>
                  <a:pt x="407" y="1612"/>
                </a:lnTo>
                <a:lnTo>
                  <a:pt x="438" y="1646"/>
                </a:lnTo>
                <a:lnTo>
                  <a:pt x="470" y="1681"/>
                </a:lnTo>
                <a:lnTo>
                  <a:pt x="503" y="1713"/>
                </a:lnTo>
                <a:lnTo>
                  <a:pt x="538" y="1746"/>
                </a:lnTo>
                <a:lnTo>
                  <a:pt x="574" y="1776"/>
                </a:lnTo>
                <a:lnTo>
                  <a:pt x="613" y="1806"/>
                </a:lnTo>
                <a:lnTo>
                  <a:pt x="653" y="1835"/>
                </a:lnTo>
                <a:lnTo>
                  <a:pt x="694" y="1863"/>
                </a:lnTo>
                <a:lnTo>
                  <a:pt x="738" y="1890"/>
                </a:lnTo>
                <a:lnTo>
                  <a:pt x="782" y="1915"/>
                </a:lnTo>
                <a:lnTo>
                  <a:pt x="829" y="1939"/>
                </a:lnTo>
                <a:lnTo>
                  <a:pt x="878" y="1962"/>
                </a:lnTo>
                <a:lnTo>
                  <a:pt x="928" y="1983"/>
                </a:lnTo>
                <a:lnTo>
                  <a:pt x="981" y="2002"/>
                </a:lnTo>
                <a:lnTo>
                  <a:pt x="1035" y="2020"/>
                </a:lnTo>
                <a:lnTo>
                  <a:pt x="1137" y="2053"/>
                </a:lnTo>
                <a:lnTo>
                  <a:pt x="1230" y="2080"/>
                </a:lnTo>
                <a:lnTo>
                  <a:pt x="1311" y="2105"/>
                </a:lnTo>
                <a:lnTo>
                  <a:pt x="1384" y="2125"/>
                </a:lnTo>
                <a:lnTo>
                  <a:pt x="1417" y="2164"/>
                </a:lnTo>
                <a:lnTo>
                  <a:pt x="1452" y="2203"/>
                </a:lnTo>
                <a:lnTo>
                  <a:pt x="1488" y="2241"/>
                </a:lnTo>
                <a:lnTo>
                  <a:pt x="1525" y="2275"/>
                </a:lnTo>
                <a:lnTo>
                  <a:pt x="1562" y="2309"/>
                </a:lnTo>
                <a:lnTo>
                  <a:pt x="1600" y="2340"/>
                </a:lnTo>
                <a:lnTo>
                  <a:pt x="1639" y="2370"/>
                </a:lnTo>
                <a:lnTo>
                  <a:pt x="1679" y="2398"/>
                </a:lnTo>
                <a:lnTo>
                  <a:pt x="1720" y="2424"/>
                </a:lnTo>
                <a:lnTo>
                  <a:pt x="1761" y="2449"/>
                </a:lnTo>
                <a:lnTo>
                  <a:pt x="1803" y="2471"/>
                </a:lnTo>
                <a:lnTo>
                  <a:pt x="1845" y="2490"/>
                </a:lnTo>
                <a:lnTo>
                  <a:pt x="1888" y="2508"/>
                </a:lnTo>
                <a:lnTo>
                  <a:pt x="1933" y="2525"/>
                </a:lnTo>
                <a:lnTo>
                  <a:pt x="1976" y="2538"/>
                </a:lnTo>
                <a:lnTo>
                  <a:pt x="2021" y="2549"/>
                </a:lnTo>
                <a:lnTo>
                  <a:pt x="2021" y="3864"/>
                </a:lnTo>
                <a:lnTo>
                  <a:pt x="1963" y="3868"/>
                </a:lnTo>
                <a:lnTo>
                  <a:pt x="1906" y="3873"/>
                </a:lnTo>
                <a:lnTo>
                  <a:pt x="1850" y="3880"/>
                </a:lnTo>
                <a:lnTo>
                  <a:pt x="1795" y="3887"/>
                </a:lnTo>
                <a:lnTo>
                  <a:pt x="1741" y="3895"/>
                </a:lnTo>
                <a:lnTo>
                  <a:pt x="1688" y="3904"/>
                </a:lnTo>
                <a:lnTo>
                  <a:pt x="1636" y="3915"/>
                </a:lnTo>
                <a:lnTo>
                  <a:pt x="1587" y="3926"/>
                </a:lnTo>
                <a:lnTo>
                  <a:pt x="1537" y="3939"/>
                </a:lnTo>
                <a:lnTo>
                  <a:pt x="1489" y="3951"/>
                </a:lnTo>
                <a:lnTo>
                  <a:pt x="1444" y="3965"/>
                </a:lnTo>
                <a:lnTo>
                  <a:pt x="1399" y="3980"/>
                </a:lnTo>
                <a:lnTo>
                  <a:pt x="1355" y="3995"/>
                </a:lnTo>
                <a:lnTo>
                  <a:pt x="1314" y="4012"/>
                </a:lnTo>
                <a:lnTo>
                  <a:pt x="1274" y="4029"/>
                </a:lnTo>
                <a:lnTo>
                  <a:pt x="1237" y="4046"/>
                </a:lnTo>
                <a:lnTo>
                  <a:pt x="1200" y="4065"/>
                </a:lnTo>
                <a:lnTo>
                  <a:pt x="1166" y="4085"/>
                </a:lnTo>
                <a:lnTo>
                  <a:pt x="1134" y="4104"/>
                </a:lnTo>
                <a:lnTo>
                  <a:pt x="1104" y="4124"/>
                </a:lnTo>
                <a:lnTo>
                  <a:pt x="1076" y="4146"/>
                </a:lnTo>
                <a:lnTo>
                  <a:pt x="1049" y="4167"/>
                </a:lnTo>
                <a:lnTo>
                  <a:pt x="1026" y="4189"/>
                </a:lnTo>
                <a:lnTo>
                  <a:pt x="1004" y="4211"/>
                </a:lnTo>
                <a:lnTo>
                  <a:pt x="984" y="4235"/>
                </a:lnTo>
                <a:lnTo>
                  <a:pt x="968" y="4259"/>
                </a:lnTo>
                <a:lnTo>
                  <a:pt x="953" y="4282"/>
                </a:lnTo>
                <a:lnTo>
                  <a:pt x="947" y="4295"/>
                </a:lnTo>
                <a:lnTo>
                  <a:pt x="941" y="4307"/>
                </a:lnTo>
                <a:lnTo>
                  <a:pt x="936" y="4320"/>
                </a:lnTo>
                <a:lnTo>
                  <a:pt x="931" y="4332"/>
                </a:lnTo>
                <a:lnTo>
                  <a:pt x="927" y="4344"/>
                </a:lnTo>
                <a:lnTo>
                  <a:pt x="924" y="4358"/>
                </a:lnTo>
                <a:lnTo>
                  <a:pt x="922" y="4370"/>
                </a:lnTo>
                <a:lnTo>
                  <a:pt x="920" y="4383"/>
                </a:lnTo>
                <a:lnTo>
                  <a:pt x="919" y="4396"/>
                </a:lnTo>
                <a:lnTo>
                  <a:pt x="919" y="4408"/>
                </a:lnTo>
                <a:lnTo>
                  <a:pt x="3491" y="4408"/>
                </a:lnTo>
                <a:lnTo>
                  <a:pt x="3491" y="4396"/>
                </a:lnTo>
                <a:lnTo>
                  <a:pt x="3490" y="4383"/>
                </a:lnTo>
                <a:lnTo>
                  <a:pt x="3488" y="4370"/>
                </a:lnTo>
                <a:lnTo>
                  <a:pt x="3486" y="4358"/>
                </a:lnTo>
                <a:lnTo>
                  <a:pt x="3482" y="4344"/>
                </a:lnTo>
                <a:lnTo>
                  <a:pt x="3478" y="4332"/>
                </a:lnTo>
                <a:lnTo>
                  <a:pt x="3474" y="4320"/>
                </a:lnTo>
                <a:lnTo>
                  <a:pt x="3469" y="4307"/>
                </a:lnTo>
                <a:lnTo>
                  <a:pt x="3463" y="4295"/>
                </a:lnTo>
                <a:lnTo>
                  <a:pt x="3457" y="4282"/>
                </a:lnTo>
                <a:lnTo>
                  <a:pt x="3443" y="4259"/>
                </a:lnTo>
                <a:lnTo>
                  <a:pt x="3426" y="4235"/>
                </a:lnTo>
                <a:lnTo>
                  <a:pt x="3406" y="4211"/>
                </a:lnTo>
                <a:lnTo>
                  <a:pt x="3384" y="4189"/>
                </a:lnTo>
                <a:lnTo>
                  <a:pt x="3361" y="4167"/>
                </a:lnTo>
                <a:lnTo>
                  <a:pt x="3334" y="4146"/>
                </a:lnTo>
                <a:lnTo>
                  <a:pt x="3306" y="4124"/>
                </a:lnTo>
                <a:lnTo>
                  <a:pt x="3276" y="4104"/>
                </a:lnTo>
                <a:lnTo>
                  <a:pt x="3244" y="4085"/>
                </a:lnTo>
                <a:lnTo>
                  <a:pt x="3210" y="4065"/>
                </a:lnTo>
                <a:lnTo>
                  <a:pt x="3173" y="4046"/>
                </a:lnTo>
                <a:lnTo>
                  <a:pt x="3136" y="4029"/>
                </a:lnTo>
                <a:lnTo>
                  <a:pt x="3096" y="4012"/>
                </a:lnTo>
                <a:lnTo>
                  <a:pt x="3054" y="3995"/>
                </a:lnTo>
                <a:lnTo>
                  <a:pt x="3011" y="3980"/>
                </a:lnTo>
                <a:lnTo>
                  <a:pt x="2966" y="3965"/>
                </a:lnTo>
                <a:lnTo>
                  <a:pt x="2921" y="3951"/>
                </a:lnTo>
                <a:lnTo>
                  <a:pt x="2873" y="3939"/>
                </a:lnTo>
                <a:lnTo>
                  <a:pt x="2823" y="3926"/>
                </a:lnTo>
                <a:lnTo>
                  <a:pt x="2773" y="3915"/>
                </a:lnTo>
                <a:lnTo>
                  <a:pt x="2722" y="3904"/>
                </a:lnTo>
                <a:lnTo>
                  <a:pt x="2669" y="3895"/>
                </a:lnTo>
                <a:lnTo>
                  <a:pt x="2615" y="3887"/>
                </a:lnTo>
                <a:lnTo>
                  <a:pt x="2559" y="3880"/>
                </a:lnTo>
                <a:lnTo>
                  <a:pt x="2504" y="3873"/>
                </a:lnTo>
                <a:lnTo>
                  <a:pt x="2447" y="3868"/>
                </a:lnTo>
                <a:lnTo>
                  <a:pt x="2389" y="3864"/>
                </a:lnTo>
                <a:lnTo>
                  <a:pt x="2389" y="2549"/>
                </a:lnTo>
                <a:lnTo>
                  <a:pt x="2434" y="2538"/>
                </a:lnTo>
                <a:lnTo>
                  <a:pt x="2477" y="2525"/>
                </a:lnTo>
                <a:lnTo>
                  <a:pt x="2521" y="2508"/>
                </a:lnTo>
                <a:lnTo>
                  <a:pt x="2565" y="2491"/>
                </a:lnTo>
                <a:lnTo>
                  <a:pt x="2607" y="2471"/>
                </a:lnTo>
                <a:lnTo>
                  <a:pt x="2649" y="2449"/>
                </a:lnTo>
                <a:lnTo>
                  <a:pt x="2689" y="2425"/>
                </a:lnTo>
                <a:lnTo>
                  <a:pt x="2730" y="2399"/>
                </a:lnTo>
                <a:lnTo>
                  <a:pt x="2769" y="2370"/>
                </a:lnTo>
                <a:lnTo>
                  <a:pt x="2809" y="2341"/>
                </a:lnTo>
                <a:lnTo>
                  <a:pt x="2846" y="2310"/>
                </a:lnTo>
                <a:lnTo>
                  <a:pt x="2884" y="2276"/>
                </a:lnTo>
                <a:lnTo>
                  <a:pt x="2921" y="2242"/>
                </a:lnTo>
                <a:lnTo>
                  <a:pt x="2956" y="2205"/>
                </a:lnTo>
                <a:lnTo>
                  <a:pt x="2992" y="2167"/>
                </a:lnTo>
                <a:lnTo>
                  <a:pt x="3025" y="2127"/>
                </a:lnTo>
                <a:close/>
                <a:moveTo>
                  <a:pt x="3491" y="791"/>
                </a:moveTo>
                <a:lnTo>
                  <a:pt x="3491" y="367"/>
                </a:lnTo>
                <a:lnTo>
                  <a:pt x="3786" y="367"/>
                </a:lnTo>
                <a:lnTo>
                  <a:pt x="4226" y="367"/>
                </a:lnTo>
                <a:lnTo>
                  <a:pt x="4226" y="403"/>
                </a:lnTo>
                <a:lnTo>
                  <a:pt x="4225" y="441"/>
                </a:lnTo>
                <a:lnTo>
                  <a:pt x="4223" y="482"/>
                </a:lnTo>
                <a:lnTo>
                  <a:pt x="4220" y="525"/>
                </a:lnTo>
                <a:lnTo>
                  <a:pt x="4216" y="570"/>
                </a:lnTo>
                <a:lnTo>
                  <a:pt x="4211" y="617"/>
                </a:lnTo>
                <a:lnTo>
                  <a:pt x="4205" y="665"/>
                </a:lnTo>
                <a:lnTo>
                  <a:pt x="4198" y="716"/>
                </a:lnTo>
                <a:lnTo>
                  <a:pt x="4188" y="767"/>
                </a:lnTo>
                <a:lnTo>
                  <a:pt x="4177" y="819"/>
                </a:lnTo>
                <a:lnTo>
                  <a:pt x="4165" y="873"/>
                </a:lnTo>
                <a:lnTo>
                  <a:pt x="4152" y="927"/>
                </a:lnTo>
                <a:lnTo>
                  <a:pt x="4136" y="982"/>
                </a:lnTo>
                <a:lnTo>
                  <a:pt x="4117" y="1037"/>
                </a:lnTo>
                <a:lnTo>
                  <a:pt x="4097" y="1091"/>
                </a:lnTo>
                <a:lnTo>
                  <a:pt x="4075" y="1146"/>
                </a:lnTo>
                <a:lnTo>
                  <a:pt x="4050" y="1201"/>
                </a:lnTo>
                <a:lnTo>
                  <a:pt x="4037" y="1227"/>
                </a:lnTo>
                <a:lnTo>
                  <a:pt x="4023" y="1255"/>
                </a:lnTo>
                <a:lnTo>
                  <a:pt x="4009" y="1281"/>
                </a:lnTo>
                <a:lnTo>
                  <a:pt x="3994" y="1307"/>
                </a:lnTo>
                <a:lnTo>
                  <a:pt x="3977" y="1334"/>
                </a:lnTo>
                <a:lnTo>
                  <a:pt x="3961" y="1360"/>
                </a:lnTo>
                <a:lnTo>
                  <a:pt x="3944" y="1385"/>
                </a:lnTo>
                <a:lnTo>
                  <a:pt x="3926" y="1412"/>
                </a:lnTo>
                <a:lnTo>
                  <a:pt x="3907" y="1436"/>
                </a:lnTo>
                <a:lnTo>
                  <a:pt x="3887" y="1462"/>
                </a:lnTo>
                <a:lnTo>
                  <a:pt x="3867" y="1486"/>
                </a:lnTo>
                <a:lnTo>
                  <a:pt x="3847" y="1510"/>
                </a:lnTo>
                <a:lnTo>
                  <a:pt x="3824" y="1534"/>
                </a:lnTo>
                <a:lnTo>
                  <a:pt x="3802" y="1557"/>
                </a:lnTo>
                <a:lnTo>
                  <a:pt x="3779" y="1579"/>
                </a:lnTo>
                <a:lnTo>
                  <a:pt x="3754" y="1602"/>
                </a:lnTo>
                <a:lnTo>
                  <a:pt x="3729" y="1623"/>
                </a:lnTo>
                <a:lnTo>
                  <a:pt x="3703" y="1644"/>
                </a:lnTo>
                <a:lnTo>
                  <a:pt x="3676" y="1664"/>
                </a:lnTo>
                <a:lnTo>
                  <a:pt x="3649" y="1685"/>
                </a:lnTo>
                <a:lnTo>
                  <a:pt x="3619" y="1704"/>
                </a:lnTo>
                <a:lnTo>
                  <a:pt x="3590" y="1722"/>
                </a:lnTo>
                <a:lnTo>
                  <a:pt x="3560" y="1740"/>
                </a:lnTo>
                <a:lnTo>
                  <a:pt x="3528" y="1758"/>
                </a:lnTo>
                <a:lnTo>
                  <a:pt x="3496" y="1775"/>
                </a:lnTo>
                <a:lnTo>
                  <a:pt x="3462" y="1790"/>
                </a:lnTo>
                <a:lnTo>
                  <a:pt x="3428" y="1805"/>
                </a:lnTo>
                <a:lnTo>
                  <a:pt x="3392" y="1820"/>
                </a:lnTo>
                <a:lnTo>
                  <a:pt x="3357" y="1833"/>
                </a:lnTo>
                <a:lnTo>
                  <a:pt x="3319" y="1846"/>
                </a:lnTo>
                <a:lnTo>
                  <a:pt x="3192" y="1886"/>
                </a:lnTo>
                <a:lnTo>
                  <a:pt x="3227" y="1825"/>
                </a:lnTo>
                <a:lnTo>
                  <a:pt x="3258" y="1763"/>
                </a:lnTo>
                <a:lnTo>
                  <a:pt x="3289" y="1700"/>
                </a:lnTo>
                <a:lnTo>
                  <a:pt x="3317" y="1635"/>
                </a:lnTo>
                <a:lnTo>
                  <a:pt x="3345" y="1569"/>
                </a:lnTo>
                <a:lnTo>
                  <a:pt x="3369" y="1501"/>
                </a:lnTo>
                <a:lnTo>
                  <a:pt x="3391" y="1433"/>
                </a:lnTo>
                <a:lnTo>
                  <a:pt x="3411" y="1364"/>
                </a:lnTo>
                <a:lnTo>
                  <a:pt x="3430" y="1294"/>
                </a:lnTo>
                <a:lnTo>
                  <a:pt x="3446" y="1223"/>
                </a:lnTo>
                <a:lnTo>
                  <a:pt x="3459" y="1152"/>
                </a:lnTo>
                <a:lnTo>
                  <a:pt x="3470" y="1080"/>
                </a:lnTo>
                <a:lnTo>
                  <a:pt x="3475" y="1044"/>
                </a:lnTo>
                <a:lnTo>
                  <a:pt x="3479" y="1008"/>
                </a:lnTo>
                <a:lnTo>
                  <a:pt x="3482" y="972"/>
                </a:lnTo>
                <a:lnTo>
                  <a:pt x="3486" y="936"/>
                </a:lnTo>
                <a:lnTo>
                  <a:pt x="3488" y="900"/>
                </a:lnTo>
                <a:lnTo>
                  <a:pt x="3490" y="863"/>
                </a:lnTo>
                <a:lnTo>
                  <a:pt x="3491" y="828"/>
                </a:lnTo>
                <a:lnTo>
                  <a:pt x="3491" y="791"/>
                </a:lnTo>
                <a:close/>
                <a:moveTo>
                  <a:pt x="1091" y="1846"/>
                </a:moveTo>
                <a:lnTo>
                  <a:pt x="1091" y="1846"/>
                </a:lnTo>
                <a:lnTo>
                  <a:pt x="1053" y="1833"/>
                </a:lnTo>
                <a:lnTo>
                  <a:pt x="1017" y="1820"/>
                </a:lnTo>
                <a:lnTo>
                  <a:pt x="981" y="1805"/>
                </a:lnTo>
                <a:lnTo>
                  <a:pt x="947" y="1791"/>
                </a:lnTo>
                <a:lnTo>
                  <a:pt x="913" y="1775"/>
                </a:lnTo>
                <a:lnTo>
                  <a:pt x="881" y="1759"/>
                </a:lnTo>
                <a:lnTo>
                  <a:pt x="849" y="1741"/>
                </a:lnTo>
                <a:lnTo>
                  <a:pt x="819" y="1723"/>
                </a:lnTo>
                <a:lnTo>
                  <a:pt x="789" y="1705"/>
                </a:lnTo>
                <a:lnTo>
                  <a:pt x="760" y="1686"/>
                </a:lnTo>
                <a:lnTo>
                  <a:pt x="733" y="1665"/>
                </a:lnTo>
                <a:lnTo>
                  <a:pt x="705" y="1645"/>
                </a:lnTo>
                <a:lnTo>
                  <a:pt x="680" y="1624"/>
                </a:lnTo>
                <a:lnTo>
                  <a:pt x="655" y="1603"/>
                </a:lnTo>
                <a:lnTo>
                  <a:pt x="630" y="1580"/>
                </a:lnTo>
                <a:lnTo>
                  <a:pt x="607" y="1558"/>
                </a:lnTo>
                <a:lnTo>
                  <a:pt x="585" y="1535"/>
                </a:lnTo>
                <a:lnTo>
                  <a:pt x="562" y="1511"/>
                </a:lnTo>
                <a:lnTo>
                  <a:pt x="541" y="1487"/>
                </a:lnTo>
                <a:lnTo>
                  <a:pt x="521" y="1463"/>
                </a:lnTo>
                <a:lnTo>
                  <a:pt x="501" y="1438"/>
                </a:lnTo>
                <a:lnTo>
                  <a:pt x="483" y="1413"/>
                </a:lnTo>
                <a:lnTo>
                  <a:pt x="465" y="1387"/>
                </a:lnTo>
                <a:lnTo>
                  <a:pt x="448" y="1361"/>
                </a:lnTo>
                <a:lnTo>
                  <a:pt x="431" y="1336"/>
                </a:lnTo>
                <a:lnTo>
                  <a:pt x="415" y="1309"/>
                </a:lnTo>
                <a:lnTo>
                  <a:pt x="400" y="1283"/>
                </a:lnTo>
                <a:lnTo>
                  <a:pt x="386" y="1256"/>
                </a:lnTo>
                <a:lnTo>
                  <a:pt x="372" y="1229"/>
                </a:lnTo>
                <a:lnTo>
                  <a:pt x="358" y="1202"/>
                </a:lnTo>
                <a:lnTo>
                  <a:pt x="334" y="1147"/>
                </a:lnTo>
                <a:lnTo>
                  <a:pt x="312" y="1092"/>
                </a:lnTo>
                <a:lnTo>
                  <a:pt x="291" y="1038"/>
                </a:lnTo>
                <a:lnTo>
                  <a:pt x="273" y="983"/>
                </a:lnTo>
                <a:lnTo>
                  <a:pt x="258" y="928"/>
                </a:lnTo>
                <a:lnTo>
                  <a:pt x="244" y="874"/>
                </a:lnTo>
                <a:lnTo>
                  <a:pt x="232" y="820"/>
                </a:lnTo>
                <a:lnTo>
                  <a:pt x="221" y="768"/>
                </a:lnTo>
                <a:lnTo>
                  <a:pt x="212" y="716"/>
                </a:lnTo>
                <a:lnTo>
                  <a:pt x="204" y="666"/>
                </a:lnTo>
                <a:lnTo>
                  <a:pt x="198" y="618"/>
                </a:lnTo>
                <a:lnTo>
                  <a:pt x="194" y="570"/>
                </a:lnTo>
                <a:lnTo>
                  <a:pt x="190" y="525"/>
                </a:lnTo>
                <a:lnTo>
                  <a:pt x="187" y="482"/>
                </a:lnTo>
                <a:lnTo>
                  <a:pt x="185" y="441"/>
                </a:lnTo>
                <a:lnTo>
                  <a:pt x="184" y="404"/>
                </a:lnTo>
                <a:lnTo>
                  <a:pt x="184" y="367"/>
                </a:lnTo>
                <a:lnTo>
                  <a:pt x="624" y="367"/>
                </a:lnTo>
                <a:lnTo>
                  <a:pt x="919" y="367"/>
                </a:lnTo>
                <a:lnTo>
                  <a:pt x="919" y="791"/>
                </a:lnTo>
                <a:lnTo>
                  <a:pt x="919" y="828"/>
                </a:lnTo>
                <a:lnTo>
                  <a:pt x="920" y="863"/>
                </a:lnTo>
                <a:lnTo>
                  <a:pt x="922" y="900"/>
                </a:lnTo>
                <a:lnTo>
                  <a:pt x="924" y="936"/>
                </a:lnTo>
                <a:lnTo>
                  <a:pt x="927" y="972"/>
                </a:lnTo>
                <a:lnTo>
                  <a:pt x="930" y="1008"/>
                </a:lnTo>
                <a:lnTo>
                  <a:pt x="935" y="1044"/>
                </a:lnTo>
                <a:lnTo>
                  <a:pt x="940" y="1080"/>
                </a:lnTo>
                <a:lnTo>
                  <a:pt x="951" y="1151"/>
                </a:lnTo>
                <a:lnTo>
                  <a:pt x="964" y="1223"/>
                </a:lnTo>
                <a:lnTo>
                  <a:pt x="980" y="1293"/>
                </a:lnTo>
                <a:lnTo>
                  <a:pt x="998" y="1363"/>
                </a:lnTo>
                <a:lnTo>
                  <a:pt x="1019" y="1432"/>
                </a:lnTo>
                <a:lnTo>
                  <a:pt x="1041" y="1501"/>
                </a:lnTo>
                <a:lnTo>
                  <a:pt x="1065" y="1568"/>
                </a:lnTo>
                <a:lnTo>
                  <a:pt x="1092" y="1634"/>
                </a:lnTo>
                <a:lnTo>
                  <a:pt x="1120" y="1699"/>
                </a:lnTo>
                <a:lnTo>
                  <a:pt x="1151" y="1763"/>
                </a:lnTo>
                <a:lnTo>
                  <a:pt x="1183" y="1825"/>
                </a:lnTo>
                <a:lnTo>
                  <a:pt x="1217" y="1885"/>
                </a:lnTo>
                <a:lnTo>
                  <a:pt x="1091" y="1846"/>
                </a:lnTo>
                <a:close/>
                <a:moveTo>
                  <a:pt x="2205" y="1626"/>
                </a:moveTo>
                <a:lnTo>
                  <a:pt x="1637" y="2020"/>
                </a:lnTo>
                <a:lnTo>
                  <a:pt x="1837" y="1359"/>
                </a:lnTo>
                <a:lnTo>
                  <a:pt x="1287" y="940"/>
                </a:lnTo>
                <a:lnTo>
                  <a:pt x="1978" y="927"/>
                </a:lnTo>
                <a:lnTo>
                  <a:pt x="2205" y="274"/>
                </a:lnTo>
                <a:lnTo>
                  <a:pt x="2433" y="927"/>
                </a:lnTo>
                <a:lnTo>
                  <a:pt x="3123" y="940"/>
                </a:lnTo>
                <a:lnTo>
                  <a:pt x="2573" y="1359"/>
                </a:lnTo>
                <a:lnTo>
                  <a:pt x="2772" y="2020"/>
                </a:lnTo>
                <a:lnTo>
                  <a:pt x="2205" y="162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1" name="KSO_Shape"/>
          <p:cNvSpPr>
            <a:spLocks/>
          </p:cNvSpPr>
          <p:nvPr/>
        </p:nvSpPr>
        <p:spPr bwMode="auto">
          <a:xfrm>
            <a:off x="4834002" y="2641275"/>
            <a:ext cx="247045" cy="247457"/>
          </a:xfrm>
          <a:custGeom>
            <a:avLst/>
            <a:gdLst>
              <a:gd name="T0" fmla="*/ 2147483646 w 4409"/>
              <a:gd name="T1" fmla="*/ 2147483646 h 4408"/>
              <a:gd name="T2" fmla="*/ 2147483646 w 4409"/>
              <a:gd name="T3" fmla="*/ 2147483646 h 4408"/>
              <a:gd name="T4" fmla="*/ 2147483646 w 4409"/>
              <a:gd name="T5" fmla="*/ 2147483646 h 4408"/>
              <a:gd name="T6" fmla="*/ 2147483646 w 4409"/>
              <a:gd name="T7" fmla="*/ 2147483646 h 4408"/>
              <a:gd name="T8" fmla="*/ 2147483646 w 4409"/>
              <a:gd name="T9" fmla="*/ 2147483646 h 4408"/>
              <a:gd name="T10" fmla="*/ 2147483646 w 4409"/>
              <a:gd name="T11" fmla="*/ 2147483646 h 4408"/>
              <a:gd name="T12" fmla="*/ 2147483646 w 4409"/>
              <a:gd name="T13" fmla="*/ 2147483646 h 4408"/>
              <a:gd name="T14" fmla="*/ 2147483646 w 4409"/>
              <a:gd name="T15" fmla="*/ 2147483646 h 4408"/>
              <a:gd name="T16" fmla="*/ 481718167 w 4409"/>
              <a:gd name="T17" fmla="*/ 2147483646 h 4408"/>
              <a:gd name="T18" fmla="*/ 321145301 w 4409"/>
              <a:gd name="T19" fmla="*/ 2147483646 h 4408"/>
              <a:gd name="T20" fmla="*/ 2147483646 w 4409"/>
              <a:gd name="T21" fmla="*/ 2147483646 h 4408"/>
              <a:gd name="T22" fmla="*/ 2147483646 w 4409"/>
              <a:gd name="T23" fmla="*/ 2147483646 h 4408"/>
              <a:gd name="T24" fmla="*/ 2147483646 w 4409"/>
              <a:gd name="T25" fmla="*/ 2147483646 h 4408"/>
              <a:gd name="T26" fmla="*/ 2147483646 w 4409"/>
              <a:gd name="T27" fmla="*/ 2147483646 h 4408"/>
              <a:gd name="T28" fmla="*/ 2147483646 w 4409"/>
              <a:gd name="T29" fmla="*/ 2147483646 h 4408"/>
              <a:gd name="T30" fmla="*/ 2147483646 w 4409"/>
              <a:gd name="T31" fmla="*/ 2147483646 h 4408"/>
              <a:gd name="T32" fmla="*/ 2147483646 w 4409"/>
              <a:gd name="T33" fmla="*/ 2147483646 h 4408"/>
              <a:gd name="T34" fmla="*/ 2147483646 w 4409"/>
              <a:gd name="T35" fmla="*/ 2147483646 h 4408"/>
              <a:gd name="T36" fmla="*/ 2147483646 w 4409"/>
              <a:gd name="T37" fmla="*/ 2147483646 h 4408"/>
              <a:gd name="T38" fmla="*/ 2147483646 w 4409"/>
              <a:gd name="T39" fmla="*/ 2147483646 h 4408"/>
              <a:gd name="T40" fmla="*/ 2147483646 w 4409"/>
              <a:gd name="T41" fmla="*/ 2147483646 h 4408"/>
              <a:gd name="T42" fmla="*/ 2147483646 w 4409"/>
              <a:gd name="T43" fmla="*/ 2147483646 h 4408"/>
              <a:gd name="T44" fmla="*/ 2147483646 w 4409"/>
              <a:gd name="T45" fmla="*/ 2147483646 h 4408"/>
              <a:gd name="T46" fmla="*/ 2147483646 w 4409"/>
              <a:gd name="T47" fmla="*/ 2147483646 h 4408"/>
              <a:gd name="T48" fmla="*/ 2147483646 w 4409"/>
              <a:gd name="T49" fmla="*/ 2147483646 h 4408"/>
              <a:gd name="T50" fmla="*/ 2147483646 w 4409"/>
              <a:gd name="T51" fmla="*/ 2147483646 h 4408"/>
              <a:gd name="T52" fmla="*/ 2147483646 w 4409"/>
              <a:gd name="T53" fmla="*/ 2147483646 h 4408"/>
              <a:gd name="T54" fmla="*/ 2147483646 w 4409"/>
              <a:gd name="T55" fmla="*/ 2147483646 h 4408"/>
              <a:gd name="T56" fmla="*/ 2147483646 w 4409"/>
              <a:gd name="T57" fmla="*/ 2147483646 h 4408"/>
              <a:gd name="T58" fmla="*/ 2147483646 w 4409"/>
              <a:gd name="T59" fmla="*/ 2147483646 h 4408"/>
              <a:gd name="T60" fmla="*/ 2147483646 w 4409"/>
              <a:gd name="T61" fmla="*/ 2147483646 h 4408"/>
              <a:gd name="T62" fmla="*/ 2147483646 w 4409"/>
              <a:gd name="T63" fmla="*/ 2147483646 h 4408"/>
              <a:gd name="T64" fmla="*/ 2147483646 w 4409"/>
              <a:gd name="T65" fmla="*/ 2147483646 h 4408"/>
              <a:gd name="T66" fmla="*/ 2147483646 w 4409"/>
              <a:gd name="T67" fmla="*/ 2147483646 h 4408"/>
              <a:gd name="T68" fmla="*/ 2147483646 w 4409"/>
              <a:gd name="T69" fmla="*/ 2147483646 h 4408"/>
              <a:gd name="T70" fmla="*/ 2147483646 w 4409"/>
              <a:gd name="T71" fmla="*/ 2147483646 h 4408"/>
              <a:gd name="T72" fmla="*/ 2147483646 w 4409"/>
              <a:gd name="T73" fmla="*/ 2147483646 h 4408"/>
              <a:gd name="T74" fmla="*/ 2147483646 w 4409"/>
              <a:gd name="T75" fmla="*/ 2147483646 h 4408"/>
              <a:gd name="T76" fmla="*/ 2147483646 w 4409"/>
              <a:gd name="T77" fmla="*/ 2147483646 h 4408"/>
              <a:gd name="T78" fmla="*/ 2147483646 w 4409"/>
              <a:gd name="T79" fmla="*/ 2147483646 h 4408"/>
              <a:gd name="T80" fmla="*/ 2147483646 w 4409"/>
              <a:gd name="T81" fmla="*/ 2147483646 h 4408"/>
              <a:gd name="T82" fmla="*/ 2147483646 w 4409"/>
              <a:gd name="T83" fmla="*/ 2147483646 h 4408"/>
              <a:gd name="T84" fmla="*/ 2147483646 w 4409"/>
              <a:gd name="T85" fmla="*/ 2147483646 h 4408"/>
              <a:gd name="T86" fmla="*/ 2147483646 w 4409"/>
              <a:gd name="T87" fmla="*/ 2147483646 h 4408"/>
              <a:gd name="T88" fmla="*/ 2147483646 w 4409"/>
              <a:gd name="T89" fmla="*/ 2147483646 h 4408"/>
              <a:gd name="T90" fmla="*/ 2147483646 w 4409"/>
              <a:gd name="T91" fmla="*/ 2147483646 h 4408"/>
              <a:gd name="T92" fmla="*/ 2147483646 w 4409"/>
              <a:gd name="T93" fmla="*/ 2147483646 h 4408"/>
              <a:gd name="T94" fmla="*/ 2147483646 w 4409"/>
              <a:gd name="T95" fmla="*/ 2147483646 h 4408"/>
              <a:gd name="T96" fmla="*/ 2147483646 w 4409"/>
              <a:gd name="T97" fmla="*/ 2147483646 h 4408"/>
              <a:gd name="T98" fmla="*/ 2147483646 w 4409"/>
              <a:gd name="T99" fmla="*/ 2147483646 h 4408"/>
              <a:gd name="T100" fmla="*/ 2147483646 w 4409"/>
              <a:gd name="T101" fmla="*/ 2147483646 h 4408"/>
              <a:gd name="T102" fmla="*/ 2147483646 w 4409"/>
              <a:gd name="T103" fmla="*/ 2147483646 h 4408"/>
              <a:gd name="T104" fmla="*/ 2147483646 w 4409"/>
              <a:gd name="T105" fmla="*/ 2147483646 h 4408"/>
              <a:gd name="T106" fmla="*/ 2147483646 w 4409"/>
              <a:gd name="T107" fmla="*/ 2147483646 h 4408"/>
              <a:gd name="T108" fmla="*/ 2147483646 w 4409"/>
              <a:gd name="T109" fmla="*/ 2147483646 h 44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409" h="4408">
                <a:moveTo>
                  <a:pt x="3025" y="2127"/>
                </a:moveTo>
                <a:lnTo>
                  <a:pt x="3025" y="2127"/>
                </a:lnTo>
                <a:lnTo>
                  <a:pt x="3097" y="2107"/>
                </a:lnTo>
                <a:lnTo>
                  <a:pt x="3179" y="2081"/>
                </a:lnTo>
                <a:lnTo>
                  <a:pt x="3271" y="2053"/>
                </a:lnTo>
                <a:lnTo>
                  <a:pt x="3375" y="2020"/>
                </a:lnTo>
                <a:lnTo>
                  <a:pt x="3429" y="2002"/>
                </a:lnTo>
                <a:lnTo>
                  <a:pt x="3481" y="1982"/>
                </a:lnTo>
                <a:lnTo>
                  <a:pt x="3532" y="1961"/>
                </a:lnTo>
                <a:lnTo>
                  <a:pt x="3580" y="1938"/>
                </a:lnTo>
                <a:lnTo>
                  <a:pt x="3626" y="1914"/>
                </a:lnTo>
                <a:lnTo>
                  <a:pt x="3672" y="1889"/>
                </a:lnTo>
                <a:lnTo>
                  <a:pt x="3715" y="1861"/>
                </a:lnTo>
                <a:lnTo>
                  <a:pt x="3756" y="1834"/>
                </a:lnTo>
                <a:lnTo>
                  <a:pt x="3797" y="1804"/>
                </a:lnTo>
                <a:lnTo>
                  <a:pt x="3834" y="1774"/>
                </a:lnTo>
                <a:lnTo>
                  <a:pt x="3871" y="1744"/>
                </a:lnTo>
                <a:lnTo>
                  <a:pt x="3906" y="1711"/>
                </a:lnTo>
                <a:lnTo>
                  <a:pt x="3940" y="1679"/>
                </a:lnTo>
                <a:lnTo>
                  <a:pt x="3971" y="1644"/>
                </a:lnTo>
                <a:lnTo>
                  <a:pt x="4002" y="1610"/>
                </a:lnTo>
                <a:lnTo>
                  <a:pt x="4031" y="1575"/>
                </a:lnTo>
                <a:lnTo>
                  <a:pt x="4059" y="1539"/>
                </a:lnTo>
                <a:lnTo>
                  <a:pt x="4085" y="1502"/>
                </a:lnTo>
                <a:lnTo>
                  <a:pt x="4110" y="1466"/>
                </a:lnTo>
                <a:lnTo>
                  <a:pt x="4134" y="1428"/>
                </a:lnTo>
                <a:lnTo>
                  <a:pt x="4157" y="1390"/>
                </a:lnTo>
                <a:lnTo>
                  <a:pt x="4177" y="1351"/>
                </a:lnTo>
                <a:lnTo>
                  <a:pt x="4198" y="1312"/>
                </a:lnTo>
                <a:lnTo>
                  <a:pt x="4217" y="1274"/>
                </a:lnTo>
                <a:lnTo>
                  <a:pt x="4234" y="1235"/>
                </a:lnTo>
                <a:lnTo>
                  <a:pt x="4251" y="1196"/>
                </a:lnTo>
                <a:lnTo>
                  <a:pt x="4267" y="1156"/>
                </a:lnTo>
                <a:lnTo>
                  <a:pt x="4281" y="1117"/>
                </a:lnTo>
                <a:lnTo>
                  <a:pt x="4295" y="1078"/>
                </a:lnTo>
                <a:lnTo>
                  <a:pt x="4307" y="1039"/>
                </a:lnTo>
                <a:lnTo>
                  <a:pt x="4319" y="1000"/>
                </a:lnTo>
                <a:lnTo>
                  <a:pt x="4329" y="961"/>
                </a:lnTo>
                <a:lnTo>
                  <a:pt x="4340" y="923"/>
                </a:lnTo>
                <a:lnTo>
                  <a:pt x="4349" y="884"/>
                </a:lnTo>
                <a:lnTo>
                  <a:pt x="4357" y="847"/>
                </a:lnTo>
                <a:lnTo>
                  <a:pt x="4365" y="809"/>
                </a:lnTo>
                <a:lnTo>
                  <a:pt x="4377" y="736"/>
                </a:lnTo>
                <a:lnTo>
                  <a:pt x="4387" y="665"/>
                </a:lnTo>
                <a:lnTo>
                  <a:pt x="4395" y="598"/>
                </a:lnTo>
                <a:lnTo>
                  <a:pt x="4401" y="534"/>
                </a:lnTo>
                <a:lnTo>
                  <a:pt x="4405" y="474"/>
                </a:lnTo>
                <a:lnTo>
                  <a:pt x="4407" y="418"/>
                </a:lnTo>
                <a:lnTo>
                  <a:pt x="4409" y="367"/>
                </a:lnTo>
                <a:lnTo>
                  <a:pt x="4409" y="321"/>
                </a:lnTo>
                <a:lnTo>
                  <a:pt x="4409" y="281"/>
                </a:lnTo>
                <a:lnTo>
                  <a:pt x="4407" y="247"/>
                </a:lnTo>
                <a:lnTo>
                  <a:pt x="4404" y="201"/>
                </a:lnTo>
                <a:lnTo>
                  <a:pt x="4403" y="183"/>
                </a:lnTo>
                <a:lnTo>
                  <a:pt x="3786" y="183"/>
                </a:lnTo>
                <a:lnTo>
                  <a:pt x="3491" y="183"/>
                </a:lnTo>
                <a:lnTo>
                  <a:pt x="3491" y="0"/>
                </a:lnTo>
                <a:lnTo>
                  <a:pt x="919" y="0"/>
                </a:lnTo>
                <a:lnTo>
                  <a:pt x="919" y="183"/>
                </a:lnTo>
                <a:lnTo>
                  <a:pt x="624" y="183"/>
                </a:lnTo>
                <a:lnTo>
                  <a:pt x="6" y="183"/>
                </a:lnTo>
                <a:lnTo>
                  <a:pt x="5" y="201"/>
                </a:lnTo>
                <a:lnTo>
                  <a:pt x="2" y="247"/>
                </a:lnTo>
                <a:lnTo>
                  <a:pt x="1" y="282"/>
                </a:lnTo>
                <a:lnTo>
                  <a:pt x="0" y="321"/>
                </a:lnTo>
                <a:lnTo>
                  <a:pt x="1" y="367"/>
                </a:lnTo>
                <a:lnTo>
                  <a:pt x="2" y="419"/>
                </a:lnTo>
                <a:lnTo>
                  <a:pt x="4" y="475"/>
                </a:lnTo>
                <a:lnTo>
                  <a:pt x="8" y="535"/>
                </a:lnTo>
                <a:lnTo>
                  <a:pt x="14" y="599"/>
                </a:lnTo>
                <a:lnTo>
                  <a:pt x="22" y="667"/>
                </a:lnTo>
                <a:lnTo>
                  <a:pt x="32" y="737"/>
                </a:lnTo>
                <a:lnTo>
                  <a:pt x="45" y="811"/>
                </a:lnTo>
                <a:lnTo>
                  <a:pt x="52" y="848"/>
                </a:lnTo>
                <a:lnTo>
                  <a:pt x="61" y="886"/>
                </a:lnTo>
                <a:lnTo>
                  <a:pt x="69" y="924"/>
                </a:lnTo>
                <a:lnTo>
                  <a:pt x="79" y="962"/>
                </a:lnTo>
                <a:lnTo>
                  <a:pt x="91" y="1002"/>
                </a:lnTo>
                <a:lnTo>
                  <a:pt x="102" y="1041"/>
                </a:lnTo>
                <a:lnTo>
                  <a:pt x="115" y="1080"/>
                </a:lnTo>
                <a:lnTo>
                  <a:pt x="128" y="1120"/>
                </a:lnTo>
                <a:lnTo>
                  <a:pt x="142" y="1158"/>
                </a:lnTo>
                <a:lnTo>
                  <a:pt x="159" y="1198"/>
                </a:lnTo>
                <a:lnTo>
                  <a:pt x="175" y="1237"/>
                </a:lnTo>
                <a:lnTo>
                  <a:pt x="193" y="1276"/>
                </a:lnTo>
                <a:lnTo>
                  <a:pt x="211" y="1315"/>
                </a:lnTo>
                <a:lnTo>
                  <a:pt x="232" y="1354"/>
                </a:lnTo>
                <a:lnTo>
                  <a:pt x="253" y="1392"/>
                </a:lnTo>
                <a:lnTo>
                  <a:pt x="275" y="1430"/>
                </a:lnTo>
                <a:lnTo>
                  <a:pt x="299" y="1468"/>
                </a:lnTo>
                <a:lnTo>
                  <a:pt x="324" y="1504"/>
                </a:lnTo>
                <a:lnTo>
                  <a:pt x="350" y="1541"/>
                </a:lnTo>
                <a:lnTo>
                  <a:pt x="378" y="1577"/>
                </a:lnTo>
                <a:lnTo>
                  <a:pt x="407" y="1612"/>
                </a:lnTo>
                <a:lnTo>
                  <a:pt x="438" y="1646"/>
                </a:lnTo>
                <a:lnTo>
                  <a:pt x="470" y="1681"/>
                </a:lnTo>
                <a:lnTo>
                  <a:pt x="503" y="1713"/>
                </a:lnTo>
                <a:lnTo>
                  <a:pt x="538" y="1746"/>
                </a:lnTo>
                <a:lnTo>
                  <a:pt x="574" y="1776"/>
                </a:lnTo>
                <a:lnTo>
                  <a:pt x="613" y="1806"/>
                </a:lnTo>
                <a:lnTo>
                  <a:pt x="653" y="1835"/>
                </a:lnTo>
                <a:lnTo>
                  <a:pt x="694" y="1863"/>
                </a:lnTo>
                <a:lnTo>
                  <a:pt x="738" y="1890"/>
                </a:lnTo>
                <a:lnTo>
                  <a:pt x="782" y="1915"/>
                </a:lnTo>
                <a:lnTo>
                  <a:pt x="829" y="1939"/>
                </a:lnTo>
                <a:lnTo>
                  <a:pt x="878" y="1962"/>
                </a:lnTo>
                <a:lnTo>
                  <a:pt x="928" y="1983"/>
                </a:lnTo>
                <a:lnTo>
                  <a:pt x="981" y="2002"/>
                </a:lnTo>
                <a:lnTo>
                  <a:pt x="1035" y="2020"/>
                </a:lnTo>
                <a:lnTo>
                  <a:pt x="1137" y="2053"/>
                </a:lnTo>
                <a:lnTo>
                  <a:pt x="1230" y="2080"/>
                </a:lnTo>
                <a:lnTo>
                  <a:pt x="1311" y="2105"/>
                </a:lnTo>
                <a:lnTo>
                  <a:pt x="1384" y="2125"/>
                </a:lnTo>
                <a:lnTo>
                  <a:pt x="1417" y="2164"/>
                </a:lnTo>
                <a:lnTo>
                  <a:pt x="1452" y="2203"/>
                </a:lnTo>
                <a:lnTo>
                  <a:pt x="1488" y="2241"/>
                </a:lnTo>
                <a:lnTo>
                  <a:pt x="1525" y="2275"/>
                </a:lnTo>
                <a:lnTo>
                  <a:pt x="1562" y="2309"/>
                </a:lnTo>
                <a:lnTo>
                  <a:pt x="1600" y="2340"/>
                </a:lnTo>
                <a:lnTo>
                  <a:pt x="1639" y="2370"/>
                </a:lnTo>
                <a:lnTo>
                  <a:pt x="1679" y="2398"/>
                </a:lnTo>
                <a:lnTo>
                  <a:pt x="1720" y="2424"/>
                </a:lnTo>
                <a:lnTo>
                  <a:pt x="1761" y="2449"/>
                </a:lnTo>
                <a:lnTo>
                  <a:pt x="1803" y="2471"/>
                </a:lnTo>
                <a:lnTo>
                  <a:pt x="1845" y="2490"/>
                </a:lnTo>
                <a:lnTo>
                  <a:pt x="1888" y="2508"/>
                </a:lnTo>
                <a:lnTo>
                  <a:pt x="1933" y="2525"/>
                </a:lnTo>
                <a:lnTo>
                  <a:pt x="1976" y="2538"/>
                </a:lnTo>
                <a:lnTo>
                  <a:pt x="2021" y="2549"/>
                </a:lnTo>
                <a:lnTo>
                  <a:pt x="2021" y="3864"/>
                </a:lnTo>
                <a:lnTo>
                  <a:pt x="1963" y="3868"/>
                </a:lnTo>
                <a:lnTo>
                  <a:pt x="1906" y="3873"/>
                </a:lnTo>
                <a:lnTo>
                  <a:pt x="1850" y="3880"/>
                </a:lnTo>
                <a:lnTo>
                  <a:pt x="1795" y="3887"/>
                </a:lnTo>
                <a:lnTo>
                  <a:pt x="1741" y="3895"/>
                </a:lnTo>
                <a:lnTo>
                  <a:pt x="1688" y="3904"/>
                </a:lnTo>
                <a:lnTo>
                  <a:pt x="1636" y="3915"/>
                </a:lnTo>
                <a:lnTo>
                  <a:pt x="1587" y="3926"/>
                </a:lnTo>
                <a:lnTo>
                  <a:pt x="1537" y="3939"/>
                </a:lnTo>
                <a:lnTo>
                  <a:pt x="1489" y="3951"/>
                </a:lnTo>
                <a:lnTo>
                  <a:pt x="1444" y="3965"/>
                </a:lnTo>
                <a:lnTo>
                  <a:pt x="1399" y="3980"/>
                </a:lnTo>
                <a:lnTo>
                  <a:pt x="1355" y="3995"/>
                </a:lnTo>
                <a:lnTo>
                  <a:pt x="1314" y="4012"/>
                </a:lnTo>
                <a:lnTo>
                  <a:pt x="1274" y="4029"/>
                </a:lnTo>
                <a:lnTo>
                  <a:pt x="1237" y="4046"/>
                </a:lnTo>
                <a:lnTo>
                  <a:pt x="1200" y="4065"/>
                </a:lnTo>
                <a:lnTo>
                  <a:pt x="1166" y="4085"/>
                </a:lnTo>
                <a:lnTo>
                  <a:pt x="1134" y="4104"/>
                </a:lnTo>
                <a:lnTo>
                  <a:pt x="1104" y="4124"/>
                </a:lnTo>
                <a:lnTo>
                  <a:pt x="1076" y="4146"/>
                </a:lnTo>
                <a:lnTo>
                  <a:pt x="1049" y="4167"/>
                </a:lnTo>
                <a:lnTo>
                  <a:pt x="1026" y="4189"/>
                </a:lnTo>
                <a:lnTo>
                  <a:pt x="1004" y="4211"/>
                </a:lnTo>
                <a:lnTo>
                  <a:pt x="984" y="4235"/>
                </a:lnTo>
                <a:lnTo>
                  <a:pt x="968" y="4259"/>
                </a:lnTo>
                <a:lnTo>
                  <a:pt x="953" y="4282"/>
                </a:lnTo>
                <a:lnTo>
                  <a:pt x="947" y="4295"/>
                </a:lnTo>
                <a:lnTo>
                  <a:pt x="941" y="4307"/>
                </a:lnTo>
                <a:lnTo>
                  <a:pt x="936" y="4320"/>
                </a:lnTo>
                <a:lnTo>
                  <a:pt x="931" y="4332"/>
                </a:lnTo>
                <a:lnTo>
                  <a:pt x="927" y="4344"/>
                </a:lnTo>
                <a:lnTo>
                  <a:pt x="924" y="4358"/>
                </a:lnTo>
                <a:lnTo>
                  <a:pt x="922" y="4370"/>
                </a:lnTo>
                <a:lnTo>
                  <a:pt x="920" y="4383"/>
                </a:lnTo>
                <a:lnTo>
                  <a:pt x="919" y="4396"/>
                </a:lnTo>
                <a:lnTo>
                  <a:pt x="919" y="4408"/>
                </a:lnTo>
                <a:lnTo>
                  <a:pt x="3491" y="4408"/>
                </a:lnTo>
                <a:lnTo>
                  <a:pt x="3491" y="4396"/>
                </a:lnTo>
                <a:lnTo>
                  <a:pt x="3490" y="4383"/>
                </a:lnTo>
                <a:lnTo>
                  <a:pt x="3488" y="4370"/>
                </a:lnTo>
                <a:lnTo>
                  <a:pt x="3486" y="4358"/>
                </a:lnTo>
                <a:lnTo>
                  <a:pt x="3482" y="4344"/>
                </a:lnTo>
                <a:lnTo>
                  <a:pt x="3478" y="4332"/>
                </a:lnTo>
                <a:lnTo>
                  <a:pt x="3474" y="4320"/>
                </a:lnTo>
                <a:lnTo>
                  <a:pt x="3469" y="4307"/>
                </a:lnTo>
                <a:lnTo>
                  <a:pt x="3463" y="4295"/>
                </a:lnTo>
                <a:lnTo>
                  <a:pt x="3457" y="4282"/>
                </a:lnTo>
                <a:lnTo>
                  <a:pt x="3443" y="4259"/>
                </a:lnTo>
                <a:lnTo>
                  <a:pt x="3426" y="4235"/>
                </a:lnTo>
                <a:lnTo>
                  <a:pt x="3406" y="4211"/>
                </a:lnTo>
                <a:lnTo>
                  <a:pt x="3384" y="4189"/>
                </a:lnTo>
                <a:lnTo>
                  <a:pt x="3361" y="4167"/>
                </a:lnTo>
                <a:lnTo>
                  <a:pt x="3334" y="4146"/>
                </a:lnTo>
                <a:lnTo>
                  <a:pt x="3306" y="4124"/>
                </a:lnTo>
                <a:lnTo>
                  <a:pt x="3276" y="4104"/>
                </a:lnTo>
                <a:lnTo>
                  <a:pt x="3244" y="4085"/>
                </a:lnTo>
                <a:lnTo>
                  <a:pt x="3210" y="4065"/>
                </a:lnTo>
                <a:lnTo>
                  <a:pt x="3173" y="4046"/>
                </a:lnTo>
                <a:lnTo>
                  <a:pt x="3136" y="4029"/>
                </a:lnTo>
                <a:lnTo>
                  <a:pt x="3096" y="4012"/>
                </a:lnTo>
                <a:lnTo>
                  <a:pt x="3054" y="3995"/>
                </a:lnTo>
                <a:lnTo>
                  <a:pt x="3011" y="3980"/>
                </a:lnTo>
                <a:lnTo>
                  <a:pt x="2966" y="3965"/>
                </a:lnTo>
                <a:lnTo>
                  <a:pt x="2921" y="3951"/>
                </a:lnTo>
                <a:lnTo>
                  <a:pt x="2873" y="3939"/>
                </a:lnTo>
                <a:lnTo>
                  <a:pt x="2823" y="3926"/>
                </a:lnTo>
                <a:lnTo>
                  <a:pt x="2773" y="3915"/>
                </a:lnTo>
                <a:lnTo>
                  <a:pt x="2722" y="3904"/>
                </a:lnTo>
                <a:lnTo>
                  <a:pt x="2669" y="3895"/>
                </a:lnTo>
                <a:lnTo>
                  <a:pt x="2615" y="3887"/>
                </a:lnTo>
                <a:lnTo>
                  <a:pt x="2559" y="3880"/>
                </a:lnTo>
                <a:lnTo>
                  <a:pt x="2504" y="3873"/>
                </a:lnTo>
                <a:lnTo>
                  <a:pt x="2447" y="3868"/>
                </a:lnTo>
                <a:lnTo>
                  <a:pt x="2389" y="3864"/>
                </a:lnTo>
                <a:lnTo>
                  <a:pt x="2389" y="2549"/>
                </a:lnTo>
                <a:lnTo>
                  <a:pt x="2434" y="2538"/>
                </a:lnTo>
                <a:lnTo>
                  <a:pt x="2477" y="2525"/>
                </a:lnTo>
                <a:lnTo>
                  <a:pt x="2521" y="2508"/>
                </a:lnTo>
                <a:lnTo>
                  <a:pt x="2565" y="2491"/>
                </a:lnTo>
                <a:lnTo>
                  <a:pt x="2607" y="2471"/>
                </a:lnTo>
                <a:lnTo>
                  <a:pt x="2649" y="2449"/>
                </a:lnTo>
                <a:lnTo>
                  <a:pt x="2689" y="2425"/>
                </a:lnTo>
                <a:lnTo>
                  <a:pt x="2730" y="2399"/>
                </a:lnTo>
                <a:lnTo>
                  <a:pt x="2769" y="2370"/>
                </a:lnTo>
                <a:lnTo>
                  <a:pt x="2809" y="2341"/>
                </a:lnTo>
                <a:lnTo>
                  <a:pt x="2846" y="2310"/>
                </a:lnTo>
                <a:lnTo>
                  <a:pt x="2884" y="2276"/>
                </a:lnTo>
                <a:lnTo>
                  <a:pt x="2921" y="2242"/>
                </a:lnTo>
                <a:lnTo>
                  <a:pt x="2956" y="2205"/>
                </a:lnTo>
                <a:lnTo>
                  <a:pt x="2992" y="2167"/>
                </a:lnTo>
                <a:lnTo>
                  <a:pt x="3025" y="2127"/>
                </a:lnTo>
                <a:close/>
                <a:moveTo>
                  <a:pt x="3491" y="791"/>
                </a:moveTo>
                <a:lnTo>
                  <a:pt x="3491" y="367"/>
                </a:lnTo>
                <a:lnTo>
                  <a:pt x="3786" y="367"/>
                </a:lnTo>
                <a:lnTo>
                  <a:pt x="4226" y="367"/>
                </a:lnTo>
                <a:lnTo>
                  <a:pt x="4226" y="403"/>
                </a:lnTo>
                <a:lnTo>
                  <a:pt x="4225" y="441"/>
                </a:lnTo>
                <a:lnTo>
                  <a:pt x="4223" y="482"/>
                </a:lnTo>
                <a:lnTo>
                  <a:pt x="4220" y="525"/>
                </a:lnTo>
                <a:lnTo>
                  <a:pt x="4216" y="570"/>
                </a:lnTo>
                <a:lnTo>
                  <a:pt x="4211" y="617"/>
                </a:lnTo>
                <a:lnTo>
                  <a:pt x="4205" y="665"/>
                </a:lnTo>
                <a:lnTo>
                  <a:pt x="4198" y="716"/>
                </a:lnTo>
                <a:lnTo>
                  <a:pt x="4188" y="767"/>
                </a:lnTo>
                <a:lnTo>
                  <a:pt x="4177" y="819"/>
                </a:lnTo>
                <a:lnTo>
                  <a:pt x="4165" y="873"/>
                </a:lnTo>
                <a:lnTo>
                  <a:pt x="4152" y="927"/>
                </a:lnTo>
                <a:lnTo>
                  <a:pt x="4136" y="982"/>
                </a:lnTo>
                <a:lnTo>
                  <a:pt x="4117" y="1037"/>
                </a:lnTo>
                <a:lnTo>
                  <a:pt x="4097" y="1091"/>
                </a:lnTo>
                <a:lnTo>
                  <a:pt x="4075" y="1146"/>
                </a:lnTo>
                <a:lnTo>
                  <a:pt x="4050" y="1201"/>
                </a:lnTo>
                <a:lnTo>
                  <a:pt x="4037" y="1227"/>
                </a:lnTo>
                <a:lnTo>
                  <a:pt x="4023" y="1255"/>
                </a:lnTo>
                <a:lnTo>
                  <a:pt x="4009" y="1281"/>
                </a:lnTo>
                <a:lnTo>
                  <a:pt x="3994" y="1307"/>
                </a:lnTo>
                <a:lnTo>
                  <a:pt x="3977" y="1334"/>
                </a:lnTo>
                <a:lnTo>
                  <a:pt x="3961" y="1360"/>
                </a:lnTo>
                <a:lnTo>
                  <a:pt x="3944" y="1385"/>
                </a:lnTo>
                <a:lnTo>
                  <a:pt x="3926" y="1412"/>
                </a:lnTo>
                <a:lnTo>
                  <a:pt x="3907" y="1436"/>
                </a:lnTo>
                <a:lnTo>
                  <a:pt x="3887" y="1462"/>
                </a:lnTo>
                <a:lnTo>
                  <a:pt x="3867" y="1486"/>
                </a:lnTo>
                <a:lnTo>
                  <a:pt x="3847" y="1510"/>
                </a:lnTo>
                <a:lnTo>
                  <a:pt x="3824" y="1534"/>
                </a:lnTo>
                <a:lnTo>
                  <a:pt x="3802" y="1557"/>
                </a:lnTo>
                <a:lnTo>
                  <a:pt x="3779" y="1579"/>
                </a:lnTo>
                <a:lnTo>
                  <a:pt x="3754" y="1602"/>
                </a:lnTo>
                <a:lnTo>
                  <a:pt x="3729" y="1623"/>
                </a:lnTo>
                <a:lnTo>
                  <a:pt x="3703" y="1644"/>
                </a:lnTo>
                <a:lnTo>
                  <a:pt x="3676" y="1664"/>
                </a:lnTo>
                <a:lnTo>
                  <a:pt x="3649" y="1685"/>
                </a:lnTo>
                <a:lnTo>
                  <a:pt x="3619" y="1704"/>
                </a:lnTo>
                <a:lnTo>
                  <a:pt x="3590" y="1722"/>
                </a:lnTo>
                <a:lnTo>
                  <a:pt x="3560" y="1740"/>
                </a:lnTo>
                <a:lnTo>
                  <a:pt x="3528" y="1758"/>
                </a:lnTo>
                <a:lnTo>
                  <a:pt x="3496" y="1775"/>
                </a:lnTo>
                <a:lnTo>
                  <a:pt x="3462" y="1790"/>
                </a:lnTo>
                <a:lnTo>
                  <a:pt x="3428" y="1805"/>
                </a:lnTo>
                <a:lnTo>
                  <a:pt x="3392" y="1820"/>
                </a:lnTo>
                <a:lnTo>
                  <a:pt x="3357" y="1833"/>
                </a:lnTo>
                <a:lnTo>
                  <a:pt x="3319" y="1846"/>
                </a:lnTo>
                <a:lnTo>
                  <a:pt x="3192" y="1886"/>
                </a:lnTo>
                <a:lnTo>
                  <a:pt x="3227" y="1825"/>
                </a:lnTo>
                <a:lnTo>
                  <a:pt x="3258" y="1763"/>
                </a:lnTo>
                <a:lnTo>
                  <a:pt x="3289" y="1700"/>
                </a:lnTo>
                <a:lnTo>
                  <a:pt x="3317" y="1635"/>
                </a:lnTo>
                <a:lnTo>
                  <a:pt x="3345" y="1569"/>
                </a:lnTo>
                <a:lnTo>
                  <a:pt x="3369" y="1501"/>
                </a:lnTo>
                <a:lnTo>
                  <a:pt x="3391" y="1433"/>
                </a:lnTo>
                <a:lnTo>
                  <a:pt x="3411" y="1364"/>
                </a:lnTo>
                <a:lnTo>
                  <a:pt x="3430" y="1294"/>
                </a:lnTo>
                <a:lnTo>
                  <a:pt x="3446" y="1223"/>
                </a:lnTo>
                <a:lnTo>
                  <a:pt x="3459" y="1152"/>
                </a:lnTo>
                <a:lnTo>
                  <a:pt x="3470" y="1080"/>
                </a:lnTo>
                <a:lnTo>
                  <a:pt x="3475" y="1044"/>
                </a:lnTo>
                <a:lnTo>
                  <a:pt x="3479" y="1008"/>
                </a:lnTo>
                <a:lnTo>
                  <a:pt x="3482" y="972"/>
                </a:lnTo>
                <a:lnTo>
                  <a:pt x="3486" y="936"/>
                </a:lnTo>
                <a:lnTo>
                  <a:pt x="3488" y="900"/>
                </a:lnTo>
                <a:lnTo>
                  <a:pt x="3490" y="863"/>
                </a:lnTo>
                <a:lnTo>
                  <a:pt x="3491" y="828"/>
                </a:lnTo>
                <a:lnTo>
                  <a:pt x="3491" y="791"/>
                </a:lnTo>
                <a:close/>
                <a:moveTo>
                  <a:pt x="1091" y="1846"/>
                </a:moveTo>
                <a:lnTo>
                  <a:pt x="1091" y="1846"/>
                </a:lnTo>
                <a:lnTo>
                  <a:pt x="1053" y="1833"/>
                </a:lnTo>
                <a:lnTo>
                  <a:pt x="1017" y="1820"/>
                </a:lnTo>
                <a:lnTo>
                  <a:pt x="981" y="1805"/>
                </a:lnTo>
                <a:lnTo>
                  <a:pt x="947" y="1791"/>
                </a:lnTo>
                <a:lnTo>
                  <a:pt x="913" y="1775"/>
                </a:lnTo>
                <a:lnTo>
                  <a:pt x="881" y="1759"/>
                </a:lnTo>
                <a:lnTo>
                  <a:pt x="849" y="1741"/>
                </a:lnTo>
                <a:lnTo>
                  <a:pt x="819" y="1723"/>
                </a:lnTo>
                <a:lnTo>
                  <a:pt x="789" y="1705"/>
                </a:lnTo>
                <a:lnTo>
                  <a:pt x="760" y="1686"/>
                </a:lnTo>
                <a:lnTo>
                  <a:pt x="733" y="1665"/>
                </a:lnTo>
                <a:lnTo>
                  <a:pt x="705" y="1645"/>
                </a:lnTo>
                <a:lnTo>
                  <a:pt x="680" y="1624"/>
                </a:lnTo>
                <a:lnTo>
                  <a:pt x="655" y="1603"/>
                </a:lnTo>
                <a:lnTo>
                  <a:pt x="630" y="1580"/>
                </a:lnTo>
                <a:lnTo>
                  <a:pt x="607" y="1558"/>
                </a:lnTo>
                <a:lnTo>
                  <a:pt x="585" y="1535"/>
                </a:lnTo>
                <a:lnTo>
                  <a:pt x="562" y="1511"/>
                </a:lnTo>
                <a:lnTo>
                  <a:pt x="541" y="1487"/>
                </a:lnTo>
                <a:lnTo>
                  <a:pt x="521" y="1463"/>
                </a:lnTo>
                <a:lnTo>
                  <a:pt x="501" y="1438"/>
                </a:lnTo>
                <a:lnTo>
                  <a:pt x="483" y="1413"/>
                </a:lnTo>
                <a:lnTo>
                  <a:pt x="465" y="1387"/>
                </a:lnTo>
                <a:lnTo>
                  <a:pt x="448" y="1361"/>
                </a:lnTo>
                <a:lnTo>
                  <a:pt x="431" y="1336"/>
                </a:lnTo>
                <a:lnTo>
                  <a:pt x="415" y="1309"/>
                </a:lnTo>
                <a:lnTo>
                  <a:pt x="400" y="1283"/>
                </a:lnTo>
                <a:lnTo>
                  <a:pt x="386" y="1256"/>
                </a:lnTo>
                <a:lnTo>
                  <a:pt x="372" y="1229"/>
                </a:lnTo>
                <a:lnTo>
                  <a:pt x="358" y="1202"/>
                </a:lnTo>
                <a:lnTo>
                  <a:pt x="334" y="1147"/>
                </a:lnTo>
                <a:lnTo>
                  <a:pt x="312" y="1092"/>
                </a:lnTo>
                <a:lnTo>
                  <a:pt x="291" y="1038"/>
                </a:lnTo>
                <a:lnTo>
                  <a:pt x="273" y="983"/>
                </a:lnTo>
                <a:lnTo>
                  <a:pt x="258" y="928"/>
                </a:lnTo>
                <a:lnTo>
                  <a:pt x="244" y="874"/>
                </a:lnTo>
                <a:lnTo>
                  <a:pt x="232" y="820"/>
                </a:lnTo>
                <a:lnTo>
                  <a:pt x="221" y="768"/>
                </a:lnTo>
                <a:lnTo>
                  <a:pt x="212" y="716"/>
                </a:lnTo>
                <a:lnTo>
                  <a:pt x="204" y="666"/>
                </a:lnTo>
                <a:lnTo>
                  <a:pt x="198" y="618"/>
                </a:lnTo>
                <a:lnTo>
                  <a:pt x="194" y="570"/>
                </a:lnTo>
                <a:lnTo>
                  <a:pt x="190" y="525"/>
                </a:lnTo>
                <a:lnTo>
                  <a:pt x="187" y="482"/>
                </a:lnTo>
                <a:lnTo>
                  <a:pt x="185" y="441"/>
                </a:lnTo>
                <a:lnTo>
                  <a:pt x="184" y="404"/>
                </a:lnTo>
                <a:lnTo>
                  <a:pt x="184" y="367"/>
                </a:lnTo>
                <a:lnTo>
                  <a:pt x="624" y="367"/>
                </a:lnTo>
                <a:lnTo>
                  <a:pt x="919" y="367"/>
                </a:lnTo>
                <a:lnTo>
                  <a:pt x="919" y="791"/>
                </a:lnTo>
                <a:lnTo>
                  <a:pt x="919" y="828"/>
                </a:lnTo>
                <a:lnTo>
                  <a:pt x="920" y="863"/>
                </a:lnTo>
                <a:lnTo>
                  <a:pt x="922" y="900"/>
                </a:lnTo>
                <a:lnTo>
                  <a:pt x="924" y="936"/>
                </a:lnTo>
                <a:lnTo>
                  <a:pt x="927" y="972"/>
                </a:lnTo>
                <a:lnTo>
                  <a:pt x="930" y="1008"/>
                </a:lnTo>
                <a:lnTo>
                  <a:pt x="935" y="1044"/>
                </a:lnTo>
                <a:lnTo>
                  <a:pt x="940" y="1080"/>
                </a:lnTo>
                <a:lnTo>
                  <a:pt x="951" y="1151"/>
                </a:lnTo>
                <a:lnTo>
                  <a:pt x="964" y="1223"/>
                </a:lnTo>
                <a:lnTo>
                  <a:pt x="980" y="1293"/>
                </a:lnTo>
                <a:lnTo>
                  <a:pt x="998" y="1363"/>
                </a:lnTo>
                <a:lnTo>
                  <a:pt x="1019" y="1432"/>
                </a:lnTo>
                <a:lnTo>
                  <a:pt x="1041" y="1501"/>
                </a:lnTo>
                <a:lnTo>
                  <a:pt x="1065" y="1568"/>
                </a:lnTo>
                <a:lnTo>
                  <a:pt x="1092" y="1634"/>
                </a:lnTo>
                <a:lnTo>
                  <a:pt x="1120" y="1699"/>
                </a:lnTo>
                <a:lnTo>
                  <a:pt x="1151" y="1763"/>
                </a:lnTo>
                <a:lnTo>
                  <a:pt x="1183" y="1825"/>
                </a:lnTo>
                <a:lnTo>
                  <a:pt x="1217" y="1885"/>
                </a:lnTo>
                <a:lnTo>
                  <a:pt x="1091" y="1846"/>
                </a:lnTo>
                <a:close/>
                <a:moveTo>
                  <a:pt x="2205" y="1626"/>
                </a:moveTo>
                <a:lnTo>
                  <a:pt x="1637" y="2020"/>
                </a:lnTo>
                <a:lnTo>
                  <a:pt x="1837" y="1359"/>
                </a:lnTo>
                <a:lnTo>
                  <a:pt x="1287" y="940"/>
                </a:lnTo>
                <a:lnTo>
                  <a:pt x="1978" y="927"/>
                </a:lnTo>
                <a:lnTo>
                  <a:pt x="2205" y="274"/>
                </a:lnTo>
                <a:lnTo>
                  <a:pt x="2433" y="927"/>
                </a:lnTo>
                <a:lnTo>
                  <a:pt x="3123" y="940"/>
                </a:lnTo>
                <a:lnTo>
                  <a:pt x="2573" y="1359"/>
                </a:lnTo>
                <a:lnTo>
                  <a:pt x="2772" y="2020"/>
                </a:lnTo>
                <a:lnTo>
                  <a:pt x="2205" y="162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" name="KSO_Shape"/>
          <p:cNvSpPr>
            <a:spLocks/>
          </p:cNvSpPr>
          <p:nvPr/>
        </p:nvSpPr>
        <p:spPr bwMode="auto">
          <a:xfrm>
            <a:off x="4834002" y="3098281"/>
            <a:ext cx="247045" cy="247457"/>
          </a:xfrm>
          <a:custGeom>
            <a:avLst/>
            <a:gdLst>
              <a:gd name="T0" fmla="*/ 2147483646 w 4409"/>
              <a:gd name="T1" fmla="*/ 2147483646 h 4408"/>
              <a:gd name="T2" fmla="*/ 2147483646 w 4409"/>
              <a:gd name="T3" fmla="*/ 2147483646 h 4408"/>
              <a:gd name="T4" fmla="*/ 2147483646 w 4409"/>
              <a:gd name="T5" fmla="*/ 2147483646 h 4408"/>
              <a:gd name="T6" fmla="*/ 2147483646 w 4409"/>
              <a:gd name="T7" fmla="*/ 2147483646 h 4408"/>
              <a:gd name="T8" fmla="*/ 2147483646 w 4409"/>
              <a:gd name="T9" fmla="*/ 2147483646 h 4408"/>
              <a:gd name="T10" fmla="*/ 2147483646 w 4409"/>
              <a:gd name="T11" fmla="*/ 2147483646 h 4408"/>
              <a:gd name="T12" fmla="*/ 2147483646 w 4409"/>
              <a:gd name="T13" fmla="*/ 2147483646 h 4408"/>
              <a:gd name="T14" fmla="*/ 2147483646 w 4409"/>
              <a:gd name="T15" fmla="*/ 2147483646 h 4408"/>
              <a:gd name="T16" fmla="*/ 481718167 w 4409"/>
              <a:gd name="T17" fmla="*/ 2147483646 h 4408"/>
              <a:gd name="T18" fmla="*/ 321145301 w 4409"/>
              <a:gd name="T19" fmla="*/ 2147483646 h 4408"/>
              <a:gd name="T20" fmla="*/ 2147483646 w 4409"/>
              <a:gd name="T21" fmla="*/ 2147483646 h 4408"/>
              <a:gd name="T22" fmla="*/ 2147483646 w 4409"/>
              <a:gd name="T23" fmla="*/ 2147483646 h 4408"/>
              <a:gd name="T24" fmla="*/ 2147483646 w 4409"/>
              <a:gd name="T25" fmla="*/ 2147483646 h 4408"/>
              <a:gd name="T26" fmla="*/ 2147483646 w 4409"/>
              <a:gd name="T27" fmla="*/ 2147483646 h 4408"/>
              <a:gd name="T28" fmla="*/ 2147483646 w 4409"/>
              <a:gd name="T29" fmla="*/ 2147483646 h 4408"/>
              <a:gd name="T30" fmla="*/ 2147483646 w 4409"/>
              <a:gd name="T31" fmla="*/ 2147483646 h 4408"/>
              <a:gd name="T32" fmla="*/ 2147483646 w 4409"/>
              <a:gd name="T33" fmla="*/ 2147483646 h 4408"/>
              <a:gd name="T34" fmla="*/ 2147483646 w 4409"/>
              <a:gd name="T35" fmla="*/ 2147483646 h 4408"/>
              <a:gd name="T36" fmla="*/ 2147483646 w 4409"/>
              <a:gd name="T37" fmla="*/ 2147483646 h 4408"/>
              <a:gd name="T38" fmla="*/ 2147483646 w 4409"/>
              <a:gd name="T39" fmla="*/ 2147483646 h 4408"/>
              <a:gd name="T40" fmla="*/ 2147483646 w 4409"/>
              <a:gd name="T41" fmla="*/ 2147483646 h 4408"/>
              <a:gd name="T42" fmla="*/ 2147483646 w 4409"/>
              <a:gd name="T43" fmla="*/ 2147483646 h 4408"/>
              <a:gd name="T44" fmla="*/ 2147483646 w 4409"/>
              <a:gd name="T45" fmla="*/ 2147483646 h 4408"/>
              <a:gd name="T46" fmla="*/ 2147483646 w 4409"/>
              <a:gd name="T47" fmla="*/ 2147483646 h 4408"/>
              <a:gd name="T48" fmla="*/ 2147483646 w 4409"/>
              <a:gd name="T49" fmla="*/ 2147483646 h 4408"/>
              <a:gd name="T50" fmla="*/ 2147483646 w 4409"/>
              <a:gd name="T51" fmla="*/ 2147483646 h 4408"/>
              <a:gd name="T52" fmla="*/ 2147483646 w 4409"/>
              <a:gd name="T53" fmla="*/ 2147483646 h 4408"/>
              <a:gd name="T54" fmla="*/ 2147483646 w 4409"/>
              <a:gd name="T55" fmla="*/ 2147483646 h 4408"/>
              <a:gd name="T56" fmla="*/ 2147483646 w 4409"/>
              <a:gd name="T57" fmla="*/ 2147483646 h 4408"/>
              <a:gd name="T58" fmla="*/ 2147483646 w 4409"/>
              <a:gd name="T59" fmla="*/ 2147483646 h 4408"/>
              <a:gd name="T60" fmla="*/ 2147483646 w 4409"/>
              <a:gd name="T61" fmla="*/ 2147483646 h 4408"/>
              <a:gd name="T62" fmla="*/ 2147483646 w 4409"/>
              <a:gd name="T63" fmla="*/ 2147483646 h 4408"/>
              <a:gd name="T64" fmla="*/ 2147483646 w 4409"/>
              <a:gd name="T65" fmla="*/ 2147483646 h 4408"/>
              <a:gd name="T66" fmla="*/ 2147483646 w 4409"/>
              <a:gd name="T67" fmla="*/ 2147483646 h 4408"/>
              <a:gd name="T68" fmla="*/ 2147483646 w 4409"/>
              <a:gd name="T69" fmla="*/ 2147483646 h 4408"/>
              <a:gd name="T70" fmla="*/ 2147483646 w 4409"/>
              <a:gd name="T71" fmla="*/ 2147483646 h 4408"/>
              <a:gd name="T72" fmla="*/ 2147483646 w 4409"/>
              <a:gd name="T73" fmla="*/ 2147483646 h 4408"/>
              <a:gd name="T74" fmla="*/ 2147483646 w 4409"/>
              <a:gd name="T75" fmla="*/ 2147483646 h 4408"/>
              <a:gd name="T76" fmla="*/ 2147483646 w 4409"/>
              <a:gd name="T77" fmla="*/ 2147483646 h 4408"/>
              <a:gd name="T78" fmla="*/ 2147483646 w 4409"/>
              <a:gd name="T79" fmla="*/ 2147483646 h 4408"/>
              <a:gd name="T80" fmla="*/ 2147483646 w 4409"/>
              <a:gd name="T81" fmla="*/ 2147483646 h 4408"/>
              <a:gd name="T82" fmla="*/ 2147483646 w 4409"/>
              <a:gd name="T83" fmla="*/ 2147483646 h 4408"/>
              <a:gd name="T84" fmla="*/ 2147483646 w 4409"/>
              <a:gd name="T85" fmla="*/ 2147483646 h 4408"/>
              <a:gd name="T86" fmla="*/ 2147483646 w 4409"/>
              <a:gd name="T87" fmla="*/ 2147483646 h 4408"/>
              <a:gd name="T88" fmla="*/ 2147483646 w 4409"/>
              <a:gd name="T89" fmla="*/ 2147483646 h 4408"/>
              <a:gd name="T90" fmla="*/ 2147483646 w 4409"/>
              <a:gd name="T91" fmla="*/ 2147483646 h 4408"/>
              <a:gd name="T92" fmla="*/ 2147483646 w 4409"/>
              <a:gd name="T93" fmla="*/ 2147483646 h 4408"/>
              <a:gd name="T94" fmla="*/ 2147483646 w 4409"/>
              <a:gd name="T95" fmla="*/ 2147483646 h 4408"/>
              <a:gd name="T96" fmla="*/ 2147483646 w 4409"/>
              <a:gd name="T97" fmla="*/ 2147483646 h 4408"/>
              <a:gd name="T98" fmla="*/ 2147483646 w 4409"/>
              <a:gd name="T99" fmla="*/ 2147483646 h 4408"/>
              <a:gd name="T100" fmla="*/ 2147483646 w 4409"/>
              <a:gd name="T101" fmla="*/ 2147483646 h 4408"/>
              <a:gd name="T102" fmla="*/ 2147483646 w 4409"/>
              <a:gd name="T103" fmla="*/ 2147483646 h 4408"/>
              <a:gd name="T104" fmla="*/ 2147483646 w 4409"/>
              <a:gd name="T105" fmla="*/ 2147483646 h 4408"/>
              <a:gd name="T106" fmla="*/ 2147483646 w 4409"/>
              <a:gd name="T107" fmla="*/ 2147483646 h 4408"/>
              <a:gd name="T108" fmla="*/ 2147483646 w 4409"/>
              <a:gd name="T109" fmla="*/ 2147483646 h 44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409" h="4408">
                <a:moveTo>
                  <a:pt x="3025" y="2127"/>
                </a:moveTo>
                <a:lnTo>
                  <a:pt x="3025" y="2127"/>
                </a:lnTo>
                <a:lnTo>
                  <a:pt x="3097" y="2107"/>
                </a:lnTo>
                <a:lnTo>
                  <a:pt x="3179" y="2081"/>
                </a:lnTo>
                <a:lnTo>
                  <a:pt x="3271" y="2053"/>
                </a:lnTo>
                <a:lnTo>
                  <a:pt x="3375" y="2020"/>
                </a:lnTo>
                <a:lnTo>
                  <a:pt x="3429" y="2002"/>
                </a:lnTo>
                <a:lnTo>
                  <a:pt x="3481" y="1982"/>
                </a:lnTo>
                <a:lnTo>
                  <a:pt x="3532" y="1961"/>
                </a:lnTo>
                <a:lnTo>
                  <a:pt x="3580" y="1938"/>
                </a:lnTo>
                <a:lnTo>
                  <a:pt x="3626" y="1914"/>
                </a:lnTo>
                <a:lnTo>
                  <a:pt x="3672" y="1889"/>
                </a:lnTo>
                <a:lnTo>
                  <a:pt x="3715" y="1861"/>
                </a:lnTo>
                <a:lnTo>
                  <a:pt x="3756" y="1834"/>
                </a:lnTo>
                <a:lnTo>
                  <a:pt x="3797" y="1804"/>
                </a:lnTo>
                <a:lnTo>
                  <a:pt x="3834" y="1774"/>
                </a:lnTo>
                <a:lnTo>
                  <a:pt x="3871" y="1744"/>
                </a:lnTo>
                <a:lnTo>
                  <a:pt x="3906" y="1711"/>
                </a:lnTo>
                <a:lnTo>
                  <a:pt x="3940" y="1679"/>
                </a:lnTo>
                <a:lnTo>
                  <a:pt x="3971" y="1644"/>
                </a:lnTo>
                <a:lnTo>
                  <a:pt x="4002" y="1610"/>
                </a:lnTo>
                <a:lnTo>
                  <a:pt x="4031" y="1575"/>
                </a:lnTo>
                <a:lnTo>
                  <a:pt x="4059" y="1539"/>
                </a:lnTo>
                <a:lnTo>
                  <a:pt x="4085" y="1502"/>
                </a:lnTo>
                <a:lnTo>
                  <a:pt x="4110" y="1466"/>
                </a:lnTo>
                <a:lnTo>
                  <a:pt x="4134" y="1428"/>
                </a:lnTo>
                <a:lnTo>
                  <a:pt x="4157" y="1390"/>
                </a:lnTo>
                <a:lnTo>
                  <a:pt x="4177" y="1351"/>
                </a:lnTo>
                <a:lnTo>
                  <a:pt x="4198" y="1312"/>
                </a:lnTo>
                <a:lnTo>
                  <a:pt x="4217" y="1274"/>
                </a:lnTo>
                <a:lnTo>
                  <a:pt x="4234" y="1235"/>
                </a:lnTo>
                <a:lnTo>
                  <a:pt x="4251" y="1196"/>
                </a:lnTo>
                <a:lnTo>
                  <a:pt x="4267" y="1156"/>
                </a:lnTo>
                <a:lnTo>
                  <a:pt x="4281" y="1117"/>
                </a:lnTo>
                <a:lnTo>
                  <a:pt x="4295" y="1078"/>
                </a:lnTo>
                <a:lnTo>
                  <a:pt x="4307" y="1039"/>
                </a:lnTo>
                <a:lnTo>
                  <a:pt x="4319" y="1000"/>
                </a:lnTo>
                <a:lnTo>
                  <a:pt x="4329" y="961"/>
                </a:lnTo>
                <a:lnTo>
                  <a:pt x="4340" y="923"/>
                </a:lnTo>
                <a:lnTo>
                  <a:pt x="4349" y="884"/>
                </a:lnTo>
                <a:lnTo>
                  <a:pt x="4357" y="847"/>
                </a:lnTo>
                <a:lnTo>
                  <a:pt x="4365" y="809"/>
                </a:lnTo>
                <a:lnTo>
                  <a:pt x="4377" y="736"/>
                </a:lnTo>
                <a:lnTo>
                  <a:pt x="4387" y="665"/>
                </a:lnTo>
                <a:lnTo>
                  <a:pt x="4395" y="598"/>
                </a:lnTo>
                <a:lnTo>
                  <a:pt x="4401" y="534"/>
                </a:lnTo>
                <a:lnTo>
                  <a:pt x="4405" y="474"/>
                </a:lnTo>
                <a:lnTo>
                  <a:pt x="4407" y="418"/>
                </a:lnTo>
                <a:lnTo>
                  <a:pt x="4409" y="367"/>
                </a:lnTo>
                <a:lnTo>
                  <a:pt x="4409" y="321"/>
                </a:lnTo>
                <a:lnTo>
                  <a:pt x="4409" y="281"/>
                </a:lnTo>
                <a:lnTo>
                  <a:pt x="4407" y="247"/>
                </a:lnTo>
                <a:lnTo>
                  <a:pt x="4404" y="201"/>
                </a:lnTo>
                <a:lnTo>
                  <a:pt x="4403" y="183"/>
                </a:lnTo>
                <a:lnTo>
                  <a:pt x="3786" y="183"/>
                </a:lnTo>
                <a:lnTo>
                  <a:pt x="3491" y="183"/>
                </a:lnTo>
                <a:lnTo>
                  <a:pt x="3491" y="0"/>
                </a:lnTo>
                <a:lnTo>
                  <a:pt x="919" y="0"/>
                </a:lnTo>
                <a:lnTo>
                  <a:pt x="919" y="183"/>
                </a:lnTo>
                <a:lnTo>
                  <a:pt x="624" y="183"/>
                </a:lnTo>
                <a:lnTo>
                  <a:pt x="6" y="183"/>
                </a:lnTo>
                <a:lnTo>
                  <a:pt x="5" y="201"/>
                </a:lnTo>
                <a:lnTo>
                  <a:pt x="2" y="247"/>
                </a:lnTo>
                <a:lnTo>
                  <a:pt x="1" y="282"/>
                </a:lnTo>
                <a:lnTo>
                  <a:pt x="0" y="321"/>
                </a:lnTo>
                <a:lnTo>
                  <a:pt x="1" y="367"/>
                </a:lnTo>
                <a:lnTo>
                  <a:pt x="2" y="419"/>
                </a:lnTo>
                <a:lnTo>
                  <a:pt x="4" y="475"/>
                </a:lnTo>
                <a:lnTo>
                  <a:pt x="8" y="535"/>
                </a:lnTo>
                <a:lnTo>
                  <a:pt x="14" y="599"/>
                </a:lnTo>
                <a:lnTo>
                  <a:pt x="22" y="667"/>
                </a:lnTo>
                <a:lnTo>
                  <a:pt x="32" y="737"/>
                </a:lnTo>
                <a:lnTo>
                  <a:pt x="45" y="811"/>
                </a:lnTo>
                <a:lnTo>
                  <a:pt x="52" y="848"/>
                </a:lnTo>
                <a:lnTo>
                  <a:pt x="61" y="886"/>
                </a:lnTo>
                <a:lnTo>
                  <a:pt x="69" y="924"/>
                </a:lnTo>
                <a:lnTo>
                  <a:pt x="79" y="962"/>
                </a:lnTo>
                <a:lnTo>
                  <a:pt x="91" y="1002"/>
                </a:lnTo>
                <a:lnTo>
                  <a:pt x="102" y="1041"/>
                </a:lnTo>
                <a:lnTo>
                  <a:pt x="115" y="1080"/>
                </a:lnTo>
                <a:lnTo>
                  <a:pt x="128" y="1120"/>
                </a:lnTo>
                <a:lnTo>
                  <a:pt x="142" y="1158"/>
                </a:lnTo>
                <a:lnTo>
                  <a:pt x="159" y="1198"/>
                </a:lnTo>
                <a:lnTo>
                  <a:pt x="175" y="1237"/>
                </a:lnTo>
                <a:lnTo>
                  <a:pt x="193" y="1276"/>
                </a:lnTo>
                <a:lnTo>
                  <a:pt x="211" y="1315"/>
                </a:lnTo>
                <a:lnTo>
                  <a:pt x="232" y="1354"/>
                </a:lnTo>
                <a:lnTo>
                  <a:pt x="253" y="1392"/>
                </a:lnTo>
                <a:lnTo>
                  <a:pt x="275" y="1430"/>
                </a:lnTo>
                <a:lnTo>
                  <a:pt x="299" y="1468"/>
                </a:lnTo>
                <a:lnTo>
                  <a:pt x="324" y="1504"/>
                </a:lnTo>
                <a:lnTo>
                  <a:pt x="350" y="1541"/>
                </a:lnTo>
                <a:lnTo>
                  <a:pt x="378" y="1577"/>
                </a:lnTo>
                <a:lnTo>
                  <a:pt x="407" y="1612"/>
                </a:lnTo>
                <a:lnTo>
                  <a:pt x="438" y="1646"/>
                </a:lnTo>
                <a:lnTo>
                  <a:pt x="470" y="1681"/>
                </a:lnTo>
                <a:lnTo>
                  <a:pt x="503" y="1713"/>
                </a:lnTo>
                <a:lnTo>
                  <a:pt x="538" y="1746"/>
                </a:lnTo>
                <a:lnTo>
                  <a:pt x="574" y="1776"/>
                </a:lnTo>
                <a:lnTo>
                  <a:pt x="613" y="1806"/>
                </a:lnTo>
                <a:lnTo>
                  <a:pt x="653" y="1835"/>
                </a:lnTo>
                <a:lnTo>
                  <a:pt x="694" y="1863"/>
                </a:lnTo>
                <a:lnTo>
                  <a:pt x="738" y="1890"/>
                </a:lnTo>
                <a:lnTo>
                  <a:pt x="782" y="1915"/>
                </a:lnTo>
                <a:lnTo>
                  <a:pt x="829" y="1939"/>
                </a:lnTo>
                <a:lnTo>
                  <a:pt x="878" y="1962"/>
                </a:lnTo>
                <a:lnTo>
                  <a:pt x="928" y="1983"/>
                </a:lnTo>
                <a:lnTo>
                  <a:pt x="981" y="2002"/>
                </a:lnTo>
                <a:lnTo>
                  <a:pt x="1035" y="2020"/>
                </a:lnTo>
                <a:lnTo>
                  <a:pt x="1137" y="2053"/>
                </a:lnTo>
                <a:lnTo>
                  <a:pt x="1230" y="2080"/>
                </a:lnTo>
                <a:lnTo>
                  <a:pt x="1311" y="2105"/>
                </a:lnTo>
                <a:lnTo>
                  <a:pt x="1384" y="2125"/>
                </a:lnTo>
                <a:lnTo>
                  <a:pt x="1417" y="2164"/>
                </a:lnTo>
                <a:lnTo>
                  <a:pt x="1452" y="2203"/>
                </a:lnTo>
                <a:lnTo>
                  <a:pt x="1488" y="2241"/>
                </a:lnTo>
                <a:lnTo>
                  <a:pt x="1525" y="2275"/>
                </a:lnTo>
                <a:lnTo>
                  <a:pt x="1562" y="2309"/>
                </a:lnTo>
                <a:lnTo>
                  <a:pt x="1600" y="2340"/>
                </a:lnTo>
                <a:lnTo>
                  <a:pt x="1639" y="2370"/>
                </a:lnTo>
                <a:lnTo>
                  <a:pt x="1679" y="2398"/>
                </a:lnTo>
                <a:lnTo>
                  <a:pt x="1720" y="2424"/>
                </a:lnTo>
                <a:lnTo>
                  <a:pt x="1761" y="2449"/>
                </a:lnTo>
                <a:lnTo>
                  <a:pt x="1803" y="2471"/>
                </a:lnTo>
                <a:lnTo>
                  <a:pt x="1845" y="2490"/>
                </a:lnTo>
                <a:lnTo>
                  <a:pt x="1888" y="2508"/>
                </a:lnTo>
                <a:lnTo>
                  <a:pt x="1933" y="2525"/>
                </a:lnTo>
                <a:lnTo>
                  <a:pt x="1976" y="2538"/>
                </a:lnTo>
                <a:lnTo>
                  <a:pt x="2021" y="2549"/>
                </a:lnTo>
                <a:lnTo>
                  <a:pt x="2021" y="3864"/>
                </a:lnTo>
                <a:lnTo>
                  <a:pt x="1963" y="3868"/>
                </a:lnTo>
                <a:lnTo>
                  <a:pt x="1906" y="3873"/>
                </a:lnTo>
                <a:lnTo>
                  <a:pt x="1850" y="3880"/>
                </a:lnTo>
                <a:lnTo>
                  <a:pt x="1795" y="3887"/>
                </a:lnTo>
                <a:lnTo>
                  <a:pt x="1741" y="3895"/>
                </a:lnTo>
                <a:lnTo>
                  <a:pt x="1688" y="3904"/>
                </a:lnTo>
                <a:lnTo>
                  <a:pt x="1636" y="3915"/>
                </a:lnTo>
                <a:lnTo>
                  <a:pt x="1587" y="3926"/>
                </a:lnTo>
                <a:lnTo>
                  <a:pt x="1537" y="3939"/>
                </a:lnTo>
                <a:lnTo>
                  <a:pt x="1489" y="3951"/>
                </a:lnTo>
                <a:lnTo>
                  <a:pt x="1444" y="3965"/>
                </a:lnTo>
                <a:lnTo>
                  <a:pt x="1399" y="3980"/>
                </a:lnTo>
                <a:lnTo>
                  <a:pt x="1355" y="3995"/>
                </a:lnTo>
                <a:lnTo>
                  <a:pt x="1314" y="4012"/>
                </a:lnTo>
                <a:lnTo>
                  <a:pt x="1274" y="4029"/>
                </a:lnTo>
                <a:lnTo>
                  <a:pt x="1237" y="4046"/>
                </a:lnTo>
                <a:lnTo>
                  <a:pt x="1200" y="4065"/>
                </a:lnTo>
                <a:lnTo>
                  <a:pt x="1166" y="4085"/>
                </a:lnTo>
                <a:lnTo>
                  <a:pt x="1134" y="4104"/>
                </a:lnTo>
                <a:lnTo>
                  <a:pt x="1104" y="4124"/>
                </a:lnTo>
                <a:lnTo>
                  <a:pt x="1076" y="4146"/>
                </a:lnTo>
                <a:lnTo>
                  <a:pt x="1049" y="4167"/>
                </a:lnTo>
                <a:lnTo>
                  <a:pt x="1026" y="4189"/>
                </a:lnTo>
                <a:lnTo>
                  <a:pt x="1004" y="4211"/>
                </a:lnTo>
                <a:lnTo>
                  <a:pt x="984" y="4235"/>
                </a:lnTo>
                <a:lnTo>
                  <a:pt x="968" y="4259"/>
                </a:lnTo>
                <a:lnTo>
                  <a:pt x="953" y="4282"/>
                </a:lnTo>
                <a:lnTo>
                  <a:pt x="947" y="4295"/>
                </a:lnTo>
                <a:lnTo>
                  <a:pt x="941" y="4307"/>
                </a:lnTo>
                <a:lnTo>
                  <a:pt x="936" y="4320"/>
                </a:lnTo>
                <a:lnTo>
                  <a:pt x="931" y="4332"/>
                </a:lnTo>
                <a:lnTo>
                  <a:pt x="927" y="4344"/>
                </a:lnTo>
                <a:lnTo>
                  <a:pt x="924" y="4358"/>
                </a:lnTo>
                <a:lnTo>
                  <a:pt x="922" y="4370"/>
                </a:lnTo>
                <a:lnTo>
                  <a:pt x="920" y="4383"/>
                </a:lnTo>
                <a:lnTo>
                  <a:pt x="919" y="4396"/>
                </a:lnTo>
                <a:lnTo>
                  <a:pt x="919" y="4408"/>
                </a:lnTo>
                <a:lnTo>
                  <a:pt x="3491" y="4408"/>
                </a:lnTo>
                <a:lnTo>
                  <a:pt x="3491" y="4396"/>
                </a:lnTo>
                <a:lnTo>
                  <a:pt x="3490" y="4383"/>
                </a:lnTo>
                <a:lnTo>
                  <a:pt x="3488" y="4370"/>
                </a:lnTo>
                <a:lnTo>
                  <a:pt x="3486" y="4358"/>
                </a:lnTo>
                <a:lnTo>
                  <a:pt x="3482" y="4344"/>
                </a:lnTo>
                <a:lnTo>
                  <a:pt x="3478" y="4332"/>
                </a:lnTo>
                <a:lnTo>
                  <a:pt x="3474" y="4320"/>
                </a:lnTo>
                <a:lnTo>
                  <a:pt x="3469" y="4307"/>
                </a:lnTo>
                <a:lnTo>
                  <a:pt x="3463" y="4295"/>
                </a:lnTo>
                <a:lnTo>
                  <a:pt x="3457" y="4282"/>
                </a:lnTo>
                <a:lnTo>
                  <a:pt x="3443" y="4259"/>
                </a:lnTo>
                <a:lnTo>
                  <a:pt x="3426" y="4235"/>
                </a:lnTo>
                <a:lnTo>
                  <a:pt x="3406" y="4211"/>
                </a:lnTo>
                <a:lnTo>
                  <a:pt x="3384" y="4189"/>
                </a:lnTo>
                <a:lnTo>
                  <a:pt x="3361" y="4167"/>
                </a:lnTo>
                <a:lnTo>
                  <a:pt x="3334" y="4146"/>
                </a:lnTo>
                <a:lnTo>
                  <a:pt x="3306" y="4124"/>
                </a:lnTo>
                <a:lnTo>
                  <a:pt x="3276" y="4104"/>
                </a:lnTo>
                <a:lnTo>
                  <a:pt x="3244" y="4085"/>
                </a:lnTo>
                <a:lnTo>
                  <a:pt x="3210" y="4065"/>
                </a:lnTo>
                <a:lnTo>
                  <a:pt x="3173" y="4046"/>
                </a:lnTo>
                <a:lnTo>
                  <a:pt x="3136" y="4029"/>
                </a:lnTo>
                <a:lnTo>
                  <a:pt x="3096" y="4012"/>
                </a:lnTo>
                <a:lnTo>
                  <a:pt x="3054" y="3995"/>
                </a:lnTo>
                <a:lnTo>
                  <a:pt x="3011" y="3980"/>
                </a:lnTo>
                <a:lnTo>
                  <a:pt x="2966" y="3965"/>
                </a:lnTo>
                <a:lnTo>
                  <a:pt x="2921" y="3951"/>
                </a:lnTo>
                <a:lnTo>
                  <a:pt x="2873" y="3939"/>
                </a:lnTo>
                <a:lnTo>
                  <a:pt x="2823" y="3926"/>
                </a:lnTo>
                <a:lnTo>
                  <a:pt x="2773" y="3915"/>
                </a:lnTo>
                <a:lnTo>
                  <a:pt x="2722" y="3904"/>
                </a:lnTo>
                <a:lnTo>
                  <a:pt x="2669" y="3895"/>
                </a:lnTo>
                <a:lnTo>
                  <a:pt x="2615" y="3887"/>
                </a:lnTo>
                <a:lnTo>
                  <a:pt x="2559" y="3880"/>
                </a:lnTo>
                <a:lnTo>
                  <a:pt x="2504" y="3873"/>
                </a:lnTo>
                <a:lnTo>
                  <a:pt x="2447" y="3868"/>
                </a:lnTo>
                <a:lnTo>
                  <a:pt x="2389" y="3864"/>
                </a:lnTo>
                <a:lnTo>
                  <a:pt x="2389" y="2549"/>
                </a:lnTo>
                <a:lnTo>
                  <a:pt x="2434" y="2538"/>
                </a:lnTo>
                <a:lnTo>
                  <a:pt x="2477" y="2525"/>
                </a:lnTo>
                <a:lnTo>
                  <a:pt x="2521" y="2508"/>
                </a:lnTo>
                <a:lnTo>
                  <a:pt x="2565" y="2491"/>
                </a:lnTo>
                <a:lnTo>
                  <a:pt x="2607" y="2471"/>
                </a:lnTo>
                <a:lnTo>
                  <a:pt x="2649" y="2449"/>
                </a:lnTo>
                <a:lnTo>
                  <a:pt x="2689" y="2425"/>
                </a:lnTo>
                <a:lnTo>
                  <a:pt x="2730" y="2399"/>
                </a:lnTo>
                <a:lnTo>
                  <a:pt x="2769" y="2370"/>
                </a:lnTo>
                <a:lnTo>
                  <a:pt x="2809" y="2341"/>
                </a:lnTo>
                <a:lnTo>
                  <a:pt x="2846" y="2310"/>
                </a:lnTo>
                <a:lnTo>
                  <a:pt x="2884" y="2276"/>
                </a:lnTo>
                <a:lnTo>
                  <a:pt x="2921" y="2242"/>
                </a:lnTo>
                <a:lnTo>
                  <a:pt x="2956" y="2205"/>
                </a:lnTo>
                <a:lnTo>
                  <a:pt x="2992" y="2167"/>
                </a:lnTo>
                <a:lnTo>
                  <a:pt x="3025" y="2127"/>
                </a:lnTo>
                <a:close/>
                <a:moveTo>
                  <a:pt x="3491" y="791"/>
                </a:moveTo>
                <a:lnTo>
                  <a:pt x="3491" y="367"/>
                </a:lnTo>
                <a:lnTo>
                  <a:pt x="3786" y="367"/>
                </a:lnTo>
                <a:lnTo>
                  <a:pt x="4226" y="367"/>
                </a:lnTo>
                <a:lnTo>
                  <a:pt x="4226" y="403"/>
                </a:lnTo>
                <a:lnTo>
                  <a:pt x="4225" y="441"/>
                </a:lnTo>
                <a:lnTo>
                  <a:pt x="4223" y="482"/>
                </a:lnTo>
                <a:lnTo>
                  <a:pt x="4220" y="525"/>
                </a:lnTo>
                <a:lnTo>
                  <a:pt x="4216" y="570"/>
                </a:lnTo>
                <a:lnTo>
                  <a:pt x="4211" y="617"/>
                </a:lnTo>
                <a:lnTo>
                  <a:pt x="4205" y="665"/>
                </a:lnTo>
                <a:lnTo>
                  <a:pt x="4198" y="716"/>
                </a:lnTo>
                <a:lnTo>
                  <a:pt x="4188" y="767"/>
                </a:lnTo>
                <a:lnTo>
                  <a:pt x="4177" y="819"/>
                </a:lnTo>
                <a:lnTo>
                  <a:pt x="4165" y="873"/>
                </a:lnTo>
                <a:lnTo>
                  <a:pt x="4152" y="927"/>
                </a:lnTo>
                <a:lnTo>
                  <a:pt x="4136" y="982"/>
                </a:lnTo>
                <a:lnTo>
                  <a:pt x="4117" y="1037"/>
                </a:lnTo>
                <a:lnTo>
                  <a:pt x="4097" y="1091"/>
                </a:lnTo>
                <a:lnTo>
                  <a:pt x="4075" y="1146"/>
                </a:lnTo>
                <a:lnTo>
                  <a:pt x="4050" y="1201"/>
                </a:lnTo>
                <a:lnTo>
                  <a:pt x="4037" y="1227"/>
                </a:lnTo>
                <a:lnTo>
                  <a:pt x="4023" y="1255"/>
                </a:lnTo>
                <a:lnTo>
                  <a:pt x="4009" y="1281"/>
                </a:lnTo>
                <a:lnTo>
                  <a:pt x="3994" y="1307"/>
                </a:lnTo>
                <a:lnTo>
                  <a:pt x="3977" y="1334"/>
                </a:lnTo>
                <a:lnTo>
                  <a:pt x="3961" y="1360"/>
                </a:lnTo>
                <a:lnTo>
                  <a:pt x="3944" y="1385"/>
                </a:lnTo>
                <a:lnTo>
                  <a:pt x="3926" y="1412"/>
                </a:lnTo>
                <a:lnTo>
                  <a:pt x="3907" y="1436"/>
                </a:lnTo>
                <a:lnTo>
                  <a:pt x="3887" y="1462"/>
                </a:lnTo>
                <a:lnTo>
                  <a:pt x="3867" y="1486"/>
                </a:lnTo>
                <a:lnTo>
                  <a:pt x="3847" y="1510"/>
                </a:lnTo>
                <a:lnTo>
                  <a:pt x="3824" y="1534"/>
                </a:lnTo>
                <a:lnTo>
                  <a:pt x="3802" y="1557"/>
                </a:lnTo>
                <a:lnTo>
                  <a:pt x="3779" y="1579"/>
                </a:lnTo>
                <a:lnTo>
                  <a:pt x="3754" y="1602"/>
                </a:lnTo>
                <a:lnTo>
                  <a:pt x="3729" y="1623"/>
                </a:lnTo>
                <a:lnTo>
                  <a:pt x="3703" y="1644"/>
                </a:lnTo>
                <a:lnTo>
                  <a:pt x="3676" y="1664"/>
                </a:lnTo>
                <a:lnTo>
                  <a:pt x="3649" y="1685"/>
                </a:lnTo>
                <a:lnTo>
                  <a:pt x="3619" y="1704"/>
                </a:lnTo>
                <a:lnTo>
                  <a:pt x="3590" y="1722"/>
                </a:lnTo>
                <a:lnTo>
                  <a:pt x="3560" y="1740"/>
                </a:lnTo>
                <a:lnTo>
                  <a:pt x="3528" y="1758"/>
                </a:lnTo>
                <a:lnTo>
                  <a:pt x="3496" y="1775"/>
                </a:lnTo>
                <a:lnTo>
                  <a:pt x="3462" y="1790"/>
                </a:lnTo>
                <a:lnTo>
                  <a:pt x="3428" y="1805"/>
                </a:lnTo>
                <a:lnTo>
                  <a:pt x="3392" y="1820"/>
                </a:lnTo>
                <a:lnTo>
                  <a:pt x="3357" y="1833"/>
                </a:lnTo>
                <a:lnTo>
                  <a:pt x="3319" y="1846"/>
                </a:lnTo>
                <a:lnTo>
                  <a:pt x="3192" y="1886"/>
                </a:lnTo>
                <a:lnTo>
                  <a:pt x="3227" y="1825"/>
                </a:lnTo>
                <a:lnTo>
                  <a:pt x="3258" y="1763"/>
                </a:lnTo>
                <a:lnTo>
                  <a:pt x="3289" y="1700"/>
                </a:lnTo>
                <a:lnTo>
                  <a:pt x="3317" y="1635"/>
                </a:lnTo>
                <a:lnTo>
                  <a:pt x="3345" y="1569"/>
                </a:lnTo>
                <a:lnTo>
                  <a:pt x="3369" y="1501"/>
                </a:lnTo>
                <a:lnTo>
                  <a:pt x="3391" y="1433"/>
                </a:lnTo>
                <a:lnTo>
                  <a:pt x="3411" y="1364"/>
                </a:lnTo>
                <a:lnTo>
                  <a:pt x="3430" y="1294"/>
                </a:lnTo>
                <a:lnTo>
                  <a:pt x="3446" y="1223"/>
                </a:lnTo>
                <a:lnTo>
                  <a:pt x="3459" y="1152"/>
                </a:lnTo>
                <a:lnTo>
                  <a:pt x="3470" y="1080"/>
                </a:lnTo>
                <a:lnTo>
                  <a:pt x="3475" y="1044"/>
                </a:lnTo>
                <a:lnTo>
                  <a:pt x="3479" y="1008"/>
                </a:lnTo>
                <a:lnTo>
                  <a:pt x="3482" y="972"/>
                </a:lnTo>
                <a:lnTo>
                  <a:pt x="3486" y="936"/>
                </a:lnTo>
                <a:lnTo>
                  <a:pt x="3488" y="900"/>
                </a:lnTo>
                <a:lnTo>
                  <a:pt x="3490" y="863"/>
                </a:lnTo>
                <a:lnTo>
                  <a:pt x="3491" y="828"/>
                </a:lnTo>
                <a:lnTo>
                  <a:pt x="3491" y="791"/>
                </a:lnTo>
                <a:close/>
                <a:moveTo>
                  <a:pt x="1091" y="1846"/>
                </a:moveTo>
                <a:lnTo>
                  <a:pt x="1091" y="1846"/>
                </a:lnTo>
                <a:lnTo>
                  <a:pt x="1053" y="1833"/>
                </a:lnTo>
                <a:lnTo>
                  <a:pt x="1017" y="1820"/>
                </a:lnTo>
                <a:lnTo>
                  <a:pt x="981" y="1805"/>
                </a:lnTo>
                <a:lnTo>
                  <a:pt x="947" y="1791"/>
                </a:lnTo>
                <a:lnTo>
                  <a:pt x="913" y="1775"/>
                </a:lnTo>
                <a:lnTo>
                  <a:pt x="881" y="1759"/>
                </a:lnTo>
                <a:lnTo>
                  <a:pt x="849" y="1741"/>
                </a:lnTo>
                <a:lnTo>
                  <a:pt x="819" y="1723"/>
                </a:lnTo>
                <a:lnTo>
                  <a:pt x="789" y="1705"/>
                </a:lnTo>
                <a:lnTo>
                  <a:pt x="760" y="1686"/>
                </a:lnTo>
                <a:lnTo>
                  <a:pt x="733" y="1665"/>
                </a:lnTo>
                <a:lnTo>
                  <a:pt x="705" y="1645"/>
                </a:lnTo>
                <a:lnTo>
                  <a:pt x="680" y="1624"/>
                </a:lnTo>
                <a:lnTo>
                  <a:pt x="655" y="1603"/>
                </a:lnTo>
                <a:lnTo>
                  <a:pt x="630" y="1580"/>
                </a:lnTo>
                <a:lnTo>
                  <a:pt x="607" y="1558"/>
                </a:lnTo>
                <a:lnTo>
                  <a:pt x="585" y="1535"/>
                </a:lnTo>
                <a:lnTo>
                  <a:pt x="562" y="1511"/>
                </a:lnTo>
                <a:lnTo>
                  <a:pt x="541" y="1487"/>
                </a:lnTo>
                <a:lnTo>
                  <a:pt x="521" y="1463"/>
                </a:lnTo>
                <a:lnTo>
                  <a:pt x="501" y="1438"/>
                </a:lnTo>
                <a:lnTo>
                  <a:pt x="483" y="1413"/>
                </a:lnTo>
                <a:lnTo>
                  <a:pt x="465" y="1387"/>
                </a:lnTo>
                <a:lnTo>
                  <a:pt x="448" y="1361"/>
                </a:lnTo>
                <a:lnTo>
                  <a:pt x="431" y="1336"/>
                </a:lnTo>
                <a:lnTo>
                  <a:pt x="415" y="1309"/>
                </a:lnTo>
                <a:lnTo>
                  <a:pt x="400" y="1283"/>
                </a:lnTo>
                <a:lnTo>
                  <a:pt x="386" y="1256"/>
                </a:lnTo>
                <a:lnTo>
                  <a:pt x="372" y="1229"/>
                </a:lnTo>
                <a:lnTo>
                  <a:pt x="358" y="1202"/>
                </a:lnTo>
                <a:lnTo>
                  <a:pt x="334" y="1147"/>
                </a:lnTo>
                <a:lnTo>
                  <a:pt x="312" y="1092"/>
                </a:lnTo>
                <a:lnTo>
                  <a:pt x="291" y="1038"/>
                </a:lnTo>
                <a:lnTo>
                  <a:pt x="273" y="983"/>
                </a:lnTo>
                <a:lnTo>
                  <a:pt x="258" y="928"/>
                </a:lnTo>
                <a:lnTo>
                  <a:pt x="244" y="874"/>
                </a:lnTo>
                <a:lnTo>
                  <a:pt x="232" y="820"/>
                </a:lnTo>
                <a:lnTo>
                  <a:pt x="221" y="768"/>
                </a:lnTo>
                <a:lnTo>
                  <a:pt x="212" y="716"/>
                </a:lnTo>
                <a:lnTo>
                  <a:pt x="204" y="666"/>
                </a:lnTo>
                <a:lnTo>
                  <a:pt x="198" y="618"/>
                </a:lnTo>
                <a:lnTo>
                  <a:pt x="194" y="570"/>
                </a:lnTo>
                <a:lnTo>
                  <a:pt x="190" y="525"/>
                </a:lnTo>
                <a:lnTo>
                  <a:pt x="187" y="482"/>
                </a:lnTo>
                <a:lnTo>
                  <a:pt x="185" y="441"/>
                </a:lnTo>
                <a:lnTo>
                  <a:pt x="184" y="404"/>
                </a:lnTo>
                <a:lnTo>
                  <a:pt x="184" y="367"/>
                </a:lnTo>
                <a:lnTo>
                  <a:pt x="624" y="367"/>
                </a:lnTo>
                <a:lnTo>
                  <a:pt x="919" y="367"/>
                </a:lnTo>
                <a:lnTo>
                  <a:pt x="919" y="791"/>
                </a:lnTo>
                <a:lnTo>
                  <a:pt x="919" y="828"/>
                </a:lnTo>
                <a:lnTo>
                  <a:pt x="920" y="863"/>
                </a:lnTo>
                <a:lnTo>
                  <a:pt x="922" y="900"/>
                </a:lnTo>
                <a:lnTo>
                  <a:pt x="924" y="936"/>
                </a:lnTo>
                <a:lnTo>
                  <a:pt x="927" y="972"/>
                </a:lnTo>
                <a:lnTo>
                  <a:pt x="930" y="1008"/>
                </a:lnTo>
                <a:lnTo>
                  <a:pt x="935" y="1044"/>
                </a:lnTo>
                <a:lnTo>
                  <a:pt x="940" y="1080"/>
                </a:lnTo>
                <a:lnTo>
                  <a:pt x="951" y="1151"/>
                </a:lnTo>
                <a:lnTo>
                  <a:pt x="964" y="1223"/>
                </a:lnTo>
                <a:lnTo>
                  <a:pt x="980" y="1293"/>
                </a:lnTo>
                <a:lnTo>
                  <a:pt x="998" y="1363"/>
                </a:lnTo>
                <a:lnTo>
                  <a:pt x="1019" y="1432"/>
                </a:lnTo>
                <a:lnTo>
                  <a:pt x="1041" y="1501"/>
                </a:lnTo>
                <a:lnTo>
                  <a:pt x="1065" y="1568"/>
                </a:lnTo>
                <a:lnTo>
                  <a:pt x="1092" y="1634"/>
                </a:lnTo>
                <a:lnTo>
                  <a:pt x="1120" y="1699"/>
                </a:lnTo>
                <a:lnTo>
                  <a:pt x="1151" y="1763"/>
                </a:lnTo>
                <a:lnTo>
                  <a:pt x="1183" y="1825"/>
                </a:lnTo>
                <a:lnTo>
                  <a:pt x="1217" y="1885"/>
                </a:lnTo>
                <a:lnTo>
                  <a:pt x="1091" y="1846"/>
                </a:lnTo>
                <a:close/>
                <a:moveTo>
                  <a:pt x="2205" y="1626"/>
                </a:moveTo>
                <a:lnTo>
                  <a:pt x="1637" y="2020"/>
                </a:lnTo>
                <a:lnTo>
                  <a:pt x="1837" y="1359"/>
                </a:lnTo>
                <a:lnTo>
                  <a:pt x="1287" y="940"/>
                </a:lnTo>
                <a:lnTo>
                  <a:pt x="1978" y="927"/>
                </a:lnTo>
                <a:lnTo>
                  <a:pt x="2205" y="274"/>
                </a:lnTo>
                <a:lnTo>
                  <a:pt x="2433" y="927"/>
                </a:lnTo>
                <a:lnTo>
                  <a:pt x="3123" y="940"/>
                </a:lnTo>
                <a:lnTo>
                  <a:pt x="2573" y="1359"/>
                </a:lnTo>
                <a:lnTo>
                  <a:pt x="2772" y="2020"/>
                </a:lnTo>
                <a:lnTo>
                  <a:pt x="2205" y="1626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167" y="4705193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167" y="5894952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167" y="4308607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167" y="3912020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167" y="2178370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167" y="5498366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167" y="3515433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167" y="2632883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167" y="5101779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167" y="3088950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4048011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/>
          <p:cNvSpPr/>
          <p:nvPr/>
        </p:nvSpPr>
        <p:spPr>
          <a:xfrm>
            <a:off x="4282751" y="1931436"/>
            <a:ext cx="3228391" cy="4348066"/>
          </a:xfrm>
          <a:prstGeom prst="roundRect">
            <a:avLst>
              <a:gd name="adj" fmla="val 116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610482"/>
              </p:ext>
            </p:extLst>
          </p:nvPr>
        </p:nvGraphicFramePr>
        <p:xfrm>
          <a:off x="5410798" y="2092748"/>
          <a:ext cx="1969144" cy="4144987"/>
        </p:xfrm>
        <a:graphic>
          <a:graphicData uri="http://schemas.openxmlformats.org/drawingml/2006/table">
            <a:tbl>
              <a:tblPr/>
              <a:tblGrid>
                <a:gridCol w="637200"/>
                <a:gridCol w="1331944"/>
              </a:tblGrid>
              <a:tr h="4524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 u="none" strike="noStrike" dirty="0">
                          <a:solidFill>
                            <a:schemeClr val="accent4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 dirty="0">
                          <a:solidFill>
                            <a:schemeClr val="accent4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小猿搜题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24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 u="none" strike="noStrike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 dirty="0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作业帮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24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 u="none" strike="noStrike">
                          <a:solidFill>
                            <a:srgbClr val="FF99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 dirty="0" smtClean="0">
                          <a:solidFill>
                            <a:srgbClr val="FF99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有道词典</a:t>
                      </a:r>
                      <a:endParaRPr lang="zh-CN" altLang="en-US" sz="1400" b="1" i="0" u="none" strike="noStrike" dirty="0">
                        <a:solidFill>
                          <a:srgbClr val="FF99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学霸君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猿题库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金山词霸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百度翻译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开心词场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囧记单词</a:t>
                      </a: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计算器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1" y="80924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/>
              <a:t>最受</a:t>
            </a:r>
            <a:r>
              <a:rPr lang="en-US" altLang="zh-CN" sz="2800" b="1" dirty="0" smtClean="0"/>
              <a:t>00</a:t>
            </a:r>
            <a:r>
              <a:rPr lang="zh-CN" altLang="en-US" sz="2800" b="1" dirty="0" smtClean="0"/>
              <a:t>后欢迎的</a:t>
            </a:r>
            <a:r>
              <a:rPr lang="zh-CN" altLang="en-US" sz="3600" b="1" dirty="0" smtClean="0"/>
              <a:t>学习工具</a:t>
            </a:r>
            <a:r>
              <a:rPr lang="en-US" altLang="zh-CN" sz="2800" b="1" dirty="0"/>
              <a:t>APP</a:t>
            </a:r>
            <a:r>
              <a:rPr lang="en-US" altLang="zh-CN" sz="2000" b="1" dirty="0"/>
              <a:t>(2016</a:t>
            </a:r>
            <a:r>
              <a:rPr lang="zh-CN" altLang="en-US" sz="2000" b="1" dirty="0"/>
              <a:t>上半年</a:t>
            </a:r>
            <a:r>
              <a:rPr lang="en-US" altLang="zh-CN" sz="2000" b="1" dirty="0"/>
              <a:t>)</a:t>
            </a:r>
            <a:endParaRPr lang="zh-CN" altLang="en-US" sz="2000" b="1" dirty="0"/>
          </a:p>
        </p:txBody>
      </p:sp>
      <p:sp>
        <p:nvSpPr>
          <p:cNvPr id="20" name="KSO_Shape"/>
          <p:cNvSpPr>
            <a:spLocks/>
          </p:cNvSpPr>
          <p:nvPr/>
        </p:nvSpPr>
        <p:spPr bwMode="auto">
          <a:xfrm>
            <a:off x="4834002" y="2184269"/>
            <a:ext cx="247045" cy="247457"/>
          </a:xfrm>
          <a:custGeom>
            <a:avLst/>
            <a:gdLst>
              <a:gd name="T0" fmla="*/ 2147483646 w 4409"/>
              <a:gd name="T1" fmla="*/ 2147483646 h 4408"/>
              <a:gd name="T2" fmla="*/ 2147483646 w 4409"/>
              <a:gd name="T3" fmla="*/ 2147483646 h 4408"/>
              <a:gd name="T4" fmla="*/ 2147483646 w 4409"/>
              <a:gd name="T5" fmla="*/ 2147483646 h 4408"/>
              <a:gd name="T6" fmla="*/ 2147483646 w 4409"/>
              <a:gd name="T7" fmla="*/ 2147483646 h 4408"/>
              <a:gd name="T8" fmla="*/ 2147483646 w 4409"/>
              <a:gd name="T9" fmla="*/ 2147483646 h 4408"/>
              <a:gd name="T10" fmla="*/ 2147483646 w 4409"/>
              <a:gd name="T11" fmla="*/ 2147483646 h 4408"/>
              <a:gd name="T12" fmla="*/ 2147483646 w 4409"/>
              <a:gd name="T13" fmla="*/ 2147483646 h 4408"/>
              <a:gd name="T14" fmla="*/ 2147483646 w 4409"/>
              <a:gd name="T15" fmla="*/ 2147483646 h 4408"/>
              <a:gd name="T16" fmla="*/ 481718167 w 4409"/>
              <a:gd name="T17" fmla="*/ 2147483646 h 4408"/>
              <a:gd name="T18" fmla="*/ 321145301 w 4409"/>
              <a:gd name="T19" fmla="*/ 2147483646 h 4408"/>
              <a:gd name="T20" fmla="*/ 2147483646 w 4409"/>
              <a:gd name="T21" fmla="*/ 2147483646 h 4408"/>
              <a:gd name="T22" fmla="*/ 2147483646 w 4409"/>
              <a:gd name="T23" fmla="*/ 2147483646 h 4408"/>
              <a:gd name="T24" fmla="*/ 2147483646 w 4409"/>
              <a:gd name="T25" fmla="*/ 2147483646 h 4408"/>
              <a:gd name="T26" fmla="*/ 2147483646 w 4409"/>
              <a:gd name="T27" fmla="*/ 2147483646 h 4408"/>
              <a:gd name="T28" fmla="*/ 2147483646 w 4409"/>
              <a:gd name="T29" fmla="*/ 2147483646 h 4408"/>
              <a:gd name="T30" fmla="*/ 2147483646 w 4409"/>
              <a:gd name="T31" fmla="*/ 2147483646 h 4408"/>
              <a:gd name="T32" fmla="*/ 2147483646 w 4409"/>
              <a:gd name="T33" fmla="*/ 2147483646 h 4408"/>
              <a:gd name="T34" fmla="*/ 2147483646 w 4409"/>
              <a:gd name="T35" fmla="*/ 2147483646 h 4408"/>
              <a:gd name="T36" fmla="*/ 2147483646 w 4409"/>
              <a:gd name="T37" fmla="*/ 2147483646 h 4408"/>
              <a:gd name="T38" fmla="*/ 2147483646 w 4409"/>
              <a:gd name="T39" fmla="*/ 2147483646 h 4408"/>
              <a:gd name="T40" fmla="*/ 2147483646 w 4409"/>
              <a:gd name="T41" fmla="*/ 2147483646 h 4408"/>
              <a:gd name="T42" fmla="*/ 2147483646 w 4409"/>
              <a:gd name="T43" fmla="*/ 2147483646 h 4408"/>
              <a:gd name="T44" fmla="*/ 2147483646 w 4409"/>
              <a:gd name="T45" fmla="*/ 2147483646 h 4408"/>
              <a:gd name="T46" fmla="*/ 2147483646 w 4409"/>
              <a:gd name="T47" fmla="*/ 2147483646 h 4408"/>
              <a:gd name="T48" fmla="*/ 2147483646 w 4409"/>
              <a:gd name="T49" fmla="*/ 2147483646 h 4408"/>
              <a:gd name="T50" fmla="*/ 2147483646 w 4409"/>
              <a:gd name="T51" fmla="*/ 2147483646 h 4408"/>
              <a:gd name="T52" fmla="*/ 2147483646 w 4409"/>
              <a:gd name="T53" fmla="*/ 2147483646 h 4408"/>
              <a:gd name="T54" fmla="*/ 2147483646 w 4409"/>
              <a:gd name="T55" fmla="*/ 2147483646 h 4408"/>
              <a:gd name="T56" fmla="*/ 2147483646 w 4409"/>
              <a:gd name="T57" fmla="*/ 2147483646 h 4408"/>
              <a:gd name="T58" fmla="*/ 2147483646 w 4409"/>
              <a:gd name="T59" fmla="*/ 2147483646 h 4408"/>
              <a:gd name="T60" fmla="*/ 2147483646 w 4409"/>
              <a:gd name="T61" fmla="*/ 2147483646 h 4408"/>
              <a:gd name="T62" fmla="*/ 2147483646 w 4409"/>
              <a:gd name="T63" fmla="*/ 2147483646 h 4408"/>
              <a:gd name="T64" fmla="*/ 2147483646 w 4409"/>
              <a:gd name="T65" fmla="*/ 2147483646 h 4408"/>
              <a:gd name="T66" fmla="*/ 2147483646 w 4409"/>
              <a:gd name="T67" fmla="*/ 2147483646 h 4408"/>
              <a:gd name="T68" fmla="*/ 2147483646 w 4409"/>
              <a:gd name="T69" fmla="*/ 2147483646 h 4408"/>
              <a:gd name="T70" fmla="*/ 2147483646 w 4409"/>
              <a:gd name="T71" fmla="*/ 2147483646 h 4408"/>
              <a:gd name="T72" fmla="*/ 2147483646 w 4409"/>
              <a:gd name="T73" fmla="*/ 2147483646 h 4408"/>
              <a:gd name="T74" fmla="*/ 2147483646 w 4409"/>
              <a:gd name="T75" fmla="*/ 2147483646 h 4408"/>
              <a:gd name="T76" fmla="*/ 2147483646 w 4409"/>
              <a:gd name="T77" fmla="*/ 2147483646 h 4408"/>
              <a:gd name="T78" fmla="*/ 2147483646 w 4409"/>
              <a:gd name="T79" fmla="*/ 2147483646 h 4408"/>
              <a:gd name="T80" fmla="*/ 2147483646 w 4409"/>
              <a:gd name="T81" fmla="*/ 2147483646 h 4408"/>
              <a:gd name="T82" fmla="*/ 2147483646 w 4409"/>
              <a:gd name="T83" fmla="*/ 2147483646 h 4408"/>
              <a:gd name="T84" fmla="*/ 2147483646 w 4409"/>
              <a:gd name="T85" fmla="*/ 2147483646 h 4408"/>
              <a:gd name="T86" fmla="*/ 2147483646 w 4409"/>
              <a:gd name="T87" fmla="*/ 2147483646 h 4408"/>
              <a:gd name="T88" fmla="*/ 2147483646 w 4409"/>
              <a:gd name="T89" fmla="*/ 2147483646 h 4408"/>
              <a:gd name="T90" fmla="*/ 2147483646 w 4409"/>
              <a:gd name="T91" fmla="*/ 2147483646 h 4408"/>
              <a:gd name="T92" fmla="*/ 2147483646 w 4409"/>
              <a:gd name="T93" fmla="*/ 2147483646 h 4408"/>
              <a:gd name="T94" fmla="*/ 2147483646 w 4409"/>
              <a:gd name="T95" fmla="*/ 2147483646 h 4408"/>
              <a:gd name="T96" fmla="*/ 2147483646 w 4409"/>
              <a:gd name="T97" fmla="*/ 2147483646 h 4408"/>
              <a:gd name="T98" fmla="*/ 2147483646 w 4409"/>
              <a:gd name="T99" fmla="*/ 2147483646 h 4408"/>
              <a:gd name="T100" fmla="*/ 2147483646 w 4409"/>
              <a:gd name="T101" fmla="*/ 2147483646 h 4408"/>
              <a:gd name="T102" fmla="*/ 2147483646 w 4409"/>
              <a:gd name="T103" fmla="*/ 2147483646 h 4408"/>
              <a:gd name="T104" fmla="*/ 2147483646 w 4409"/>
              <a:gd name="T105" fmla="*/ 2147483646 h 4408"/>
              <a:gd name="T106" fmla="*/ 2147483646 w 4409"/>
              <a:gd name="T107" fmla="*/ 2147483646 h 4408"/>
              <a:gd name="T108" fmla="*/ 2147483646 w 4409"/>
              <a:gd name="T109" fmla="*/ 2147483646 h 44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409" h="4408">
                <a:moveTo>
                  <a:pt x="3025" y="2127"/>
                </a:moveTo>
                <a:lnTo>
                  <a:pt x="3025" y="2127"/>
                </a:lnTo>
                <a:lnTo>
                  <a:pt x="3097" y="2107"/>
                </a:lnTo>
                <a:lnTo>
                  <a:pt x="3179" y="2081"/>
                </a:lnTo>
                <a:lnTo>
                  <a:pt x="3271" y="2053"/>
                </a:lnTo>
                <a:lnTo>
                  <a:pt x="3375" y="2020"/>
                </a:lnTo>
                <a:lnTo>
                  <a:pt x="3429" y="2002"/>
                </a:lnTo>
                <a:lnTo>
                  <a:pt x="3481" y="1982"/>
                </a:lnTo>
                <a:lnTo>
                  <a:pt x="3532" y="1961"/>
                </a:lnTo>
                <a:lnTo>
                  <a:pt x="3580" y="1938"/>
                </a:lnTo>
                <a:lnTo>
                  <a:pt x="3626" y="1914"/>
                </a:lnTo>
                <a:lnTo>
                  <a:pt x="3672" y="1889"/>
                </a:lnTo>
                <a:lnTo>
                  <a:pt x="3715" y="1861"/>
                </a:lnTo>
                <a:lnTo>
                  <a:pt x="3756" y="1834"/>
                </a:lnTo>
                <a:lnTo>
                  <a:pt x="3797" y="1804"/>
                </a:lnTo>
                <a:lnTo>
                  <a:pt x="3834" y="1774"/>
                </a:lnTo>
                <a:lnTo>
                  <a:pt x="3871" y="1744"/>
                </a:lnTo>
                <a:lnTo>
                  <a:pt x="3906" y="1711"/>
                </a:lnTo>
                <a:lnTo>
                  <a:pt x="3940" y="1679"/>
                </a:lnTo>
                <a:lnTo>
                  <a:pt x="3971" y="1644"/>
                </a:lnTo>
                <a:lnTo>
                  <a:pt x="4002" y="1610"/>
                </a:lnTo>
                <a:lnTo>
                  <a:pt x="4031" y="1575"/>
                </a:lnTo>
                <a:lnTo>
                  <a:pt x="4059" y="1539"/>
                </a:lnTo>
                <a:lnTo>
                  <a:pt x="4085" y="1502"/>
                </a:lnTo>
                <a:lnTo>
                  <a:pt x="4110" y="1466"/>
                </a:lnTo>
                <a:lnTo>
                  <a:pt x="4134" y="1428"/>
                </a:lnTo>
                <a:lnTo>
                  <a:pt x="4157" y="1390"/>
                </a:lnTo>
                <a:lnTo>
                  <a:pt x="4177" y="1351"/>
                </a:lnTo>
                <a:lnTo>
                  <a:pt x="4198" y="1312"/>
                </a:lnTo>
                <a:lnTo>
                  <a:pt x="4217" y="1274"/>
                </a:lnTo>
                <a:lnTo>
                  <a:pt x="4234" y="1235"/>
                </a:lnTo>
                <a:lnTo>
                  <a:pt x="4251" y="1196"/>
                </a:lnTo>
                <a:lnTo>
                  <a:pt x="4267" y="1156"/>
                </a:lnTo>
                <a:lnTo>
                  <a:pt x="4281" y="1117"/>
                </a:lnTo>
                <a:lnTo>
                  <a:pt x="4295" y="1078"/>
                </a:lnTo>
                <a:lnTo>
                  <a:pt x="4307" y="1039"/>
                </a:lnTo>
                <a:lnTo>
                  <a:pt x="4319" y="1000"/>
                </a:lnTo>
                <a:lnTo>
                  <a:pt x="4329" y="961"/>
                </a:lnTo>
                <a:lnTo>
                  <a:pt x="4340" y="923"/>
                </a:lnTo>
                <a:lnTo>
                  <a:pt x="4349" y="884"/>
                </a:lnTo>
                <a:lnTo>
                  <a:pt x="4357" y="847"/>
                </a:lnTo>
                <a:lnTo>
                  <a:pt x="4365" y="809"/>
                </a:lnTo>
                <a:lnTo>
                  <a:pt x="4377" y="736"/>
                </a:lnTo>
                <a:lnTo>
                  <a:pt x="4387" y="665"/>
                </a:lnTo>
                <a:lnTo>
                  <a:pt x="4395" y="598"/>
                </a:lnTo>
                <a:lnTo>
                  <a:pt x="4401" y="534"/>
                </a:lnTo>
                <a:lnTo>
                  <a:pt x="4405" y="474"/>
                </a:lnTo>
                <a:lnTo>
                  <a:pt x="4407" y="418"/>
                </a:lnTo>
                <a:lnTo>
                  <a:pt x="4409" y="367"/>
                </a:lnTo>
                <a:lnTo>
                  <a:pt x="4409" y="321"/>
                </a:lnTo>
                <a:lnTo>
                  <a:pt x="4409" y="281"/>
                </a:lnTo>
                <a:lnTo>
                  <a:pt x="4407" y="247"/>
                </a:lnTo>
                <a:lnTo>
                  <a:pt x="4404" y="201"/>
                </a:lnTo>
                <a:lnTo>
                  <a:pt x="4403" y="183"/>
                </a:lnTo>
                <a:lnTo>
                  <a:pt x="3786" y="183"/>
                </a:lnTo>
                <a:lnTo>
                  <a:pt x="3491" y="183"/>
                </a:lnTo>
                <a:lnTo>
                  <a:pt x="3491" y="0"/>
                </a:lnTo>
                <a:lnTo>
                  <a:pt x="919" y="0"/>
                </a:lnTo>
                <a:lnTo>
                  <a:pt x="919" y="183"/>
                </a:lnTo>
                <a:lnTo>
                  <a:pt x="624" y="183"/>
                </a:lnTo>
                <a:lnTo>
                  <a:pt x="6" y="183"/>
                </a:lnTo>
                <a:lnTo>
                  <a:pt x="5" y="201"/>
                </a:lnTo>
                <a:lnTo>
                  <a:pt x="2" y="247"/>
                </a:lnTo>
                <a:lnTo>
                  <a:pt x="1" y="282"/>
                </a:lnTo>
                <a:lnTo>
                  <a:pt x="0" y="321"/>
                </a:lnTo>
                <a:lnTo>
                  <a:pt x="1" y="367"/>
                </a:lnTo>
                <a:lnTo>
                  <a:pt x="2" y="419"/>
                </a:lnTo>
                <a:lnTo>
                  <a:pt x="4" y="475"/>
                </a:lnTo>
                <a:lnTo>
                  <a:pt x="8" y="535"/>
                </a:lnTo>
                <a:lnTo>
                  <a:pt x="14" y="599"/>
                </a:lnTo>
                <a:lnTo>
                  <a:pt x="22" y="667"/>
                </a:lnTo>
                <a:lnTo>
                  <a:pt x="32" y="737"/>
                </a:lnTo>
                <a:lnTo>
                  <a:pt x="45" y="811"/>
                </a:lnTo>
                <a:lnTo>
                  <a:pt x="52" y="848"/>
                </a:lnTo>
                <a:lnTo>
                  <a:pt x="61" y="886"/>
                </a:lnTo>
                <a:lnTo>
                  <a:pt x="69" y="924"/>
                </a:lnTo>
                <a:lnTo>
                  <a:pt x="79" y="962"/>
                </a:lnTo>
                <a:lnTo>
                  <a:pt x="91" y="1002"/>
                </a:lnTo>
                <a:lnTo>
                  <a:pt x="102" y="1041"/>
                </a:lnTo>
                <a:lnTo>
                  <a:pt x="115" y="1080"/>
                </a:lnTo>
                <a:lnTo>
                  <a:pt x="128" y="1120"/>
                </a:lnTo>
                <a:lnTo>
                  <a:pt x="142" y="1158"/>
                </a:lnTo>
                <a:lnTo>
                  <a:pt x="159" y="1198"/>
                </a:lnTo>
                <a:lnTo>
                  <a:pt x="175" y="1237"/>
                </a:lnTo>
                <a:lnTo>
                  <a:pt x="193" y="1276"/>
                </a:lnTo>
                <a:lnTo>
                  <a:pt x="211" y="1315"/>
                </a:lnTo>
                <a:lnTo>
                  <a:pt x="232" y="1354"/>
                </a:lnTo>
                <a:lnTo>
                  <a:pt x="253" y="1392"/>
                </a:lnTo>
                <a:lnTo>
                  <a:pt x="275" y="1430"/>
                </a:lnTo>
                <a:lnTo>
                  <a:pt x="299" y="1468"/>
                </a:lnTo>
                <a:lnTo>
                  <a:pt x="324" y="1504"/>
                </a:lnTo>
                <a:lnTo>
                  <a:pt x="350" y="1541"/>
                </a:lnTo>
                <a:lnTo>
                  <a:pt x="378" y="1577"/>
                </a:lnTo>
                <a:lnTo>
                  <a:pt x="407" y="1612"/>
                </a:lnTo>
                <a:lnTo>
                  <a:pt x="438" y="1646"/>
                </a:lnTo>
                <a:lnTo>
                  <a:pt x="470" y="1681"/>
                </a:lnTo>
                <a:lnTo>
                  <a:pt x="503" y="1713"/>
                </a:lnTo>
                <a:lnTo>
                  <a:pt x="538" y="1746"/>
                </a:lnTo>
                <a:lnTo>
                  <a:pt x="574" y="1776"/>
                </a:lnTo>
                <a:lnTo>
                  <a:pt x="613" y="1806"/>
                </a:lnTo>
                <a:lnTo>
                  <a:pt x="653" y="1835"/>
                </a:lnTo>
                <a:lnTo>
                  <a:pt x="694" y="1863"/>
                </a:lnTo>
                <a:lnTo>
                  <a:pt x="738" y="1890"/>
                </a:lnTo>
                <a:lnTo>
                  <a:pt x="782" y="1915"/>
                </a:lnTo>
                <a:lnTo>
                  <a:pt x="829" y="1939"/>
                </a:lnTo>
                <a:lnTo>
                  <a:pt x="878" y="1962"/>
                </a:lnTo>
                <a:lnTo>
                  <a:pt x="928" y="1983"/>
                </a:lnTo>
                <a:lnTo>
                  <a:pt x="981" y="2002"/>
                </a:lnTo>
                <a:lnTo>
                  <a:pt x="1035" y="2020"/>
                </a:lnTo>
                <a:lnTo>
                  <a:pt x="1137" y="2053"/>
                </a:lnTo>
                <a:lnTo>
                  <a:pt x="1230" y="2080"/>
                </a:lnTo>
                <a:lnTo>
                  <a:pt x="1311" y="2105"/>
                </a:lnTo>
                <a:lnTo>
                  <a:pt x="1384" y="2125"/>
                </a:lnTo>
                <a:lnTo>
                  <a:pt x="1417" y="2164"/>
                </a:lnTo>
                <a:lnTo>
                  <a:pt x="1452" y="2203"/>
                </a:lnTo>
                <a:lnTo>
                  <a:pt x="1488" y="2241"/>
                </a:lnTo>
                <a:lnTo>
                  <a:pt x="1525" y="2275"/>
                </a:lnTo>
                <a:lnTo>
                  <a:pt x="1562" y="2309"/>
                </a:lnTo>
                <a:lnTo>
                  <a:pt x="1600" y="2340"/>
                </a:lnTo>
                <a:lnTo>
                  <a:pt x="1639" y="2370"/>
                </a:lnTo>
                <a:lnTo>
                  <a:pt x="1679" y="2398"/>
                </a:lnTo>
                <a:lnTo>
                  <a:pt x="1720" y="2424"/>
                </a:lnTo>
                <a:lnTo>
                  <a:pt x="1761" y="2449"/>
                </a:lnTo>
                <a:lnTo>
                  <a:pt x="1803" y="2471"/>
                </a:lnTo>
                <a:lnTo>
                  <a:pt x="1845" y="2490"/>
                </a:lnTo>
                <a:lnTo>
                  <a:pt x="1888" y="2508"/>
                </a:lnTo>
                <a:lnTo>
                  <a:pt x="1933" y="2525"/>
                </a:lnTo>
                <a:lnTo>
                  <a:pt x="1976" y="2538"/>
                </a:lnTo>
                <a:lnTo>
                  <a:pt x="2021" y="2549"/>
                </a:lnTo>
                <a:lnTo>
                  <a:pt x="2021" y="3864"/>
                </a:lnTo>
                <a:lnTo>
                  <a:pt x="1963" y="3868"/>
                </a:lnTo>
                <a:lnTo>
                  <a:pt x="1906" y="3873"/>
                </a:lnTo>
                <a:lnTo>
                  <a:pt x="1850" y="3880"/>
                </a:lnTo>
                <a:lnTo>
                  <a:pt x="1795" y="3887"/>
                </a:lnTo>
                <a:lnTo>
                  <a:pt x="1741" y="3895"/>
                </a:lnTo>
                <a:lnTo>
                  <a:pt x="1688" y="3904"/>
                </a:lnTo>
                <a:lnTo>
                  <a:pt x="1636" y="3915"/>
                </a:lnTo>
                <a:lnTo>
                  <a:pt x="1587" y="3926"/>
                </a:lnTo>
                <a:lnTo>
                  <a:pt x="1537" y="3939"/>
                </a:lnTo>
                <a:lnTo>
                  <a:pt x="1489" y="3951"/>
                </a:lnTo>
                <a:lnTo>
                  <a:pt x="1444" y="3965"/>
                </a:lnTo>
                <a:lnTo>
                  <a:pt x="1399" y="3980"/>
                </a:lnTo>
                <a:lnTo>
                  <a:pt x="1355" y="3995"/>
                </a:lnTo>
                <a:lnTo>
                  <a:pt x="1314" y="4012"/>
                </a:lnTo>
                <a:lnTo>
                  <a:pt x="1274" y="4029"/>
                </a:lnTo>
                <a:lnTo>
                  <a:pt x="1237" y="4046"/>
                </a:lnTo>
                <a:lnTo>
                  <a:pt x="1200" y="4065"/>
                </a:lnTo>
                <a:lnTo>
                  <a:pt x="1166" y="4085"/>
                </a:lnTo>
                <a:lnTo>
                  <a:pt x="1134" y="4104"/>
                </a:lnTo>
                <a:lnTo>
                  <a:pt x="1104" y="4124"/>
                </a:lnTo>
                <a:lnTo>
                  <a:pt x="1076" y="4146"/>
                </a:lnTo>
                <a:lnTo>
                  <a:pt x="1049" y="4167"/>
                </a:lnTo>
                <a:lnTo>
                  <a:pt x="1026" y="4189"/>
                </a:lnTo>
                <a:lnTo>
                  <a:pt x="1004" y="4211"/>
                </a:lnTo>
                <a:lnTo>
                  <a:pt x="984" y="4235"/>
                </a:lnTo>
                <a:lnTo>
                  <a:pt x="968" y="4259"/>
                </a:lnTo>
                <a:lnTo>
                  <a:pt x="953" y="4282"/>
                </a:lnTo>
                <a:lnTo>
                  <a:pt x="947" y="4295"/>
                </a:lnTo>
                <a:lnTo>
                  <a:pt x="941" y="4307"/>
                </a:lnTo>
                <a:lnTo>
                  <a:pt x="936" y="4320"/>
                </a:lnTo>
                <a:lnTo>
                  <a:pt x="931" y="4332"/>
                </a:lnTo>
                <a:lnTo>
                  <a:pt x="927" y="4344"/>
                </a:lnTo>
                <a:lnTo>
                  <a:pt x="924" y="4358"/>
                </a:lnTo>
                <a:lnTo>
                  <a:pt x="922" y="4370"/>
                </a:lnTo>
                <a:lnTo>
                  <a:pt x="920" y="4383"/>
                </a:lnTo>
                <a:lnTo>
                  <a:pt x="919" y="4396"/>
                </a:lnTo>
                <a:lnTo>
                  <a:pt x="919" y="4408"/>
                </a:lnTo>
                <a:lnTo>
                  <a:pt x="3491" y="4408"/>
                </a:lnTo>
                <a:lnTo>
                  <a:pt x="3491" y="4396"/>
                </a:lnTo>
                <a:lnTo>
                  <a:pt x="3490" y="4383"/>
                </a:lnTo>
                <a:lnTo>
                  <a:pt x="3488" y="4370"/>
                </a:lnTo>
                <a:lnTo>
                  <a:pt x="3486" y="4358"/>
                </a:lnTo>
                <a:lnTo>
                  <a:pt x="3482" y="4344"/>
                </a:lnTo>
                <a:lnTo>
                  <a:pt x="3478" y="4332"/>
                </a:lnTo>
                <a:lnTo>
                  <a:pt x="3474" y="4320"/>
                </a:lnTo>
                <a:lnTo>
                  <a:pt x="3469" y="4307"/>
                </a:lnTo>
                <a:lnTo>
                  <a:pt x="3463" y="4295"/>
                </a:lnTo>
                <a:lnTo>
                  <a:pt x="3457" y="4282"/>
                </a:lnTo>
                <a:lnTo>
                  <a:pt x="3443" y="4259"/>
                </a:lnTo>
                <a:lnTo>
                  <a:pt x="3426" y="4235"/>
                </a:lnTo>
                <a:lnTo>
                  <a:pt x="3406" y="4211"/>
                </a:lnTo>
                <a:lnTo>
                  <a:pt x="3384" y="4189"/>
                </a:lnTo>
                <a:lnTo>
                  <a:pt x="3361" y="4167"/>
                </a:lnTo>
                <a:lnTo>
                  <a:pt x="3334" y="4146"/>
                </a:lnTo>
                <a:lnTo>
                  <a:pt x="3306" y="4124"/>
                </a:lnTo>
                <a:lnTo>
                  <a:pt x="3276" y="4104"/>
                </a:lnTo>
                <a:lnTo>
                  <a:pt x="3244" y="4085"/>
                </a:lnTo>
                <a:lnTo>
                  <a:pt x="3210" y="4065"/>
                </a:lnTo>
                <a:lnTo>
                  <a:pt x="3173" y="4046"/>
                </a:lnTo>
                <a:lnTo>
                  <a:pt x="3136" y="4029"/>
                </a:lnTo>
                <a:lnTo>
                  <a:pt x="3096" y="4012"/>
                </a:lnTo>
                <a:lnTo>
                  <a:pt x="3054" y="3995"/>
                </a:lnTo>
                <a:lnTo>
                  <a:pt x="3011" y="3980"/>
                </a:lnTo>
                <a:lnTo>
                  <a:pt x="2966" y="3965"/>
                </a:lnTo>
                <a:lnTo>
                  <a:pt x="2921" y="3951"/>
                </a:lnTo>
                <a:lnTo>
                  <a:pt x="2873" y="3939"/>
                </a:lnTo>
                <a:lnTo>
                  <a:pt x="2823" y="3926"/>
                </a:lnTo>
                <a:lnTo>
                  <a:pt x="2773" y="3915"/>
                </a:lnTo>
                <a:lnTo>
                  <a:pt x="2722" y="3904"/>
                </a:lnTo>
                <a:lnTo>
                  <a:pt x="2669" y="3895"/>
                </a:lnTo>
                <a:lnTo>
                  <a:pt x="2615" y="3887"/>
                </a:lnTo>
                <a:lnTo>
                  <a:pt x="2559" y="3880"/>
                </a:lnTo>
                <a:lnTo>
                  <a:pt x="2504" y="3873"/>
                </a:lnTo>
                <a:lnTo>
                  <a:pt x="2447" y="3868"/>
                </a:lnTo>
                <a:lnTo>
                  <a:pt x="2389" y="3864"/>
                </a:lnTo>
                <a:lnTo>
                  <a:pt x="2389" y="2549"/>
                </a:lnTo>
                <a:lnTo>
                  <a:pt x="2434" y="2538"/>
                </a:lnTo>
                <a:lnTo>
                  <a:pt x="2477" y="2525"/>
                </a:lnTo>
                <a:lnTo>
                  <a:pt x="2521" y="2508"/>
                </a:lnTo>
                <a:lnTo>
                  <a:pt x="2565" y="2491"/>
                </a:lnTo>
                <a:lnTo>
                  <a:pt x="2607" y="2471"/>
                </a:lnTo>
                <a:lnTo>
                  <a:pt x="2649" y="2449"/>
                </a:lnTo>
                <a:lnTo>
                  <a:pt x="2689" y="2425"/>
                </a:lnTo>
                <a:lnTo>
                  <a:pt x="2730" y="2399"/>
                </a:lnTo>
                <a:lnTo>
                  <a:pt x="2769" y="2370"/>
                </a:lnTo>
                <a:lnTo>
                  <a:pt x="2809" y="2341"/>
                </a:lnTo>
                <a:lnTo>
                  <a:pt x="2846" y="2310"/>
                </a:lnTo>
                <a:lnTo>
                  <a:pt x="2884" y="2276"/>
                </a:lnTo>
                <a:lnTo>
                  <a:pt x="2921" y="2242"/>
                </a:lnTo>
                <a:lnTo>
                  <a:pt x="2956" y="2205"/>
                </a:lnTo>
                <a:lnTo>
                  <a:pt x="2992" y="2167"/>
                </a:lnTo>
                <a:lnTo>
                  <a:pt x="3025" y="2127"/>
                </a:lnTo>
                <a:close/>
                <a:moveTo>
                  <a:pt x="3491" y="791"/>
                </a:moveTo>
                <a:lnTo>
                  <a:pt x="3491" y="367"/>
                </a:lnTo>
                <a:lnTo>
                  <a:pt x="3786" y="367"/>
                </a:lnTo>
                <a:lnTo>
                  <a:pt x="4226" y="367"/>
                </a:lnTo>
                <a:lnTo>
                  <a:pt x="4226" y="403"/>
                </a:lnTo>
                <a:lnTo>
                  <a:pt x="4225" y="441"/>
                </a:lnTo>
                <a:lnTo>
                  <a:pt x="4223" y="482"/>
                </a:lnTo>
                <a:lnTo>
                  <a:pt x="4220" y="525"/>
                </a:lnTo>
                <a:lnTo>
                  <a:pt x="4216" y="570"/>
                </a:lnTo>
                <a:lnTo>
                  <a:pt x="4211" y="617"/>
                </a:lnTo>
                <a:lnTo>
                  <a:pt x="4205" y="665"/>
                </a:lnTo>
                <a:lnTo>
                  <a:pt x="4198" y="716"/>
                </a:lnTo>
                <a:lnTo>
                  <a:pt x="4188" y="767"/>
                </a:lnTo>
                <a:lnTo>
                  <a:pt x="4177" y="819"/>
                </a:lnTo>
                <a:lnTo>
                  <a:pt x="4165" y="873"/>
                </a:lnTo>
                <a:lnTo>
                  <a:pt x="4152" y="927"/>
                </a:lnTo>
                <a:lnTo>
                  <a:pt x="4136" y="982"/>
                </a:lnTo>
                <a:lnTo>
                  <a:pt x="4117" y="1037"/>
                </a:lnTo>
                <a:lnTo>
                  <a:pt x="4097" y="1091"/>
                </a:lnTo>
                <a:lnTo>
                  <a:pt x="4075" y="1146"/>
                </a:lnTo>
                <a:lnTo>
                  <a:pt x="4050" y="1201"/>
                </a:lnTo>
                <a:lnTo>
                  <a:pt x="4037" y="1227"/>
                </a:lnTo>
                <a:lnTo>
                  <a:pt x="4023" y="1255"/>
                </a:lnTo>
                <a:lnTo>
                  <a:pt x="4009" y="1281"/>
                </a:lnTo>
                <a:lnTo>
                  <a:pt x="3994" y="1307"/>
                </a:lnTo>
                <a:lnTo>
                  <a:pt x="3977" y="1334"/>
                </a:lnTo>
                <a:lnTo>
                  <a:pt x="3961" y="1360"/>
                </a:lnTo>
                <a:lnTo>
                  <a:pt x="3944" y="1385"/>
                </a:lnTo>
                <a:lnTo>
                  <a:pt x="3926" y="1412"/>
                </a:lnTo>
                <a:lnTo>
                  <a:pt x="3907" y="1436"/>
                </a:lnTo>
                <a:lnTo>
                  <a:pt x="3887" y="1462"/>
                </a:lnTo>
                <a:lnTo>
                  <a:pt x="3867" y="1486"/>
                </a:lnTo>
                <a:lnTo>
                  <a:pt x="3847" y="1510"/>
                </a:lnTo>
                <a:lnTo>
                  <a:pt x="3824" y="1534"/>
                </a:lnTo>
                <a:lnTo>
                  <a:pt x="3802" y="1557"/>
                </a:lnTo>
                <a:lnTo>
                  <a:pt x="3779" y="1579"/>
                </a:lnTo>
                <a:lnTo>
                  <a:pt x="3754" y="1602"/>
                </a:lnTo>
                <a:lnTo>
                  <a:pt x="3729" y="1623"/>
                </a:lnTo>
                <a:lnTo>
                  <a:pt x="3703" y="1644"/>
                </a:lnTo>
                <a:lnTo>
                  <a:pt x="3676" y="1664"/>
                </a:lnTo>
                <a:lnTo>
                  <a:pt x="3649" y="1685"/>
                </a:lnTo>
                <a:lnTo>
                  <a:pt x="3619" y="1704"/>
                </a:lnTo>
                <a:lnTo>
                  <a:pt x="3590" y="1722"/>
                </a:lnTo>
                <a:lnTo>
                  <a:pt x="3560" y="1740"/>
                </a:lnTo>
                <a:lnTo>
                  <a:pt x="3528" y="1758"/>
                </a:lnTo>
                <a:lnTo>
                  <a:pt x="3496" y="1775"/>
                </a:lnTo>
                <a:lnTo>
                  <a:pt x="3462" y="1790"/>
                </a:lnTo>
                <a:lnTo>
                  <a:pt x="3428" y="1805"/>
                </a:lnTo>
                <a:lnTo>
                  <a:pt x="3392" y="1820"/>
                </a:lnTo>
                <a:lnTo>
                  <a:pt x="3357" y="1833"/>
                </a:lnTo>
                <a:lnTo>
                  <a:pt x="3319" y="1846"/>
                </a:lnTo>
                <a:lnTo>
                  <a:pt x="3192" y="1886"/>
                </a:lnTo>
                <a:lnTo>
                  <a:pt x="3227" y="1825"/>
                </a:lnTo>
                <a:lnTo>
                  <a:pt x="3258" y="1763"/>
                </a:lnTo>
                <a:lnTo>
                  <a:pt x="3289" y="1700"/>
                </a:lnTo>
                <a:lnTo>
                  <a:pt x="3317" y="1635"/>
                </a:lnTo>
                <a:lnTo>
                  <a:pt x="3345" y="1569"/>
                </a:lnTo>
                <a:lnTo>
                  <a:pt x="3369" y="1501"/>
                </a:lnTo>
                <a:lnTo>
                  <a:pt x="3391" y="1433"/>
                </a:lnTo>
                <a:lnTo>
                  <a:pt x="3411" y="1364"/>
                </a:lnTo>
                <a:lnTo>
                  <a:pt x="3430" y="1294"/>
                </a:lnTo>
                <a:lnTo>
                  <a:pt x="3446" y="1223"/>
                </a:lnTo>
                <a:lnTo>
                  <a:pt x="3459" y="1152"/>
                </a:lnTo>
                <a:lnTo>
                  <a:pt x="3470" y="1080"/>
                </a:lnTo>
                <a:lnTo>
                  <a:pt x="3475" y="1044"/>
                </a:lnTo>
                <a:lnTo>
                  <a:pt x="3479" y="1008"/>
                </a:lnTo>
                <a:lnTo>
                  <a:pt x="3482" y="972"/>
                </a:lnTo>
                <a:lnTo>
                  <a:pt x="3486" y="936"/>
                </a:lnTo>
                <a:lnTo>
                  <a:pt x="3488" y="900"/>
                </a:lnTo>
                <a:lnTo>
                  <a:pt x="3490" y="863"/>
                </a:lnTo>
                <a:lnTo>
                  <a:pt x="3491" y="828"/>
                </a:lnTo>
                <a:lnTo>
                  <a:pt x="3491" y="791"/>
                </a:lnTo>
                <a:close/>
                <a:moveTo>
                  <a:pt x="1091" y="1846"/>
                </a:moveTo>
                <a:lnTo>
                  <a:pt x="1091" y="1846"/>
                </a:lnTo>
                <a:lnTo>
                  <a:pt x="1053" y="1833"/>
                </a:lnTo>
                <a:lnTo>
                  <a:pt x="1017" y="1820"/>
                </a:lnTo>
                <a:lnTo>
                  <a:pt x="981" y="1805"/>
                </a:lnTo>
                <a:lnTo>
                  <a:pt x="947" y="1791"/>
                </a:lnTo>
                <a:lnTo>
                  <a:pt x="913" y="1775"/>
                </a:lnTo>
                <a:lnTo>
                  <a:pt x="881" y="1759"/>
                </a:lnTo>
                <a:lnTo>
                  <a:pt x="849" y="1741"/>
                </a:lnTo>
                <a:lnTo>
                  <a:pt x="819" y="1723"/>
                </a:lnTo>
                <a:lnTo>
                  <a:pt x="789" y="1705"/>
                </a:lnTo>
                <a:lnTo>
                  <a:pt x="760" y="1686"/>
                </a:lnTo>
                <a:lnTo>
                  <a:pt x="733" y="1665"/>
                </a:lnTo>
                <a:lnTo>
                  <a:pt x="705" y="1645"/>
                </a:lnTo>
                <a:lnTo>
                  <a:pt x="680" y="1624"/>
                </a:lnTo>
                <a:lnTo>
                  <a:pt x="655" y="1603"/>
                </a:lnTo>
                <a:lnTo>
                  <a:pt x="630" y="1580"/>
                </a:lnTo>
                <a:lnTo>
                  <a:pt x="607" y="1558"/>
                </a:lnTo>
                <a:lnTo>
                  <a:pt x="585" y="1535"/>
                </a:lnTo>
                <a:lnTo>
                  <a:pt x="562" y="1511"/>
                </a:lnTo>
                <a:lnTo>
                  <a:pt x="541" y="1487"/>
                </a:lnTo>
                <a:lnTo>
                  <a:pt x="521" y="1463"/>
                </a:lnTo>
                <a:lnTo>
                  <a:pt x="501" y="1438"/>
                </a:lnTo>
                <a:lnTo>
                  <a:pt x="483" y="1413"/>
                </a:lnTo>
                <a:lnTo>
                  <a:pt x="465" y="1387"/>
                </a:lnTo>
                <a:lnTo>
                  <a:pt x="448" y="1361"/>
                </a:lnTo>
                <a:lnTo>
                  <a:pt x="431" y="1336"/>
                </a:lnTo>
                <a:lnTo>
                  <a:pt x="415" y="1309"/>
                </a:lnTo>
                <a:lnTo>
                  <a:pt x="400" y="1283"/>
                </a:lnTo>
                <a:lnTo>
                  <a:pt x="386" y="1256"/>
                </a:lnTo>
                <a:lnTo>
                  <a:pt x="372" y="1229"/>
                </a:lnTo>
                <a:lnTo>
                  <a:pt x="358" y="1202"/>
                </a:lnTo>
                <a:lnTo>
                  <a:pt x="334" y="1147"/>
                </a:lnTo>
                <a:lnTo>
                  <a:pt x="312" y="1092"/>
                </a:lnTo>
                <a:lnTo>
                  <a:pt x="291" y="1038"/>
                </a:lnTo>
                <a:lnTo>
                  <a:pt x="273" y="983"/>
                </a:lnTo>
                <a:lnTo>
                  <a:pt x="258" y="928"/>
                </a:lnTo>
                <a:lnTo>
                  <a:pt x="244" y="874"/>
                </a:lnTo>
                <a:lnTo>
                  <a:pt x="232" y="820"/>
                </a:lnTo>
                <a:lnTo>
                  <a:pt x="221" y="768"/>
                </a:lnTo>
                <a:lnTo>
                  <a:pt x="212" y="716"/>
                </a:lnTo>
                <a:lnTo>
                  <a:pt x="204" y="666"/>
                </a:lnTo>
                <a:lnTo>
                  <a:pt x="198" y="618"/>
                </a:lnTo>
                <a:lnTo>
                  <a:pt x="194" y="570"/>
                </a:lnTo>
                <a:lnTo>
                  <a:pt x="190" y="525"/>
                </a:lnTo>
                <a:lnTo>
                  <a:pt x="187" y="482"/>
                </a:lnTo>
                <a:lnTo>
                  <a:pt x="185" y="441"/>
                </a:lnTo>
                <a:lnTo>
                  <a:pt x="184" y="404"/>
                </a:lnTo>
                <a:lnTo>
                  <a:pt x="184" y="367"/>
                </a:lnTo>
                <a:lnTo>
                  <a:pt x="624" y="367"/>
                </a:lnTo>
                <a:lnTo>
                  <a:pt x="919" y="367"/>
                </a:lnTo>
                <a:lnTo>
                  <a:pt x="919" y="791"/>
                </a:lnTo>
                <a:lnTo>
                  <a:pt x="919" y="828"/>
                </a:lnTo>
                <a:lnTo>
                  <a:pt x="920" y="863"/>
                </a:lnTo>
                <a:lnTo>
                  <a:pt x="922" y="900"/>
                </a:lnTo>
                <a:lnTo>
                  <a:pt x="924" y="936"/>
                </a:lnTo>
                <a:lnTo>
                  <a:pt x="927" y="972"/>
                </a:lnTo>
                <a:lnTo>
                  <a:pt x="930" y="1008"/>
                </a:lnTo>
                <a:lnTo>
                  <a:pt x="935" y="1044"/>
                </a:lnTo>
                <a:lnTo>
                  <a:pt x="940" y="1080"/>
                </a:lnTo>
                <a:lnTo>
                  <a:pt x="951" y="1151"/>
                </a:lnTo>
                <a:lnTo>
                  <a:pt x="964" y="1223"/>
                </a:lnTo>
                <a:lnTo>
                  <a:pt x="980" y="1293"/>
                </a:lnTo>
                <a:lnTo>
                  <a:pt x="998" y="1363"/>
                </a:lnTo>
                <a:lnTo>
                  <a:pt x="1019" y="1432"/>
                </a:lnTo>
                <a:lnTo>
                  <a:pt x="1041" y="1501"/>
                </a:lnTo>
                <a:lnTo>
                  <a:pt x="1065" y="1568"/>
                </a:lnTo>
                <a:lnTo>
                  <a:pt x="1092" y="1634"/>
                </a:lnTo>
                <a:lnTo>
                  <a:pt x="1120" y="1699"/>
                </a:lnTo>
                <a:lnTo>
                  <a:pt x="1151" y="1763"/>
                </a:lnTo>
                <a:lnTo>
                  <a:pt x="1183" y="1825"/>
                </a:lnTo>
                <a:lnTo>
                  <a:pt x="1217" y="1885"/>
                </a:lnTo>
                <a:lnTo>
                  <a:pt x="1091" y="1846"/>
                </a:lnTo>
                <a:close/>
                <a:moveTo>
                  <a:pt x="2205" y="1626"/>
                </a:moveTo>
                <a:lnTo>
                  <a:pt x="1637" y="2020"/>
                </a:lnTo>
                <a:lnTo>
                  <a:pt x="1837" y="1359"/>
                </a:lnTo>
                <a:lnTo>
                  <a:pt x="1287" y="940"/>
                </a:lnTo>
                <a:lnTo>
                  <a:pt x="1978" y="927"/>
                </a:lnTo>
                <a:lnTo>
                  <a:pt x="2205" y="274"/>
                </a:lnTo>
                <a:lnTo>
                  <a:pt x="2433" y="927"/>
                </a:lnTo>
                <a:lnTo>
                  <a:pt x="3123" y="940"/>
                </a:lnTo>
                <a:lnTo>
                  <a:pt x="2573" y="1359"/>
                </a:lnTo>
                <a:lnTo>
                  <a:pt x="2772" y="2020"/>
                </a:lnTo>
                <a:lnTo>
                  <a:pt x="2205" y="162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1" name="KSO_Shape"/>
          <p:cNvSpPr>
            <a:spLocks/>
          </p:cNvSpPr>
          <p:nvPr/>
        </p:nvSpPr>
        <p:spPr bwMode="auto">
          <a:xfrm>
            <a:off x="4834002" y="2641275"/>
            <a:ext cx="247045" cy="247457"/>
          </a:xfrm>
          <a:custGeom>
            <a:avLst/>
            <a:gdLst>
              <a:gd name="T0" fmla="*/ 2147483646 w 4409"/>
              <a:gd name="T1" fmla="*/ 2147483646 h 4408"/>
              <a:gd name="T2" fmla="*/ 2147483646 w 4409"/>
              <a:gd name="T3" fmla="*/ 2147483646 h 4408"/>
              <a:gd name="T4" fmla="*/ 2147483646 w 4409"/>
              <a:gd name="T5" fmla="*/ 2147483646 h 4408"/>
              <a:gd name="T6" fmla="*/ 2147483646 w 4409"/>
              <a:gd name="T7" fmla="*/ 2147483646 h 4408"/>
              <a:gd name="T8" fmla="*/ 2147483646 w 4409"/>
              <a:gd name="T9" fmla="*/ 2147483646 h 4408"/>
              <a:gd name="T10" fmla="*/ 2147483646 w 4409"/>
              <a:gd name="T11" fmla="*/ 2147483646 h 4408"/>
              <a:gd name="T12" fmla="*/ 2147483646 w 4409"/>
              <a:gd name="T13" fmla="*/ 2147483646 h 4408"/>
              <a:gd name="T14" fmla="*/ 2147483646 w 4409"/>
              <a:gd name="T15" fmla="*/ 2147483646 h 4408"/>
              <a:gd name="T16" fmla="*/ 481718167 w 4409"/>
              <a:gd name="T17" fmla="*/ 2147483646 h 4408"/>
              <a:gd name="T18" fmla="*/ 321145301 w 4409"/>
              <a:gd name="T19" fmla="*/ 2147483646 h 4408"/>
              <a:gd name="T20" fmla="*/ 2147483646 w 4409"/>
              <a:gd name="T21" fmla="*/ 2147483646 h 4408"/>
              <a:gd name="T22" fmla="*/ 2147483646 w 4409"/>
              <a:gd name="T23" fmla="*/ 2147483646 h 4408"/>
              <a:gd name="T24" fmla="*/ 2147483646 w 4409"/>
              <a:gd name="T25" fmla="*/ 2147483646 h 4408"/>
              <a:gd name="T26" fmla="*/ 2147483646 w 4409"/>
              <a:gd name="T27" fmla="*/ 2147483646 h 4408"/>
              <a:gd name="T28" fmla="*/ 2147483646 w 4409"/>
              <a:gd name="T29" fmla="*/ 2147483646 h 4408"/>
              <a:gd name="T30" fmla="*/ 2147483646 w 4409"/>
              <a:gd name="T31" fmla="*/ 2147483646 h 4408"/>
              <a:gd name="T32" fmla="*/ 2147483646 w 4409"/>
              <a:gd name="T33" fmla="*/ 2147483646 h 4408"/>
              <a:gd name="T34" fmla="*/ 2147483646 w 4409"/>
              <a:gd name="T35" fmla="*/ 2147483646 h 4408"/>
              <a:gd name="T36" fmla="*/ 2147483646 w 4409"/>
              <a:gd name="T37" fmla="*/ 2147483646 h 4408"/>
              <a:gd name="T38" fmla="*/ 2147483646 w 4409"/>
              <a:gd name="T39" fmla="*/ 2147483646 h 4408"/>
              <a:gd name="T40" fmla="*/ 2147483646 w 4409"/>
              <a:gd name="T41" fmla="*/ 2147483646 h 4408"/>
              <a:gd name="T42" fmla="*/ 2147483646 w 4409"/>
              <a:gd name="T43" fmla="*/ 2147483646 h 4408"/>
              <a:gd name="T44" fmla="*/ 2147483646 w 4409"/>
              <a:gd name="T45" fmla="*/ 2147483646 h 4408"/>
              <a:gd name="T46" fmla="*/ 2147483646 w 4409"/>
              <a:gd name="T47" fmla="*/ 2147483646 h 4408"/>
              <a:gd name="T48" fmla="*/ 2147483646 w 4409"/>
              <a:gd name="T49" fmla="*/ 2147483646 h 4408"/>
              <a:gd name="T50" fmla="*/ 2147483646 w 4409"/>
              <a:gd name="T51" fmla="*/ 2147483646 h 4408"/>
              <a:gd name="T52" fmla="*/ 2147483646 w 4409"/>
              <a:gd name="T53" fmla="*/ 2147483646 h 4408"/>
              <a:gd name="T54" fmla="*/ 2147483646 w 4409"/>
              <a:gd name="T55" fmla="*/ 2147483646 h 4408"/>
              <a:gd name="T56" fmla="*/ 2147483646 w 4409"/>
              <a:gd name="T57" fmla="*/ 2147483646 h 4408"/>
              <a:gd name="T58" fmla="*/ 2147483646 w 4409"/>
              <a:gd name="T59" fmla="*/ 2147483646 h 4408"/>
              <a:gd name="T60" fmla="*/ 2147483646 w 4409"/>
              <a:gd name="T61" fmla="*/ 2147483646 h 4408"/>
              <a:gd name="T62" fmla="*/ 2147483646 w 4409"/>
              <a:gd name="T63" fmla="*/ 2147483646 h 4408"/>
              <a:gd name="T64" fmla="*/ 2147483646 w 4409"/>
              <a:gd name="T65" fmla="*/ 2147483646 h 4408"/>
              <a:gd name="T66" fmla="*/ 2147483646 w 4409"/>
              <a:gd name="T67" fmla="*/ 2147483646 h 4408"/>
              <a:gd name="T68" fmla="*/ 2147483646 w 4409"/>
              <a:gd name="T69" fmla="*/ 2147483646 h 4408"/>
              <a:gd name="T70" fmla="*/ 2147483646 w 4409"/>
              <a:gd name="T71" fmla="*/ 2147483646 h 4408"/>
              <a:gd name="T72" fmla="*/ 2147483646 w 4409"/>
              <a:gd name="T73" fmla="*/ 2147483646 h 4408"/>
              <a:gd name="T74" fmla="*/ 2147483646 w 4409"/>
              <a:gd name="T75" fmla="*/ 2147483646 h 4408"/>
              <a:gd name="T76" fmla="*/ 2147483646 w 4409"/>
              <a:gd name="T77" fmla="*/ 2147483646 h 4408"/>
              <a:gd name="T78" fmla="*/ 2147483646 w 4409"/>
              <a:gd name="T79" fmla="*/ 2147483646 h 4408"/>
              <a:gd name="T80" fmla="*/ 2147483646 w 4409"/>
              <a:gd name="T81" fmla="*/ 2147483646 h 4408"/>
              <a:gd name="T82" fmla="*/ 2147483646 w 4409"/>
              <a:gd name="T83" fmla="*/ 2147483646 h 4408"/>
              <a:gd name="T84" fmla="*/ 2147483646 w 4409"/>
              <a:gd name="T85" fmla="*/ 2147483646 h 4408"/>
              <a:gd name="T86" fmla="*/ 2147483646 w 4409"/>
              <a:gd name="T87" fmla="*/ 2147483646 h 4408"/>
              <a:gd name="T88" fmla="*/ 2147483646 w 4409"/>
              <a:gd name="T89" fmla="*/ 2147483646 h 4408"/>
              <a:gd name="T90" fmla="*/ 2147483646 w 4409"/>
              <a:gd name="T91" fmla="*/ 2147483646 h 4408"/>
              <a:gd name="T92" fmla="*/ 2147483646 w 4409"/>
              <a:gd name="T93" fmla="*/ 2147483646 h 4408"/>
              <a:gd name="T94" fmla="*/ 2147483646 w 4409"/>
              <a:gd name="T95" fmla="*/ 2147483646 h 4408"/>
              <a:gd name="T96" fmla="*/ 2147483646 w 4409"/>
              <a:gd name="T97" fmla="*/ 2147483646 h 4408"/>
              <a:gd name="T98" fmla="*/ 2147483646 w 4409"/>
              <a:gd name="T99" fmla="*/ 2147483646 h 4408"/>
              <a:gd name="T100" fmla="*/ 2147483646 w 4409"/>
              <a:gd name="T101" fmla="*/ 2147483646 h 4408"/>
              <a:gd name="T102" fmla="*/ 2147483646 w 4409"/>
              <a:gd name="T103" fmla="*/ 2147483646 h 4408"/>
              <a:gd name="T104" fmla="*/ 2147483646 w 4409"/>
              <a:gd name="T105" fmla="*/ 2147483646 h 4408"/>
              <a:gd name="T106" fmla="*/ 2147483646 w 4409"/>
              <a:gd name="T107" fmla="*/ 2147483646 h 4408"/>
              <a:gd name="T108" fmla="*/ 2147483646 w 4409"/>
              <a:gd name="T109" fmla="*/ 2147483646 h 44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409" h="4408">
                <a:moveTo>
                  <a:pt x="3025" y="2127"/>
                </a:moveTo>
                <a:lnTo>
                  <a:pt x="3025" y="2127"/>
                </a:lnTo>
                <a:lnTo>
                  <a:pt x="3097" y="2107"/>
                </a:lnTo>
                <a:lnTo>
                  <a:pt x="3179" y="2081"/>
                </a:lnTo>
                <a:lnTo>
                  <a:pt x="3271" y="2053"/>
                </a:lnTo>
                <a:lnTo>
                  <a:pt x="3375" y="2020"/>
                </a:lnTo>
                <a:lnTo>
                  <a:pt x="3429" y="2002"/>
                </a:lnTo>
                <a:lnTo>
                  <a:pt x="3481" y="1982"/>
                </a:lnTo>
                <a:lnTo>
                  <a:pt x="3532" y="1961"/>
                </a:lnTo>
                <a:lnTo>
                  <a:pt x="3580" y="1938"/>
                </a:lnTo>
                <a:lnTo>
                  <a:pt x="3626" y="1914"/>
                </a:lnTo>
                <a:lnTo>
                  <a:pt x="3672" y="1889"/>
                </a:lnTo>
                <a:lnTo>
                  <a:pt x="3715" y="1861"/>
                </a:lnTo>
                <a:lnTo>
                  <a:pt x="3756" y="1834"/>
                </a:lnTo>
                <a:lnTo>
                  <a:pt x="3797" y="1804"/>
                </a:lnTo>
                <a:lnTo>
                  <a:pt x="3834" y="1774"/>
                </a:lnTo>
                <a:lnTo>
                  <a:pt x="3871" y="1744"/>
                </a:lnTo>
                <a:lnTo>
                  <a:pt x="3906" y="1711"/>
                </a:lnTo>
                <a:lnTo>
                  <a:pt x="3940" y="1679"/>
                </a:lnTo>
                <a:lnTo>
                  <a:pt x="3971" y="1644"/>
                </a:lnTo>
                <a:lnTo>
                  <a:pt x="4002" y="1610"/>
                </a:lnTo>
                <a:lnTo>
                  <a:pt x="4031" y="1575"/>
                </a:lnTo>
                <a:lnTo>
                  <a:pt x="4059" y="1539"/>
                </a:lnTo>
                <a:lnTo>
                  <a:pt x="4085" y="1502"/>
                </a:lnTo>
                <a:lnTo>
                  <a:pt x="4110" y="1466"/>
                </a:lnTo>
                <a:lnTo>
                  <a:pt x="4134" y="1428"/>
                </a:lnTo>
                <a:lnTo>
                  <a:pt x="4157" y="1390"/>
                </a:lnTo>
                <a:lnTo>
                  <a:pt x="4177" y="1351"/>
                </a:lnTo>
                <a:lnTo>
                  <a:pt x="4198" y="1312"/>
                </a:lnTo>
                <a:lnTo>
                  <a:pt x="4217" y="1274"/>
                </a:lnTo>
                <a:lnTo>
                  <a:pt x="4234" y="1235"/>
                </a:lnTo>
                <a:lnTo>
                  <a:pt x="4251" y="1196"/>
                </a:lnTo>
                <a:lnTo>
                  <a:pt x="4267" y="1156"/>
                </a:lnTo>
                <a:lnTo>
                  <a:pt x="4281" y="1117"/>
                </a:lnTo>
                <a:lnTo>
                  <a:pt x="4295" y="1078"/>
                </a:lnTo>
                <a:lnTo>
                  <a:pt x="4307" y="1039"/>
                </a:lnTo>
                <a:lnTo>
                  <a:pt x="4319" y="1000"/>
                </a:lnTo>
                <a:lnTo>
                  <a:pt x="4329" y="961"/>
                </a:lnTo>
                <a:lnTo>
                  <a:pt x="4340" y="923"/>
                </a:lnTo>
                <a:lnTo>
                  <a:pt x="4349" y="884"/>
                </a:lnTo>
                <a:lnTo>
                  <a:pt x="4357" y="847"/>
                </a:lnTo>
                <a:lnTo>
                  <a:pt x="4365" y="809"/>
                </a:lnTo>
                <a:lnTo>
                  <a:pt x="4377" y="736"/>
                </a:lnTo>
                <a:lnTo>
                  <a:pt x="4387" y="665"/>
                </a:lnTo>
                <a:lnTo>
                  <a:pt x="4395" y="598"/>
                </a:lnTo>
                <a:lnTo>
                  <a:pt x="4401" y="534"/>
                </a:lnTo>
                <a:lnTo>
                  <a:pt x="4405" y="474"/>
                </a:lnTo>
                <a:lnTo>
                  <a:pt x="4407" y="418"/>
                </a:lnTo>
                <a:lnTo>
                  <a:pt x="4409" y="367"/>
                </a:lnTo>
                <a:lnTo>
                  <a:pt x="4409" y="321"/>
                </a:lnTo>
                <a:lnTo>
                  <a:pt x="4409" y="281"/>
                </a:lnTo>
                <a:lnTo>
                  <a:pt x="4407" y="247"/>
                </a:lnTo>
                <a:lnTo>
                  <a:pt x="4404" y="201"/>
                </a:lnTo>
                <a:lnTo>
                  <a:pt x="4403" y="183"/>
                </a:lnTo>
                <a:lnTo>
                  <a:pt x="3786" y="183"/>
                </a:lnTo>
                <a:lnTo>
                  <a:pt x="3491" y="183"/>
                </a:lnTo>
                <a:lnTo>
                  <a:pt x="3491" y="0"/>
                </a:lnTo>
                <a:lnTo>
                  <a:pt x="919" y="0"/>
                </a:lnTo>
                <a:lnTo>
                  <a:pt x="919" y="183"/>
                </a:lnTo>
                <a:lnTo>
                  <a:pt x="624" y="183"/>
                </a:lnTo>
                <a:lnTo>
                  <a:pt x="6" y="183"/>
                </a:lnTo>
                <a:lnTo>
                  <a:pt x="5" y="201"/>
                </a:lnTo>
                <a:lnTo>
                  <a:pt x="2" y="247"/>
                </a:lnTo>
                <a:lnTo>
                  <a:pt x="1" y="282"/>
                </a:lnTo>
                <a:lnTo>
                  <a:pt x="0" y="321"/>
                </a:lnTo>
                <a:lnTo>
                  <a:pt x="1" y="367"/>
                </a:lnTo>
                <a:lnTo>
                  <a:pt x="2" y="419"/>
                </a:lnTo>
                <a:lnTo>
                  <a:pt x="4" y="475"/>
                </a:lnTo>
                <a:lnTo>
                  <a:pt x="8" y="535"/>
                </a:lnTo>
                <a:lnTo>
                  <a:pt x="14" y="599"/>
                </a:lnTo>
                <a:lnTo>
                  <a:pt x="22" y="667"/>
                </a:lnTo>
                <a:lnTo>
                  <a:pt x="32" y="737"/>
                </a:lnTo>
                <a:lnTo>
                  <a:pt x="45" y="811"/>
                </a:lnTo>
                <a:lnTo>
                  <a:pt x="52" y="848"/>
                </a:lnTo>
                <a:lnTo>
                  <a:pt x="61" y="886"/>
                </a:lnTo>
                <a:lnTo>
                  <a:pt x="69" y="924"/>
                </a:lnTo>
                <a:lnTo>
                  <a:pt x="79" y="962"/>
                </a:lnTo>
                <a:lnTo>
                  <a:pt x="91" y="1002"/>
                </a:lnTo>
                <a:lnTo>
                  <a:pt x="102" y="1041"/>
                </a:lnTo>
                <a:lnTo>
                  <a:pt x="115" y="1080"/>
                </a:lnTo>
                <a:lnTo>
                  <a:pt x="128" y="1120"/>
                </a:lnTo>
                <a:lnTo>
                  <a:pt x="142" y="1158"/>
                </a:lnTo>
                <a:lnTo>
                  <a:pt x="159" y="1198"/>
                </a:lnTo>
                <a:lnTo>
                  <a:pt x="175" y="1237"/>
                </a:lnTo>
                <a:lnTo>
                  <a:pt x="193" y="1276"/>
                </a:lnTo>
                <a:lnTo>
                  <a:pt x="211" y="1315"/>
                </a:lnTo>
                <a:lnTo>
                  <a:pt x="232" y="1354"/>
                </a:lnTo>
                <a:lnTo>
                  <a:pt x="253" y="1392"/>
                </a:lnTo>
                <a:lnTo>
                  <a:pt x="275" y="1430"/>
                </a:lnTo>
                <a:lnTo>
                  <a:pt x="299" y="1468"/>
                </a:lnTo>
                <a:lnTo>
                  <a:pt x="324" y="1504"/>
                </a:lnTo>
                <a:lnTo>
                  <a:pt x="350" y="1541"/>
                </a:lnTo>
                <a:lnTo>
                  <a:pt x="378" y="1577"/>
                </a:lnTo>
                <a:lnTo>
                  <a:pt x="407" y="1612"/>
                </a:lnTo>
                <a:lnTo>
                  <a:pt x="438" y="1646"/>
                </a:lnTo>
                <a:lnTo>
                  <a:pt x="470" y="1681"/>
                </a:lnTo>
                <a:lnTo>
                  <a:pt x="503" y="1713"/>
                </a:lnTo>
                <a:lnTo>
                  <a:pt x="538" y="1746"/>
                </a:lnTo>
                <a:lnTo>
                  <a:pt x="574" y="1776"/>
                </a:lnTo>
                <a:lnTo>
                  <a:pt x="613" y="1806"/>
                </a:lnTo>
                <a:lnTo>
                  <a:pt x="653" y="1835"/>
                </a:lnTo>
                <a:lnTo>
                  <a:pt x="694" y="1863"/>
                </a:lnTo>
                <a:lnTo>
                  <a:pt x="738" y="1890"/>
                </a:lnTo>
                <a:lnTo>
                  <a:pt x="782" y="1915"/>
                </a:lnTo>
                <a:lnTo>
                  <a:pt x="829" y="1939"/>
                </a:lnTo>
                <a:lnTo>
                  <a:pt x="878" y="1962"/>
                </a:lnTo>
                <a:lnTo>
                  <a:pt x="928" y="1983"/>
                </a:lnTo>
                <a:lnTo>
                  <a:pt x="981" y="2002"/>
                </a:lnTo>
                <a:lnTo>
                  <a:pt x="1035" y="2020"/>
                </a:lnTo>
                <a:lnTo>
                  <a:pt x="1137" y="2053"/>
                </a:lnTo>
                <a:lnTo>
                  <a:pt x="1230" y="2080"/>
                </a:lnTo>
                <a:lnTo>
                  <a:pt x="1311" y="2105"/>
                </a:lnTo>
                <a:lnTo>
                  <a:pt x="1384" y="2125"/>
                </a:lnTo>
                <a:lnTo>
                  <a:pt x="1417" y="2164"/>
                </a:lnTo>
                <a:lnTo>
                  <a:pt x="1452" y="2203"/>
                </a:lnTo>
                <a:lnTo>
                  <a:pt x="1488" y="2241"/>
                </a:lnTo>
                <a:lnTo>
                  <a:pt x="1525" y="2275"/>
                </a:lnTo>
                <a:lnTo>
                  <a:pt x="1562" y="2309"/>
                </a:lnTo>
                <a:lnTo>
                  <a:pt x="1600" y="2340"/>
                </a:lnTo>
                <a:lnTo>
                  <a:pt x="1639" y="2370"/>
                </a:lnTo>
                <a:lnTo>
                  <a:pt x="1679" y="2398"/>
                </a:lnTo>
                <a:lnTo>
                  <a:pt x="1720" y="2424"/>
                </a:lnTo>
                <a:lnTo>
                  <a:pt x="1761" y="2449"/>
                </a:lnTo>
                <a:lnTo>
                  <a:pt x="1803" y="2471"/>
                </a:lnTo>
                <a:lnTo>
                  <a:pt x="1845" y="2490"/>
                </a:lnTo>
                <a:lnTo>
                  <a:pt x="1888" y="2508"/>
                </a:lnTo>
                <a:lnTo>
                  <a:pt x="1933" y="2525"/>
                </a:lnTo>
                <a:lnTo>
                  <a:pt x="1976" y="2538"/>
                </a:lnTo>
                <a:lnTo>
                  <a:pt x="2021" y="2549"/>
                </a:lnTo>
                <a:lnTo>
                  <a:pt x="2021" y="3864"/>
                </a:lnTo>
                <a:lnTo>
                  <a:pt x="1963" y="3868"/>
                </a:lnTo>
                <a:lnTo>
                  <a:pt x="1906" y="3873"/>
                </a:lnTo>
                <a:lnTo>
                  <a:pt x="1850" y="3880"/>
                </a:lnTo>
                <a:lnTo>
                  <a:pt x="1795" y="3887"/>
                </a:lnTo>
                <a:lnTo>
                  <a:pt x="1741" y="3895"/>
                </a:lnTo>
                <a:lnTo>
                  <a:pt x="1688" y="3904"/>
                </a:lnTo>
                <a:lnTo>
                  <a:pt x="1636" y="3915"/>
                </a:lnTo>
                <a:lnTo>
                  <a:pt x="1587" y="3926"/>
                </a:lnTo>
                <a:lnTo>
                  <a:pt x="1537" y="3939"/>
                </a:lnTo>
                <a:lnTo>
                  <a:pt x="1489" y="3951"/>
                </a:lnTo>
                <a:lnTo>
                  <a:pt x="1444" y="3965"/>
                </a:lnTo>
                <a:lnTo>
                  <a:pt x="1399" y="3980"/>
                </a:lnTo>
                <a:lnTo>
                  <a:pt x="1355" y="3995"/>
                </a:lnTo>
                <a:lnTo>
                  <a:pt x="1314" y="4012"/>
                </a:lnTo>
                <a:lnTo>
                  <a:pt x="1274" y="4029"/>
                </a:lnTo>
                <a:lnTo>
                  <a:pt x="1237" y="4046"/>
                </a:lnTo>
                <a:lnTo>
                  <a:pt x="1200" y="4065"/>
                </a:lnTo>
                <a:lnTo>
                  <a:pt x="1166" y="4085"/>
                </a:lnTo>
                <a:lnTo>
                  <a:pt x="1134" y="4104"/>
                </a:lnTo>
                <a:lnTo>
                  <a:pt x="1104" y="4124"/>
                </a:lnTo>
                <a:lnTo>
                  <a:pt x="1076" y="4146"/>
                </a:lnTo>
                <a:lnTo>
                  <a:pt x="1049" y="4167"/>
                </a:lnTo>
                <a:lnTo>
                  <a:pt x="1026" y="4189"/>
                </a:lnTo>
                <a:lnTo>
                  <a:pt x="1004" y="4211"/>
                </a:lnTo>
                <a:lnTo>
                  <a:pt x="984" y="4235"/>
                </a:lnTo>
                <a:lnTo>
                  <a:pt x="968" y="4259"/>
                </a:lnTo>
                <a:lnTo>
                  <a:pt x="953" y="4282"/>
                </a:lnTo>
                <a:lnTo>
                  <a:pt x="947" y="4295"/>
                </a:lnTo>
                <a:lnTo>
                  <a:pt x="941" y="4307"/>
                </a:lnTo>
                <a:lnTo>
                  <a:pt x="936" y="4320"/>
                </a:lnTo>
                <a:lnTo>
                  <a:pt x="931" y="4332"/>
                </a:lnTo>
                <a:lnTo>
                  <a:pt x="927" y="4344"/>
                </a:lnTo>
                <a:lnTo>
                  <a:pt x="924" y="4358"/>
                </a:lnTo>
                <a:lnTo>
                  <a:pt x="922" y="4370"/>
                </a:lnTo>
                <a:lnTo>
                  <a:pt x="920" y="4383"/>
                </a:lnTo>
                <a:lnTo>
                  <a:pt x="919" y="4396"/>
                </a:lnTo>
                <a:lnTo>
                  <a:pt x="919" y="4408"/>
                </a:lnTo>
                <a:lnTo>
                  <a:pt x="3491" y="4408"/>
                </a:lnTo>
                <a:lnTo>
                  <a:pt x="3491" y="4396"/>
                </a:lnTo>
                <a:lnTo>
                  <a:pt x="3490" y="4383"/>
                </a:lnTo>
                <a:lnTo>
                  <a:pt x="3488" y="4370"/>
                </a:lnTo>
                <a:lnTo>
                  <a:pt x="3486" y="4358"/>
                </a:lnTo>
                <a:lnTo>
                  <a:pt x="3482" y="4344"/>
                </a:lnTo>
                <a:lnTo>
                  <a:pt x="3478" y="4332"/>
                </a:lnTo>
                <a:lnTo>
                  <a:pt x="3474" y="4320"/>
                </a:lnTo>
                <a:lnTo>
                  <a:pt x="3469" y="4307"/>
                </a:lnTo>
                <a:lnTo>
                  <a:pt x="3463" y="4295"/>
                </a:lnTo>
                <a:lnTo>
                  <a:pt x="3457" y="4282"/>
                </a:lnTo>
                <a:lnTo>
                  <a:pt x="3443" y="4259"/>
                </a:lnTo>
                <a:lnTo>
                  <a:pt x="3426" y="4235"/>
                </a:lnTo>
                <a:lnTo>
                  <a:pt x="3406" y="4211"/>
                </a:lnTo>
                <a:lnTo>
                  <a:pt x="3384" y="4189"/>
                </a:lnTo>
                <a:lnTo>
                  <a:pt x="3361" y="4167"/>
                </a:lnTo>
                <a:lnTo>
                  <a:pt x="3334" y="4146"/>
                </a:lnTo>
                <a:lnTo>
                  <a:pt x="3306" y="4124"/>
                </a:lnTo>
                <a:lnTo>
                  <a:pt x="3276" y="4104"/>
                </a:lnTo>
                <a:lnTo>
                  <a:pt x="3244" y="4085"/>
                </a:lnTo>
                <a:lnTo>
                  <a:pt x="3210" y="4065"/>
                </a:lnTo>
                <a:lnTo>
                  <a:pt x="3173" y="4046"/>
                </a:lnTo>
                <a:lnTo>
                  <a:pt x="3136" y="4029"/>
                </a:lnTo>
                <a:lnTo>
                  <a:pt x="3096" y="4012"/>
                </a:lnTo>
                <a:lnTo>
                  <a:pt x="3054" y="3995"/>
                </a:lnTo>
                <a:lnTo>
                  <a:pt x="3011" y="3980"/>
                </a:lnTo>
                <a:lnTo>
                  <a:pt x="2966" y="3965"/>
                </a:lnTo>
                <a:lnTo>
                  <a:pt x="2921" y="3951"/>
                </a:lnTo>
                <a:lnTo>
                  <a:pt x="2873" y="3939"/>
                </a:lnTo>
                <a:lnTo>
                  <a:pt x="2823" y="3926"/>
                </a:lnTo>
                <a:lnTo>
                  <a:pt x="2773" y="3915"/>
                </a:lnTo>
                <a:lnTo>
                  <a:pt x="2722" y="3904"/>
                </a:lnTo>
                <a:lnTo>
                  <a:pt x="2669" y="3895"/>
                </a:lnTo>
                <a:lnTo>
                  <a:pt x="2615" y="3887"/>
                </a:lnTo>
                <a:lnTo>
                  <a:pt x="2559" y="3880"/>
                </a:lnTo>
                <a:lnTo>
                  <a:pt x="2504" y="3873"/>
                </a:lnTo>
                <a:lnTo>
                  <a:pt x="2447" y="3868"/>
                </a:lnTo>
                <a:lnTo>
                  <a:pt x="2389" y="3864"/>
                </a:lnTo>
                <a:lnTo>
                  <a:pt x="2389" y="2549"/>
                </a:lnTo>
                <a:lnTo>
                  <a:pt x="2434" y="2538"/>
                </a:lnTo>
                <a:lnTo>
                  <a:pt x="2477" y="2525"/>
                </a:lnTo>
                <a:lnTo>
                  <a:pt x="2521" y="2508"/>
                </a:lnTo>
                <a:lnTo>
                  <a:pt x="2565" y="2491"/>
                </a:lnTo>
                <a:lnTo>
                  <a:pt x="2607" y="2471"/>
                </a:lnTo>
                <a:lnTo>
                  <a:pt x="2649" y="2449"/>
                </a:lnTo>
                <a:lnTo>
                  <a:pt x="2689" y="2425"/>
                </a:lnTo>
                <a:lnTo>
                  <a:pt x="2730" y="2399"/>
                </a:lnTo>
                <a:lnTo>
                  <a:pt x="2769" y="2370"/>
                </a:lnTo>
                <a:lnTo>
                  <a:pt x="2809" y="2341"/>
                </a:lnTo>
                <a:lnTo>
                  <a:pt x="2846" y="2310"/>
                </a:lnTo>
                <a:lnTo>
                  <a:pt x="2884" y="2276"/>
                </a:lnTo>
                <a:lnTo>
                  <a:pt x="2921" y="2242"/>
                </a:lnTo>
                <a:lnTo>
                  <a:pt x="2956" y="2205"/>
                </a:lnTo>
                <a:lnTo>
                  <a:pt x="2992" y="2167"/>
                </a:lnTo>
                <a:lnTo>
                  <a:pt x="3025" y="2127"/>
                </a:lnTo>
                <a:close/>
                <a:moveTo>
                  <a:pt x="3491" y="791"/>
                </a:moveTo>
                <a:lnTo>
                  <a:pt x="3491" y="367"/>
                </a:lnTo>
                <a:lnTo>
                  <a:pt x="3786" y="367"/>
                </a:lnTo>
                <a:lnTo>
                  <a:pt x="4226" y="367"/>
                </a:lnTo>
                <a:lnTo>
                  <a:pt x="4226" y="403"/>
                </a:lnTo>
                <a:lnTo>
                  <a:pt x="4225" y="441"/>
                </a:lnTo>
                <a:lnTo>
                  <a:pt x="4223" y="482"/>
                </a:lnTo>
                <a:lnTo>
                  <a:pt x="4220" y="525"/>
                </a:lnTo>
                <a:lnTo>
                  <a:pt x="4216" y="570"/>
                </a:lnTo>
                <a:lnTo>
                  <a:pt x="4211" y="617"/>
                </a:lnTo>
                <a:lnTo>
                  <a:pt x="4205" y="665"/>
                </a:lnTo>
                <a:lnTo>
                  <a:pt x="4198" y="716"/>
                </a:lnTo>
                <a:lnTo>
                  <a:pt x="4188" y="767"/>
                </a:lnTo>
                <a:lnTo>
                  <a:pt x="4177" y="819"/>
                </a:lnTo>
                <a:lnTo>
                  <a:pt x="4165" y="873"/>
                </a:lnTo>
                <a:lnTo>
                  <a:pt x="4152" y="927"/>
                </a:lnTo>
                <a:lnTo>
                  <a:pt x="4136" y="982"/>
                </a:lnTo>
                <a:lnTo>
                  <a:pt x="4117" y="1037"/>
                </a:lnTo>
                <a:lnTo>
                  <a:pt x="4097" y="1091"/>
                </a:lnTo>
                <a:lnTo>
                  <a:pt x="4075" y="1146"/>
                </a:lnTo>
                <a:lnTo>
                  <a:pt x="4050" y="1201"/>
                </a:lnTo>
                <a:lnTo>
                  <a:pt x="4037" y="1227"/>
                </a:lnTo>
                <a:lnTo>
                  <a:pt x="4023" y="1255"/>
                </a:lnTo>
                <a:lnTo>
                  <a:pt x="4009" y="1281"/>
                </a:lnTo>
                <a:lnTo>
                  <a:pt x="3994" y="1307"/>
                </a:lnTo>
                <a:lnTo>
                  <a:pt x="3977" y="1334"/>
                </a:lnTo>
                <a:lnTo>
                  <a:pt x="3961" y="1360"/>
                </a:lnTo>
                <a:lnTo>
                  <a:pt x="3944" y="1385"/>
                </a:lnTo>
                <a:lnTo>
                  <a:pt x="3926" y="1412"/>
                </a:lnTo>
                <a:lnTo>
                  <a:pt x="3907" y="1436"/>
                </a:lnTo>
                <a:lnTo>
                  <a:pt x="3887" y="1462"/>
                </a:lnTo>
                <a:lnTo>
                  <a:pt x="3867" y="1486"/>
                </a:lnTo>
                <a:lnTo>
                  <a:pt x="3847" y="1510"/>
                </a:lnTo>
                <a:lnTo>
                  <a:pt x="3824" y="1534"/>
                </a:lnTo>
                <a:lnTo>
                  <a:pt x="3802" y="1557"/>
                </a:lnTo>
                <a:lnTo>
                  <a:pt x="3779" y="1579"/>
                </a:lnTo>
                <a:lnTo>
                  <a:pt x="3754" y="1602"/>
                </a:lnTo>
                <a:lnTo>
                  <a:pt x="3729" y="1623"/>
                </a:lnTo>
                <a:lnTo>
                  <a:pt x="3703" y="1644"/>
                </a:lnTo>
                <a:lnTo>
                  <a:pt x="3676" y="1664"/>
                </a:lnTo>
                <a:lnTo>
                  <a:pt x="3649" y="1685"/>
                </a:lnTo>
                <a:lnTo>
                  <a:pt x="3619" y="1704"/>
                </a:lnTo>
                <a:lnTo>
                  <a:pt x="3590" y="1722"/>
                </a:lnTo>
                <a:lnTo>
                  <a:pt x="3560" y="1740"/>
                </a:lnTo>
                <a:lnTo>
                  <a:pt x="3528" y="1758"/>
                </a:lnTo>
                <a:lnTo>
                  <a:pt x="3496" y="1775"/>
                </a:lnTo>
                <a:lnTo>
                  <a:pt x="3462" y="1790"/>
                </a:lnTo>
                <a:lnTo>
                  <a:pt x="3428" y="1805"/>
                </a:lnTo>
                <a:lnTo>
                  <a:pt x="3392" y="1820"/>
                </a:lnTo>
                <a:lnTo>
                  <a:pt x="3357" y="1833"/>
                </a:lnTo>
                <a:lnTo>
                  <a:pt x="3319" y="1846"/>
                </a:lnTo>
                <a:lnTo>
                  <a:pt x="3192" y="1886"/>
                </a:lnTo>
                <a:lnTo>
                  <a:pt x="3227" y="1825"/>
                </a:lnTo>
                <a:lnTo>
                  <a:pt x="3258" y="1763"/>
                </a:lnTo>
                <a:lnTo>
                  <a:pt x="3289" y="1700"/>
                </a:lnTo>
                <a:lnTo>
                  <a:pt x="3317" y="1635"/>
                </a:lnTo>
                <a:lnTo>
                  <a:pt x="3345" y="1569"/>
                </a:lnTo>
                <a:lnTo>
                  <a:pt x="3369" y="1501"/>
                </a:lnTo>
                <a:lnTo>
                  <a:pt x="3391" y="1433"/>
                </a:lnTo>
                <a:lnTo>
                  <a:pt x="3411" y="1364"/>
                </a:lnTo>
                <a:lnTo>
                  <a:pt x="3430" y="1294"/>
                </a:lnTo>
                <a:lnTo>
                  <a:pt x="3446" y="1223"/>
                </a:lnTo>
                <a:lnTo>
                  <a:pt x="3459" y="1152"/>
                </a:lnTo>
                <a:lnTo>
                  <a:pt x="3470" y="1080"/>
                </a:lnTo>
                <a:lnTo>
                  <a:pt x="3475" y="1044"/>
                </a:lnTo>
                <a:lnTo>
                  <a:pt x="3479" y="1008"/>
                </a:lnTo>
                <a:lnTo>
                  <a:pt x="3482" y="972"/>
                </a:lnTo>
                <a:lnTo>
                  <a:pt x="3486" y="936"/>
                </a:lnTo>
                <a:lnTo>
                  <a:pt x="3488" y="900"/>
                </a:lnTo>
                <a:lnTo>
                  <a:pt x="3490" y="863"/>
                </a:lnTo>
                <a:lnTo>
                  <a:pt x="3491" y="828"/>
                </a:lnTo>
                <a:lnTo>
                  <a:pt x="3491" y="791"/>
                </a:lnTo>
                <a:close/>
                <a:moveTo>
                  <a:pt x="1091" y="1846"/>
                </a:moveTo>
                <a:lnTo>
                  <a:pt x="1091" y="1846"/>
                </a:lnTo>
                <a:lnTo>
                  <a:pt x="1053" y="1833"/>
                </a:lnTo>
                <a:lnTo>
                  <a:pt x="1017" y="1820"/>
                </a:lnTo>
                <a:lnTo>
                  <a:pt x="981" y="1805"/>
                </a:lnTo>
                <a:lnTo>
                  <a:pt x="947" y="1791"/>
                </a:lnTo>
                <a:lnTo>
                  <a:pt x="913" y="1775"/>
                </a:lnTo>
                <a:lnTo>
                  <a:pt x="881" y="1759"/>
                </a:lnTo>
                <a:lnTo>
                  <a:pt x="849" y="1741"/>
                </a:lnTo>
                <a:lnTo>
                  <a:pt x="819" y="1723"/>
                </a:lnTo>
                <a:lnTo>
                  <a:pt x="789" y="1705"/>
                </a:lnTo>
                <a:lnTo>
                  <a:pt x="760" y="1686"/>
                </a:lnTo>
                <a:lnTo>
                  <a:pt x="733" y="1665"/>
                </a:lnTo>
                <a:lnTo>
                  <a:pt x="705" y="1645"/>
                </a:lnTo>
                <a:lnTo>
                  <a:pt x="680" y="1624"/>
                </a:lnTo>
                <a:lnTo>
                  <a:pt x="655" y="1603"/>
                </a:lnTo>
                <a:lnTo>
                  <a:pt x="630" y="1580"/>
                </a:lnTo>
                <a:lnTo>
                  <a:pt x="607" y="1558"/>
                </a:lnTo>
                <a:lnTo>
                  <a:pt x="585" y="1535"/>
                </a:lnTo>
                <a:lnTo>
                  <a:pt x="562" y="1511"/>
                </a:lnTo>
                <a:lnTo>
                  <a:pt x="541" y="1487"/>
                </a:lnTo>
                <a:lnTo>
                  <a:pt x="521" y="1463"/>
                </a:lnTo>
                <a:lnTo>
                  <a:pt x="501" y="1438"/>
                </a:lnTo>
                <a:lnTo>
                  <a:pt x="483" y="1413"/>
                </a:lnTo>
                <a:lnTo>
                  <a:pt x="465" y="1387"/>
                </a:lnTo>
                <a:lnTo>
                  <a:pt x="448" y="1361"/>
                </a:lnTo>
                <a:lnTo>
                  <a:pt x="431" y="1336"/>
                </a:lnTo>
                <a:lnTo>
                  <a:pt x="415" y="1309"/>
                </a:lnTo>
                <a:lnTo>
                  <a:pt x="400" y="1283"/>
                </a:lnTo>
                <a:lnTo>
                  <a:pt x="386" y="1256"/>
                </a:lnTo>
                <a:lnTo>
                  <a:pt x="372" y="1229"/>
                </a:lnTo>
                <a:lnTo>
                  <a:pt x="358" y="1202"/>
                </a:lnTo>
                <a:lnTo>
                  <a:pt x="334" y="1147"/>
                </a:lnTo>
                <a:lnTo>
                  <a:pt x="312" y="1092"/>
                </a:lnTo>
                <a:lnTo>
                  <a:pt x="291" y="1038"/>
                </a:lnTo>
                <a:lnTo>
                  <a:pt x="273" y="983"/>
                </a:lnTo>
                <a:lnTo>
                  <a:pt x="258" y="928"/>
                </a:lnTo>
                <a:lnTo>
                  <a:pt x="244" y="874"/>
                </a:lnTo>
                <a:lnTo>
                  <a:pt x="232" y="820"/>
                </a:lnTo>
                <a:lnTo>
                  <a:pt x="221" y="768"/>
                </a:lnTo>
                <a:lnTo>
                  <a:pt x="212" y="716"/>
                </a:lnTo>
                <a:lnTo>
                  <a:pt x="204" y="666"/>
                </a:lnTo>
                <a:lnTo>
                  <a:pt x="198" y="618"/>
                </a:lnTo>
                <a:lnTo>
                  <a:pt x="194" y="570"/>
                </a:lnTo>
                <a:lnTo>
                  <a:pt x="190" y="525"/>
                </a:lnTo>
                <a:lnTo>
                  <a:pt x="187" y="482"/>
                </a:lnTo>
                <a:lnTo>
                  <a:pt x="185" y="441"/>
                </a:lnTo>
                <a:lnTo>
                  <a:pt x="184" y="404"/>
                </a:lnTo>
                <a:lnTo>
                  <a:pt x="184" y="367"/>
                </a:lnTo>
                <a:lnTo>
                  <a:pt x="624" y="367"/>
                </a:lnTo>
                <a:lnTo>
                  <a:pt x="919" y="367"/>
                </a:lnTo>
                <a:lnTo>
                  <a:pt x="919" y="791"/>
                </a:lnTo>
                <a:lnTo>
                  <a:pt x="919" y="828"/>
                </a:lnTo>
                <a:lnTo>
                  <a:pt x="920" y="863"/>
                </a:lnTo>
                <a:lnTo>
                  <a:pt x="922" y="900"/>
                </a:lnTo>
                <a:lnTo>
                  <a:pt x="924" y="936"/>
                </a:lnTo>
                <a:lnTo>
                  <a:pt x="927" y="972"/>
                </a:lnTo>
                <a:lnTo>
                  <a:pt x="930" y="1008"/>
                </a:lnTo>
                <a:lnTo>
                  <a:pt x="935" y="1044"/>
                </a:lnTo>
                <a:lnTo>
                  <a:pt x="940" y="1080"/>
                </a:lnTo>
                <a:lnTo>
                  <a:pt x="951" y="1151"/>
                </a:lnTo>
                <a:lnTo>
                  <a:pt x="964" y="1223"/>
                </a:lnTo>
                <a:lnTo>
                  <a:pt x="980" y="1293"/>
                </a:lnTo>
                <a:lnTo>
                  <a:pt x="998" y="1363"/>
                </a:lnTo>
                <a:lnTo>
                  <a:pt x="1019" y="1432"/>
                </a:lnTo>
                <a:lnTo>
                  <a:pt x="1041" y="1501"/>
                </a:lnTo>
                <a:lnTo>
                  <a:pt x="1065" y="1568"/>
                </a:lnTo>
                <a:lnTo>
                  <a:pt x="1092" y="1634"/>
                </a:lnTo>
                <a:lnTo>
                  <a:pt x="1120" y="1699"/>
                </a:lnTo>
                <a:lnTo>
                  <a:pt x="1151" y="1763"/>
                </a:lnTo>
                <a:lnTo>
                  <a:pt x="1183" y="1825"/>
                </a:lnTo>
                <a:lnTo>
                  <a:pt x="1217" y="1885"/>
                </a:lnTo>
                <a:lnTo>
                  <a:pt x="1091" y="1846"/>
                </a:lnTo>
                <a:close/>
                <a:moveTo>
                  <a:pt x="2205" y="1626"/>
                </a:moveTo>
                <a:lnTo>
                  <a:pt x="1637" y="2020"/>
                </a:lnTo>
                <a:lnTo>
                  <a:pt x="1837" y="1359"/>
                </a:lnTo>
                <a:lnTo>
                  <a:pt x="1287" y="940"/>
                </a:lnTo>
                <a:lnTo>
                  <a:pt x="1978" y="927"/>
                </a:lnTo>
                <a:lnTo>
                  <a:pt x="2205" y="274"/>
                </a:lnTo>
                <a:lnTo>
                  <a:pt x="2433" y="927"/>
                </a:lnTo>
                <a:lnTo>
                  <a:pt x="3123" y="940"/>
                </a:lnTo>
                <a:lnTo>
                  <a:pt x="2573" y="1359"/>
                </a:lnTo>
                <a:lnTo>
                  <a:pt x="2772" y="2020"/>
                </a:lnTo>
                <a:lnTo>
                  <a:pt x="2205" y="162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" name="KSO_Shape"/>
          <p:cNvSpPr>
            <a:spLocks/>
          </p:cNvSpPr>
          <p:nvPr/>
        </p:nvSpPr>
        <p:spPr bwMode="auto">
          <a:xfrm>
            <a:off x="4834002" y="3098281"/>
            <a:ext cx="247045" cy="247457"/>
          </a:xfrm>
          <a:custGeom>
            <a:avLst/>
            <a:gdLst>
              <a:gd name="T0" fmla="*/ 2147483646 w 4409"/>
              <a:gd name="T1" fmla="*/ 2147483646 h 4408"/>
              <a:gd name="T2" fmla="*/ 2147483646 w 4409"/>
              <a:gd name="T3" fmla="*/ 2147483646 h 4408"/>
              <a:gd name="T4" fmla="*/ 2147483646 w 4409"/>
              <a:gd name="T5" fmla="*/ 2147483646 h 4408"/>
              <a:gd name="T6" fmla="*/ 2147483646 w 4409"/>
              <a:gd name="T7" fmla="*/ 2147483646 h 4408"/>
              <a:gd name="T8" fmla="*/ 2147483646 w 4409"/>
              <a:gd name="T9" fmla="*/ 2147483646 h 4408"/>
              <a:gd name="T10" fmla="*/ 2147483646 w 4409"/>
              <a:gd name="T11" fmla="*/ 2147483646 h 4408"/>
              <a:gd name="T12" fmla="*/ 2147483646 w 4409"/>
              <a:gd name="T13" fmla="*/ 2147483646 h 4408"/>
              <a:gd name="T14" fmla="*/ 2147483646 w 4409"/>
              <a:gd name="T15" fmla="*/ 2147483646 h 4408"/>
              <a:gd name="T16" fmla="*/ 481718167 w 4409"/>
              <a:gd name="T17" fmla="*/ 2147483646 h 4408"/>
              <a:gd name="T18" fmla="*/ 321145301 w 4409"/>
              <a:gd name="T19" fmla="*/ 2147483646 h 4408"/>
              <a:gd name="T20" fmla="*/ 2147483646 w 4409"/>
              <a:gd name="T21" fmla="*/ 2147483646 h 4408"/>
              <a:gd name="T22" fmla="*/ 2147483646 w 4409"/>
              <a:gd name="T23" fmla="*/ 2147483646 h 4408"/>
              <a:gd name="T24" fmla="*/ 2147483646 w 4409"/>
              <a:gd name="T25" fmla="*/ 2147483646 h 4408"/>
              <a:gd name="T26" fmla="*/ 2147483646 w 4409"/>
              <a:gd name="T27" fmla="*/ 2147483646 h 4408"/>
              <a:gd name="T28" fmla="*/ 2147483646 w 4409"/>
              <a:gd name="T29" fmla="*/ 2147483646 h 4408"/>
              <a:gd name="T30" fmla="*/ 2147483646 w 4409"/>
              <a:gd name="T31" fmla="*/ 2147483646 h 4408"/>
              <a:gd name="T32" fmla="*/ 2147483646 w 4409"/>
              <a:gd name="T33" fmla="*/ 2147483646 h 4408"/>
              <a:gd name="T34" fmla="*/ 2147483646 w 4409"/>
              <a:gd name="T35" fmla="*/ 2147483646 h 4408"/>
              <a:gd name="T36" fmla="*/ 2147483646 w 4409"/>
              <a:gd name="T37" fmla="*/ 2147483646 h 4408"/>
              <a:gd name="T38" fmla="*/ 2147483646 w 4409"/>
              <a:gd name="T39" fmla="*/ 2147483646 h 4408"/>
              <a:gd name="T40" fmla="*/ 2147483646 w 4409"/>
              <a:gd name="T41" fmla="*/ 2147483646 h 4408"/>
              <a:gd name="T42" fmla="*/ 2147483646 w 4409"/>
              <a:gd name="T43" fmla="*/ 2147483646 h 4408"/>
              <a:gd name="T44" fmla="*/ 2147483646 w 4409"/>
              <a:gd name="T45" fmla="*/ 2147483646 h 4408"/>
              <a:gd name="T46" fmla="*/ 2147483646 w 4409"/>
              <a:gd name="T47" fmla="*/ 2147483646 h 4408"/>
              <a:gd name="T48" fmla="*/ 2147483646 w 4409"/>
              <a:gd name="T49" fmla="*/ 2147483646 h 4408"/>
              <a:gd name="T50" fmla="*/ 2147483646 w 4409"/>
              <a:gd name="T51" fmla="*/ 2147483646 h 4408"/>
              <a:gd name="T52" fmla="*/ 2147483646 w 4409"/>
              <a:gd name="T53" fmla="*/ 2147483646 h 4408"/>
              <a:gd name="T54" fmla="*/ 2147483646 w 4409"/>
              <a:gd name="T55" fmla="*/ 2147483646 h 4408"/>
              <a:gd name="T56" fmla="*/ 2147483646 w 4409"/>
              <a:gd name="T57" fmla="*/ 2147483646 h 4408"/>
              <a:gd name="T58" fmla="*/ 2147483646 w 4409"/>
              <a:gd name="T59" fmla="*/ 2147483646 h 4408"/>
              <a:gd name="T60" fmla="*/ 2147483646 w 4409"/>
              <a:gd name="T61" fmla="*/ 2147483646 h 4408"/>
              <a:gd name="T62" fmla="*/ 2147483646 w 4409"/>
              <a:gd name="T63" fmla="*/ 2147483646 h 4408"/>
              <a:gd name="T64" fmla="*/ 2147483646 w 4409"/>
              <a:gd name="T65" fmla="*/ 2147483646 h 4408"/>
              <a:gd name="T66" fmla="*/ 2147483646 w 4409"/>
              <a:gd name="T67" fmla="*/ 2147483646 h 4408"/>
              <a:gd name="T68" fmla="*/ 2147483646 w 4409"/>
              <a:gd name="T69" fmla="*/ 2147483646 h 4408"/>
              <a:gd name="T70" fmla="*/ 2147483646 w 4409"/>
              <a:gd name="T71" fmla="*/ 2147483646 h 4408"/>
              <a:gd name="T72" fmla="*/ 2147483646 w 4409"/>
              <a:gd name="T73" fmla="*/ 2147483646 h 4408"/>
              <a:gd name="T74" fmla="*/ 2147483646 w 4409"/>
              <a:gd name="T75" fmla="*/ 2147483646 h 4408"/>
              <a:gd name="T76" fmla="*/ 2147483646 w 4409"/>
              <a:gd name="T77" fmla="*/ 2147483646 h 4408"/>
              <a:gd name="T78" fmla="*/ 2147483646 w 4409"/>
              <a:gd name="T79" fmla="*/ 2147483646 h 4408"/>
              <a:gd name="T80" fmla="*/ 2147483646 w 4409"/>
              <a:gd name="T81" fmla="*/ 2147483646 h 4408"/>
              <a:gd name="T82" fmla="*/ 2147483646 w 4409"/>
              <a:gd name="T83" fmla="*/ 2147483646 h 4408"/>
              <a:gd name="T84" fmla="*/ 2147483646 w 4409"/>
              <a:gd name="T85" fmla="*/ 2147483646 h 4408"/>
              <a:gd name="T86" fmla="*/ 2147483646 w 4409"/>
              <a:gd name="T87" fmla="*/ 2147483646 h 4408"/>
              <a:gd name="T88" fmla="*/ 2147483646 w 4409"/>
              <a:gd name="T89" fmla="*/ 2147483646 h 4408"/>
              <a:gd name="T90" fmla="*/ 2147483646 w 4409"/>
              <a:gd name="T91" fmla="*/ 2147483646 h 4408"/>
              <a:gd name="T92" fmla="*/ 2147483646 w 4409"/>
              <a:gd name="T93" fmla="*/ 2147483646 h 4408"/>
              <a:gd name="T94" fmla="*/ 2147483646 w 4409"/>
              <a:gd name="T95" fmla="*/ 2147483646 h 4408"/>
              <a:gd name="T96" fmla="*/ 2147483646 w 4409"/>
              <a:gd name="T97" fmla="*/ 2147483646 h 4408"/>
              <a:gd name="T98" fmla="*/ 2147483646 w 4409"/>
              <a:gd name="T99" fmla="*/ 2147483646 h 4408"/>
              <a:gd name="T100" fmla="*/ 2147483646 w 4409"/>
              <a:gd name="T101" fmla="*/ 2147483646 h 4408"/>
              <a:gd name="T102" fmla="*/ 2147483646 w 4409"/>
              <a:gd name="T103" fmla="*/ 2147483646 h 4408"/>
              <a:gd name="T104" fmla="*/ 2147483646 w 4409"/>
              <a:gd name="T105" fmla="*/ 2147483646 h 4408"/>
              <a:gd name="T106" fmla="*/ 2147483646 w 4409"/>
              <a:gd name="T107" fmla="*/ 2147483646 h 4408"/>
              <a:gd name="T108" fmla="*/ 2147483646 w 4409"/>
              <a:gd name="T109" fmla="*/ 2147483646 h 44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409" h="4408">
                <a:moveTo>
                  <a:pt x="3025" y="2127"/>
                </a:moveTo>
                <a:lnTo>
                  <a:pt x="3025" y="2127"/>
                </a:lnTo>
                <a:lnTo>
                  <a:pt x="3097" y="2107"/>
                </a:lnTo>
                <a:lnTo>
                  <a:pt x="3179" y="2081"/>
                </a:lnTo>
                <a:lnTo>
                  <a:pt x="3271" y="2053"/>
                </a:lnTo>
                <a:lnTo>
                  <a:pt x="3375" y="2020"/>
                </a:lnTo>
                <a:lnTo>
                  <a:pt x="3429" y="2002"/>
                </a:lnTo>
                <a:lnTo>
                  <a:pt x="3481" y="1982"/>
                </a:lnTo>
                <a:lnTo>
                  <a:pt x="3532" y="1961"/>
                </a:lnTo>
                <a:lnTo>
                  <a:pt x="3580" y="1938"/>
                </a:lnTo>
                <a:lnTo>
                  <a:pt x="3626" y="1914"/>
                </a:lnTo>
                <a:lnTo>
                  <a:pt x="3672" y="1889"/>
                </a:lnTo>
                <a:lnTo>
                  <a:pt x="3715" y="1861"/>
                </a:lnTo>
                <a:lnTo>
                  <a:pt x="3756" y="1834"/>
                </a:lnTo>
                <a:lnTo>
                  <a:pt x="3797" y="1804"/>
                </a:lnTo>
                <a:lnTo>
                  <a:pt x="3834" y="1774"/>
                </a:lnTo>
                <a:lnTo>
                  <a:pt x="3871" y="1744"/>
                </a:lnTo>
                <a:lnTo>
                  <a:pt x="3906" y="1711"/>
                </a:lnTo>
                <a:lnTo>
                  <a:pt x="3940" y="1679"/>
                </a:lnTo>
                <a:lnTo>
                  <a:pt x="3971" y="1644"/>
                </a:lnTo>
                <a:lnTo>
                  <a:pt x="4002" y="1610"/>
                </a:lnTo>
                <a:lnTo>
                  <a:pt x="4031" y="1575"/>
                </a:lnTo>
                <a:lnTo>
                  <a:pt x="4059" y="1539"/>
                </a:lnTo>
                <a:lnTo>
                  <a:pt x="4085" y="1502"/>
                </a:lnTo>
                <a:lnTo>
                  <a:pt x="4110" y="1466"/>
                </a:lnTo>
                <a:lnTo>
                  <a:pt x="4134" y="1428"/>
                </a:lnTo>
                <a:lnTo>
                  <a:pt x="4157" y="1390"/>
                </a:lnTo>
                <a:lnTo>
                  <a:pt x="4177" y="1351"/>
                </a:lnTo>
                <a:lnTo>
                  <a:pt x="4198" y="1312"/>
                </a:lnTo>
                <a:lnTo>
                  <a:pt x="4217" y="1274"/>
                </a:lnTo>
                <a:lnTo>
                  <a:pt x="4234" y="1235"/>
                </a:lnTo>
                <a:lnTo>
                  <a:pt x="4251" y="1196"/>
                </a:lnTo>
                <a:lnTo>
                  <a:pt x="4267" y="1156"/>
                </a:lnTo>
                <a:lnTo>
                  <a:pt x="4281" y="1117"/>
                </a:lnTo>
                <a:lnTo>
                  <a:pt x="4295" y="1078"/>
                </a:lnTo>
                <a:lnTo>
                  <a:pt x="4307" y="1039"/>
                </a:lnTo>
                <a:lnTo>
                  <a:pt x="4319" y="1000"/>
                </a:lnTo>
                <a:lnTo>
                  <a:pt x="4329" y="961"/>
                </a:lnTo>
                <a:lnTo>
                  <a:pt x="4340" y="923"/>
                </a:lnTo>
                <a:lnTo>
                  <a:pt x="4349" y="884"/>
                </a:lnTo>
                <a:lnTo>
                  <a:pt x="4357" y="847"/>
                </a:lnTo>
                <a:lnTo>
                  <a:pt x="4365" y="809"/>
                </a:lnTo>
                <a:lnTo>
                  <a:pt x="4377" y="736"/>
                </a:lnTo>
                <a:lnTo>
                  <a:pt x="4387" y="665"/>
                </a:lnTo>
                <a:lnTo>
                  <a:pt x="4395" y="598"/>
                </a:lnTo>
                <a:lnTo>
                  <a:pt x="4401" y="534"/>
                </a:lnTo>
                <a:lnTo>
                  <a:pt x="4405" y="474"/>
                </a:lnTo>
                <a:lnTo>
                  <a:pt x="4407" y="418"/>
                </a:lnTo>
                <a:lnTo>
                  <a:pt x="4409" y="367"/>
                </a:lnTo>
                <a:lnTo>
                  <a:pt x="4409" y="321"/>
                </a:lnTo>
                <a:lnTo>
                  <a:pt x="4409" y="281"/>
                </a:lnTo>
                <a:lnTo>
                  <a:pt x="4407" y="247"/>
                </a:lnTo>
                <a:lnTo>
                  <a:pt x="4404" y="201"/>
                </a:lnTo>
                <a:lnTo>
                  <a:pt x="4403" y="183"/>
                </a:lnTo>
                <a:lnTo>
                  <a:pt x="3786" y="183"/>
                </a:lnTo>
                <a:lnTo>
                  <a:pt x="3491" y="183"/>
                </a:lnTo>
                <a:lnTo>
                  <a:pt x="3491" y="0"/>
                </a:lnTo>
                <a:lnTo>
                  <a:pt x="919" y="0"/>
                </a:lnTo>
                <a:lnTo>
                  <a:pt x="919" y="183"/>
                </a:lnTo>
                <a:lnTo>
                  <a:pt x="624" y="183"/>
                </a:lnTo>
                <a:lnTo>
                  <a:pt x="6" y="183"/>
                </a:lnTo>
                <a:lnTo>
                  <a:pt x="5" y="201"/>
                </a:lnTo>
                <a:lnTo>
                  <a:pt x="2" y="247"/>
                </a:lnTo>
                <a:lnTo>
                  <a:pt x="1" y="282"/>
                </a:lnTo>
                <a:lnTo>
                  <a:pt x="0" y="321"/>
                </a:lnTo>
                <a:lnTo>
                  <a:pt x="1" y="367"/>
                </a:lnTo>
                <a:lnTo>
                  <a:pt x="2" y="419"/>
                </a:lnTo>
                <a:lnTo>
                  <a:pt x="4" y="475"/>
                </a:lnTo>
                <a:lnTo>
                  <a:pt x="8" y="535"/>
                </a:lnTo>
                <a:lnTo>
                  <a:pt x="14" y="599"/>
                </a:lnTo>
                <a:lnTo>
                  <a:pt x="22" y="667"/>
                </a:lnTo>
                <a:lnTo>
                  <a:pt x="32" y="737"/>
                </a:lnTo>
                <a:lnTo>
                  <a:pt x="45" y="811"/>
                </a:lnTo>
                <a:lnTo>
                  <a:pt x="52" y="848"/>
                </a:lnTo>
                <a:lnTo>
                  <a:pt x="61" y="886"/>
                </a:lnTo>
                <a:lnTo>
                  <a:pt x="69" y="924"/>
                </a:lnTo>
                <a:lnTo>
                  <a:pt x="79" y="962"/>
                </a:lnTo>
                <a:lnTo>
                  <a:pt x="91" y="1002"/>
                </a:lnTo>
                <a:lnTo>
                  <a:pt x="102" y="1041"/>
                </a:lnTo>
                <a:lnTo>
                  <a:pt x="115" y="1080"/>
                </a:lnTo>
                <a:lnTo>
                  <a:pt x="128" y="1120"/>
                </a:lnTo>
                <a:lnTo>
                  <a:pt x="142" y="1158"/>
                </a:lnTo>
                <a:lnTo>
                  <a:pt x="159" y="1198"/>
                </a:lnTo>
                <a:lnTo>
                  <a:pt x="175" y="1237"/>
                </a:lnTo>
                <a:lnTo>
                  <a:pt x="193" y="1276"/>
                </a:lnTo>
                <a:lnTo>
                  <a:pt x="211" y="1315"/>
                </a:lnTo>
                <a:lnTo>
                  <a:pt x="232" y="1354"/>
                </a:lnTo>
                <a:lnTo>
                  <a:pt x="253" y="1392"/>
                </a:lnTo>
                <a:lnTo>
                  <a:pt x="275" y="1430"/>
                </a:lnTo>
                <a:lnTo>
                  <a:pt x="299" y="1468"/>
                </a:lnTo>
                <a:lnTo>
                  <a:pt x="324" y="1504"/>
                </a:lnTo>
                <a:lnTo>
                  <a:pt x="350" y="1541"/>
                </a:lnTo>
                <a:lnTo>
                  <a:pt x="378" y="1577"/>
                </a:lnTo>
                <a:lnTo>
                  <a:pt x="407" y="1612"/>
                </a:lnTo>
                <a:lnTo>
                  <a:pt x="438" y="1646"/>
                </a:lnTo>
                <a:lnTo>
                  <a:pt x="470" y="1681"/>
                </a:lnTo>
                <a:lnTo>
                  <a:pt x="503" y="1713"/>
                </a:lnTo>
                <a:lnTo>
                  <a:pt x="538" y="1746"/>
                </a:lnTo>
                <a:lnTo>
                  <a:pt x="574" y="1776"/>
                </a:lnTo>
                <a:lnTo>
                  <a:pt x="613" y="1806"/>
                </a:lnTo>
                <a:lnTo>
                  <a:pt x="653" y="1835"/>
                </a:lnTo>
                <a:lnTo>
                  <a:pt x="694" y="1863"/>
                </a:lnTo>
                <a:lnTo>
                  <a:pt x="738" y="1890"/>
                </a:lnTo>
                <a:lnTo>
                  <a:pt x="782" y="1915"/>
                </a:lnTo>
                <a:lnTo>
                  <a:pt x="829" y="1939"/>
                </a:lnTo>
                <a:lnTo>
                  <a:pt x="878" y="1962"/>
                </a:lnTo>
                <a:lnTo>
                  <a:pt x="928" y="1983"/>
                </a:lnTo>
                <a:lnTo>
                  <a:pt x="981" y="2002"/>
                </a:lnTo>
                <a:lnTo>
                  <a:pt x="1035" y="2020"/>
                </a:lnTo>
                <a:lnTo>
                  <a:pt x="1137" y="2053"/>
                </a:lnTo>
                <a:lnTo>
                  <a:pt x="1230" y="2080"/>
                </a:lnTo>
                <a:lnTo>
                  <a:pt x="1311" y="2105"/>
                </a:lnTo>
                <a:lnTo>
                  <a:pt x="1384" y="2125"/>
                </a:lnTo>
                <a:lnTo>
                  <a:pt x="1417" y="2164"/>
                </a:lnTo>
                <a:lnTo>
                  <a:pt x="1452" y="2203"/>
                </a:lnTo>
                <a:lnTo>
                  <a:pt x="1488" y="2241"/>
                </a:lnTo>
                <a:lnTo>
                  <a:pt x="1525" y="2275"/>
                </a:lnTo>
                <a:lnTo>
                  <a:pt x="1562" y="2309"/>
                </a:lnTo>
                <a:lnTo>
                  <a:pt x="1600" y="2340"/>
                </a:lnTo>
                <a:lnTo>
                  <a:pt x="1639" y="2370"/>
                </a:lnTo>
                <a:lnTo>
                  <a:pt x="1679" y="2398"/>
                </a:lnTo>
                <a:lnTo>
                  <a:pt x="1720" y="2424"/>
                </a:lnTo>
                <a:lnTo>
                  <a:pt x="1761" y="2449"/>
                </a:lnTo>
                <a:lnTo>
                  <a:pt x="1803" y="2471"/>
                </a:lnTo>
                <a:lnTo>
                  <a:pt x="1845" y="2490"/>
                </a:lnTo>
                <a:lnTo>
                  <a:pt x="1888" y="2508"/>
                </a:lnTo>
                <a:lnTo>
                  <a:pt x="1933" y="2525"/>
                </a:lnTo>
                <a:lnTo>
                  <a:pt x="1976" y="2538"/>
                </a:lnTo>
                <a:lnTo>
                  <a:pt x="2021" y="2549"/>
                </a:lnTo>
                <a:lnTo>
                  <a:pt x="2021" y="3864"/>
                </a:lnTo>
                <a:lnTo>
                  <a:pt x="1963" y="3868"/>
                </a:lnTo>
                <a:lnTo>
                  <a:pt x="1906" y="3873"/>
                </a:lnTo>
                <a:lnTo>
                  <a:pt x="1850" y="3880"/>
                </a:lnTo>
                <a:lnTo>
                  <a:pt x="1795" y="3887"/>
                </a:lnTo>
                <a:lnTo>
                  <a:pt x="1741" y="3895"/>
                </a:lnTo>
                <a:lnTo>
                  <a:pt x="1688" y="3904"/>
                </a:lnTo>
                <a:lnTo>
                  <a:pt x="1636" y="3915"/>
                </a:lnTo>
                <a:lnTo>
                  <a:pt x="1587" y="3926"/>
                </a:lnTo>
                <a:lnTo>
                  <a:pt x="1537" y="3939"/>
                </a:lnTo>
                <a:lnTo>
                  <a:pt x="1489" y="3951"/>
                </a:lnTo>
                <a:lnTo>
                  <a:pt x="1444" y="3965"/>
                </a:lnTo>
                <a:lnTo>
                  <a:pt x="1399" y="3980"/>
                </a:lnTo>
                <a:lnTo>
                  <a:pt x="1355" y="3995"/>
                </a:lnTo>
                <a:lnTo>
                  <a:pt x="1314" y="4012"/>
                </a:lnTo>
                <a:lnTo>
                  <a:pt x="1274" y="4029"/>
                </a:lnTo>
                <a:lnTo>
                  <a:pt x="1237" y="4046"/>
                </a:lnTo>
                <a:lnTo>
                  <a:pt x="1200" y="4065"/>
                </a:lnTo>
                <a:lnTo>
                  <a:pt x="1166" y="4085"/>
                </a:lnTo>
                <a:lnTo>
                  <a:pt x="1134" y="4104"/>
                </a:lnTo>
                <a:lnTo>
                  <a:pt x="1104" y="4124"/>
                </a:lnTo>
                <a:lnTo>
                  <a:pt x="1076" y="4146"/>
                </a:lnTo>
                <a:lnTo>
                  <a:pt x="1049" y="4167"/>
                </a:lnTo>
                <a:lnTo>
                  <a:pt x="1026" y="4189"/>
                </a:lnTo>
                <a:lnTo>
                  <a:pt x="1004" y="4211"/>
                </a:lnTo>
                <a:lnTo>
                  <a:pt x="984" y="4235"/>
                </a:lnTo>
                <a:lnTo>
                  <a:pt x="968" y="4259"/>
                </a:lnTo>
                <a:lnTo>
                  <a:pt x="953" y="4282"/>
                </a:lnTo>
                <a:lnTo>
                  <a:pt x="947" y="4295"/>
                </a:lnTo>
                <a:lnTo>
                  <a:pt x="941" y="4307"/>
                </a:lnTo>
                <a:lnTo>
                  <a:pt x="936" y="4320"/>
                </a:lnTo>
                <a:lnTo>
                  <a:pt x="931" y="4332"/>
                </a:lnTo>
                <a:lnTo>
                  <a:pt x="927" y="4344"/>
                </a:lnTo>
                <a:lnTo>
                  <a:pt x="924" y="4358"/>
                </a:lnTo>
                <a:lnTo>
                  <a:pt x="922" y="4370"/>
                </a:lnTo>
                <a:lnTo>
                  <a:pt x="920" y="4383"/>
                </a:lnTo>
                <a:lnTo>
                  <a:pt x="919" y="4396"/>
                </a:lnTo>
                <a:lnTo>
                  <a:pt x="919" y="4408"/>
                </a:lnTo>
                <a:lnTo>
                  <a:pt x="3491" y="4408"/>
                </a:lnTo>
                <a:lnTo>
                  <a:pt x="3491" y="4396"/>
                </a:lnTo>
                <a:lnTo>
                  <a:pt x="3490" y="4383"/>
                </a:lnTo>
                <a:lnTo>
                  <a:pt x="3488" y="4370"/>
                </a:lnTo>
                <a:lnTo>
                  <a:pt x="3486" y="4358"/>
                </a:lnTo>
                <a:lnTo>
                  <a:pt x="3482" y="4344"/>
                </a:lnTo>
                <a:lnTo>
                  <a:pt x="3478" y="4332"/>
                </a:lnTo>
                <a:lnTo>
                  <a:pt x="3474" y="4320"/>
                </a:lnTo>
                <a:lnTo>
                  <a:pt x="3469" y="4307"/>
                </a:lnTo>
                <a:lnTo>
                  <a:pt x="3463" y="4295"/>
                </a:lnTo>
                <a:lnTo>
                  <a:pt x="3457" y="4282"/>
                </a:lnTo>
                <a:lnTo>
                  <a:pt x="3443" y="4259"/>
                </a:lnTo>
                <a:lnTo>
                  <a:pt x="3426" y="4235"/>
                </a:lnTo>
                <a:lnTo>
                  <a:pt x="3406" y="4211"/>
                </a:lnTo>
                <a:lnTo>
                  <a:pt x="3384" y="4189"/>
                </a:lnTo>
                <a:lnTo>
                  <a:pt x="3361" y="4167"/>
                </a:lnTo>
                <a:lnTo>
                  <a:pt x="3334" y="4146"/>
                </a:lnTo>
                <a:lnTo>
                  <a:pt x="3306" y="4124"/>
                </a:lnTo>
                <a:lnTo>
                  <a:pt x="3276" y="4104"/>
                </a:lnTo>
                <a:lnTo>
                  <a:pt x="3244" y="4085"/>
                </a:lnTo>
                <a:lnTo>
                  <a:pt x="3210" y="4065"/>
                </a:lnTo>
                <a:lnTo>
                  <a:pt x="3173" y="4046"/>
                </a:lnTo>
                <a:lnTo>
                  <a:pt x="3136" y="4029"/>
                </a:lnTo>
                <a:lnTo>
                  <a:pt x="3096" y="4012"/>
                </a:lnTo>
                <a:lnTo>
                  <a:pt x="3054" y="3995"/>
                </a:lnTo>
                <a:lnTo>
                  <a:pt x="3011" y="3980"/>
                </a:lnTo>
                <a:lnTo>
                  <a:pt x="2966" y="3965"/>
                </a:lnTo>
                <a:lnTo>
                  <a:pt x="2921" y="3951"/>
                </a:lnTo>
                <a:lnTo>
                  <a:pt x="2873" y="3939"/>
                </a:lnTo>
                <a:lnTo>
                  <a:pt x="2823" y="3926"/>
                </a:lnTo>
                <a:lnTo>
                  <a:pt x="2773" y="3915"/>
                </a:lnTo>
                <a:lnTo>
                  <a:pt x="2722" y="3904"/>
                </a:lnTo>
                <a:lnTo>
                  <a:pt x="2669" y="3895"/>
                </a:lnTo>
                <a:lnTo>
                  <a:pt x="2615" y="3887"/>
                </a:lnTo>
                <a:lnTo>
                  <a:pt x="2559" y="3880"/>
                </a:lnTo>
                <a:lnTo>
                  <a:pt x="2504" y="3873"/>
                </a:lnTo>
                <a:lnTo>
                  <a:pt x="2447" y="3868"/>
                </a:lnTo>
                <a:lnTo>
                  <a:pt x="2389" y="3864"/>
                </a:lnTo>
                <a:lnTo>
                  <a:pt x="2389" y="2549"/>
                </a:lnTo>
                <a:lnTo>
                  <a:pt x="2434" y="2538"/>
                </a:lnTo>
                <a:lnTo>
                  <a:pt x="2477" y="2525"/>
                </a:lnTo>
                <a:lnTo>
                  <a:pt x="2521" y="2508"/>
                </a:lnTo>
                <a:lnTo>
                  <a:pt x="2565" y="2491"/>
                </a:lnTo>
                <a:lnTo>
                  <a:pt x="2607" y="2471"/>
                </a:lnTo>
                <a:lnTo>
                  <a:pt x="2649" y="2449"/>
                </a:lnTo>
                <a:lnTo>
                  <a:pt x="2689" y="2425"/>
                </a:lnTo>
                <a:lnTo>
                  <a:pt x="2730" y="2399"/>
                </a:lnTo>
                <a:lnTo>
                  <a:pt x="2769" y="2370"/>
                </a:lnTo>
                <a:lnTo>
                  <a:pt x="2809" y="2341"/>
                </a:lnTo>
                <a:lnTo>
                  <a:pt x="2846" y="2310"/>
                </a:lnTo>
                <a:lnTo>
                  <a:pt x="2884" y="2276"/>
                </a:lnTo>
                <a:lnTo>
                  <a:pt x="2921" y="2242"/>
                </a:lnTo>
                <a:lnTo>
                  <a:pt x="2956" y="2205"/>
                </a:lnTo>
                <a:lnTo>
                  <a:pt x="2992" y="2167"/>
                </a:lnTo>
                <a:lnTo>
                  <a:pt x="3025" y="2127"/>
                </a:lnTo>
                <a:close/>
                <a:moveTo>
                  <a:pt x="3491" y="791"/>
                </a:moveTo>
                <a:lnTo>
                  <a:pt x="3491" y="367"/>
                </a:lnTo>
                <a:lnTo>
                  <a:pt x="3786" y="367"/>
                </a:lnTo>
                <a:lnTo>
                  <a:pt x="4226" y="367"/>
                </a:lnTo>
                <a:lnTo>
                  <a:pt x="4226" y="403"/>
                </a:lnTo>
                <a:lnTo>
                  <a:pt x="4225" y="441"/>
                </a:lnTo>
                <a:lnTo>
                  <a:pt x="4223" y="482"/>
                </a:lnTo>
                <a:lnTo>
                  <a:pt x="4220" y="525"/>
                </a:lnTo>
                <a:lnTo>
                  <a:pt x="4216" y="570"/>
                </a:lnTo>
                <a:lnTo>
                  <a:pt x="4211" y="617"/>
                </a:lnTo>
                <a:lnTo>
                  <a:pt x="4205" y="665"/>
                </a:lnTo>
                <a:lnTo>
                  <a:pt x="4198" y="716"/>
                </a:lnTo>
                <a:lnTo>
                  <a:pt x="4188" y="767"/>
                </a:lnTo>
                <a:lnTo>
                  <a:pt x="4177" y="819"/>
                </a:lnTo>
                <a:lnTo>
                  <a:pt x="4165" y="873"/>
                </a:lnTo>
                <a:lnTo>
                  <a:pt x="4152" y="927"/>
                </a:lnTo>
                <a:lnTo>
                  <a:pt x="4136" y="982"/>
                </a:lnTo>
                <a:lnTo>
                  <a:pt x="4117" y="1037"/>
                </a:lnTo>
                <a:lnTo>
                  <a:pt x="4097" y="1091"/>
                </a:lnTo>
                <a:lnTo>
                  <a:pt x="4075" y="1146"/>
                </a:lnTo>
                <a:lnTo>
                  <a:pt x="4050" y="1201"/>
                </a:lnTo>
                <a:lnTo>
                  <a:pt x="4037" y="1227"/>
                </a:lnTo>
                <a:lnTo>
                  <a:pt x="4023" y="1255"/>
                </a:lnTo>
                <a:lnTo>
                  <a:pt x="4009" y="1281"/>
                </a:lnTo>
                <a:lnTo>
                  <a:pt x="3994" y="1307"/>
                </a:lnTo>
                <a:lnTo>
                  <a:pt x="3977" y="1334"/>
                </a:lnTo>
                <a:lnTo>
                  <a:pt x="3961" y="1360"/>
                </a:lnTo>
                <a:lnTo>
                  <a:pt x="3944" y="1385"/>
                </a:lnTo>
                <a:lnTo>
                  <a:pt x="3926" y="1412"/>
                </a:lnTo>
                <a:lnTo>
                  <a:pt x="3907" y="1436"/>
                </a:lnTo>
                <a:lnTo>
                  <a:pt x="3887" y="1462"/>
                </a:lnTo>
                <a:lnTo>
                  <a:pt x="3867" y="1486"/>
                </a:lnTo>
                <a:lnTo>
                  <a:pt x="3847" y="1510"/>
                </a:lnTo>
                <a:lnTo>
                  <a:pt x="3824" y="1534"/>
                </a:lnTo>
                <a:lnTo>
                  <a:pt x="3802" y="1557"/>
                </a:lnTo>
                <a:lnTo>
                  <a:pt x="3779" y="1579"/>
                </a:lnTo>
                <a:lnTo>
                  <a:pt x="3754" y="1602"/>
                </a:lnTo>
                <a:lnTo>
                  <a:pt x="3729" y="1623"/>
                </a:lnTo>
                <a:lnTo>
                  <a:pt x="3703" y="1644"/>
                </a:lnTo>
                <a:lnTo>
                  <a:pt x="3676" y="1664"/>
                </a:lnTo>
                <a:lnTo>
                  <a:pt x="3649" y="1685"/>
                </a:lnTo>
                <a:lnTo>
                  <a:pt x="3619" y="1704"/>
                </a:lnTo>
                <a:lnTo>
                  <a:pt x="3590" y="1722"/>
                </a:lnTo>
                <a:lnTo>
                  <a:pt x="3560" y="1740"/>
                </a:lnTo>
                <a:lnTo>
                  <a:pt x="3528" y="1758"/>
                </a:lnTo>
                <a:lnTo>
                  <a:pt x="3496" y="1775"/>
                </a:lnTo>
                <a:lnTo>
                  <a:pt x="3462" y="1790"/>
                </a:lnTo>
                <a:lnTo>
                  <a:pt x="3428" y="1805"/>
                </a:lnTo>
                <a:lnTo>
                  <a:pt x="3392" y="1820"/>
                </a:lnTo>
                <a:lnTo>
                  <a:pt x="3357" y="1833"/>
                </a:lnTo>
                <a:lnTo>
                  <a:pt x="3319" y="1846"/>
                </a:lnTo>
                <a:lnTo>
                  <a:pt x="3192" y="1886"/>
                </a:lnTo>
                <a:lnTo>
                  <a:pt x="3227" y="1825"/>
                </a:lnTo>
                <a:lnTo>
                  <a:pt x="3258" y="1763"/>
                </a:lnTo>
                <a:lnTo>
                  <a:pt x="3289" y="1700"/>
                </a:lnTo>
                <a:lnTo>
                  <a:pt x="3317" y="1635"/>
                </a:lnTo>
                <a:lnTo>
                  <a:pt x="3345" y="1569"/>
                </a:lnTo>
                <a:lnTo>
                  <a:pt x="3369" y="1501"/>
                </a:lnTo>
                <a:lnTo>
                  <a:pt x="3391" y="1433"/>
                </a:lnTo>
                <a:lnTo>
                  <a:pt x="3411" y="1364"/>
                </a:lnTo>
                <a:lnTo>
                  <a:pt x="3430" y="1294"/>
                </a:lnTo>
                <a:lnTo>
                  <a:pt x="3446" y="1223"/>
                </a:lnTo>
                <a:lnTo>
                  <a:pt x="3459" y="1152"/>
                </a:lnTo>
                <a:lnTo>
                  <a:pt x="3470" y="1080"/>
                </a:lnTo>
                <a:lnTo>
                  <a:pt x="3475" y="1044"/>
                </a:lnTo>
                <a:lnTo>
                  <a:pt x="3479" y="1008"/>
                </a:lnTo>
                <a:lnTo>
                  <a:pt x="3482" y="972"/>
                </a:lnTo>
                <a:lnTo>
                  <a:pt x="3486" y="936"/>
                </a:lnTo>
                <a:lnTo>
                  <a:pt x="3488" y="900"/>
                </a:lnTo>
                <a:lnTo>
                  <a:pt x="3490" y="863"/>
                </a:lnTo>
                <a:lnTo>
                  <a:pt x="3491" y="828"/>
                </a:lnTo>
                <a:lnTo>
                  <a:pt x="3491" y="791"/>
                </a:lnTo>
                <a:close/>
                <a:moveTo>
                  <a:pt x="1091" y="1846"/>
                </a:moveTo>
                <a:lnTo>
                  <a:pt x="1091" y="1846"/>
                </a:lnTo>
                <a:lnTo>
                  <a:pt x="1053" y="1833"/>
                </a:lnTo>
                <a:lnTo>
                  <a:pt x="1017" y="1820"/>
                </a:lnTo>
                <a:lnTo>
                  <a:pt x="981" y="1805"/>
                </a:lnTo>
                <a:lnTo>
                  <a:pt x="947" y="1791"/>
                </a:lnTo>
                <a:lnTo>
                  <a:pt x="913" y="1775"/>
                </a:lnTo>
                <a:lnTo>
                  <a:pt x="881" y="1759"/>
                </a:lnTo>
                <a:lnTo>
                  <a:pt x="849" y="1741"/>
                </a:lnTo>
                <a:lnTo>
                  <a:pt x="819" y="1723"/>
                </a:lnTo>
                <a:lnTo>
                  <a:pt x="789" y="1705"/>
                </a:lnTo>
                <a:lnTo>
                  <a:pt x="760" y="1686"/>
                </a:lnTo>
                <a:lnTo>
                  <a:pt x="733" y="1665"/>
                </a:lnTo>
                <a:lnTo>
                  <a:pt x="705" y="1645"/>
                </a:lnTo>
                <a:lnTo>
                  <a:pt x="680" y="1624"/>
                </a:lnTo>
                <a:lnTo>
                  <a:pt x="655" y="1603"/>
                </a:lnTo>
                <a:lnTo>
                  <a:pt x="630" y="1580"/>
                </a:lnTo>
                <a:lnTo>
                  <a:pt x="607" y="1558"/>
                </a:lnTo>
                <a:lnTo>
                  <a:pt x="585" y="1535"/>
                </a:lnTo>
                <a:lnTo>
                  <a:pt x="562" y="1511"/>
                </a:lnTo>
                <a:lnTo>
                  <a:pt x="541" y="1487"/>
                </a:lnTo>
                <a:lnTo>
                  <a:pt x="521" y="1463"/>
                </a:lnTo>
                <a:lnTo>
                  <a:pt x="501" y="1438"/>
                </a:lnTo>
                <a:lnTo>
                  <a:pt x="483" y="1413"/>
                </a:lnTo>
                <a:lnTo>
                  <a:pt x="465" y="1387"/>
                </a:lnTo>
                <a:lnTo>
                  <a:pt x="448" y="1361"/>
                </a:lnTo>
                <a:lnTo>
                  <a:pt x="431" y="1336"/>
                </a:lnTo>
                <a:lnTo>
                  <a:pt x="415" y="1309"/>
                </a:lnTo>
                <a:lnTo>
                  <a:pt x="400" y="1283"/>
                </a:lnTo>
                <a:lnTo>
                  <a:pt x="386" y="1256"/>
                </a:lnTo>
                <a:lnTo>
                  <a:pt x="372" y="1229"/>
                </a:lnTo>
                <a:lnTo>
                  <a:pt x="358" y="1202"/>
                </a:lnTo>
                <a:lnTo>
                  <a:pt x="334" y="1147"/>
                </a:lnTo>
                <a:lnTo>
                  <a:pt x="312" y="1092"/>
                </a:lnTo>
                <a:lnTo>
                  <a:pt x="291" y="1038"/>
                </a:lnTo>
                <a:lnTo>
                  <a:pt x="273" y="983"/>
                </a:lnTo>
                <a:lnTo>
                  <a:pt x="258" y="928"/>
                </a:lnTo>
                <a:lnTo>
                  <a:pt x="244" y="874"/>
                </a:lnTo>
                <a:lnTo>
                  <a:pt x="232" y="820"/>
                </a:lnTo>
                <a:lnTo>
                  <a:pt x="221" y="768"/>
                </a:lnTo>
                <a:lnTo>
                  <a:pt x="212" y="716"/>
                </a:lnTo>
                <a:lnTo>
                  <a:pt x="204" y="666"/>
                </a:lnTo>
                <a:lnTo>
                  <a:pt x="198" y="618"/>
                </a:lnTo>
                <a:lnTo>
                  <a:pt x="194" y="570"/>
                </a:lnTo>
                <a:lnTo>
                  <a:pt x="190" y="525"/>
                </a:lnTo>
                <a:lnTo>
                  <a:pt x="187" y="482"/>
                </a:lnTo>
                <a:lnTo>
                  <a:pt x="185" y="441"/>
                </a:lnTo>
                <a:lnTo>
                  <a:pt x="184" y="404"/>
                </a:lnTo>
                <a:lnTo>
                  <a:pt x="184" y="367"/>
                </a:lnTo>
                <a:lnTo>
                  <a:pt x="624" y="367"/>
                </a:lnTo>
                <a:lnTo>
                  <a:pt x="919" y="367"/>
                </a:lnTo>
                <a:lnTo>
                  <a:pt x="919" y="791"/>
                </a:lnTo>
                <a:lnTo>
                  <a:pt x="919" y="828"/>
                </a:lnTo>
                <a:lnTo>
                  <a:pt x="920" y="863"/>
                </a:lnTo>
                <a:lnTo>
                  <a:pt x="922" y="900"/>
                </a:lnTo>
                <a:lnTo>
                  <a:pt x="924" y="936"/>
                </a:lnTo>
                <a:lnTo>
                  <a:pt x="927" y="972"/>
                </a:lnTo>
                <a:lnTo>
                  <a:pt x="930" y="1008"/>
                </a:lnTo>
                <a:lnTo>
                  <a:pt x="935" y="1044"/>
                </a:lnTo>
                <a:lnTo>
                  <a:pt x="940" y="1080"/>
                </a:lnTo>
                <a:lnTo>
                  <a:pt x="951" y="1151"/>
                </a:lnTo>
                <a:lnTo>
                  <a:pt x="964" y="1223"/>
                </a:lnTo>
                <a:lnTo>
                  <a:pt x="980" y="1293"/>
                </a:lnTo>
                <a:lnTo>
                  <a:pt x="998" y="1363"/>
                </a:lnTo>
                <a:lnTo>
                  <a:pt x="1019" y="1432"/>
                </a:lnTo>
                <a:lnTo>
                  <a:pt x="1041" y="1501"/>
                </a:lnTo>
                <a:lnTo>
                  <a:pt x="1065" y="1568"/>
                </a:lnTo>
                <a:lnTo>
                  <a:pt x="1092" y="1634"/>
                </a:lnTo>
                <a:lnTo>
                  <a:pt x="1120" y="1699"/>
                </a:lnTo>
                <a:lnTo>
                  <a:pt x="1151" y="1763"/>
                </a:lnTo>
                <a:lnTo>
                  <a:pt x="1183" y="1825"/>
                </a:lnTo>
                <a:lnTo>
                  <a:pt x="1217" y="1885"/>
                </a:lnTo>
                <a:lnTo>
                  <a:pt x="1091" y="1846"/>
                </a:lnTo>
                <a:close/>
                <a:moveTo>
                  <a:pt x="2205" y="1626"/>
                </a:moveTo>
                <a:lnTo>
                  <a:pt x="1637" y="2020"/>
                </a:lnTo>
                <a:lnTo>
                  <a:pt x="1837" y="1359"/>
                </a:lnTo>
                <a:lnTo>
                  <a:pt x="1287" y="940"/>
                </a:lnTo>
                <a:lnTo>
                  <a:pt x="1978" y="927"/>
                </a:lnTo>
                <a:lnTo>
                  <a:pt x="2205" y="274"/>
                </a:lnTo>
                <a:lnTo>
                  <a:pt x="2433" y="927"/>
                </a:lnTo>
                <a:lnTo>
                  <a:pt x="3123" y="940"/>
                </a:lnTo>
                <a:lnTo>
                  <a:pt x="2573" y="1359"/>
                </a:lnTo>
                <a:lnTo>
                  <a:pt x="2772" y="2020"/>
                </a:lnTo>
                <a:lnTo>
                  <a:pt x="2205" y="1626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330" y="4712579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330" y="5904879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330" y="4315145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330" y="5110013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330" y="2178389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330" y="3520277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330" y="3080460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330" y="3917711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330" y="2639098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330" y="5507447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4939951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/>
          <p:cNvSpPr/>
          <p:nvPr/>
        </p:nvSpPr>
        <p:spPr>
          <a:xfrm>
            <a:off x="4282751" y="1931436"/>
            <a:ext cx="3228391" cy="4348066"/>
          </a:xfrm>
          <a:prstGeom prst="roundRect">
            <a:avLst>
              <a:gd name="adj" fmla="val 116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207217"/>
              </p:ext>
            </p:extLst>
          </p:nvPr>
        </p:nvGraphicFramePr>
        <p:xfrm>
          <a:off x="5410798" y="2092748"/>
          <a:ext cx="1969144" cy="4144987"/>
        </p:xfrm>
        <a:graphic>
          <a:graphicData uri="http://schemas.openxmlformats.org/drawingml/2006/table">
            <a:tbl>
              <a:tblPr/>
              <a:tblGrid>
                <a:gridCol w="637200"/>
                <a:gridCol w="1331944"/>
              </a:tblGrid>
              <a:tr h="4524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 u="none" strike="noStrike" dirty="0">
                          <a:solidFill>
                            <a:schemeClr val="accent4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 dirty="0">
                          <a:solidFill>
                            <a:schemeClr val="accent4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快看漫画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24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 u="none" strike="noStrike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 dirty="0" smtClean="0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书旗小说</a:t>
                      </a:r>
                      <a:endParaRPr lang="zh-CN" altLang="en-US" sz="1400" b="1" i="0" u="none" strike="noStrike" dirty="0">
                        <a:solidFill>
                          <a:schemeClr val="bg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24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 u="none" strike="noStrike">
                          <a:solidFill>
                            <a:srgbClr val="FF99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 dirty="0" smtClean="0">
                          <a:solidFill>
                            <a:srgbClr val="FF99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掌阅</a:t>
                      </a:r>
                      <a:r>
                        <a:rPr lang="en-US" altLang="zh-CN" sz="1400" b="1" i="0" u="none" strike="noStrike" dirty="0" err="1" smtClean="0">
                          <a:solidFill>
                            <a:srgbClr val="FF99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iReader</a:t>
                      </a:r>
                      <a:endParaRPr lang="zh-CN" altLang="en-US" sz="1400" b="1" i="0" u="none" strike="noStrike" dirty="0">
                        <a:solidFill>
                          <a:srgbClr val="FF99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QQ</a:t>
                      </a:r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阅读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咪咕阅读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宜搜小说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追书神器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百度阅读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漫画岛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搜狗阅读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0" y="80924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最</a:t>
            </a:r>
            <a:r>
              <a:rPr lang="zh-CN" altLang="en-US" sz="2800" b="1" dirty="0" smtClean="0"/>
              <a:t>受</a:t>
            </a:r>
            <a:r>
              <a:rPr lang="en-US" altLang="zh-CN" sz="2800" b="1" dirty="0" smtClean="0"/>
              <a:t>00</a:t>
            </a:r>
            <a:r>
              <a:rPr lang="zh-CN" altLang="en-US" sz="2800" b="1" dirty="0" smtClean="0"/>
              <a:t>后欢迎的</a:t>
            </a:r>
            <a:r>
              <a:rPr lang="zh-CN" altLang="en-US" sz="3600" b="1" dirty="0" smtClean="0"/>
              <a:t>阅读</a:t>
            </a:r>
            <a:r>
              <a:rPr lang="en-US" altLang="zh-CN" sz="2800" b="1" dirty="0"/>
              <a:t>APP</a:t>
            </a:r>
            <a:r>
              <a:rPr lang="en-US" altLang="zh-CN" sz="2000" b="1" dirty="0"/>
              <a:t>(2016</a:t>
            </a:r>
            <a:r>
              <a:rPr lang="zh-CN" altLang="en-US" sz="2000" b="1" dirty="0"/>
              <a:t>上半年</a:t>
            </a:r>
            <a:r>
              <a:rPr lang="en-US" altLang="zh-CN" sz="2000" b="1" dirty="0"/>
              <a:t>)</a:t>
            </a:r>
            <a:endParaRPr lang="zh-CN" altLang="en-US" sz="2000" b="1" dirty="0"/>
          </a:p>
        </p:txBody>
      </p:sp>
      <p:sp>
        <p:nvSpPr>
          <p:cNvPr id="20" name="KSO_Shape"/>
          <p:cNvSpPr>
            <a:spLocks/>
          </p:cNvSpPr>
          <p:nvPr/>
        </p:nvSpPr>
        <p:spPr bwMode="auto">
          <a:xfrm>
            <a:off x="4834002" y="2184269"/>
            <a:ext cx="247045" cy="247457"/>
          </a:xfrm>
          <a:custGeom>
            <a:avLst/>
            <a:gdLst>
              <a:gd name="T0" fmla="*/ 2147483646 w 4409"/>
              <a:gd name="T1" fmla="*/ 2147483646 h 4408"/>
              <a:gd name="T2" fmla="*/ 2147483646 w 4409"/>
              <a:gd name="T3" fmla="*/ 2147483646 h 4408"/>
              <a:gd name="T4" fmla="*/ 2147483646 w 4409"/>
              <a:gd name="T5" fmla="*/ 2147483646 h 4408"/>
              <a:gd name="T6" fmla="*/ 2147483646 w 4409"/>
              <a:gd name="T7" fmla="*/ 2147483646 h 4408"/>
              <a:gd name="T8" fmla="*/ 2147483646 w 4409"/>
              <a:gd name="T9" fmla="*/ 2147483646 h 4408"/>
              <a:gd name="T10" fmla="*/ 2147483646 w 4409"/>
              <a:gd name="T11" fmla="*/ 2147483646 h 4408"/>
              <a:gd name="T12" fmla="*/ 2147483646 w 4409"/>
              <a:gd name="T13" fmla="*/ 2147483646 h 4408"/>
              <a:gd name="T14" fmla="*/ 2147483646 w 4409"/>
              <a:gd name="T15" fmla="*/ 2147483646 h 4408"/>
              <a:gd name="T16" fmla="*/ 481718167 w 4409"/>
              <a:gd name="T17" fmla="*/ 2147483646 h 4408"/>
              <a:gd name="T18" fmla="*/ 321145301 w 4409"/>
              <a:gd name="T19" fmla="*/ 2147483646 h 4408"/>
              <a:gd name="T20" fmla="*/ 2147483646 w 4409"/>
              <a:gd name="T21" fmla="*/ 2147483646 h 4408"/>
              <a:gd name="T22" fmla="*/ 2147483646 w 4409"/>
              <a:gd name="T23" fmla="*/ 2147483646 h 4408"/>
              <a:gd name="T24" fmla="*/ 2147483646 w 4409"/>
              <a:gd name="T25" fmla="*/ 2147483646 h 4408"/>
              <a:gd name="T26" fmla="*/ 2147483646 w 4409"/>
              <a:gd name="T27" fmla="*/ 2147483646 h 4408"/>
              <a:gd name="T28" fmla="*/ 2147483646 w 4409"/>
              <a:gd name="T29" fmla="*/ 2147483646 h 4408"/>
              <a:gd name="T30" fmla="*/ 2147483646 w 4409"/>
              <a:gd name="T31" fmla="*/ 2147483646 h 4408"/>
              <a:gd name="T32" fmla="*/ 2147483646 w 4409"/>
              <a:gd name="T33" fmla="*/ 2147483646 h 4408"/>
              <a:gd name="T34" fmla="*/ 2147483646 w 4409"/>
              <a:gd name="T35" fmla="*/ 2147483646 h 4408"/>
              <a:gd name="T36" fmla="*/ 2147483646 w 4409"/>
              <a:gd name="T37" fmla="*/ 2147483646 h 4408"/>
              <a:gd name="T38" fmla="*/ 2147483646 w 4409"/>
              <a:gd name="T39" fmla="*/ 2147483646 h 4408"/>
              <a:gd name="T40" fmla="*/ 2147483646 w 4409"/>
              <a:gd name="T41" fmla="*/ 2147483646 h 4408"/>
              <a:gd name="T42" fmla="*/ 2147483646 w 4409"/>
              <a:gd name="T43" fmla="*/ 2147483646 h 4408"/>
              <a:gd name="T44" fmla="*/ 2147483646 w 4409"/>
              <a:gd name="T45" fmla="*/ 2147483646 h 4408"/>
              <a:gd name="T46" fmla="*/ 2147483646 w 4409"/>
              <a:gd name="T47" fmla="*/ 2147483646 h 4408"/>
              <a:gd name="T48" fmla="*/ 2147483646 w 4409"/>
              <a:gd name="T49" fmla="*/ 2147483646 h 4408"/>
              <a:gd name="T50" fmla="*/ 2147483646 w 4409"/>
              <a:gd name="T51" fmla="*/ 2147483646 h 4408"/>
              <a:gd name="T52" fmla="*/ 2147483646 w 4409"/>
              <a:gd name="T53" fmla="*/ 2147483646 h 4408"/>
              <a:gd name="T54" fmla="*/ 2147483646 w 4409"/>
              <a:gd name="T55" fmla="*/ 2147483646 h 4408"/>
              <a:gd name="T56" fmla="*/ 2147483646 w 4409"/>
              <a:gd name="T57" fmla="*/ 2147483646 h 4408"/>
              <a:gd name="T58" fmla="*/ 2147483646 w 4409"/>
              <a:gd name="T59" fmla="*/ 2147483646 h 4408"/>
              <a:gd name="T60" fmla="*/ 2147483646 w 4409"/>
              <a:gd name="T61" fmla="*/ 2147483646 h 4408"/>
              <a:gd name="T62" fmla="*/ 2147483646 w 4409"/>
              <a:gd name="T63" fmla="*/ 2147483646 h 4408"/>
              <a:gd name="T64" fmla="*/ 2147483646 w 4409"/>
              <a:gd name="T65" fmla="*/ 2147483646 h 4408"/>
              <a:gd name="T66" fmla="*/ 2147483646 w 4409"/>
              <a:gd name="T67" fmla="*/ 2147483646 h 4408"/>
              <a:gd name="T68" fmla="*/ 2147483646 w 4409"/>
              <a:gd name="T69" fmla="*/ 2147483646 h 4408"/>
              <a:gd name="T70" fmla="*/ 2147483646 w 4409"/>
              <a:gd name="T71" fmla="*/ 2147483646 h 4408"/>
              <a:gd name="T72" fmla="*/ 2147483646 w 4409"/>
              <a:gd name="T73" fmla="*/ 2147483646 h 4408"/>
              <a:gd name="T74" fmla="*/ 2147483646 w 4409"/>
              <a:gd name="T75" fmla="*/ 2147483646 h 4408"/>
              <a:gd name="T76" fmla="*/ 2147483646 w 4409"/>
              <a:gd name="T77" fmla="*/ 2147483646 h 4408"/>
              <a:gd name="T78" fmla="*/ 2147483646 w 4409"/>
              <a:gd name="T79" fmla="*/ 2147483646 h 4408"/>
              <a:gd name="T80" fmla="*/ 2147483646 w 4409"/>
              <a:gd name="T81" fmla="*/ 2147483646 h 4408"/>
              <a:gd name="T82" fmla="*/ 2147483646 w 4409"/>
              <a:gd name="T83" fmla="*/ 2147483646 h 4408"/>
              <a:gd name="T84" fmla="*/ 2147483646 w 4409"/>
              <a:gd name="T85" fmla="*/ 2147483646 h 4408"/>
              <a:gd name="T86" fmla="*/ 2147483646 w 4409"/>
              <a:gd name="T87" fmla="*/ 2147483646 h 4408"/>
              <a:gd name="T88" fmla="*/ 2147483646 w 4409"/>
              <a:gd name="T89" fmla="*/ 2147483646 h 4408"/>
              <a:gd name="T90" fmla="*/ 2147483646 w 4409"/>
              <a:gd name="T91" fmla="*/ 2147483646 h 4408"/>
              <a:gd name="T92" fmla="*/ 2147483646 w 4409"/>
              <a:gd name="T93" fmla="*/ 2147483646 h 4408"/>
              <a:gd name="T94" fmla="*/ 2147483646 w 4409"/>
              <a:gd name="T95" fmla="*/ 2147483646 h 4408"/>
              <a:gd name="T96" fmla="*/ 2147483646 w 4409"/>
              <a:gd name="T97" fmla="*/ 2147483646 h 4408"/>
              <a:gd name="T98" fmla="*/ 2147483646 w 4409"/>
              <a:gd name="T99" fmla="*/ 2147483646 h 4408"/>
              <a:gd name="T100" fmla="*/ 2147483646 w 4409"/>
              <a:gd name="T101" fmla="*/ 2147483646 h 4408"/>
              <a:gd name="T102" fmla="*/ 2147483646 w 4409"/>
              <a:gd name="T103" fmla="*/ 2147483646 h 4408"/>
              <a:gd name="T104" fmla="*/ 2147483646 w 4409"/>
              <a:gd name="T105" fmla="*/ 2147483646 h 4408"/>
              <a:gd name="T106" fmla="*/ 2147483646 w 4409"/>
              <a:gd name="T107" fmla="*/ 2147483646 h 4408"/>
              <a:gd name="T108" fmla="*/ 2147483646 w 4409"/>
              <a:gd name="T109" fmla="*/ 2147483646 h 44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409" h="4408">
                <a:moveTo>
                  <a:pt x="3025" y="2127"/>
                </a:moveTo>
                <a:lnTo>
                  <a:pt x="3025" y="2127"/>
                </a:lnTo>
                <a:lnTo>
                  <a:pt x="3097" y="2107"/>
                </a:lnTo>
                <a:lnTo>
                  <a:pt x="3179" y="2081"/>
                </a:lnTo>
                <a:lnTo>
                  <a:pt x="3271" y="2053"/>
                </a:lnTo>
                <a:lnTo>
                  <a:pt x="3375" y="2020"/>
                </a:lnTo>
                <a:lnTo>
                  <a:pt x="3429" y="2002"/>
                </a:lnTo>
                <a:lnTo>
                  <a:pt x="3481" y="1982"/>
                </a:lnTo>
                <a:lnTo>
                  <a:pt x="3532" y="1961"/>
                </a:lnTo>
                <a:lnTo>
                  <a:pt x="3580" y="1938"/>
                </a:lnTo>
                <a:lnTo>
                  <a:pt x="3626" y="1914"/>
                </a:lnTo>
                <a:lnTo>
                  <a:pt x="3672" y="1889"/>
                </a:lnTo>
                <a:lnTo>
                  <a:pt x="3715" y="1861"/>
                </a:lnTo>
                <a:lnTo>
                  <a:pt x="3756" y="1834"/>
                </a:lnTo>
                <a:lnTo>
                  <a:pt x="3797" y="1804"/>
                </a:lnTo>
                <a:lnTo>
                  <a:pt x="3834" y="1774"/>
                </a:lnTo>
                <a:lnTo>
                  <a:pt x="3871" y="1744"/>
                </a:lnTo>
                <a:lnTo>
                  <a:pt x="3906" y="1711"/>
                </a:lnTo>
                <a:lnTo>
                  <a:pt x="3940" y="1679"/>
                </a:lnTo>
                <a:lnTo>
                  <a:pt x="3971" y="1644"/>
                </a:lnTo>
                <a:lnTo>
                  <a:pt x="4002" y="1610"/>
                </a:lnTo>
                <a:lnTo>
                  <a:pt x="4031" y="1575"/>
                </a:lnTo>
                <a:lnTo>
                  <a:pt x="4059" y="1539"/>
                </a:lnTo>
                <a:lnTo>
                  <a:pt x="4085" y="1502"/>
                </a:lnTo>
                <a:lnTo>
                  <a:pt x="4110" y="1466"/>
                </a:lnTo>
                <a:lnTo>
                  <a:pt x="4134" y="1428"/>
                </a:lnTo>
                <a:lnTo>
                  <a:pt x="4157" y="1390"/>
                </a:lnTo>
                <a:lnTo>
                  <a:pt x="4177" y="1351"/>
                </a:lnTo>
                <a:lnTo>
                  <a:pt x="4198" y="1312"/>
                </a:lnTo>
                <a:lnTo>
                  <a:pt x="4217" y="1274"/>
                </a:lnTo>
                <a:lnTo>
                  <a:pt x="4234" y="1235"/>
                </a:lnTo>
                <a:lnTo>
                  <a:pt x="4251" y="1196"/>
                </a:lnTo>
                <a:lnTo>
                  <a:pt x="4267" y="1156"/>
                </a:lnTo>
                <a:lnTo>
                  <a:pt x="4281" y="1117"/>
                </a:lnTo>
                <a:lnTo>
                  <a:pt x="4295" y="1078"/>
                </a:lnTo>
                <a:lnTo>
                  <a:pt x="4307" y="1039"/>
                </a:lnTo>
                <a:lnTo>
                  <a:pt x="4319" y="1000"/>
                </a:lnTo>
                <a:lnTo>
                  <a:pt x="4329" y="961"/>
                </a:lnTo>
                <a:lnTo>
                  <a:pt x="4340" y="923"/>
                </a:lnTo>
                <a:lnTo>
                  <a:pt x="4349" y="884"/>
                </a:lnTo>
                <a:lnTo>
                  <a:pt x="4357" y="847"/>
                </a:lnTo>
                <a:lnTo>
                  <a:pt x="4365" y="809"/>
                </a:lnTo>
                <a:lnTo>
                  <a:pt x="4377" y="736"/>
                </a:lnTo>
                <a:lnTo>
                  <a:pt x="4387" y="665"/>
                </a:lnTo>
                <a:lnTo>
                  <a:pt x="4395" y="598"/>
                </a:lnTo>
                <a:lnTo>
                  <a:pt x="4401" y="534"/>
                </a:lnTo>
                <a:lnTo>
                  <a:pt x="4405" y="474"/>
                </a:lnTo>
                <a:lnTo>
                  <a:pt x="4407" y="418"/>
                </a:lnTo>
                <a:lnTo>
                  <a:pt x="4409" y="367"/>
                </a:lnTo>
                <a:lnTo>
                  <a:pt x="4409" y="321"/>
                </a:lnTo>
                <a:lnTo>
                  <a:pt x="4409" y="281"/>
                </a:lnTo>
                <a:lnTo>
                  <a:pt x="4407" y="247"/>
                </a:lnTo>
                <a:lnTo>
                  <a:pt x="4404" y="201"/>
                </a:lnTo>
                <a:lnTo>
                  <a:pt x="4403" y="183"/>
                </a:lnTo>
                <a:lnTo>
                  <a:pt x="3786" y="183"/>
                </a:lnTo>
                <a:lnTo>
                  <a:pt x="3491" y="183"/>
                </a:lnTo>
                <a:lnTo>
                  <a:pt x="3491" y="0"/>
                </a:lnTo>
                <a:lnTo>
                  <a:pt x="919" y="0"/>
                </a:lnTo>
                <a:lnTo>
                  <a:pt x="919" y="183"/>
                </a:lnTo>
                <a:lnTo>
                  <a:pt x="624" y="183"/>
                </a:lnTo>
                <a:lnTo>
                  <a:pt x="6" y="183"/>
                </a:lnTo>
                <a:lnTo>
                  <a:pt x="5" y="201"/>
                </a:lnTo>
                <a:lnTo>
                  <a:pt x="2" y="247"/>
                </a:lnTo>
                <a:lnTo>
                  <a:pt x="1" y="282"/>
                </a:lnTo>
                <a:lnTo>
                  <a:pt x="0" y="321"/>
                </a:lnTo>
                <a:lnTo>
                  <a:pt x="1" y="367"/>
                </a:lnTo>
                <a:lnTo>
                  <a:pt x="2" y="419"/>
                </a:lnTo>
                <a:lnTo>
                  <a:pt x="4" y="475"/>
                </a:lnTo>
                <a:lnTo>
                  <a:pt x="8" y="535"/>
                </a:lnTo>
                <a:lnTo>
                  <a:pt x="14" y="599"/>
                </a:lnTo>
                <a:lnTo>
                  <a:pt x="22" y="667"/>
                </a:lnTo>
                <a:lnTo>
                  <a:pt x="32" y="737"/>
                </a:lnTo>
                <a:lnTo>
                  <a:pt x="45" y="811"/>
                </a:lnTo>
                <a:lnTo>
                  <a:pt x="52" y="848"/>
                </a:lnTo>
                <a:lnTo>
                  <a:pt x="61" y="886"/>
                </a:lnTo>
                <a:lnTo>
                  <a:pt x="69" y="924"/>
                </a:lnTo>
                <a:lnTo>
                  <a:pt x="79" y="962"/>
                </a:lnTo>
                <a:lnTo>
                  <a:pt x="91" y="1002"/>
                </a:lnTo>
                <a:lnTo>
                  <a:pt x="102" y="1041"/>
                </a:lnTo>
                <a:lnTo>
                  <a:pt x="115" y="1080"/>
                </a:lnTo>
                <a:lnTo>
                  <a:pt x="128" y="1120"/>
                </a:lnTo>
                <a:lnTo>
                  <a:pt x="142" y="1158"/>
                </a:lnTo>
                <a:lnTo>
                  <a:pt x="159" y="1198"/>
                </a:lnTo>
                <a:lnTo>
                  <a:pt x="175" y="1237"/>
                </a:lnTo>
                <a:lnTo>
                  <a:pt x="193" y="1276"/>
                </a:lnTo>
                <a:lnTo>
                  <a:pt x="211" y="1315"/>
                </a:lnTo>
                <a:lnTo>
                  <a:pt x="232" y="1354"/>
                </a:lnTo>
                <a:lnTo>
                  <a:pt x="253" y="1392"/>
                </a:lnTo>
                <a:lnTo>
                  <a:pt x="275" y="1430"/>
                </a:lnTo>
                <a:lnTo>
                  <a:pt x="299" y="1468"/>
                </a:lnTo>
                <a:lnTo>
                  <a:pt x="324" y="1504"/>
                </a:lnTo>
                <a:lnTo>
                  <a:pt x="350" y="1541"/>
                </a:lnTo>
                <a:lnTo>
                  <a:pt x="378" y="1577"/>
                </a:lnTo>
                <a:lnTo>
                  <a:pt x="407" y="1612"/>
                </a:lnTo>
                <a:lnTo>
                  <a:pt x="438" y="1646"/>
                </a:lnTo>
                <a:lnTo>
                  <a:pt x="470" y="1681"/>
                </a:lnTo>
                <a:lnTo>
                  <a:pt x="503" y="1713"/>
                </a:lnTo>
                <a:lnTo>
                  <a:pt x="538" y="1746"/>
                </a:lnTo>
                <a:lnTo>
                  <a:pt x="574" y="1776"/>
                </a:lnTo>
                <a:lnTo>
                  <a:pt x="613" y="1806"/>
                </a:lnTo>
                <a:lnTo>
                  <a:pt x="653" y="1835"/>
                </a:lnTo>
                <a:lnTo>
                  <a:pt x="694" y="1863"/>
                </a:lnTo>
                <a:lnTo>
                  <a:pt x="738" y="1890"/>
                </a:lnTo>
                <a:lnTo>
                  <a:pt x="782" y="1915"/>
                </a:lnTo>
                <a:lnTo>
                  <a:pt x="829" y="1939"/>
                </a:lnTo>
                <a:lnTo>
                  <a:pt x="878" y="1962"/>
                </a:lnTo>
                <a:lnTo>
                  <a:pt x="928" y="1983"/>
                </a:lnTo>
                <a:lnTo>
                  <a:pt x="981" y="2002"/>
                </a:lnTo>
                <a:lnTo>
                  <a:pt x="1035" y="2020"/>
                </a:lnTo>
                <a:lnTo>
                  <a:pt x="1137" y="2053"/>
                </a:lnTo>
                <a:lnTo>
                  <a:pt x="1230" y="2080"/>
                </a:lnTo>
                <a:lnTo>
                  <a:pt x="1311" y="2105"/>
                </a:lnTo>
                <a:lnTo>
                  <a:pt x="1384" y="2125"/>
                </a:lnTo>
                <a:lnTo>
                  <a:pt x="1417" y="2164"/>
                </a:lnTo>
                <a:lnTo>
                  <a:pt x="1452" y="2203"/>
                </a:lnTo>
                <a:lnTo>
                  <a:pt x="1488" y="2241"/>
                </a:lnTo>
                <a:lnTo>
                  <a:pt x="1525" y="2275"/>
                </a:lnTo>
                <a:lnTo>
                  <a:pt x="1562" y="2309"/>
                </a:lnTo>
                <a:lnTo>
                  <a:pt x="1600" y="2340"/>
                </a:lnTo>
                <a:lnTo>
                  <a:pt x="1639" y="2370"/>
                </a:lnTo>
                <a:lnTo>
                  <a:pt x="1679" y="2398"/>
                </a:lnTo>
                <a:lnTo>
                  <a:pt x="1720" y="2424"/>
                </a:lnTo>
                <a:lnTo>
                  <a:pt x="1761" y="2449"/>
                </a:lnTo>
                <a:lnTo>
                  <a:pt x="1803" y="2471"/>
                </a:lnTo>
                <a:lnTo>
                  <a:pt x="1845" y="2490"/>
                </a:lnTo>
                <a:lnTo>
                  <a:pt x="1888" y="2508"/>
                </a:lnTo>
                <a:lnTo>
                  <a:pt x="1933" y="2525"/>
                </a:lnTo>
                <a:lnTo>
                  <a:pt x="1976" y="2538"/>
                </a:lnTo>
                <a:lnTo>
                  <a:pt x="2021" y="2549"/>
                </a:lnTo>
                <a:lnTo>
                  <a:pt x="2021" y="3864"/>
                </a:lnTo>
                <a:lnTo>
                  <a:pt x="1963" y="3868"/>
                </a:lnTo>
                <a:lnTo>
                  <a:pt x="1906" y="3873"/>
                </a:lnTo>
                <a:lnTo>
                  <a:pt x="1850" y="3880"/>
                </a:lnTo>
                <a:lnTo>
                  <a:pt x="1795" y="3887"/>
                </a:lnTo>
                <a:lnTo>
                  <a:pt x="1741" y="3895"/>
                </a:lnTo>
                <a:lnTo>
                  <a:pt x="1688" y="3904"/>
                </a:lnTo>
                <a:lnTo>
                  <a:pt x="1636" y="3915"/>
                </a:lnTo>
                <a:lnTo>
                  <a:pt x="1587" y="3926"/>
                </a:lnTo>
                <a:lnTo>
                  <a:pt x="1537" y="3939"/>
                </a:lnTo>
                <a:lnTo>
                  <a:pt x="1489" y="3951"/>
                </a:lnTo>
                <a:lnTo>
                  <a:pt x="1444" y="3965"/>
                </a:lnTo>
                <a:lnTo>
                  <a:pt x="1399" y="3980"/>
                </a:lnTo>
                <a:lnTo>
                  <a:pt x="1355" y="3995"/>
                </a:lnTo>
                <a:lnTo>
                  <a:pt x="1314" y="4012"/>
                </a:lnTo>
                <a:lnTo>
                  <a:pt x="1274" y="4029"/>
                </a:lnTo>
                <a:lnTo>
                  <a:pt x="1237" y="4046"/>
                </a:lnTo>
                <a:lnTo>
                  <a:pt x="1200" y="4065"/>
                </a:lnTo>
                <a:lnTo>
                  <a:pt x="1166" y="4085"/>
                </a:lnTo>
                <a:lnTo>
                  <a:pt x="1134" y="4104"/>
                </a:lnTo>
                <a:lnTo>
                  <a:pt x="1104" y="4124"/>
                </a:lnTo>
                <a:lnTo>
                  <a:pt x="1076" y="4146"/>
                </a:lnTo>
                <a:lnTo>
                  <a:pt x="1049" y="4167"/>
                </a:lnTo>
                <a:lnTo>
                  <a:pt x="1026" y="4189"/>
                </a:lnTo>
                <a:lnTo>
                  <a:pt x="1004" y="4211"/>
                </a:lnTo>
                <a:lnTo>
                  <a:pt x="984" y="4235"/>
                </a:lnTo>
                <a:lnTo>
                  <a:pt x="968" y="4259"/>
                </a:lnTo>
                <a:lnTo>
                  <a:pt x="953" y="4282"/>
                </a:lnTo>
                <a:lnTo>
                  <a:pt x="947" y="4295"/>
                </a:lnTo>
                <a:lnTo>
                  <a:pt x="941" y="4307"/>
                </a:lnTo>
                <a:lnTo>
                  <a:pt x="936" y="4320"/>
                </a:lnTo>
                <a:lnTo>
                  <a:pt x="931" y="4332"/>
                </a:lnTo>
                <a:lnTo>
                  <a:pt x="927" y="4344"/>
                </a:lnTo>
                <a:lnTo>
                  <a:pt x="924" y="4358"/>
                </a:lnTo>
                <a:lnTo>
                  <a:pt x="922" y="4370"/>
                </a:lnTo>
                <a:lnTo>
                  <a:pt x="920" y="4383"/>
                </a:lnTo>
                <a:lnTo>
                  <a:pt x="919" y="4396"/>
                </a:lnTo>
                <a:lnTo>
                  <a:pt x="919" y="4408"/>
                </a:lnTo>
                <a:lnTo>
                  <a:pt x="3491" y="4408"/>
                </a:lnTo>
                <a:lnTo>
                  <a:pt x="3491" y="4396"/>
                </a:lnTo>
                <a:lnTo>
                  <a:pt x="3490" y="4383"/>
                </a:lnTo>
                <a:lnTo>
                  <a:pt x="3488" y="4370"/>
                </a:lnTo>
                <a:lnTo>
                  <a:pt x="3486" y="4358"/>
                </a:lnTo>
                <a:lnTo>
                  <a:pt x="3482" y="4344"/>
                </a:lnTo>
                <a:lnTo>
                  <a:pt x="3478" y="4332"/>
                </a:lnTo>
                <a:lnTo>
                  <a:pt x="3474" y="4320"/>
                </a:lnTo>
                <a:lnTo>
                  <a:pt x="3469" y="4307"/>
                </a:lnTo>
                <a:lnTo>
                  <a:pt x="3463" y="4295"/>
                </a:lnTo>
                <a:lnTo>
                  <a:pt x="3457" y="4282"/>
                </a:lnTo>
                <a:lnTo>
                  <a:pt x="3443" y="4259"/>
                </a:lnTo>
                <a:lnTo>
                  <a:pt x="3426" y="4235"/>
                </a:lnTo>
                <a:lnTo>
                  <a:pt x="3406" y="4211"/>
                </a:lnTo>
                <a:lnTo>
                  <a:pt x="3384" y="4189"/>
                </a:lnTo>
                <a:lnTo>
                  <a:pt x="3361" y="4167"/>
                </a:lnTo>
                <a:lnTo>
                  <a:pt x="3334" y="4146"/>
                </a:lnTo>
                <a:lnTo>
                  <a:pt x="3306" y="4124"/>
                </a:lnTo>
                <a:lnTo>
                  <a:pt x="3276" y="4104"/>
                </a:lnTo>
                <a:lnTo>
                  <a:pt x="3244" y="4085"/>
                </a:lnTo>
                <a:lnTo>
                  <a:pt x="3210" y="4065"/>
                </a:lnTo>
                <a:lnTo>
                  <a:pt x="3173" y="4046"/>
                </a:lnTo>
                <a:lnTo>
                  <a:pt x="3136" y="4029"/>
                </a:lnTo>
                <a:lnTo>
                  <a:pt x="3096" y="4012"/>
                </a:lnTo>
                <a:lnTo>
                  <a:pt x="3054" y="3995"/>
                </a:lnTo>
                <a:lnTo>
                  <a:pt x="3011" y="3980"/>
                </a:lnTo>
                <a:lnTo>
                  <a:pt x="2966" y="3965"/>
                </a:lnTo>
                <a:lnTo>
                  <a:pt x="2921" y="3951"/>
                </a:lnTo>
                <a:lnTo>
                  <a:pt x="2873" y="3939"/>
                </a:lnTo>
                <a:lnTo>
                  <a:pt x="2823" y="3926"/>
                </a:lnTo>
                <a:lnTo>
                  <a:pt x="2773" y="3915"/>
                </a:lnTo>
                <a:lnTo>
                  <a:pt x="2722" y="3904"/>
                </a:lnTo>
                <a:lnTo>
                  <a:pt x="2669" y="3895"/>
                </a:lnTo>
                <a:lnTo>
                  <a:pt x="2615" y="3887"/>
                </a:lnTo>
                <a:lnTo>
                  <a:pt x="2559" y="3880"/>
                </a:lnTo>
                <a:lnTo>
                  <a:pt x="2504" y="3873"/>
                </a:lnTo>
                <a:lnTo>
                  <a:pt x="2447" y="3868"/>
                </a:lnTo>
                <a:lnTo>
                  <a:pt x="2389" y="3864"/>
                </a:lnTo>
                <a:lnTo>
                  <a:pt x="2389" y="2549"/>
                </a:lnTo>
                <a:lnTo>
                  <a:pt x="2434" y="2538"/>
                </a:lnTo>
                <a:lnTo>
                  <a:pt x="2477" y="2525"/>
                </a:lnTo>
                <a:lnTo>
                  <a:pt x="2521" y="2508"/>
                </a:lnTo>
                <a:lnTo>
                  <a:pt x="2565" y="2491"/>
                </a:lnTo>
                <a:lnTo>
                  <a:pt x="2607" y="2471"/>
                </a:lnTo>
                <a:lnTo>
                  <a:pt x="2649" y="2449"/>
                </a:lnTo>
                <a:lnTo>
                  <a:pt x="2689" y="2425"/>
                </a:lnTo>
                <a:lnTo>
                  <a:pt x="2730" y="2399"/>
                </a:lnTo>
                <a:lnTo>
                  <a:pt x="2769" y="2370"/>
                </a:lnTo>
                <a:lnTo>
                  <a:pt x="2809" y="2341"/>
                </a:lnTo>
                <a:lnTo>
                  <a:pt x="2846" y="2310"/>
                </a:lnTo>
                <a:lnTo>
                  <a:pt x="2884" y="2276"/>
                </a:lnTo>
                <a:lnTo>
                  <a:pt x="2921" y="2242"/>
                </a:lnTo>
                <a:lnTo>
                  <a:pt x="2956" y="2205"/>
                </a:lnTo>
                <a:lnTo>
                  <a:pt x="2992" y="2167"/>
                </a:lnTo>
                <a:lnTo>
                  <a:pt x="3025" y="2127"/>
                </a:lnTo>
                <a:close/>
                <a:moveTo>
                  <a:pt x="3491" y="791"/>
                </a:moveTo>
                <a:lnTo>
                  <a:pt x="3491" y="367"/>
                </a:lnTo>
                <a:lnTo>
                  <a:pt x="3786" y="367"/>
                </a:lnTo>
                <a:lnTo>
                  <a:pt x="4226" y="367"/>
                </a:lnTo>
                <a:lnTo>
                  <a:pt x="4226" y="403"/>
                </a:lnTo>
                <a:lnTo>
                  <a:pt x="4225" y="441"/>
                </a:lnTo>
                <a:lnTo>
                  <a:pt x="4223" y="482"/>
                </a:lnTo>
                <a:lnTo>
                  <a:pt x="4220" y="525"/>
                </a:lnTo>
                <a:lnTo>
                  <a:pt x="4216" y="570"/>
                </a:lnTo>
                <a:lnTo>
                  <a:pt x="4211" y="617"/>
                </a:lnTo>
                <a:lnTo>
                  <a:pt x="4205" y="665"/>
                </a:lnTo>
                <a:lnTo>
                  <a:pt x="4198" y="716"/>
                </a:lnTo>
                <a:lnTo>
                  <a:pt x="4188" y="767"/>
                </a:lnTo>
                <a:lnTo>
                  <a:pt x="4177" y="819"/>
                </a:lnTo>
                <a:lnTo>
                  <a:pt x="4165" y="873"/>
                </a:lnTo>
                <a:lnTo>
                  <a:pt x="4152" y="927"/>
                </a:lnTo>
                <a:lnTo>
                  <a:pt x="4136" y="982"/>
                </a:lnTo>
                <a:lnTo>
                  <a:pt x="4117" y="1037"/>
                </a:lnTo>
                <a:lnTo>
                  <a:pt x="4097" y="1091"/>
                </a:lnTo>
                <a:lnTo>
                  <a:pt x="4075" y="1146"/>
                </a:lnTo>
                <a:lnTo>
                  <a:pt x="4050" y="1201"/>
                </a:lnTo>
                <a:lnTo>
                  <a:pt x="4037" y="1227"/>
                </a:lnTo>
                <a:lnTo>
                  <a:pt x="4023" y="1255"/>
                </a:lnTo>
                <a:lnTo>
                  <a:pt x="4009" y="1281"/>
                </a:lnTo>
                <a:lnTo>
                  <a:pt x="3994" y="1307"/>
                </a:lnTo>
                <a:lnTo>
                  <a:pt x="3977" y="1334"/>
                </a:lnTo>
                <a:lnTo>
                  <a:pt x="3961" y="1360"/>
                </a:lnTo>
                <a:lnTo>
                  <a:pt x="3944" y="1385"/>
                </a:lnTo>
                <a:lnTo>
                  <a:pt x="3926" y="1412"/>
                </a:lnTo>
                <a:lnTo>
                  <a:pt x="3907" y="1436"/>
                </a:lnTo>
                <a:lnTo>
                  <a:pt x="3887" y="1462"/>
                </a:lnTo>
                <a:lnTo>
                  <a:pt x="3867" y="1486"/>
                </a:lnTo>
                <a:lnTo>
                  <a:pt x="3847" y="1510"/>
                </a:lnTo>
                <a:lnTo>
                  <a:pt x="3824" y="1534"/>
                </a:lnTo>
                <a:lnTo>
                  <a:pt x="3802" y="1557"/>
                </a:lnTo>
                <a:lnTo>
                  <a:pt x="3779" y="1579"/>
                </a:lnTo>
                <a:lnTo>
                  <a:pt x="3754" y="1602"/>
                </a:lnTo>
                <a:lnTo>
                  <a:pt x="3729" y="1623"/>
                </a:lnTo>
                <a:lnTo>
                  <a:pt x="3703" y="1644"/>
                </a:lnTo>
                <a:lnTo>
                  <a:pt x="3676" y="1664"/>
                </a:lnTo>
                <a:lnTo>
                  <a:pt x="3649" y="1685"/>
                </a:lnTo>
                <a:lnTo>
                  <a:pt x="3619" y="1704"/>
                </a:lnTo>
                <a:lnTo>
                  <a:pt x="3590" y="1722"/>
                </a:lnTo>
                <a:lnTo>
                  <a:pt x="3560" y="1740"/>
                </a:lnTo>
                <a:lnTo>
                  <a:pt x="3528" y="1758"/>
                </a:lnTo>
                <a:lnTo>
                  <a:pt x="3496" y="1775"/>
                </a:lnTo>
                <a:lnTo>
                  <a:pt x="3462" y="1790"/>
                </a:lnTo>
                <a:lnTo>
                  <a:pt x="3428" y="1805"/>
                </a:lnTo>
                <a:lnTo>
                  <a:pt x="3392" y="1820"/>
                </a:lnTo>
                <a:lnTo>
                  <a:pt x="3357" y="1833"/>
                </a:lnTo>
                <a:lnTo>
                  <a:pt x="3319" y="1846"/>
                </a:lnTo>
                <a:lnTo>
                  <a:pt x="3192" y="1886"/>
                </a:lnTo>
                <a:lnTo>
                  <a:pt x="3227" y="1825"/>
                </a:lnTo>
                <a:lnTo>
                  <a:pt x="3258" y="1763"/>
                </a:lnTo>
                <a:lnTo>
                  <a:pt x="3289" y="1700"/>
                </a:lnTo>
                <a:lnTo>
                  <a:pt x="3317" y="1635"/>
                </a:lnTo>
                <a:lnTo>
                  <a:pt x="3345" y="1569"/>
                </a:lnTo>
                <a:lnTo>
                  <a:pt x="3369" y="1501"/>
                </a:lnTo>
                <a:lnTo>
                  <a:pt x="3391" y="1433"/>
                </a:lnTo>
                <a:lnTo>
                  <a:pt x="3411" y="1364"/>
                </a:lnTo>
                <a:lnTo>
                  <a:pt x="3430" y="1294"/>
                </a:lnTo>
                <a:lnTo>
                  <a:pt x="3446" y="1223"/>
                </a:lnTo>
                <a:lnTo>
                  <a:pt x="3459" y="1152"/>
                </a:lnTo>
                <a:lnTo>
                  <a:pt x="3470" y="1080"/>
                </a:lnTo>
                <a:lnTo>
                  <a:pt x="3475" y="1044"/>
                </a:lnTo>
                <a:lnTo>
                  <a:pt x="3479" y="1008"/>
                </a:lnTo>
                <a:lnTo>
                  <a:pt x="3482" y="972"/>
                </a:lnTo>
                <a:lnTo>
                  <a:pt x="3486" y="936"/>
                </a:lnTo>
                <a:lnTo>
                  <a:pt x="3488" y="900"/>
                </a:lnTo>
                <a:lnTo>
                  <a:pt x="3490" y="863"/>
                </a:lnTo>
                <a:lnTo>
                  <a:pt x="3491" y="828"/>
                </a:lnTo>
                <a:lnTo>
                  <a:pt x="3491" y="791"/>
                </a:lnTo>
                <a:close/>
                <a:moveTo>
                  <a:pt x="1091" y="1846"/>
                </a:moveTo>
                <a:lnTo>
                  <a:pt x="1091" y="1846"/>
                </a:lnTo>
                <a:lnTo>
                  <a:pt x="1053" y="1833"/>
                </a:lnTo>
                <a:lnTo>
                  <a:pt x="1017" y="1820"/>
                </a:lnTo>
                <a:lnTo>
                  <a:pt x="981" y="1805"/>
                </a:lnTo>
                <a:lnTo>
                  <a:pt x="947" y="1791"/>
                </a:lnTo>
                <a:lnTo>
                  <a:pt x="913" y="1775"/>
                </a:lnTo>
                <a:lnTo>
                  <a:pt x="881" y="1759"/>
                </a:lnTo>
                <a:lnTo>
                  <a:pt x="849" y="1741"/>
                </a:lnTo>
                <a:lnTo>
                  <a:pt x="819" y="1723"/>
                </a:lnTo>
                <a:lnTo>
                  <a:pt x="789" y="1705"/>
                </a:lnTo>
                <a:lnTo>
                  <a:pt x="760" y="1686"/>
                </a:lnTo>
                <a:lnTo>
                  <a:pt x="733" y="1665"/>
                </a:lnTo>
                <a:lnTo>
                  <a:pt x="705" y="1645"/>
                </a:lnTo>
                <a:lnTo>
                  <a:pt x="680" y="1624"/>
                </a:lnTo>
                <a:lnTo>
                  <a:pt x="655" y="1603"/>
                </a:lnTo>
                <a:lnTo>
                  <a:pt x="630" y="1580"/>
                </a:lnTo>
                <a:lnTo>
                  <a:pt x="607" y="1558"/>
                </a:lnTo>
                <a:lnTo>
                  <a:pt x="585" y="1535"/>
                </a:lnTo>
                <a:lnTo>
                  <a:pt x="562" y="1511"/>
                </a:lnTo>
                <a:lnTo>
                  <a:pt x="541" y="1487"/>
                </a:lnTo>
                <a:lnTo>
                  <a:pt x="521" y="1463"/>
                </a:lnTo>
                <a:lnTo>
                  <a:pt x="501" y="1438"/>
                </a:lnTo>
                <a:lnTo>
                  <a:pt x="483" y="1413"/>
                </a:lnTo>
                <a:lnTo>
                  <a:pt x="465" y="1387"/>
                </a:lnTo>
                <a:lnTo>
                  <a:pt x="448" y="1361"/>
                </a:lnTo>
                <a:lnTo>
                  <a:pt x="431" y="1336"/>
                </a:lnTo>
                <a:lnTo>
                  <a:pt x="415" y="1309"/>
                </a:lnTo>
                <a:lnTo>
                  <a:pt x="400" y="1283"/>
                </a:lnTo>
                <a:lnTo>
                  <a:pt x="386" y="1256"/>
                </a:lnTo>
                <a:lnTo>
                  <a:pt x="372" y="1229"/>
                </a:lnTo>
                <a:lnTo>
                  <a:pt x="358" y="1202"/>
                </a:lnTo>
                <a:lnTo>
                  <a:pt x="334" y="1147"/>
                </a:lnTo>
                <a:lnTo>
                  <a:pt x="312" y="1092"/>
                </a:lnTo>
                <a:lnTo>
                  <a:pt x="291" y="1038"/>
                </a:lnTo>
                <a:lnTo>
                  <a:pt x="273" y="983"/>
                </a:lnTo>
                <a:lnTo>
                  <a:pt x="258" y="928"/>
                </a:lnTo>
                <a:lnTo>
                  <a:pt x="244" y="874"/>
                </a:lnTo>
                <a:lnTo>
                  <a:pt x="232" y="820"/>
                </a:lnTo>
                <a:lnTo>
                  <a:pt x="221" y="768"/>
                </a:lnTo>
                <a:lnTo>
                  <a:pt x="212" y="716"/>
                </a:lnTo>
                <a:lnTo>
                  <a:pt x="204" y="666"/>
                </a:lnTo>
                <a:lnTo>
                  <a:pt x="198" y="618"/>
                </a:lnTo>
                <a:lnTo>
                  <a:pt x="194" y="570"/>
                </a:lnTo>
                <a:lnTo>
                  <a:pt x="190" y="525"/>
                </a:lnTo>
                <a:lnTo>
                  <a:pt x="187" y="482"/>
                </a:lnTo>
                <a:lnTo>
                  <a:pt x="185" y="441"/>
                </a:lnTo>
                <a:lnTo>
                  <a:pt x="184" y="404"/>
                </a:lnTo>
                <a:lnTo>
                  <a:pt x="184" y="367"/>
                </a:lnTo>
                <a:lnTo>
                  <a:pt x="624" y="367"/>
                </a:lnTo>
                <a:lnTo>
                  <a:pt x="919" y="367"/>
                </a:lnTo>
                <a:lnTo>
                  <a:pt x="919" y="791"/>
                </a:lnTo>
                <a:lnTo>
                  <a:pt x="919" y="828"/>
                </a:lnTo>
                <a:lnTo>
                  <a:pt x="920" y="863"/>
                </a:lnTo>
                <a:lnTo>
                  <a:pt x="922" y="900"/>
                </a:lnTo>
                <a:lnTo>
                  <a:pt x="924" y="936"/>
                </a:lnTo>
                <a:lnTo>
                  <a:pt x="927" y="972"/>
                </a:lnTo>
                <a:lnTo>
                  <a:pt x="930" y="1008"/>
                </a:lnTo>
                <a:lnTo>
                  <a:pt x="935" y="1044"/>
                </a:lnTo>
                <a:lnTo>
                  <a:pt x="940" y="1080"/>
                </a:lnTo>
                <a:lnTo>
                  <a:pt x="951" y="1151"/>
                </a:lnTo>
                <a:lnTo>
                  <a:pt x="964" y="1223"/>
                </a:lnTo>
                <a:lnTo>
                  <a:pt x="980" y="1293"/>
                </a:lnTo>
                <a:lnTo>
                  <a:pt x="998" y="1363"/>
                </a:lnTo>
                <a:lnTo>
                  <a:pt x="1019" y="1432"/>
                </a:lnTo>
                <a:lnTo>
                  <a:pt x="1041" y="1501"/>
                </a:lnTo>
                <a:lnTo>
                  <a:pt x="1065" y="1568"/>
                </a:lnTo>
                <a:lnTo>
                  <a:pt x="1092" y="1634"/>
                </a:lnTo>
                <a:lnTo>
                  <a:pt x="1120" y="1699"/>
                </a:lnTo>
                <a:lnTo>
                  <a:pt x="1151" y="1763"/>
                </a:lnTo>
                <a:lnTo>
                  <a:pt x="1183" y="1825"/>
                </a:lnTo>
                <a:lnTo>
                  <a:pt x="1217" y="1885"/>
                </a:lnTo>
                <a:lnTo>
                  <a:pt x="1091" y="1846"/>
                </a:lnTo>
                <a:close/>
                <a:moveTo>
                  <a:pt x="2205" y="1626"/>
                </a:moveTo>
                <a:lnTo>
                  <a:pt x="1637" y="2020"/>
                </a:lnTo>
                <a:lnTo>
                  <a:pt x="1837" y="1359"/>
                </a:lnTo>
                <a:lnTo>
                  <a:pt x="1287" y="940"/>
                </a:lnTo>
                <a:lnTo>
                  <a:pt x="1978" y="927"/>
                </a:lnTo>
                <a:lnTo>
                  <a:pt x="2205" y="274"/>
                </a:lnTo>
                <a:lnTo>
                  <a:pt x="2433" y="927"/>
                </a:lnTo>
                <a:lnTo>
                  <a:pt x="3123" y="940"/>
                </a:lnTo>
                <a:lnTo>
                  <a:pt x="2573" y="1359"/>
                </a:lnTo>
                <a:lnTo>
                  <a:pt x="2772" y="2020"/>
                </a:lnTo>
                <a:lnTo>
                  <a:pt x="2205" y="162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1" name="KSO_Shape"/>
          <p:cNvSpPr>
            <a:spLocks/>
          </p:cNvSpPr>
          <p:nvPr/>
        </p:nvSpPr>
        <p:spPr bwMode="auto">
          <a:xfrm>
            <a:off x="4834002" y="2641275"/>
            <a:ext cx="247045" cy="247457"/>
          </a:xfrm>
          <a:custGeom>
            <a:avLst/>
            <a:gdLst>
              <a:gd name="T0" fmla="*/ 2147483646 w 4409"/>
              <a:gd name="T1" fmla="*/ 2147483646 h 4408"/>
              <a:gd name="T2" fmla="*/ 2147483646 w 4409"/>
              <a:gd name="T3" fmla="*/ 2147483646 h 4408"/>
              <a:gd name="T4" fmla="*/ 2147483646 w 4409"/>
              <a:gd name="T5" fmla="*/ 2147483646 h 4408"/>
              <a:gd name="T6" fmla="*/ 2147483646 w 4409"/>
              <a:gd name="T7" fmla="*/ 2147483646 h 4408"/>
              <a:gd name="T8" fmla="*/ 2147483646 w 4409"/>
              <a:gd name="T9" fmla="*/ 2147483646 h 4408"/>
              <a:gd name="T10" fmla="*/ 2147483646 w 4409"/>
              <a:gd name="T11" fmla="*/ 2147483646 h 4408"/>
              <a:gd name="T12" fmla="*/ 2147483646 w 4409"/>
              <a:gd name="T13" fmla="*/ 2147483646 h 4408"/>
              <a:gd name="T14" fmla="*/ 2147483646 w 4409"/>
              <a:gd name="T15" fmla="*/ 2147483646 h 4408"/>
              <a:gd name="T16" fmla="*/ 481718167 w 4409"/>
              <a:gd name="T17" fmla="*/ 2147483646 h 4408"/>
              <a:gd name="T18" fmla="*/ 321145301 w 4409"/>
              <a:gd name="T19" fmla="*/ 2147483646 h 4408"/>
              <a:gd name="T20" fmla="*/ 2147483646 w 4409"/>
              <a:gd name="T21" fmla="*/ 2147483646 h 4408"/>
              <a:gd name="T22" fmla="*/ 2147483646 w 4409"/>
              <a:gd name="T23" fmla="*/ 2147483646 h 4408"/>
              <a:gd name="T24" fmla="*/ 2147483646 w 4409"/>
              <a:gd name="T25" fmla="*/ 2147483646 h 4408"/>
              <a:gd name="T26" fmla="*/ 2147483646 w 4409"/>
              <a:gd name="T27" fmla="*/ 2147483646 h 4408"/>
              <a:gd name="T28" fmla="*/ 2147483646 w 4409"/>
              <a:gd name="T29" fmla="*/ 2147483646 h 4408"/>
              <a:gd name="T30" fmla="*/ 2147483646 w 4409"/>
              <a:gd name="T31" fmla="*/ 2147483646 h 4408"/>
              <a:gd name="T32" fmla="*/ 2147483646 w 4409"/>
              <a:gd name="T33" fmla="*/ 2147483646 h 4408"/>
              <a:gd name="T34" fmla="*/ 2147483646 w 4409"/>
              <a:gd name="T35" fmla="*/ 2147483646 h 4408"/>
              <a:gd name="T36" fmla="*/ 2147483646 w 4409"/>
              <a:gd name="T37" fmla="*/ 2147483646 h 4408"/>
              <a:gd name="T38" fmla="*/ 2147483646 w 4409"/>
              <a:gd name="T39" fmla="*/ 2147483646 h 4408"/>
              <a:gd name="T40" fmla="*/ 2147483646 w 4409"/>
              <a:gd name="T41" fmla="*/ 2147483646 h 4408"/>
              <a:gd name="T42" fmla="*/ 2147483646 w 4409"/>
              <a:gd name="T43" fmla="*/ 2147483646 h 4408"/>
              <a:gd name="T44" fmla="*/ 2147483646 w 4409"/>
              <a:gd name="T45" fmla="*/ 2147483646 h 4408"/>
              <a:gd name="T46" fmla="*/ 2147483646 w 4409"/>
              <a:gd name="T47" fmla="*/ 2147483646 h 4408"/>
              <a:gd name="T48" fmla="*/ 2147483646 w 4409"/>
              <a:gd name="T49" fmla="*/ 2147483646 h 4408"/>
              <a:gd name="T50" fmla="*/ 2147483646 w 4409"/>
              <a:gd name="T51" fmla="*/ 2147483646 h 4408"/>
              <a:gd name="T52" fmla="*/ 2147483646 w 4409"/>
              <a:gd name="T53" fmla="*/ 2147483646 h 4408"/>
              <a:gd name="T54" fmla="*/ 2147483646 w 4409"/>
              <a:gd name="T55" fmla="*/ 2147483646 h 4408"/>
              <a:gd name="T56" fmla="*/ 2147483646 w 4409"/>
              <a:gd name="T57" fmla="*/ 2147483646 h 4408"/>
              <a:gd name="T58" fmla="*/ 2147483646 w 4409"/>
              <a:gd name="T59" fmla="*/ 2147483646 h 4408"/>
              <a:gd name="T60" fmla="*/ 2147483646 w 4409"/>
              <a:gd name="T61" fmla="*/ 2147483646 h 4408"/>
              <a:gd name="T62" fmla="*/ 2147483646 w 4409"/>
              <a:gd name="T63" fmla="*/ 2147483646 h 4408"/>
              <a:gd name="T64" fmla="*/ 2147483646 w 4409"/>
              <a:gd name="T65" fmla="*/ 2147483646 h 4408"/>
              <a:gd name="T66" fmla="*/ 2147483646 w 4409"/>
              <a:gd name="T67" fmla="*/ 2147483646 h 4408"/>
              <a:gd name="T68" fmla="*/ 2147483646 w 4409"/>
              <a:gd name="T69" fmla="*/ 2147483646 h 4408"/>
              <a:gd name="T70" fmla="*/ 2147483646 w 4409"/>
              <a:gd name="T71" fmla="*/ 2147483646 h 4408"/>
              <a:gd name="T72" fmla="*/ 2147483646 w 4409"/>
              <a:gd name="T73" fmla="*/ 2147483646 h 4408"/>
              <a:gd name="T74" fmla="*/ 2147483646 w 4409"/>
              <a:gd name="T75" fmla="*/ 2147483646 h 4408"/>
              <a:gd name="T76" fmla="*/ 2147483646 w 4409"/>
              <a:gd name="T77" fmla="*/ 2147483646 h 4408"/>
              <a:gd name="T78" fmla="*/ 2147483646 w 4409"/>
              <a:gd name="T79" fmla="*/ 2147483646 h 4408"/>
              <a:gd name="T80" fmla="*/ 2147483646 w 4409"/>
              <a:gd name="T81" fmla="*/ 2147483646 h 4408"/>
              <a:gd name="T82" fmla="*/ 2147483646 w 4409"/>
              <a:gd name="T83" fmla="*/ 2147483646 h 4408"/>
              <a:gd name="T84" fmla="*/ 2147483646 w 4409"/>
              <a:gd name="T85" fmla="*/ 2147483646 h 4408"/>
              <a:gd name="T86" fmla="*/ 2147483646 w 4409"/>
              <a:gd name="T87" fmla="*/ 2147483646 h 4408"/>
              <a:gd name="T88" fmla="*/ 2147483646 w 4409"/>
              <a:gd name="T89" fmla="*/ 2147483646 h 4408"/>
              <a:gd name="T90" fmla="*/ 2147483646 w 4409"/>
              <a:gd name="T91" fmla="*/ 2147483646 h 4408"/>
              <a:gd name="T92" fmla="*/ 2147483646 w 4409"/>
              <a:gd name="T93" fmla="*/ 2147483646 h 4408"/>
              <a:gd name="T94" fmla="*/ 2147483646 w 4409"/>
              <a:gd name="T95" fmla="*/ 2147483646 h 4408"/>
              <a:gd name="T96" fmla="*/ 2147483646 w 4409"/>
              <a:gd name="T97" fmla="*/ 2147483646 h 4408"/>
              <a:gd name="T98" fmla="*/ 2147483646 w 4409"/>
              <a:gd name="T99" fmla="*/ 2147483646 h 4408"/>
              <a:gd name="T100" fmla="*/ 2147483646 w 4409"/>
              <a:gd name="T101" fmla="*/ 2147483646 h 4408"/>
              <a:gd name="T102" fmla="*/ 2147483646 w 4409"/>
              <a:gd name="T103" fmla="*/ 2147483646 h 4408"/>
              <a:gd name="T104" fmla="*/ 2147483646 w 4409"/>
              <a:gd name="T105" fmla="*/ 2147483646 h 4408"/>
              <a:gd name="T106" fmla="*/ 2147483646 w 4409"/>
              <a:gd name="T107" fmla="*/ 2147483646 h 4408"/>
              <a:gd name="T108" fmla="*/ 2147483646 w 4409"/>
              <a:gd name="T109" fmla="*/ 2147483646 h 44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409" h="4408">
                <a:moveTo>
                  <a:pt x="3025" y="2127"/>
                </a:moveTo>
                <a:lnTo>
                  <a:pt x="3025" y="2127"/>
                </a:lnTo>
                <a:lnTo>
                  <a:pt x="3097" y="2107"/>
                </a:lnTo>
                <a:lnTo>
                  <a:pt x="3179" y="2081"/>
                </a:lnTo>
                <a:lnTo>
                  <a:pt x="3271" y="2053"/>
                </a:lnTo>
                <a:lnTo>
                  <a:pt x="3375" y="2020"/>
                </a:lnTo>
                <a:lnTo>
                  <a:pt x="3429" y="2002"/>
                </a:lnTo>
                <a:lnTo>
                  <a:pt x="3481" y="1982"/>
                </a:lnTo>
                <a:lnTo>
                  <a:pt x="3532" y="1961"/>
                </a:lnTo>
                <a:lnTo>
                  <a:pt x="3580" y="1938"/>
                </a:lnTo>
                <a:lnTo>
                  <a:pt x="3626" y="1914"/>
                </a:lnTo>
                <a:lnTo>
                  <a:pt x="3672" y="1889"/>
                </a:lnTo>
                <a:lnTo>
                  <a:pt x="3715" y="1861"/>
                </a:lnTo>
                <a:lnTo>
                  <a:pt x="3756" y="1834"/>
                </a:lnTo>
                <a:lnTo>
                  <a:pt x="3797" y="1804"/>
                </a:lnTo>
                <a:lnTo>
                  <a:pt x="3834" y="1774"/>
                </a:lnTo>
                <a:lnTo>
                  <a:pt x="3871" y="1744"/>
                </a:lnTo>
                <a:lnTo>
                  <a:pt x="3906" y="1711"/>
                </a:lnTo>
                <a:lnTo>
                  <a:pt x="3940" y="1679"/>
                </a:lnTo>
                <a:lnTo>
                  <a:pt x="3971" y="1644"/>
                </a:lnTo>
                <a:lnTo>
                  <a:pt x="4002" y="1610"/>
                </a:lnTo>
                <a:lnTo>
                  <a:pt x="4031" y="1575"/>
                </a:lnTo>
                <a:lnTo>
                  <a:pt x="4059" y="1539"/>
                </a:lnTo>
                <a:lnTo>
                  <a:pt x="4085" y="1502"/>
                </a:lnTo>
                <a:lnTo>
                  <a:pt x="4110" y="1466"/>
                </a:lnTo>
                <a:lnTo>
                  <a:pt x="4134" y="1428"/>
                </a:lnTo>
                <a:lnTo>
                  <a:pt x="4157" y="1390"/>
                </a:lnTo>
                <a:lnTo>
                  <a:pt x="4177" y="1351"/>
                </a:lnTo>
                <a:lnTo>
                  <a:pt x="4198" y="1312"/>
                </a:lnTo>
                <a:lnTo>
                  <a:pt x="4217" y="1274"/>
                </a:lnTo>
                <a:lnTo>
                  <a:pt x="4234" y="1235"/>
                </a:lnTo>
                <a:lnTo>
                  <a:pt x="4251" y="1196"/>
                </a:lnTo>
                <a:lnTo>
                  <a:pt x="4267" y="1156"/>
                </a:lnTo>
                <a:lnTo>
                  <a:pt x="4281" y="1117"/>
                </a:lnTo>
                <a:lnTo>
                  <a:pt x="4295" y="1078"/>
                </a:lnTo>
                <a:lnTo>
                  <a:pt x="4307" y="1039"/>
                </a:lnTo>
                <a:lnTo>
                  <a:pt x="4319" y="1000"/>
                </a:lnTo>
                <a:lnTo>
                  <a:pt x="4329" y="961"/>
                </a:lnTo>
                <a:lnTo>
                  <a:pt x="4340" y="923"/>
                </a:lnTo>
                <a:lnTo>
                  <a:pt x="4349" y="884"/>
                </a:lnTo>
                <a:lnTo>
                  <a:pt x="4357" y="847"/>
                </a:lnTo>
                <a:lnTo>
                  <a:pt x="4365" y="809"/>
                </a:lnTo>
                <a:lnTo>
                  <a:pt x="4377" y="736"/>
                </a:lnTo>
                <a:lnTo>
                  <a:pt x="4387" y="665"/>
                </a:lnTo>
                <a:lnTo>
                  <a:pt x="4395" y="598"/>
                </a:lnTo>
                <a:lnTo>
                  <a:pt x="4401" y="534"/>
                </a:lnTo>
                <a:lnTo>
                  <a:pt x="4405" y="474"/>
                </a:lnTo>
                <a:lnTo>
                  <a:pt x="4407" y="418"/>
                </a:lnTo>
                <a:lnTo>
                  <a:pt x="4409" y="367"/>
                </a:lnTo>
                <a:lnTo>
                  <a:pt x="4409" y="321"/>
                </a:lnTo>
                <a:lnTo>
                  <a:pt x="4409" y="281"/>
                </a:lnTo>
                <a:lnTo>
                  <a:pt x="4407" y="247"/>
                </a:lnTo>
                <a:lnTo>
                  <a:pt x="4404" y="201"/>
                </a:lnTo>
                <a:lnTo>
                  <a:pt x="4403" y="183"/>
                </a:lnTo>
                <a:lnTo>
                  <a:pt x="3786" y="183"/>
                </a:lnTo>
                <a:lnTo>
                  <a:pt x="3491" y="183"/>
                </a:lnTo>
                <a:lnTo>
                  <a:pt x="3491" y="0"/>
                </a:lnTo>
                <a:lnTo>
                  <a:pt x="919" y="0"/>
                </a:lnTo>
                <a:lnTo>
                  <a:pt x="919" y="183"/>
                </a:lnTo>
                <a:lnTo>
                  <a:pt x="624" y="183"/>
                </a:lnTo>
                <a:lnTo>
                  <a:pt x="6" y="183"/>
                </a:lnTo>
                <a:lnTo>
                  <a:pt x="5" y="201"/>
                </a:lnTo>
                <a:lnTo>
                  <a:pt x="2" y="247"/>
                </a:lnTo>
                <a:lnTo>
                  <a:pt x="1" y="282"/>
                </a:lnTo>
                <a:lnTo>
                  <a:pt x="0" y="321"/>
                </a:lnTo>
                <a:lnTo>
                  <a:pt x="1" y="367"/>
                </a:lnTo>
                <a:lnTo>
                  <a:pt x="2" y="419"/>
                </a:lnTo>
                <a:lnTo>
                  <a:pt x="4" y="475"/>
                </a:lnTo>
                <a:lnTo>
                  <a:pt x="8" y="535"/>
                </a:lnTo>
                <a:lnTo>
                  <a:pt x="14" y="599"/>
                </a:lnTo>
                <a:lnTo>
                  <a:pt x="22" y="667"/>
                </a:lnTo>
                <a:lnTo>
                  <a:pt x="32" y="737"/>
                </a:lnTo>
                <a:lnTo>
                  <a:pt x="45" y="811"/>
                </a:lnTo>
                <a:lnTo>
                  <a:pt x="52" y="848"/>
                </a:lnTo>
                <a:lnTo>
                  <a:pt x="61" y="886"/>
                </a:lnTo>
                <a:lnTo>
                  <a:pt x="69" y="924"/>
                </a:lnTo>
                <a:lnTo>
                  <a:pt x="79" y="962"/>
                </a:lnTo>
                <a:lnTo>
                  <a:pt x="91" y="1002"/>
                </a:lnTo>
                <a:lnTo>
                  <a:pt x="102" y="1041"/>
                </a:lnTo>
                <a:lnTo>
                  <a:pt x="115" y="1080"/>
                </a:lnTo>
                <a:lnTo>
                  <a:pt x="128" y="1120"/>
                </a:lnTo>
                <a:lnTo>
                  <a:pt x="142" y="1158"/>
                </a:lnTo>
                <a:lnTo>
                  <a:pt x="159" y="1198"/>
                </a:lnTo>
                <a:lnTo>
                  <a:pt x="175" y="1237"/>
                </a:lnTo>
                <a:lnTo>
                  <a:pt x="193" y="1276"/>
                </a:lnTo>
                <a:lnTo>
                  <a:pt x="211" y="1315"/>
                </a:lnTo>
                <a:lnTo>
                  <a:pt x="232" y="1354"/>
                </a:lnTo>
                <a:lnTo>
                  <a:pt x="253" y="1392"/>
                </a:lnTo>
                <a:lnTo>
                  <a:pt x="275" y="1430"/>
                </a:lnTo>
                <a:lnTo>
                  <a:pt x="299" y="1468"/>
                </a:lnTo>
                <a:lnTo>
                  <a:pt x="324" y="1504"/>
                </a:lnTo>
                <a:lnTo>
                  <a:pt x="350" y="1541"/>
                </a:lnTo>
                <a:lnTo>
                  <a:pt x="378" y="1577"/>
                </a:lnTo>
                <a:lnTo>
                  <a:pt x="407" y="1612"/>
                </a:lnTo>
                <a:lnTo>
                  <a:pt x="438" y="1646"/>
                </a:lnTo>
                <a:lnTo>
                  <a:pt x="470" y="1681"/>
                </a:lnTo>
                <a:lnTo>
                  <a:pt x="503" y="1713"/>
                </a:lnTo>
                <a:lnTo>
                  <a:pt x="538" y="1746"/>
                </a:lnTo>
                <a:lnTo>
                  <a:pt x="574" y="1776"/>
                </a:lnTo>
                <a:lnTo>
                  <a:pt x="613" y="1806"/>
                </a:lnTo>
                <a:lnTo>
                  <a:pt x="653" y="1835"/>
                </a:lnTo>
                <a:lnTo>
                  <a:pt x="694" y="1863"/>
                </a:lnTo>
                <a:lnTo>
                  <a:pt x="738" y="1890"/>
                </a:lnTo>
                <a:lnTo>
                  <a:pt x="782" y="1915"/>
                </a:lnTo>
                <a:lnTo>
                  <a:pt x="829" y="1939"/>
                </a:lnTo>
                <a:lnTo>
                  <a:pt x="878" y="1962"/>
                </a:lnTo>
                <a:lnTo>
                  <a:pt x="928" y="1983"/>
                </a:lnTo>
                <a:lnTo>
                  <a:pt x="981" y="2002"/>
                </a:lnTo>
                <a:lnTo>
                  <a:pt x="1035" y="2020"/>
                </a:lnTo>
                <a:lnTo>
                  <a:pt x="1137" y="2053"/>
                </a:lnTo>
                <a:lnTo>
                  <a:pt x="1230" y="2080"/>
                </a:lnTo>
                <a:lnTo>
                  <a:pt x="1311" y="2105"/>
                </a:lnTo>
                <a:lnTo>
                  <a:pt x="1384" y="2125"/>
                </a:lnTo>
                <a:lnTo>
                  <a:pt x="1417" y="2164"/>
                </a:lnTo>
                <a:lnTo>
                  <a:pt x="1452" y="2203"/>
                </a:lnTo>
                <a:lnTo>
                  <a:pt x="1488" y="2241"/>
                </a:lnTo>
                <a:lnTo>
                  <a:pt x="1525" y="2275"/>
                </a:lnTo>
                <a:lnTo>
                  <a:pt x="1562" y="2309"/>
                </a:lnTo>
                <a:lnTo>
                  <a:pt x="1600" y="2340"/>
                </a:lnTo>
                <a:lnTo>
                  <a:pt x="1639" y="2370"/>
                </a:lnTo>
                <a:lnTo>
                  <a:pt x="1679" y="2398"/>
                </a:lnTo>
                <a:lnTo>
                  <a:pt x="1720" y="2424"/>
                </a:lnTo>
                <a:lnTo>
                  <a:pt x="1761" y="2449"/>
                </a:lnTo>
                <a:lnTo>
                  <a:pt x="1803" y="2471"/>
                </a:lnTo>
                <a:lnTo>
                  <a:pt x="1845" y="2490"/>
                </a:lnTo>
                <a:lnTo>
                  <a:pt x="1888" y="2508"/>
                </a:lnTo>
                <a:lnTo>
                  <a:pt x="1933" y="2525"/>
                </a:lnTo>
                <a:lnTo>
                  <a:pt x="1976" y="2538"/>
                </a:lnTo>
                <a:lnTo>
                  <a:pt x="2021" y="2549"/>
                </a:lnTo>
                <a:lnTo>
                  <a:pt x="2021" y="3864"/>
                </a:lnTo>
                <a:lnTo>
                  <a:pt x="1963" y="3868"/>
                </a:lnTo>
                <a:lnTo>
                  <a:pt x="1906" y="3873"/>
                </a:lnTo>
                <a:lnTo>
                  <a:pt x="1850" y="3880"/>
                </a:lnTo>
                <a:lnTo>
                  <a:pt x="1795" y="3887"/>
                </a:lnTo>
                <a:lnTo>
                  <a:pt x="1741" y="3895"/>
                </a:lnTo>
                <a:lnTo>
                  <a:pt x="1688" y="3904"/>
                </a:lnTo>
                <a:lnTo>
                  <a:pt x="1636" y="3915"/>
                </a:lnTo>
                <a:lnTo>
                  <a:pt x="1587" y="3926"/>
                </a:lnTo>
                <a:lnTo>
                  <a:pt x="1537" y="3939"/>
                </a:lnTo>
                <a:lnTo>
                  <a:pt x="1489" y="3951"/>
                </a:lnTo>
                <a:lnTo>
                  <a:pt x="1444" y="3965"/>
                </a:lnTo>
                <a:lnTo>
                  <a:pt x="1399" y="3980"/>
                </a:lnTo>
                <a:lnTo>
                  <a:pt x="1355" y="3995"/>
                </a:lnTo>
                <a:lnTo>
                  <a:pt x="1314" y="4012"/>
                </a:lnTo>
                <a:lnTo>
                  <a:pt x="1274" y="4029"/>
                </a:lnTo>
                <a:lnTo>
                  <a:pt x="1237" y="4046"/>
                </a:lnTo>
                <a:lnTo>
                  <a:pt x="1200" y="4065"/>
                </a:lnTo>
                <a:lnTo>
                  <a:pt x="1166" y="4085"/>
                </a:lnTo>
                <a:lnTo>
                  <a:pt x="1134" y="4104"/>
                </a:lnTo>
                <a:lnTo>
                  <a:pt x="1104" y="4124"/>
                </a:lnTo>
                <a:lnTo>
                  <a:pt x="1076" y="4146"/>
                </a:lnTo>
                <a:lnTo>
                  <a:pt x="1049" y="4167"/>
                </a:lnTo>
                <a:lnTo>
                  <a:pt x="1026" y="4189"/>
                </a:lnTo>
                <a:lnTo>
                  <a:pt x="1004" y="4211"/>
                </a:lnTo>
                <a:lnTo>
                  <a:pt x="984" y="4235"/>
                </a:lnTo>
                <a:lnTo>
                  <a:pt x="968" y="4259"/>
                </a:lnTo>
                <a:lnTo>
                  <a:pt x="953" y="4282"/>
                </a:lnTo>
                <a:lnTo>
                  <a:pt x="947" y="4295"/>
                </a:lnTo>
                <a:lnTo>
                  <a:pt x="941" y="4307"/>
                </a:lnTo>
                <a:lnTo>
                  <a:pt x="936" y="4320"/>
                </a:lnTo>
                <a:lnTo>
                  <a:pt x="931" y="4332"/>
                </a:lnTo>
                <a:lnTo>
                  <a:pt x="927" y="4344"/>
                </a:lnTo>
                <a:lnTo>
                  <a:pt x="924" y="4358"/>
                </a:lnTo>
                <a:lnTo>
                  <a:pt x="922" y="4370"/>
                </a:lnTo>
                <a:lnTo>
                  <a:pt x="920" y="4383"/>
                </a:lnTo>
                <a:lnTo>
                  <a:pt x="919" y="4396"/>
                </a:lnTo>
                <a:lnTo>
                  <a:pt x="919" y="4408"/>
                </a:lnTo>
                <a:lnTo>
                  <a:pt x="3491" y="4408"/>
                </a:lnTo>
                <a:lnTo>
                  <a:pt x="3491" y="4396"/>
                </a:lnTo>
                <a:lnTo>
                  <a:pt x="3490" y="4383"/>
                </a:lnTo>
                <a:lnTo>
                  <a:pt x="3488" y="4370"/>
                </a:lnTo>
                <a:lnTo>
                  <a:pt x="3486" y="4358"/>
                </a:lnTo>
                <a:lnTo>
                  <a:pt x="3482" y="4344"/>
                </a:lnTo>
                <a:lnTo>
                  <a:pt x="3478" y="4332"/>
                </a:lnTo>
                <a:lnTo>
                  <a:pt x="3474" y="4320"/>
                </a:lnTo>
                <a:lnTo>
                  <a:pt x="3469" y="4307"/>
                </a:lnTo>
                <a:lnTo>
                  <a:pt x="3463" y="4295"/>
                </a:lnTo>
                <a:lnTo>
                  <a:pt x="3457" y="4282"/>
                </a:lnTo>
                <a:lnTo>
                  <a:pt x="3443" y="4259"/>
                </a:lnTo>
                <a:lnTo>
                  <a:pt x="3426" y="4235"/>
                </a:lnTo>
                <a:lnTo>
                  <a:pt x="3406" y="4211"/>
                </a:lnTo>
                <a:lnTo>
                  <a:pt x="3384" y="4189"/>
                </a:lnTo>
                <a:lnTo>
                  <a:pt x="3361" y="4167"/>
                </a:lnTo>
                <a:lnTo>
                  <a:pt x="3334" y="4146"/>
                </a:lnTo>
                <a:lnTo>
                  <a:pt x="3306" y="4124"/>
                </a:lnTo>
                <a:lnTo>
                  <a:pt x="3276" y="4104"/>
                </a:lnTo>
                <a:lnTo>
                  <a:pt x="3244" y="4085"/>
                </a:lnTo>
                <a:lnTo>
                  <a:pt x="3210" y="4065"/>
                </a:lnTo>
                <a:lnTo>
                  <a:pt x="3173" y="4046"/>
                </a:lnTo>
                <a:lnTo>
                  <a:pt x="3136" y="4029"/>
                </a:lnTo>
                <a:lnTo>
                  <a:pt x="3096" y="4012"/>
                </a:lnTo>
                <a:lnTo>
                  <a:pt x="3054" y="3995"/>
                </a:lnTo>
                <a:lnTo>
                  <a:pt x="3011" y="3980"/>
                </a:lnTo>
                <a:lnTo>
                  <a:pt x="2966" y="3965"/>
                </a:lnTo>
                <a:lnTo>
                  <a:pt x="2921" y="3951"/>
                </a:lnTo>
                <a:lnTo>
                  <a:pt x="2873" y="3939"/>
                </a:lnTo>
                <a:lnTo>
                  <a:pt x="2823" y="3926"/>
                </a:lnTo>
                <a:lnTo>
                  <a:pt x="2773" y="3915"/>
                </a:lnTo>
                <a:lnTo>
                  <a:pt x="2722" y="3904"/>
                </a:lnTo>
                <a:lnTo>
                  <a:pt x="2669" y="3895"/>
                </a:lnTo>
                <a:lnTo>
                  <a:pt x="2615" y="3887"/>
                </a:lnTo>
                <a:lnTo>
                  <a:pt x="2559" y="3880"/>
                </a:lnTo>
                <a:lnTo>
                  <a:pt x="2504" y="3873"/>
                </a:lnTo>
                <a:lnTo>
                  <a:pt x="2447" y="3868"/>
                </a:lnTo>
                <a:lnTo>
                  <a:pt x="2389" y="3864"/>
                </a:lnTo>
                <a:lnTo>
                  <a:pt x="2389" y="2549"/>
                </a:lnTo>
                <a:lnTo>
                  <a:pt x="2434" y="2538"/>
                </a:lnTo>
                <a:lnTo>
                  <a:pt x="2477" y="2525"/>
                </a:lnTo>
                <a:lnTo>
                  <a:pt x="2521" y="2508"/>
                </a:lnTo>
                <a:lnTo>
                  <a:pt x="2565" y="2491"/>
                </a:lnTo>
                <a:lnTo>
                  <a:pt x="2607" y="2471"/>
                </a:lnTo>
                <a:lnTo>
                  <a:pt x="2649" y="2449"/>
                </a:lnTo>
                <a:lnTo>
                  <a:pt x="2689" y="2425"/>
                </a:lnTo>
                <a:lnTo>
                  <a:pt x="2730" y="2399"/>
                </a:lnTo>
                <a:lnTo>
                  <a:pt x="2769" y="2370"/>
                </a:lnTo>
                <a:lnTo>
                  <a:pt x="2809" y="2341"/>
                </a:lnTo>
                <a:lnTo>
                  <a:pt x="2846" y="2310"/>
                </a:lnTo>
                <a:lnTo>
                  <a:pt x="2884" y="2276"/>
                </a:lnTo>
                <a:lnTo>
                  <a:pt x="2921" y="2242"/>
                </a:lnTo>
                <a:lnTo>
                  <a:pt x="2956" y="2205"/>
                </a:lnTo>
                <a:lnTo>
                  <a:pt x="2992" y="2167"/>
                </a:lnTo>
                <a:lnTo>
                  <a:pt x="3025" y="2127"/>
                </a:lnTo>
                <a:close/>
                <a:moveTo>
                  <a:pt x="3491" y="791"/>
                </a:moveTo>
                <a:lnTo>
                  <a:pt x="3491" y="367"/>
                </a:lnTo>
                <a:lnTo>
                  <a:pt x="3786" y="367"/>
                </a:lnTo>
                <a:lnTo>
                  <a:pt x="4226" y="367"/>
                </a:lnTo>
                <a:lnTo>
                  <a:pt x="4226" y="403"/>
                </a:lnTo>
                <a:lnTo>
                  <a:pt x="4225" y="441"/>
                </a:lnTo>
                <a:lnTo>
                  <a:pt x="4223" y="482"/>
                </a:lnTo>
                <a:lnTo>
                  <a:pt x="4220" y="525"/>
                </a:lnTo>
                <a:lnTo>
                  <a:pt x="4216" y="570"/>
                </a:lnTo>
                <a:lnTo>
                  <a:pt x="4211" y="617"/>
                </a:lnTo>
                <a:lnTo>
                  <a:pt x="4205" y="665"/>
                </a:lnTo>
                <a:lnTo>
                  <a:pt x="4198" y="716"/>
                </a:lnTo>
                <a:lnTo>
                  <a:pt x="4188" y="767"/>
                </a:lnTo>
                <a:lnTo>
                  <a:pt x="4177" y="819"/>
                </a:lnTo>
                <a:lnTo>
                  <a:pt x="4165" y="873"/>
                </a:lnTo>
                <a:lnTo>
                  <a:pt x="4152" y="927"/>
                </a:lnTo>
                <a:lnTo>
                  <a:pt x="4136" y="982"/>
                </a:lnTo>
                <a:lnTo>
                  <a:pt x="4117" y="1037"/>
                </a:lnTo>
                <a:lnTo>
                  <a:pt x="4097" y="1091"/>
                </a:lnTo>
                <a:lnTo>
                  <a:pt x="4075" y="1146"/>
                </a:lnTo>
                <a:lnTo>
                  <a:pt x="4050" y="1201"/>
                </a:lnTo>
                <a:lnTo>
                  <a:pt x="4037" y="1227"/>
                </a:lnTo>
                <a:lnTo>
                  <a:pt x="4023" y="1255"/>
                </a:lnTo>
                <a:lnTo>
                  <a:pt x="4009" y="1281"/>
                </a:lnTo>
                <a:lnTo>
                  <a:pt x="3994" y="1307"/>
                </a:lnTo>
                <a:lnTo>
                  <a:pt x="3977" y="1334"/>
                </a:lnTo>
                <a:lnTo>
                  <a:pt x="3961" y="1360"/>
                </a:lnTo>
                <a:lnTo>
                  <a:pt x="3944" y="1385"/>
                </a:lnTo>
                <a:lnTo>
                  <a:pt x="3926" y="1412"/>
                </a:lnTo>
                <a:lnTo>
                  <a:pt x="3907" y="1436"/>
                </a:lnTo>
                <a:lnTo>
                  <a:pt x="3887" y="1462"/>
                </a:lnTo>
                <a:lnTo>
                  <a:pt x="3867" y="1486"/>
                </a:lnTo>
                <a:lnTo>
                  <a:pt x="3847" y="1510"/>
                </a:lnTo>
                <a:lnTo>
                  <a:pt x="3824" y="1534"/>
                </a:lnTo>
                <a:lnTo>
                  <a:pt x="3802" y="1557"/>
                </a:lnTo>
                <a:lnTo>
                  <a:pt x="3779" y="1579"/>
                </a:lnTo>
                <a:lnTo>
                  <a:pt x="3754" y="1602"/>
                </a:lnTo>
                <a:lnTo>
                  <a:pt x="3729" y="1623"/>
                </a:lnTo>
                <a:lnTo>
                  <a:pt x="3703" y="1644"/>
                </a:lnTo>
                <a:lnTo>
                  <a:pt x="3676" y="1664"/>
                </a:lnTo>
                <a:lnTo>
                  <a:pt x="3649" y="1685"/>
                </a:lnTo>
                <a:lnTo>
                  <a:pt x="3619" y="1704"/>
                </a:lnTo>
                <a:lnTo>
                  <a:pt x="3590" y="1722"/>
                </a:lnTo>
                <a:lnTo>
                  <a:pt x="3560" y="1740"/>
                </a:lnTo>
                <a:lnTo>
                  <a:pt x="3528" y="1758"/>
                </a:lnTo>
                <a:lnTo>
                  <a:pt x="3496" y="1775"/>
                </a:lnTo>
                <a:lnTo>
                  <a:pt x="3462" y="1790"/>
                </a:lnTo>
                <a:lnTo>
                  <a:pt x="3428" y="1805"/>
                </a:lnTo>
                <a:lnTo>
                  <a:pt x="3392" y="1820"/>
                </a:lnTo>
                <a:lnTo>
                  <a:pt x="3357" y="1833"/>
                </a:lnTo>
                <a:lnTo>
                  <a:pt x="3319" y="1846"/>
                </a:lnTo>
                <a:lnTo>
                  <a:pt x="3192" y="1886"/>
                </a:lnTo>
                <a:lnTo>
                  <a:pt x="3227" y="1825"/>
                </a:lnTo>
                <a:lnTo>
                  <a:pt x="3258" y="1763"/>
                </a:lnTo>
                <a:lnTo>
                  <a:pt x="3289" y="1700"/>
                </a:lnTo>
                <a:lnTo>
                  <a:pt x="3317" y="1635"/>
                </a:lnTo>
                <a:lnTo>
                  <a:pt x="3345" y="1569"/>
                </a:lnTo>
                <a:lnTo>
                  <a:pt x="3369" y="1501"/>
                </a:lnTo>
                <a:lnTo>
                  <a:pt x="3391" y="1433"/>
                </a:lnTo>
                <a:lnTo>
                  <a:pt x="3411" y="1364"/>
                </a:lnTo>
                <a:lnTo>
                  <a:pt x="3430" y="1294"/>
                </a:lnTo>
                <a:lnTo>
                  <a:pt x="3446" y="1223"/>
                </a:lnTo>
                <a:lnTo>
                  <a:pt x="3459" y="1152"/>
                </a:lnTo>
                <a:lnTo>
                  <a:pt x="3470" y="1080"/>
                </a:lnTo>
                <a:lnTo>
                  <a:pt x="3475" y="1044"/>
                </a:lnTo>
                <a:lnTo>
                  <a:pt x="3479" y="1008"/>
                </a:lnTo>
                <a:lnTo>
                  <a:pt x="3482" y="972"/>
                </a:lnTo>
                <a:lnTo>
                  <a:pt x="3486" y="936"/>
                </a:lnTo>
                <a:lnTo>
                  <a:pt x="3488" y="900"/>
                </a:lnTo>
                <a:lnTo>
                  <a:pt x="3490" y="863"/>
                </a:lnTo>
                <a:lnTo>
                  <a:pt x="3491" y="828"/>
                </a:lnTo>
                <a:lnTo>
                  <a:pt x="3491" y="791"/>
                </a:lnTo>
                <a:close/>
                <a:moveTo>
                  <a:pt x="1091" y="1846"/>
                </a:moveTo>
                <a:lnTo>
                  <a:pt x="1091" y="1846"/>
                </a:lnTo>
                <a:lnTo>
                  <a:pt x="1053" y="1833"/>
                </a:lnTo>
                <a:lnTo>
                  <a:pt x="1017" y="1820"/>
                </a:lnTo>
                <a:lnTo>
                  <a:pt x="981" y="1805"/>
                </a:lnTo>
                <a:lnTo>
                  <a:pt x="947" y="1791"/>
                </a:lnTo>
                <a:lnTo>
                  <a:pt x="913" y="1775"/>
                </a:lnTo>
                <a:lnTo>
                  <a:pt x="881" y="1759"/>
                </a:lnTo>
                <a:lnTo>
                  <a:pt x="849" y="1741"/>
                </a:lnTo>
                <a:lnTo>
                  <a:pt x="819" y="1723"/>
                </a:lnTo>
                <a:lnTo>
                  <a:pt x="789" y="1705"/>
                </a:lnTo>
                <a:lnTo>
                  <a:pt x="760" y="1686"/>
                </a:lnTo>
                <a:lnTo>
                  <a:pt x="733" y="1665"/>
                </a:lnTo>
                <a:lnTo>
                  <a:pt x="705" y="1645"/>
                </a:lnTo>
                <a:lnTo>
                  <a:pt x="680" y="1624"/>
                </a:lnTo>
                <a:lnTo>
                  <a:pt x="655" y="1603"/>
                </a:lnTo>
                <a:lnTo>
                  <a:pt x="630" y="1580"/>
                </a:lnTo>
                <a:lnTo>
                  <a:pt x="607" y="1558"/>
                </a:lnTo>
                <a:lnTo>
                  <a:pt x="585" y="1535"/>
                </a:lnTo>
                <a:lnTo>
                  <a:pt x="562" y="1511"/>
                </a:lnTo>
                <a:lnTo>
                  <a:pt x="541" y="1487"/>
                </a:lnTo>
                <a:lnTo>
                  <a:pt x="521" y="1463"/>
                </a:lnTo>
                <a:lnTo>
                  <a:pt x="501" y="1438"/>
                </a:lnTo>
                <a:lnTo>
                  <a:pt x="483" y="1413"/>
                </a:lnTo>
                <a:lnTo>
                  <a:pt x="465" y="1387"/>
                </a:lnTo>
                <a:lnTo>
                  <a:pt x="448" y="1361"/>
                </a:lnTo>
                <a:lnTo>
                  <a:pt x="431" y="1336"/>
                </a:lnTo>
                <a:lnTo>
                  <a:pt x="415" y="1309"/>
                </a:lnTo>
                <a:lnTo>
                  <a:pt x="400" y="1283"/>
                </a:lnTo>
                <a:lnTo>
                  <a:pt x="386" y="1256"/>
                </a:lnTo>
                <a:lnTo>
                  <a:pt x="372" y="1229"/>
                </a:lnTo>
                <a:lnTo>
                  <a:pt x="358" y="1202"/>
                </a:lnTo>
                <a:lnTo>
                  <a:pt x="334" y="1147"/>
                </a:lnTo>
                <a:lnTo>
                  <a:pt x="312" y="1092"/>
                </a:lnTo>
                <a:lnTo>
                  <a:pt x="291" y="1038"/>
                </a:lnTo>
                <a:lnTo>
                  <a:pt x="273" y="983"/>
                </a:lnTo>
                <a:lnTo>
                  <a:pt x="258" y="928"/>
                </a:lnTo>
                <a:lnTo>
                  <a:pt x="244" y="874"/>
                </a:lnTo>
                <a:lnTo>
                  <a:pt x="232" y="820"/>
                </a:lnTo>
                <a:lnTo>
                  <a:pt x="221" y="768"/>
                </a:lnTo>
                <a:lnTo>
                  <a:pt x="212" y="716"/>
                </a:lnTo>
                <a:lnTo>
                  <a:pt x="204" y="666"/>
                </a:lnTo>
                <a:lnTo>
                  <a:pt x="198" y="618"/>
                </a:lnTo>
                <a:lnTo>
                  <a:pt x="194" y="570"/>
                </a:lnTo>
                <a:lnTo>
                  <a:pt x="190" y="525"/>
                </a:lnTo>
                <a:lnTo>
                  <a:pt x="187" y="482"/>
                </a:lnTo>
                <a:lnTo>
                  <a:pt x="185" y="441"/>
                </a:lnTo>
                <a:lnTo>
                  <a:pt x="184" y="404"/>
                </a:lnTo>
                <a:lnTo>
                  <a:pt x="184" y="367"/>
                </a:lnTo>
                <a:lnTo>
                  <a:pt x="624" y="367"/>
                </a:lnTo>
                <a:lnTo>
                  <a:pt x="919" y="367"/>
                </a:lnTo>
                <a:lnTo>
                  <a:pt x="919" y="791"/>
                </a:lnTo>
                <a:lnTo>
                  <a:pt x="919" y="828"/>
                </a:lnTo>
                <a:lnTo>
                  <a:pt x="920" y="863"/>
                </a:lnTo>
                <a:lnTo>
                  <a:pt x="922" y="900"/>
                </a:lnTo>
                <a:lnTo>
                  <a:pt x="924" y="936"/>
                </a:lnTo>
                <a:lnTo>
                  <a:pt x="927" y="972"/>
                </a:lnTo>
                <a:lnTo>
                  <a:pt x="930" y="1008"/>
                </a:lnTo>
                <a:lnTo>
                  <a:pt x="935" y="1044"/>
                </a:lnTo>
                <a:lnTo>
                  <a:pt x="940" y="1080"/>
                </a:lnTo>
                <a:lnTo>
                  <a:pt x="951" y="1151"/>
                </a:lnTo>
                <a:lnTo>
                  <a:pt x="964" y="1223"/>
                </a:lnTo>
                <a:lnTo>
                  <a:pt x="980" y="1293"/>
                </a:lnTo>
                <a:lnTo>
                  <a:pt x="998" y="1363"/>
                </a:lnTo>
                <a:lnTo>
                  <a:pt x="1019" y="1432"/>
                </a:lnTo>
                <a:lnTo>
                  <a:pt x="1041" y="1501"/>
                </a:lnTo>
                <a:lnTo>
                  <a:pt x="1065" y="1568"/>
                </a:lnTo>
                <a:lnTo>
                  <a:pt x="1092" y="1634"/>
                </a:lnTo>
                <a:lnTo>
                  <a:pt x="1120" y="1699"/>
                </a:lnTo>
                <a:lnTo>
                  <a:pt x="1151" y="1763"/>
                </a:lnTo>
                <a:lnTo>
                  <a:pt x="1183" y="1825"/>
                </a:lnTo>
                <a:lnTo>
                  <a:pt x="1217" y="1885"/>
                </a:lnTo>
                <a:lnTo>
                  <a:pt x="1091" y="1846"/>
                </a:lnTo>
                <a:close/>
                <a:moveTo>
                  <a:pt x="2205" y="1626"/>
                </a:moveTo>
                <a:lnTo>
                  <a:pt x="1637" y="2020"/>
                </a:lnTo>
                <a:lnTo>
                  <a:pt x="1837" y="1359"/>
                </a:lnTo>
                <a:lnTo>
                  <a:pt x="1287" y="940"/>
                </a:lnTo>
                <a:lnTo>
                  <a:pt x="1978" y="927"/>
                </a:lnTo>
                <a:lnTo>
                  <a:pt x="2205" y="274"/>
                </a:lnTo>
                <a:lnTo>
                  <a:pt x="2433" y="927"/>
                </a:lnTo>
                <a:lnTo>
                  <a:pt x="3123" y="940"/>
                </a:lnTo>
                <a:lnTo>
                  <a:pt x="2573" y="1359"/>
                </a:lnTo>
                <a:lnTo>
                  <a:pt x="2772" y="2020"/>
                </a:lnTo>
                <a:lnTo>
                  <a:pt x="2205" y="162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" name="KSO_Shape"/>
          <p:cNvSpPr>
            <a:spLocks/>
          </p:cNvSpPr>
          <p:nvPr/>
        </p:nvSpPr>
        <p:spPr bwMode="auto">
          <a:xfrm>
            <a:off x="4834002" y="3098281"/>
            <a:ext cx="247045" cy="247457"/>
          </a:xfrm>
          <a:custGeom>
            <a:avLst/>
            <a:gdLst>
              <a:gd name="T0" fmla="*/ 2147483646 w 4409"/>
              <a:gd name="T1" fmla="*/ 2147483646 h 4408"/>
              <a:gd name="T2" fmla="*/ 2147483646 w 4409"/>
              <a:gd name="T3" fmla="*/ 2147483646 h 4408"/>
              <a:gd name="T4" fmla="*/ 2147483646 w 4409"/>
              <a:gd name="T5" fmla="*/ 2147483646 h 4408"/>
              <a:gd name="T6" fmla="*/ 2147483646 w 4409"/>
              <a:gd name="T7" fmla="*/ 2147483646 h 4408"/>
              <a:gd name="T8" fmla="*/ 2147483646 w 4409"/>
              <a:gd name="T9" fmla="*/ 2147483646 h 4408"/>
              <a:gd name="T10" fmla="*/ 2147483646 w 4409"/>
              <a:gd name="T11" fmla="*/ 2147483646 h 4408"/>
              <a:gd name="T12" fmla="*/ 2147483646 w 4409"/>
              <a:gd name="T13" fmla="*/ 2147483646 h 4408"/>
              <a:gd name="T14" fmla="*/ 2147483646 w 4409"/>
              <a:gd name="T15" fmla="*/ 2147483646 h 4408"/>
              <a:gd name="T16" fmla="*/ 481718167 w 4409"/>
              <a:gd name="T17" fmla="*/ 2147483646 h 4408"/>
              <a:gd name="T18" fmla="*/ 321145301 w 4409"/>
              <a:gd name="T19" fmla="*/ 2147483646 h 4408"/>
              <a:gd name="T20" fmla="*/ 2147483646 w 4409"/>
              <a:gd name="T21" fmla="*/ 2147483646 h 4408"/>
              <a:gd name="T22" fmla="*/ 2147483646 w 4409"/>
              <a:gd name="T23" fmla="*/ 2147483646 h 4408"/>
              <a:gd name="T24" fmla="*/ 2147483646 w 4409"/>
              <a:gd name="T25" fmla="*/ 2147483646 h 4408"/>
              <a:gd name="T26" fmla="*/ 2147483646 w 4409"/>
              <a:gd name="T27" fmla="*/ 2147483646 h 4408"/>
              <a:gd name="T28" fmla="*/ 2147483646 w 4409"/>
              <a:gd name="T29" fmla="*/ 2147483646 h 4408"/>
              <a:gd name="T30" fmla="*/ 2147483646 w 4409"/>
              <a:gd name="T31" fmla="*/ 2147483646 h 4408"/>
              <a:gd name="T32" fmla="*/ 2147483646 w 4409"/>
              <a:gd name="T33" fmla="*/ 2147483646 h 4408"/>
              <a:gd name="T34" fmla="*/ 2147483646 w 4409"/>
              <a:gd name="T35" fmla="*/ 2147483646 h 4408"/>
              <a:gd name="T36" fmla="*/ 2147483646 w 4409"/>
              <a:gd name="T37" fmla="*/ 2147483646 h 4408"/>
              <a:gd name="T38" fmla="*/ 2147483646 w 4409"/>
              <a:gd name="T39" fmla="*/ 2147483646 h 4408"/>
              <a:gd name="T40" fmla="*/ 2147483646 w 4409"/>
              <a:gd name="T41" fmla="*/ 2147483646 h 4408"/>
              <a:gd name="T42" fmla="*/ 2147483646 w 4409"/>
              <a:gd name="T43" fmla="*/ 2147483646 h 4408"/>
              <a:gd name="T44" fmla="*/ 2147483646 w 4409"/>
              <a:gd name="T45" fmla="*/ 2147483646 h 4408"/>
              <a:gd name="T46" fmla="*/ 2147483646 w 4409"/>
              <a:gd name="T47" fmla="*/ 2147483646 h 4408"/>
              <a:gd name="T48" fmla="*/ 2147483646 w 4409"/>
              <a:gd name="T49" fmla="*/ 2147483646 h 4408"/>
              <a:gd name="T50" fmla="*/ 2147483646 w 4409"/>
              <a:gd name="T51" fmla="*/ 2147483646 h 4408"/>
              <a:gd name="T52" fmla="*/ 2147483646 w 4409"/>
              <a:gd name="T53" fmla="*/ 2147483646 h 4408"/>
              <a:gd name="T54" fmla="*/ 2147483646 w 4409"/>
              <a:gd name="T55" fmla="*/ 2147483646 h 4408"/>
              <a:gd name="T56" fmla="*/ 2147483646 w 4409"/>
              <a:gd name="T57" fmla="*/ 2147483646 h 4408"/>
              <a:gd name="T58" fmla="*/ 2147483646 w 4409"/>
              <a:gd name="T59" fmla="*/ 2147483646 h 4408"/>
              <a:gd name="T60" fmla="*/ 2147483646 w 4409"/>
              <a:gd name="T61" fmla="*/ 2147483646 h 4408"/>
              <a:gd name="T62" fmla="*/ 2147483646 w 4409"/>
              <a:gd name="T63" fmla="*/ 2147483646 h 4408"/>
              <a:gd name="T64" fmla="*/ 2147483646 w 4409"/>
              <a:gd name="T65" fmla="*/ 2147483646 h 4408"/>
              <a:gd name="T66" fmla="*/ 2147483646 w 4409"/>
              <a:gd name="T67" fmla="*/ 2147483646 h 4408"/>
              <a:gd name="T68" fmla="*/ 2147483646 w 4409"/>
              <a:gd name="T69" fmla="*/ 2147483646 h 4408"/>
              <a:gd name="T70" fmla="*/ 2147483646 w 4409"/>
              <a:gd name="T71" fmla="*/ 2147483646 h 4408"/>
              <a:gd name="T72" fmla="*/ 2147483646 w 4409"/>
              <a:gd name="T73" fmla="*/ 2147483646 h 4408"/>
              <a:gd name="T74" fmla="*/ 2147483646 w 4409"/>
              <a:gd name="T75" fmla="*/ 2147483646 h 4408"/>
              <a:gd name="T76" fmla="*/ 2147483646 w 4409"/>
              <a:gd name="T77" fmla="*/ 2147483646 h 4408"/>
              <a:gd name="T78" fmla="*/ 2147483646 w 4409"/>
              <a:gd name="T79" fmla="*/ 2147483646 h 4408"/>
              <a:gd name="T80" fmla="*/ 2147483646 w 4409"/>
              <a:gd name="T81" fmla="*/ 2147483646 h 4408"/>
              <a:gd name="T82" fmla="*/ 2147483646 w 4409"/>
              <a:gd name="T83" fmla="*/ 2147483646 h 4408"/>
              <a:gd name="T84" fmla="*/ 2147483646 w 4409"/>
              <a:gd name="T85" fmla="*/ 2147483646 h 4408"/>
              <a:gd name="T86" fmla="*/ 2147483646 w 4409"/>
              <a:gd name="T87" fmla="*/ 2147483646 h 4408"/>
              <a:gd name="T88" fmla="*/ 2147483646 w 4409"/>
              <a:gd name="T89" fmla="*/ 2147483646 h 4408"/>
              <a:gd name="T90" fmla="*/ 2147483646 w 4409"/>
              <a:gd name="T91" fmla="*/ 2147483646 h 4408"/>
              <a:gd name="T92" fmla="*/ 2147483646 w 4409"/>
              <a:gd name="T93" fmla="*/ 2147483646 h 4408"/>
              <a:gd name="T94" fmla="*/ 2147483646 w 4409"/>
              <a:gd name="T95" fmla="*/ 2147483646 h 4408"/>
              <a:gd name="T96" fmla="*/ 2147483646 w 4409"/>
              <a:gd name="T97" fmla="*/ 2147483646 h 4408"/>
              <a:gd name="T98" fmla="*/ 2147483646 w 4409"/>
              <a:gd name="T99" fmla="*/ 2147483646 h 4408"/>
              <a:gd name="T100" fmla="*/ 2147483646 w 4409"/>
              <a:gd name="T101" fmla="*/ 2147483646 h 4408"/>
              <a:gd name="T102" fmla="*/ 2147483646 w 4409"/>
              <a:gd name="T103" fmla="*/ 2147483646 h 4408"/>
              <a:gd name="T104" fmla="*/ 2147483646 w 4409"/>
              <a:gd name="T105" fmla="*/ 2147483646 h 4408"/>
              <a:gd name="T106" fmla="*/ 2147483646 w 4409"/>
              <a:gd name="T107" fmla="*/ 2147483646 h 4408"/>
              <a:gd name="T108" fmla="*/ 2147483646 w 4409"/>
              <a:gd name="T109" fmla="*/ 2147483646 h 44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409" h="4408">
                <a:moveTo>
                  <a:pt x="3025" y="2127"/>
                </a:moveTo>
                <a:lnTo>
                  <a:pt x="3025" y="2127"/>
                </a:lnTo>
                <a:lnTo>
                  <a:pt x="3097" y="2107"/>
                </a:lnTo>
                <a:lnTo>
                  <a:pt x="3179" y="2081"/>
                </a:lnTo>
                <a:lnTo>
                  <a:pt x="3271" y="2053"/>
                </a:lnTo>
                <a:lnTo>
                  <a:pt x="3375" y="2020"/>
                </a:lnTo>
                <a:lnTo>
                  <a:pt x="3429" y="2002"/>
                </a:lnTo>
                <a:lnTo>
                  <a:pt x="3481" y="1982"/>
                </a:lnTo>
                <a:lnTo>
                  <a:pt x="3532" y="1961"/>
                </a:lnTo>
                <a:lnTo>
                  <a:pt x="3580" y="1938"/>
                </a:lnTo>
                <a:lnTo>
                  <a:pt x="3626" y="1914"/>
                </a:lnTo>
                <a:lnTo>
                  <a:pt x="3672" y="1889"/>
                </a:lnTo>
                <a:lnTo>
                  <a:pt x="3715" y="1861"/>
                </a:lnTo>
                <a:lnTo>
                  <a:pt x="3756" y="1834"/>
                </a:lnTo>
                <a:lnTo>
                  <a:pt x="3797" y="1804"/>
                </a:lnTo>
                <a:lnTo>
                  <a:pt x="3834" y="1774"/>
                </a:lnTo>
                <a:lnTo>
                  <a:pt x="3871" y="1744"/>
                </a:lnTo>
                <a:lnTo>
                  <a:pt x="3906" y="1711"/>
                </a:lnTo>
                <a:lnTo>
                  <a:pt x="3940" y="1679"/>
                </a:lnTo>
                <a:lnTo>
                  <a:pt x="3971" y="1644"/>
                </a:lnTo>
                <a:lnTo>
                  <a:pt x="4002" y="1610"/>
                </a:lnTo>
                <a:lnTo>
                  <a:pt x="4031" y="1575"/>
                </a:lnTo>
                <a:lnTo>
                  <a:pt x="4059" y="1539"/>
                </a:lnTo>
                <a:lnTo>
                  <a:pt x="4085" y="1502"/>
                </a:lnTo>
                <a:lnTo>
                  <a:pt x="4110" y="1466"/>
                </a:lnTo>
                <a:lnTo>
                  <a:pt x="4134" y="1428"/>
                </a:lnTo>
                <a:lnTo>
                  <a:pt x="4157" y="1390"/>
                </a:lnTo>
                <a:lnTo>
                  <a:pt x="4177" y="1351"/>
                </a:lnTo>
                <a:lnTo>
                  <a:pt x="4198" y="1312"/>
                </a:lnTo>
                <a:lnTo>
                  <a:pt x="4217" y="1274"/>
                </a:lnTo>
                <a:lnTo>
                  <a:pt x="4234" y="1235"/>
                </a:lnTo>
                <a:lnTo>
                  <a:pt x="4251" y="1196"/>
                </a:lnTo>
                <a:lnTo>
                  <a:pt x="4267" y="1156"/>
                </a:lnTo>
                <a:lnTo>
                  <a:pt x="4281" y="1117"/>
                </a:lnTo>
                <a:lnTo>
                  <a:pt x="4295" y="1078"/>
                </a:lnTo>
                <a:lnTo>
                  <a:pt x="4307" y="1039"/>
                </a:lnTo>
                <a:lnTo>
                  <a:pt x="4319" y="1000"/>
                </a:lnTo>
                <a:lnTo>
                  <a:pt x="4329" y="961"/>
                </a:lnTo>
                <a:lnTo>
                  <a:pt x="4340" y="923"/>
                </a:lnTo>
                <a:lnTo>
                  <a:pt x="4349" y="884"/>
                </a:lnTo>
                <a:lnTo>
                  <a:pt x="4357" y="847"/>
                </a:lnTo>
                <a:lnTo>
                  <a:pt x="4365" y="809"/>
                </a:lnTo>
                <a:lnTo>
                  <a:pt x="4377" y="736"/>
                </a:lnTo>
                <a:lnTo>
                  <a:pt x="4387" y="665"/>
                </a:lnTo>
                <a:lnTo>
                  <a:pt x="4395" y="598"/>
                </a:lnTo>
                <a:lnTo>
                  <a:pt x="4401" y="534"/>
                </a:lnTo>
                <a:lnTo>
                  <a:pt x="4405" y="474"/>
                </a:lnTo>
                <a:lnTo>
                  <a:pt x="4407" y="418"/>
                </a:lnTo>
                <a:lnTo>
                  <a:pt x="4409" y="367"/>
                </a:lnTo>
                <a:lnTo>
                  <a:pt x="4409" y="321"/>
                </a:lnTo>
                <a:lnTo>
                  <a:pt x="4409" y="281"/>
                </a:lnTo>
                <a:lnTo>
                  <a:pt x="4407" y="247"/>
                </a:lnTo>
                <a:lnTo>
                  <a:pt x="4404" y="201"/>
                </a:lnTo>
                <a:lnTo>
                  <a:pt x="4403" y="183"/>
                </a:lnTo>
                <a:lnTo>
                  <a:pt x="3786" y="183"/>
                </a:lnTo>
                <a:lnTo>
                  <a:pt x="3491" y="183"/>
                </a:lnTo>
                <a:lnTo>
                  <a:pt x="3491" y="0"/>
                </a:lnTo>
                <a:lnTo>
                  <a:pt x="919" y="0"/>
                </a:lnTo>
                <a:lnTo>
                  <a:pt x="919" y="183"/>
                </a:lnTo>
                <a:lnTo>
                  <a:pt x="624" y="183"/>
                </a:lnTo>
                <a:lnTo>
                  <a:pt x="6" y="183"/>
                </a:lnTo>
                <a:lnTo>
                  <a:pt x="5" y="201"/>
                </a:lnTo>
                <a:lnTo>
                  <a:pt x="2" y="247"/>
                </a:lnTo>
                <a:lnTo>
                  <a:pt x="1" y="282"/>
                </a:lnTo>
                <a:lnTo>
                  <a:pt x="0" y="321"/>
                </a:lnTo>
                <a:lnTo>
                  <a:pt x="1" y="367"/>
                </a:lnTo>
                <a:lnTo>
                  <a:pt x="2" y="419"/>
                </a:lnTo>
                <a:lnTo>
                  <a:pt x="4" y="475"/>
                </a:lnTo>
                <a:lnTo>
                  <a:pt x="8" y="535"/>
                </a:lnTo>
                <a:lnTo>
                  <a:pt x="14" y="599"/>
                </a:lnTo>
                <a:lnTo>
                  <a:pt x="22" y="667"/>
                </a:lnTo>
                <a:lnTo>
                  <a:pt x="32" y="737"/>
                </a:lnTo>
                <a:lnTo>
                  <a:pt x="45" y="811"/>
                </a:lnTo>
                <a:lnTo>
                  <a:pt x="52" y="848"/>
                </a:lnTo>
                <a:lnTo>
                  <a:pt x="61" y="886"/>
                </a:lnTo>
                <a:lnTo>
                  <a:pt x="69" y="924"/>
                </a:lnTo>
                <a:lnTo>
                  <a:pt x="79" y="962"/>
                </a:lnTo>
                <a:lnTo>
                  <a:pt x="91" y="1002"/>
                </a:lnTo>
                <a:lnTo>
                  <a:pt x="102" y="1041"/>
                </a:lnTo>
                <a:lnTo>
                  <a:pt x="115" y="1080"/>
                </a:lnTo>
                <a:lnTo>
                  <a:pt x="128" y="1120"/>
                </a:lnTo>
                <a:lnTo>
                  <a:pt x="142" y="1158"/>
                </a:lnTo>
                <a:lnTo>
                  <a:pt x="159" y="1198"/>
                </a:lnTo>
                <a:lnTo>
                  <a:pt x="175" y="1237"/>
                </a:lnTo>
                <a:lnTo>
                  <a:pt x="193" y="1276"/>
                </a:lnTo>
                <a:lnTo>
                  <a:pt x="211" y="1315"/>
                </a:lnTo>
                <a:lnTo>
                  <a:pt x="232" y="1354"/>
                </a:lnTo>
                <a:lnTo>
                  <a:pt x="253" y="1392"/>
                </a:lnTo>
                <a:lnTo>
                  <a:pt x="275" y="1430"/>
                </a:lnTo>
                <a:lnTo>
                  <a:pt x="299" y="1468"/>
                </a:lnTo>
                <a:lnTo>
                  <a:pt x="324" y="1504"/>
                </a:lnTo>
                <a:lnTo>
                  <a:pt x="350" y="1541"/>
                </a:lnTo>
                <a:lnTo>
                  <a:pt x="378" y="1577"/>
                </a:lnTo>
                <a:lnTo>
                  <a:pt x="407" y="1612"/>
                </a:lnTo>
                <a:lnTo>
                  <a:pt x="438" y="1646"/>
                </a:lnTo>
                <a:lnTo>
                  <a:pt x="470" y="1681"/>
                </a:lnTo>
                <a:lnTo>
                  <a:pt x="503" y="1713"/>
                </a:lnTo>
                <a:lnTo>
                  <a:pt x="538" y="1746"/>
                </a:lnTo>
                <a:lnTo>
                  <a:pt x="574" y="1776"/>
                </a:lnTo>
                <a:lnTo>
                  <a:pt x="613" y="1806"/>
                </a:lnTo>
                <a:lnTo>
                  <a:pt x="653" y="1835"/>
                </a:lnTo>
                <a:lnTo>
                  <a:pt x="694" y="1863"/>
                </a:lnTo>
                <a:lnTo>
                  <a:pt x="738" y="1890"/>
                </a:lnTo>
                <a:lnTo>
                  <a:pt x="782" y="1915"/>
                </a:lnTo>
                <a:lnTo>
                  <a:pt x="829" y="1939"/>
                </a:lnTo>
                <a:lnTo>
                  <a:pt x="878" y="1962"/>
                </a:lnTo>
                <a:lnTo>
                  <a:pt x="928" y="1983"/>
                </a:lnTo>
                <a:lnTo>
                  <a:pt x="981" y="2002"/>
                </a:lnTo>
                <a:lnTo>
                  <a:pt x="1035" y="2020"/>
                </a:lnTo>
                <a:lnTo>
                  <a:pt x="1137" y="2053"/>
                </a:lnTo>
                <a:lnTo>
                  <a:pt x="1230" y="2080"/>
                </a:lnTo>
                <a:lnTo>
                  <a:pt x="1311" y="2105"/>
                </a:lnTo>
                <a:lnTo>
                  <a:pt x="1384" y="2125"/>
                </a:lnTo>
                <a:lnTo>
                  <a:pt x="1417" y="2164"/>
                </a:lnTo>
                <a:lnTo>
                  <a:pt x="1452" y="2203"/>
                </a:lnTo>
                <a:lnTo>
                  <a:pt x="1488" y="2241"/>
                </a:lnTo>
                <a:lnTo>
                  <a:pt x="1525" y="2275"/>
                </a:lnTo>
                <a:lnTo>
                  <a:pt x="1562" y="2309"/>
                </a:lnTo>
                <a:lnTo>
                  <a:pt x="1600" y="2340"/>
                </a:lnTo>
                <a:lnTo>
                  <a:pt x="1639" y="2370"/>
                </a:lnTo>
                <a:lnTo>
                  <a:pt x="1679" y="2398"/>
                </a:lnTo>
                <a:lnTo>
                  <a:pt x="1720" y="2424"/>
                </a:lnTo>
                <a:lnTo>
                  <a:pt x="1761" y="2449"/>
                </a:lnTo>
                <a:lnTo>
                  <a:pt x="1803" y="2471"/>
                </a:lnTo>
                <a:lnTo>
                  <a:pt x="1845" y="2490"/>
                </a:lnTo>
                <a:lnTo>
                  <a:pt x="1888" y="2508"/>
                </a:lnTo>
                <a:lnTo>
                  <a:pt x="1933" y="2525"/>
                </a:lnTo>
                <a:lnTo>
                  <a:pt x="1976" y="2538"/>
                </a:lnTo>
                <a:lnTo>
                  <a:pt x="2021" y="2549"/>
                </a:lnTo>
                <a:lnTo>
                  <a:pt x="2021" y="3864"/>
                </a:lnTo>
                <a:lnTo>
                  <a:pt x="1963" y="3868"/>
                </a:lnTo>
                <a:lnTo>
                  <a:pt x="1906" y="3873"/>
                </a:lnTo>
                <a:lnTo>
                  <a:pt x="1850" y="3880"/>
                </a:lnTo>
                <a:lnTo>
                  <a:pt x="1795" y="3887"/>
                </a:lnTo>
                <a:lnTo>
                  <a:pt x="1741" y="3895"/>
                </a:lnTo>
                <a:lnTo>
                  <a:pt x="1688" y="3904"/>
                </a:lnTo>
                <a:lnTo>
                  <a:pt x="1636" y="3915"/>
                </a:lnTo>
                <a:lnTo>
                  <a:pt x="1587" y="3926"/>
                </a:lnTo>
                <a:lnTo>
                  <a:pt x="1537" y="3939"/>
                </a:lnTo>
                <a:lnTo>
                  <a:pt x="1489" y="3951"/>
                </a:lnTo>
                <a:lnTo>
                  <a:pt x="1444" y="3965"/>
                </a:lnTo>
                <a:lnTo>
                  <a:pt x="1399" y="3980"/>
                </a:lnTo>
                <a:lnTo>
                  <a:pt x="1355" y="3995"/>
                </a:lnTo>
                <a:lnTo>
                  <a:pt x="1314" y="4012"/>
                </a:lnTo>
                <a:lnTo>
                  <a:pt x="1274" y="4029"/>
                </a:lnTo>
                <a:lnTo>
                  <a:pt x="1237" y="4046"/>
                </a:lnTo>
                <a:lnTo>
                  <a:pt x="1200" y="4065"/>
                </a:lnTo>
                <a:lnTo>
                  <a:pt x="1166" y="4085"/>
                </a:lnTo>
                <a:lnTo>
                  <a:pt x="1134" y="4104"/>
                </a:lnTo>
                <a:lnTo>
                  <a:pt x="1104" y="4124"/>
                </a:lnTo>
                <a:lnTo>
                  <a:pt x="1076" y="4146"/>
                </a:lnTo>
                <a:lnTo>
                  <a:pt x="1049" y="4167"/>
                </a:lnTo>
                <a:lnTo>
                  <a:pt x="1026" y="4189"/>
                </a:lnTo>
                <a:lnTo>
                  <a:pt x="1004" y="4211"/>
                </a:lnTo>
                <a:lnTo>
                  <a:pt x="984" y="4235"/>
                </a:lnTo>
                <a:lnTo>
                  <a:pt x="968" y="4259"/>
                </a:lnTo>
                <a:lnTo>
                  <a:pt x="953" y="4282"/>
                </a:lnTo>
                <a:lnTo>
                  <a:pt x="947" y="4295"/>
                </a:lnTo>
                <a:lnTo>
                  <a:pt x="941" y="4307"/>
                </a:lnTo>
                <a:lnTo>
                  <a:pt x="936" y="4320"/>
                </a:lnTo>
                <a:lnTo>
                  <a:pt x="931" y="4332"/>
                </a:lnTo>
                <a:lnTo>
                  <a:pt x="927" y="4344"/>
                </a:lnTo>
                <a:lnTo>
                  <a:pt x="924" y="4358"/>
                </a:lnTo>
                <a:lnTo>
                  <a:pt x="922" y="4370"/>
                </a:lnTo>
                <a:lnTo>
                  <a:pt x="920" y="4383"/>
                </a:lnTo>
                <a:lnTo>
                  <a:pt x="919" y="4396"/>
                </a:lnTo>
                <a:lnTo>
                  <a:pt x="919" y="4408"/>
                </a:lnTo>
                <a:lnTo>
                  <a:pt x="3491" y="4408"/>
                </a:lnTo>
                <a:lnTo>
                  <a:pt x="3491" y="4396"/>
                </a:lnTo>
                <a:lnTo>
                  <a:pt x="3490" y="4383"/>
                </a:lnTo>
                <a:lnTo>
                  <a:pt x="3488" y="4370"/>
                </a:lnTo>
                <a:lnTo>
                  <a:pt x="3486" y="4358"/>
                </a:lnTo>
                <a:lnTo>
                  <a:pt x="3482" y="4344"/>
                </a:lnTo>
                <a:lnTo>
                  <a:pt x="3478" y="4332"/>
                </a:lnTo>
                <a:lnTo>
                  <a:pt x="3474" y="4320"/>
                </a:lnTo>
                <a:lnTo>
                  <a:pt x="3469" y="4307"/>
                </a:lnTo>
                <a:lnTo>
                  <a:pt x="3463" y="4295"/>
                </a:lnTo>
                <a:lnTo>
                  <a:pt x="3457" y="4282"/>
                </a:lnTo>
                <a:lnTo>
                  <a:pt x="3443" y="4259"/>
                </a:lnTo>
                <a:lnTo>
                  <a:pt x="3426" y="4235"/>
                </a:lnTo>
                <a:lnTo>
                  <a:pt x="3406" y="4211"/>
                </a:lnTo>
                <a:lnTo>
                  <a:pt x="3384" y="4189"/>
                </a:lnTo>
                <a:lnTo>
                  <a:pt x="3361" y="4167"/>
                </a:lnTo>
                <a:lnTo>
                  <a:pt x="3334" y="4146"/>
                </a:lnTo>
                <a:lnTo>
                  <a:pt x="3306" y="4124"/>
                </a:lnTo>
                <a:lnTo>
                  <a:pt x="3276" y="4104"/>
                </a:lnTo>
                <a:lnTo>
                  <a:pt x="3244" y="4085"/>
                </a:lnTo>
                <a:lnTo>
                  <a:pt x="3210" y="4065"/>
                </a:lnTo>
                <a:lnTo>
                  <a:pt x="3173" y="4046"/>
                </a:lnTo>
                <a:lnTo>
                  <a:pt x="3136" y="4029"/>
                </a:lnTo>
                <a:lnTo>
                  <a:pt x="3096" y="4012"/>
                </a:lnTo>
                <a:lnTo>
                  <a:pt x="3054" y="3995"/>
                </a:lnTo>
                <a:lnTo>
                  <a:pt x="3011" y="3980"/>
                </a:lnTo>
                <a:lnTo>
                  <a:pt x="2966" y="3965"/>
                </a:lnTo>
                <a:lnTo>
                  <a:pt x="2921" y="3951"/>
                </a:lnTo>
                <a:lnTo>
                  <a:pt x="2873" y="3939"/>
                </a:lnTo>
                <a:lnTo>
                  <a:pt x="2823" y="3926"/>
                </a:lnTo>
                <a:lnTo>
                  <a:pt x="2773" y="3915"/>
                </a:lnTo>
                <a:lnTo>
                  <a:pt x="2722" y="3904"/>
                </a:lnTo>
                <a:lnTo>
                  <a:pt x="2669" y="3895"/>
                </a:lnTo>
                <a:lnTo>
                  <a:pt x="2615" y="3887"/>
                </a:lnTo>
                <a:lnTo>
                  <a:pt x="2559" y="3880"/>
                </a:lnTo>
                <a:lnTo>
                  <a:pt x="2504" y="3873"/>
                </a:lnTo>
                <a:lnTo>
                  <a:pt x="2447" y="3868"/>
                </a:lnTo>
                <a:lnTo>
                  <a:pt x="2389" y="3864"/>
                </a:lnTo>
                <a:lnTo>
                  <a:pt x="2389" y="2549"/>
                </a:lnTo>
                <a:lnTo>
                  <a:pt x="2434" y="2538"/>
                </a:lnTo>
                <a:lnTo>
                  <a:pt x="2477" y="2525"/>
                </a:lnTo>
                <a:lnTo>
                  <a:pt x="2521" y="2508"/>
                </a:lnTo>
                <a:lnTo>
                  <a:pt x="2565" y="2491"/>
                </a:lnTo>
                <a:lnTo>
                  <a:pt x="2607" y="2471"/>
                </a:lnTo>
                <a:lnTo>
                  <a:pt x="2649" y="2449"/>
                </a:lnTo>
                <a:lnTo>
                  <a:pt x="2689" y="2425"/>
                </a:lnTo>
                <a:lnTo>
                  <a:pt x="2730" y="2399"/>
                </a:lnTo>
                <a:lnTo>
                  <a:pt x="2769" y="2370"/>
                </a:lnTo>
                <a:lnTo>
                  <a:pt x="2809" y="2341"/>
                </a:lnTo>
                <a:lnTo>
                  <a:pt x="2846" y="2310"/>
                </a:lnTo>
                <a:lnTo>
                  <a:pt x="2884" y="2276"/>
                </a:lnTo>
                <a:lnTo>
                  <a:pt x="2921" y="2242"/>
                </a:lnTo>
                <a:lnTo>
                  <a:pt x="2956" y="2205"/>
                </a:lnTo>
                <a:lnTo>
                  <a:pt x="2992" y="2167"/>
                </a:lnTo>
                <a:lnTo>
                  <a:pt x="3025" y="2127"/>
                </a:lnTo>
                <a:close/>
                <a:moveTo>
                  <a:pt x="3491" y="791"/>
                </a:moveTo>
                <a:lnTo>
                  <a:pt x="3491" y="367"/>
                </a:lnTo>
                <a:lnTo>
                  <a:pt x="3786" y="367"/>
                </a:lnTo>
                <a:lnTo>
                  <a:pt x="4226" y="367"/>
                </a:lnTo>
                <a:lnTo>
                  <a:pt x="4226" y="403"/>
                </a:lnTo>
                <a:lnTo>
                  <a:pt x="4225" y="441"/>
                </a:lnTo>
                <a:lnTo>
                  <a:pt x="4223" y="482"/>
                </a:lnTo>
                <a:lnTo>
                  <a:pt x="4220" y="525"/>
                </a:lnTo>
                <a:lnTo>
                  <a:pt x="4216" y="570"/>
                </a:lnTo>
                <a:lnTo>
                  <a:pt x="4211" y="617"/>
                </a:lnTo>
                <a:lnTo>
                  <a:pt x="4205" y="665"/>
                </a:lnTo>
                <a:lnTo>
                  <a:pt x="4198" y="716"/>
                </a:lnTo>
                <a:lnTo>
                  <a:pt x="4188" y="767"/>
                </a:lnTo>
                <a:lnTo>
                  <a:pt x="4177" y="819"/>
                </a:lnTo>
                <a:lnTo>
                  <a:pt x="4165" y="873"/>
                </a:lnTo>
                <a:lnTo>
                  <a:pt x="4152" y="927"/>
                </a:lnTo>
                <a:lnTo>
                  <a:pt x="4136" y="982"/>
                </a:lnTo>
                <a:lnTo>
                  <a:pt x="4117" y="1037"/>
                </a:lnTo>
                <a:lnTo>
                  <a:pt x="4097" y="1091"/>
                </a:lnTo>
                <a:lnTo>
                  <a:pt x="4075" y="1146"/>
                </a:lnTo>
                <a:lnTo>
                  <a:pt x="4050" y="1201"/>
                </a:lnTo>
                <a:lnTo>
                  <a:pt x="4037" y="1227"/>
                </a:lnTo>
                <a:lnTo>
                  <a:pt x="4023" y="1255"/>
                </a:lnTo>
                <a:lnTo>
                  <a:pt x="4009" y="1281"/>
                </a:lnTo>
                <a:lnTo>
                  <a:pt x="3994" y="1307"/>
                </a:lnTo>
                <a:lnTo>
                  <a:pt x="3977" y="1334"/>
                </a:lnTo>
                <a:lnTo>
                  <a:pt x="3961" y="1360"/>
                </a:lnTo>
                <a:lnTo>
                  <a:pt x="3944" y="1385"/>
                </a:lnTo>
                <a:lnTo>
                  <a:pt x="3926" y="1412"/>
                </a:lnTo>
                <a:lnTo>
                  <a:pt x="3907" y="1436"/>
                </a:lnTo>
                <a:lnTo>
                  <a:pt x="3887" y="1462"/>
                </a:lnTo>
                <a:lnTo>
                  <a:pt x="3867" y="1486"/>
                </a:lnTo>
                <a:lnTo>
                  <a:pt x="3847" y="1510"/>
                </a:lnTo>
                <a:lnTo>
                  <a:pt x="3824" y="1534"/>
                </a:lnTo>
                <a:lnTo>
                  <a:pt x="3802" y="1557"/>
                </a:lnTo>
                <a:lnTo>
                  <a:pt x="3779" y="1579"/>
                </a:lnTo>
                <a:lnTo>
                  <a:pt x="3754" y="1602"/>
                </a:lnTo>
                <a:lnTo>
                  <a:pt x="3729" y="1623"/>
                </a:lnTo>
                <a:lnTo>
                  <a:pt x="3703" y="1644"/>
                </a:lnTo>
                <a:lnTo>
                  <a:pt x="3676" y="1664"/>
                </a:lnTo>
                <a:lnTo>
                  <a:pt x="3649" y="1685"/>
                </a:lnTo>
                <a:lnTo>
                  <a:pt x="3619" y="1704"/>
                </a:lnTo>
                <a:lnTo>
                  <a:pt x="3590" y="1722"/>
                </a:lnTo>
                <a:lnTo>
                  <a:pt x="3560" y="1740"/>
                </a:lnTo>
                <a:lnTo>
                  <a:pt x="3528" y="1758"/>
                </a:lnTo>
                <a:lnTo>
                  <a:pt x="3496" y="1775"/>
                </a:lnTo>
                <a:lnTo>
                  <a:pt x="3462" y="1790"/>
                </a:lnTo>
                <a:lnTo>
                  <a:pt x="3428" y="1805"/>
                </a:lnTo>
                <a:lnTo>
                  <a:pt x="3392" y="1820"/>
                </a:lnTo>
                <a:lnTo>
                  <a:pt x="3357" y="1833"/>
                </a:lnTo>
                <a:lnTo>
                  <a:pt x="3319" y="1846"/>
                </a:lnTo>
                <a:lnTo>
                  <a:pt x="3192" y="1886"/>
                </a:lnTo>
                <a:lnTo>
                  <a:pt x="3227" y="1825"/>
                </a:lnTo>
                <a:lnTo>
                  <a:pt x="3258" y="1763"/>
                </a:lnTo>
                <a:lnTo>
                  <a:pt x="3289" y="1700"/>
                </a:lnTo>
                <a:lnTo>
                  <a:pt x="3317" y="1635"/>
                </a:lnTo>
                <a:lnTo>
                  <a:pt x="3345" y="1569"/>
                </a:lnTo>
                <a:lnTo>
                  <a:pt x="3369" y="1501"/>
                </a:lnTo>
                <a:lnTo>
                  <a:pt x="3391" y="1433"/>
                </a:lnTo>
                <a:lnTo>
                  <a:pt x="3411" y="1364"/>
                </a:lnTo>
                <a:lnTo>
                  <a:pt x="3430" y="1294"/>
                </a:lnTo>
                <a:lnTo>
                  <a:pt x="3446" y="1223"/>
                </a:lnTo>
                <a:lnTo>
                  <a:pt x="3459" y="1152"/>
                </a:lnTo>
                <a:lnTo>
                  <a:pt x="3470" y="1080"/>
                </a:lnTo>
                <a:lnTo>
                  <a:pt x="3475" y="1044"/>
                </a:lnTo>
                <a:lnTo>
                  <a:pt x="3479" y="1008"/>
                </a:lnTo>
                <a:lnTo>
                  <a:pt x="3482" y="972"/>
                </a:lnTo>
                <a:lnTo>
                  <a:pt x="3486" y="936"/>
                </a:lnTo>
                <a:lnTo>
                  <a:pt x="3488" y="900"/>
                </a:lnTo>
                <a:lnTo>
                  <a:pt x="3490" y="863"/>
                </a:lnTo>
                <a:lnTo>
                  <a:pt x="3491" y="828"/>
                </a:lnTo>
                <a:lnTo>
                  <a:pt x="3491" y="791"/>
                </a:lnTo>
                <a:close/>
                <a:moveTo>
                  <a:pt x="1091" y="1846"/>
                </a:moveTo>
                <a:lnTo>
                  <a:pt x="1091" y="1846"/>
                </a:lnTo>
                <a:lnTo>
                  <a:pt x="1053" y="1833"/>
                </a:lnTo>
                <a:lnTo>
                  <a:pt x="1017" y="1820"/>
                </a:lnTo>
                <a:lnTo>
                  <a:pt x="981" y="1805"/>
                </a:lnTo>
                <a:lnTo>
                  <a:pt x="947" y="1791"/>
                </a:lnTo>
                <a:lnTo>
                  <a:pt x="913" y="1775"/>
                </a:lnTo>
                <a:lnTo>
                  <a:pt x="881" y="1759"/>
                </a:lnTo>
                <a:lnTo>
                  <a:pt x="849" y="1741"/>
                </a:lnTo>
                <a:lnTo>
                  <a:pt x="819" y="1723"/>
                </a:lnTo>
                <a:lnTo>
                  <a:pt x="789" y="1705"/>
                </a:lnTo>
                <a:lnTo>
                  <a:pt x="760" y="1686"/>
                </a:lnTo>
                <a:lnTo>
                  <a:pt x="733" y="1665"/>
                </a:lnTo>
                <a:lnTo>
                  <a:pt x="705" y="1645"/>
                </a:lnTo>
                <a:lnTo>
                  <a:pt x="680" y="1624"/>
                </a:lnTo>
                <a:lnTo>
                  <a:pt x="655" y="1603"/>
                </a:lnTo>
                <a:lnTo>
                  <a:pt x="630" y="1580"/>
                </a:lnTo>
                <a:lnTo>
                  <a:pt x="607" y="1558"/>
                </a:lnTo>
                <a:lnTo>
                  <a:pt x="585" y="1535"/>
                </a:lnTo>
                <a:lnTo>
                  <a:pt x="562" y="1511"/>
                </a:lnTo>
                <a:lnTo>
                  <a:pt x="541" y="1487"/>
                </a:lnTo>
                <a:lnTo>
                  <a:pt x="521" y="1463"/>
                </a:lnTo>
                <a:lnTo>
                  <a:pt x="501" y="1438"/>
                </a:lnTo>
                <a:lnTo>
                  <a:pt x="483" y="1413"/>
                </a:lnTo>
                <a:lnTo>
                  <a:pt x="465" y="1387"/>
                </a:lnTo>
                <a:lnTo>
                  <a:pt x="448" y="1361"/>
                </a:lnTo>
                <a:lnTo>
                  <a:pt x="431" y="1336"/>
                </a:lnTo>
                <a:lnTo>
                  <a:pt x="415" y="1309"/>
                </a:lnTo>
                <a:lnTo>
                  <a:pt x="400" y="1283"/>
                </a:lnTo>
                <a:lnTo>
                  <a:pt x="386" y="1256"/>
                </a:lnTo>
                <a:lnTo>
                  <a:pt x="372" y="1229"/>
                </a:lnTo>
                <a:lnTo>
                  <a:pt x="358" y="1202"/>
                </a:lnTo>
                <a:lnTo>
                  <a:pt x="334" y="1147"/>
                </a:lnTo>
                <a:lnTo>
                  <a:pt x="312" y="1092"/>
                </a:lnTo>
                <a:lnTo>
                  <a:pt x="291" y="1038"/>
                </a:lnTo>
                <a:lnTo>
                  <a:pt x="273" y="983"/>
                </a:lnTo>
                <a:lnTo>
                  <a:pt x="258" y="928"/>
                </a:lnTo>
                <a:lnTo>
                  <a:pt x="244" y="874"/>
                </a:lnTo>
                <a:lnTo>
                  <a:pt x="232" y="820"/>
                </a:lnTo>
                <a:lnTo>
                  <a:pt x="221" y="768"/>
                </a:lnTo>
                <a:lnTo>
                  <a:pt x="212" y="716"/>
                </a:lnTo>
                <a:lnTo>
                  <a:pt x="204" y="666"/>
                </a:lnTo>
                <a:lnTo>
                  <a:pt x="198" y="618"/>
                </a:lnTo>
                <a:lnTo>
                  <a:pt x="194" y="570"/>
                </a:lnTo>
                <a:lnTo>
                  <a:pt x="190" y="525"/>
                </a:lnTo>
                <a:lnTo>
                  <a:pt x="187" y="482"/>
                </a:lnTo>
                <a:lnTo>
                  <a:pt x="185" y="441"/>
                </a:lnTo>
                <a:lnTo>
                  <a:pt x="184" y="404"/>
                </a:lnTo>
                <a:lnTo>
                  <a:pt x="184" y="367"/>
                </a:lnTo>
                <a:lnTo>
                  <a:pt x="624" y="367"/>
                </a:lnTo>
                <a:lnTo>
                  <a:pt x="919" y="367"/>
                </a:lnTo>
                <a:lnTo>
                  <a:pt x="919" y="791"/>
                </a:lnTo>
                <a:lnTo>
                  <a:pt x="919" y="828"/>
                </a:lnTo>
                <a:lnTo>
                  <a:pt x="920" y="863"/>
                </a:lnTo>
                <a:lnTo>
                  <a:pt x="922" y="900"/>
                </a:lnTo>
                <a:lnTo>
                  <a:pt x="924" y="936"/>
                </a:lnTo>
                <a:lnTo>
                  <a:pt x="927" y="972"/>
                </a:lnTo>
                <a:lnTo>
                  <a:pt x="930" y="1008"/>
                </a:lnTo>
                <a:lnTo>
                  <a:pt x="935" y="1044"/>
                </a:lnTo>
                <a:lnTo>
                  <a:pt x="940" y="1080"/>
                </a:lnTo>
                <a:lnTo>
                  <a:pt x="951" y="1151"/>
                </a:lnTo>
                <a:lnTo>
                  <a:pt x="964" y="1223"/>
                </a:lnTo>
                <a:lnTo>
                  <a:pt x="980" y="1293"/>
                </a:lnTo>
                <a:lnTo>
                  <a:pt x="998" y="1363"/>
                </a:lnTo>
                <a:lnTo>
                  <a:pt x="1019" y="1432"/>
                </a:lnTo>
                <a:lnTo>
                  <a:pt x="1041" y="1501"/>
                </a:lnTo>
                <a:lnTo>
                  <a:pt x="1065" y="1568"/>
                </a:lnTo>
                <a:lnTo>
                  <a:pt x="1092" y="1634"/>
                </a:lnTo>
                <a:lnTo>
                  <a:pt x="1120" y="1699"/>
                </a:lnTo>
                <a:lnTo>
                  <a:pt x="1151" y="1763"/>
                </a:lnTo>
                <a:lnTo>
                  <a:pt x="1183" y="1825"/>
                </a:lnTo>
                <a:lnTo>
                  <a:pt x="1217" y="1885"/>
                </a:lnTo>
                <a:lnTo>
                  <a:pt x="1091" y="1846"/>
                </a:lnTo>
                <a:close/>
                <a:moveTo>
                  <a:pt x="2205" y="1626"/>
                </a:moveTo>
                <a:lnTo>
                  <a:pt x="1637" y="2020"/>
                </a:lnTo>
                <a:lnTo>
                  <a:pt x="1837" y="1359"/>
                </a:lnTo>
                <a:lnTo>
                  <a:pt x="1287" y="940"/>
                </a:lnTo>
                <a:lnTo>
                  <a:pt x="1978" y="927"/>
                </a:lnTo>
                <a:lnTo>
                  <a:pt x="2205" y="274"/>
                </a:lnTo>
                <a:lnTo>
                  <a:pt x="2433" y="927"/>
                </a:lnTo>
                <a:lnTo>
                  <a:pt x="3123" y="940"/>
                </a:lnTo>
                <a:lnTo>
                  <a:pt x="2573" y="1359"/>
                </a:lnTo>
                <a:lnTo>
                  <a:pt x="2772" y="2020"/>
                </a:lnTo>
                <a:lnTo>
                  <a:pt x="2205" y="1626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815" y="3518655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815" y="2185256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4486" y="2633008"/>
            <a:ext cx="288961" cy="28896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815" y="4323715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815" y="3082458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815" y="5128775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815" y="5531305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815" y="3921185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815" y="5933835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815" y="4726245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6987526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/>
          <p:cNvSpPr/>
          <p:nvPr/>
        </p:nvSpPr>
        <p:spPr>
          <a:xfrm>
            <a:off x="4282751" y="1931436"/>
            <a:ext cx="3228391" cy="4348066"/>
          </a:xfrm>
          <a:prstGeom prst="roundRect">
            <a:avLst>
              <a:gd name="adj" fmla="val 116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08893"/>
              </p:ext>
            </p:extLst>
          </p:nvPr>
        </p:nvGraphicFramePr>
        <p:xfrm>
          <a:off x="5410798" y="2092748"/>
          <a:ext cx="1969144" cy="4144987"/>
        </p:xfrm>
        <a:graphic>
          <a:graphicData uri="http://schemas.openxmlformats.org/drawingml/2006/table">
            <a:tbl>
              <a:tblPr/>
              <a:tblGrid>
                <a:gridCol w="637200"/>
                <a:gridCol w="1331944"/>
              </a:tblGrid>
              <a:tr h="4524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 u="none" strike="noStrike" dirty="0">
                          <a:solidFill>
                            <a:schemeClr val="accent4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 dirty="0">
                          <a:solidFill>
                            <a:schemeClr val="accent4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美图秀秀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24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 u="none" strike="noStrike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 dirty="0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美颜相机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24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 u="none" strike="noStrike">
                          <a:solidFill>
                            <a:srgbClr val="FF99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FF99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GIF</a:t>
                      </a:r>
                      <a:r>
                        <a:rPr lang="zh-CN" altLang="en-US" sz="1400" b="1" i="0" u="none" strike="noStrike" dirty="0">
                          <a:solidFill>
                            <a:srgbClr val="FF99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快手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Pitu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美拍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潮自拍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VSCO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PicsArt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玩图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0" y="80924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最</a:t>
            </a:r>
            <a:r>
              <a:rPr lang="zh-CN" altLang="en-US" sz="2800" b="1" dirty="0" smtClean="0"/>
              <a:t>受</a:t>
            </a:r>
            <a:r>
              <a:rPr lang="en-US" altLang="zh-CN" sz="2800" b="1" dirty="0" smtClean="0"/>
              <a:t>00</a:t>
            </a:r>
            <a:r>
              <a:rPr lang="zh-CN" altLang="en-US" sz="2800" b="1" dirty="0" smtClean="0"/>
              <a:t>后欢迎的</a:t>
            </a:r>
            <a:r>
              <a:rPr lang="zh-CN" altLang="en-US" sz="3600" b="1" dirty="0" smtClean="0"/>
              <a:t>拍摄美化</a:t>
            </a:r>
            <a:r>
              <a:rPr lang="en-US" altLang="zh-CN" sz="2800" b="1" dirty="0"/>
              <a:t>APP</a:t>
            </a:r>
            <a:r>
              <a:rPr lang="en-US" altLang="zh-CN" sz="2000" b="1" dirty="0"/>
              <a:t>(2016</a:t>
            </a:r>
            <a:r>
              <a:rPr lang="zh-CN" altLang="en-US" sz="2000" b="1" dirty="0"/>
              <a:t>上半年</a:t>
            </a:r>
            <a:r>
              <a:rPr lang="en-US" altLang="zh-CN" sz="2000" b="1" dirty="0"/>
              <a:t>)</a:t>
            </a:r>
            <a:endParaRPr lang="zh-CN" altLang="en-US" sz="2000" b="1" dirty="0"/>
          </a:p>
        </p:txBody>
      </p:sp>
      <p:sp>
        <p:nvSpPr>
          <p:cNvPr id="20" name="KSO_Shape"/>
          <p:cNvSpPr>
            <a:spLocks/>
          </p:cNvSpPr>
          <p:nvPr/>
        </p:nvSpPr>
        <p:spPr bwMode="auto">
          <a:xfrm>
            <a:off x="4834002" y="2184269"/>
            <a:ext cx="247045" cy="247457"/>
          </a:xfrm>
          <a:custGeom>
            <a:avLst/>
            <a:gdLst>
              <a:gd name="T0" fmla="*/ 2147483646 w 4409"/>
              <a:gd name="T1" fmla="*/ 2147483646 h 4408"/>
              <a:gd name="T2" fmla="*/ 2147483646 w 4409"/>
              <a:gd name="T3" fmla="*/ 2147483646 h 4408"/>
              <a:gd name="T4" fmla="*/ 2147483646 w 4409"/>
              <a:gd name="T5" fmla="*/ 2147483646 h 4408"/>
              <a:gd name="T6" fmla="*/ 2147483646 w 4409"/>
              <a:gd name="T7" fmla="*/ 2147483646 h 4408"/>
              <a:gd name="T8" fmla="*/ 2147483646 w 4409"/>
              <a:gd name="T9" fmla="*/ 2147483646 h 4408"/>
              <a:gd name="T10" fmla="*/ 2147483646 w 4409"/>
              <a:gd name="T11" fmla="*/ 2147483646 h 4408"/>
              <a:gd name="T12" fmla="*/ 2147483646 w 4409"/>
              <a:gd name="T13" fmla="*/ 2147483646 h 4408"/>
              <a:gd name="T14" fmla="*/ 2147483646 w 4409"/>
              <a:gd name="T15" fmla="*/ 2147483646 h 4408"/>
              <a:gd name="T16" fmla="*/ 481718167 w 4409"/>
              <a:gd name="T17" fmla="*/ 2147483646 h 4408"/>
              <a:gd name="T18" fmla="*/ 321145301 w 4409"/>
              <a:gd name="T19" fmla="*/ 2147483646 h 4408"/>
              <a:gd name="T20" fmla="*/ 2147483646 w 4409"/>
              <a:gd name="T21" fmla="*/ 2147483646 h 4408"/>
              <a:gd name="T22" fmla="*/ 2147483646 w 4409"/>
              <a:gd name="T23" fmla="*/ 2147483646 h 4408"/>
              <a:gd name="T24" fmla="*/ 2147483646 w 4409"/>
              <a:gd name="T25" fmla="*/ 2147483646 h 4408"/>
              <a:gd name="T26" fmla="*/ 2147483646 w 4409"/>
              <a:gd name="T27" fmla="*/ 2147483646 h 4408"/>
              <a:gd name="T28" fmla="*/ 2147483646 w 4409"/>
              <a:gd name="T29" fmla="*/ 2147483646 h 4408"/>
              <a:gd name="T30" fmla="*/ 2147483646 w 4409"/>
              <a:gd name="T31" fmla="*/ 2147483646 h 4408"/>
              <a:gd name="T32" fmla="*/ 2147483646 w 4409"/>
              <a:gd name="T33" fmla="*/ 2147483646 h 4408"/>
              <a:gd name="T34" fmla="*/ 2147483646 w 4409"/>
              <a:gd name="T35" fmla="*/ 2147483646 h 4408"/>
              <a:gd name="T36" fmla="*/ 2147483646 w 4409"/>
              <a:gd name="T37" fmla="*/ 2147483646 h 4408"/>
              <a:gd name="T38" fmla="*/ 2147483646 w 4409"/>
              <a:gd name="T39" fmla="*/ 2147483646 h 4408"/>
              <a:gd name="T40" fmla="*/ 2147483646 w 4409"/>
              <a:gd name="T41" fmla="*/ 2147483646 h 4408"/>
              <a:gd name="T42" fmla="*/ 2147483646 w 4409"/>
              <a:gd name="T43" fmla="*/ 2147483646 h 4408"/>
              <a:gd name="T44" fmla="*/ 2147483646 w 4409"/>
              <a:gd name="T45" fmla="*/ 2147483646 h 4408"/>
              <a:gd name="T46" fmla="*/ 2147483646 w 4409"/>
              <a:gd name="T47" fmla="*/ 2147483646 h 4408"/>
              <a:gd name="T48" fmla="*/ 2147483646 w 4409"/>
              <a:gd name="T49" fmla="*/ 2147483646 h 4408"/>
              <a:gd name="T50" fmla="*/ 2147483646 w 4409"/>
              <a:gd name="T51" fmla="*/ 2147483646 h 4408"/>
              <a:gd name="T52" fmla="*/ 2147483646 w 4409"/>
              <a:gd name="T53" fmla="*/ 2147483646 h 4408"/>
              <a:gd name="T54" fmla="*/ 2147483646 w 4409"/>
              <a:gd name="T55" fmla="*/ 2147483646 h 4408"/>
              <a:gd name="T56" fmla="*/ 2147483646 w 4409"/>
              <a:gd name="T57" fmla="*/ 2147483646 h 4408"/>
              <a:gd name="T58" fmla="*/ 2147483646 w 4409"/>
              <a:gd name="T59" fmla="*/ 2147483646 h 4408"/>
              <a:gd name="T60" fmla="*/ 2147483646 w 4409"/>
              <a:gd name="T61" fmla="*/ 2147483646 h 4408"/>
              <a:gd name="T62" fmla="*/ 2147483646 w 4409"/>
              <a:gd name="T63" fmla="*/ 2147483646 h 4408"/>
              <a:gd name="T64" fmla="*/ 2147483646 w 4409"/>
              <a:gd name="T65" fmla="*/ 2147483646 h 4408"/>
              <a:gd name="T66" fmla="*/ 2147483646 w 4409"/>
              <a:gd name="T67" fmla="*/ 2147483646 h 4408"/>
              <a:gd name="T68" fmla="*/ 2147483646 w 4409"/>
              <a:gd name="T69" fmla="*/ 2147483646 h 4408"/>
              <a:gd name="T70" fmla="*/ 2147483646 w 4409"/>
              <a:gd name="T71" fmla="*/ 2147483646 h 4408"/>
              <a:gd name="T72" fmla="*/ 2147483646 w 4409"/>
              <a:gd name="T73" fmla="*/ 2147483646 h 4408"/>
              <a:gd name="T74" fmla="*/ 2147483646 w 4409"/>
              <a:gd name="T75" fmla="*/ 2147483646 h 4408"/>
              <a:gd name="T76" fmla="*/ 2147483646 w 4409"/>
              <a:gd name="T77" fmla="*/ 2147483646 h 4408"/>
              <a:gd name="T78" fmla="*/ 2147483646 w 4409"/>
              <a:gd name="T79" fmla="*/ 2147483646 h 4408"/>
              <a:gd name="T80" fmla="*/ 2147483646 w 4409"/>
              <a:gd name="T81" fmla="*/ 2147483646 h 4408"/>
              <a:gd name="T82" fmla="*/ 2147483646 w 4409"/>
              <a:gd name="T83" fmla="*/ 2147483646 h 4408"/>
              <a:gd name="T84" fmla="*/ 2147483646 w 4409"/>
              <a:gd name="T85" fmla="*/ 2147483646 h 4408"/>
              <a:gd name="T86" fmla="*/ 2147483646 w 4409"/>
              <a:gd name="T87" fmla="*/ 2147483646 h 4408"/>
              <a:gd name="T88" fmla="*/ 2147483646 w 4409"/>
              <a:gd name="T89" fmla="*/ 2147483646 h 4408"/>
              <a:gd name="T90" fmla="*/ 2147483646 w 4409"/>
              <a:gd name="T91" fmla="*/ 2147483646 h 4408"/>
              <a:gd name="T92" fmla="*/ 2147483646 w 4409"/>
              <a:gd name="T93" fmla="*/ 2147483646 h 4408"/>
              <a:gd name="T94" fmla="*/ 2147483646 w 4409"/>
              <a:gd name="T95" fmla="*/ 2147483646 h 4408"/>
              <a:gd name="T96" fmla="*/ 2147483646 w 4409"/>
              <a:gd name="T97" fmla="*/ 2147483646 h 4408"/>
              <a:gd name="T98" fmla="*/ 2147483646 w 4409"/>
              <a:gd name="T99" fmla="*/ 2147483646 h 4408"/>
              <a:gd name="T100" fmla="*/ 2147483646 w 4409"/>
              <a:gd name="T101" fmla="*/ 2147483646 h 4408"/>
              <a:gd name="T102" fmla="*/ 2147483646 w 4409"/>
              <a:gd name="T103" fmla="*/ 2147483646 h 4408"/>
              <a:gd name="T104" fmla="*/ 2147483646 w 4409"/>
              <a:gd name="T105" fmla="*/ 2147483646 h 4408"/>
              <a:gd name="T106" fmla="*/ 2147483646 w 4409"/>
              <a:gd name="T107" fmla="*/ 2147483646 h 4408"/>
              <a:gd name="T108" fmla="*/ 2147483646 w 4409"/>
              <a:gd name="T109" fmla="*/ 2147483646 h 44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409" h="4408">
                <a:moveTo>
                  <a:pt x="3025" y="2127"/>
                </a:moveTo>
                <a:lnTo>
                  <a:pt x="3025" y="2127"/>
                </a:lnTo>
                <a:lnTo>
                  <a:pt x="3097" y="2107"/>
                </a:lnTo>
                <a:lnTo>
                  <a:pt x="3179" y="2081"/>
                </a:lnTo>
                <a:lnTo>
                  <a:pt x="3271" y="2053"/>
                </a:lnTo>
                <a:lnTo>
                  <a:pt x="3375" y="2020"/>
                </a:lnTo>
                <a:lnTo>
                  <a:pt x="3429" y="2002"/>
                </a:lnTo>
                <a:lnTo>
                  <a:pt x="3481" y="1982"/>
                </a:lnTo>
                <a:lnTo>
                  <a:pt x="3532" y="1961"/>
                </a:lnTo>
                <a:lnTo>
                  <a:pt x="3580" y="1938"/>
                </a:lnTo>
                <a:lnTo>
                  <a:pt x="3626" y="1914"/>
                </a:lnTo>
                <a:lnTo>
                  <a:pt x="3672" y="1889"/>
                </a:lnTo>
                <a:lnTo>
                  <a:pt x="3715" y="1861"/>
                </a:lnTo>
                <a:lnTo>
                  <a:pt x="3756" y="1834"/>
                </a:lnTo>
                <a:lnTo>
                  <a:pt x="3797" y="1804"/>
                </a:lnTo>
                <a:lnTo>
                  <a:pt x="3834" y="1774"/>
                </a:lnTo>
                <a:lnTo>
                  <a:pt x="3871" y="1744"/>
                </a:lnTo>
                <a:lnTo>
                  <a:pt x="3906" y="1711"/>
                </a:lnTo>
                <a:lnTo>
                  <a:pt x="3940" y="1679"/>
                </a:lnTo>
                <a:lnTo>
                  <a:pt x="3971" y="1644"/>
                </a:lnTo>
                <a:lnTo>
                  <a:pt x="4002" y="1610"/>
                </a:lnTo>
                <a:lnTo>
                  <a:pt x="4031" y="1575"/>
                </a:lnTo>
                <a:lnTo>
                  <a:pt x="4059" y="1539"/>
                </a:lnTo>
                <a:lnTo>
                  <a:pt x="4085" y="1502"/>
                </a:lnTo>
                <a:lnTo>
                  <a:pt x="4110" y="1466"/>
                </a:lnTo>
                <a:lnTo>
                  <a:pt x="4134" y="1428"/>
                </a:lnTo>
                <a:lnTo>
                  <a:pt x="4157" y="1390"/>
                </a:lnTo>
                <a:lnTo>
                  <a:pt x="4177" y="1351"/>
                </a:lnTo>
                <a:lnTo>
                  <a:pt x="4198" y="1312"/>
                </a:lnTo>
                <a:lnTo>
                  <a:pt x="4217" y="1274"/>
                </a:lnTo>
                <a:lnTo>
                  <a:pt x="4234" y="1235"/>
                </a:lnTo>
                <a:lnTo>
                  <a:pt x="4251" y="1196"/>
                </a:lnTo>
                <a:lnTo>
                  <a:pt x="4267" y="1156"/>
                </a:lnTo>
                <a:lnTo>
                  <a:pt x="4281" y="1117"/>
                </a:lnTo>
                <a:lnTo>
                  <a:pt x="4295" y="1078"/>
                </a:lnTo>
                <a:lnTo>
                  <a:pt x="4307" y="1039"/>
                </a:lnTo>
                <a:lnTo>
                  <a:pt x="4319" y="1000"/>
                </a:lnTo>
                <a:lnTo>
                  <a:pt x="4329" y="961"/>
                </a:lnTo>
                <a:lnTo>
                  <a:pt x="4340" y="923"/>
                </a:lnTo>
                <a:lnTo>
                  <a:pt x="4349" y="884"/>
                </a:lnTo>
                <a:lnTo>
                  <a:pt x="4357" y="847"/>
                </a:lnTo>
                <a:lnTo>
                  <a:pt x="4365" y="809"/>
                </a:lnTo>
                <a:lnTo>
                  <a:pt x="4377" y="736"/>
                </a:lnTo>
                <a:lnTo>
                  <a:pt x="4387" y="665"/>
                </a:lnTo>
                <a:lnTo>
                  <a:pt x="4395" y="598"/>
                </a:lnTo>
                <a:lnTo>
                  <a:pt x="4401" y="534"/>
                </a:lnTo>
                <a:lnTo>
                  <a:pt x="4405" y="474"/>
                </a:lnTo>
                <a:lnTo>
                  <a:pt x="4407" y="418"/>
                </a:lnTo>
                <a:lnTo>
                  <a:pt x="4409" y="367"/>
                </a:lnTo>
                <a:lnTo>
                  <a:pt x="4409" y="321"/>
                </a:lnTo>
                <a:lnTo>
                  <a:pt x="4409" y="281"/>
                </a:lnTo>
                <a:lnTo>
                  <a:pt x="4407" y="247"/>
                </a:lnTo>
                <a:lnTo>
                  <a:pt x="4404" y="201"/>
                </a:lnTo>
                <a:lnTo>
                  <a:pt x="4403" y="183"/>
                </a:lnTo>
                <a:lnTo>
                  <a:pt x="3786" y="183"/>
                </a:lnTo>
                <a:lnTo>
                  <a:pt x="3491" y="183"/>
                </a:lnTo>
                <a:lnTo>
                  <a:pt x="3491" y="0"/>
                </a:lnTo>
                <a:lnTo>
                  <a:pt x="919" y="0"/>
                </a:lnTo>
                <a:lnTo>
                  <a:pt x="919" y="183"/>
                </a:lnTo>
                <a:lnTo>
                  <a:pt x="624" y="183"/>
                </a:lnTo>
                <a:lnTo>
                  <a:pt x="6" y="183"/>
                </a:lnTo>
                <a:lnTo>
                  <a:pt x="5" y="201"/>
                </a:lnTo>
                <a:lnTo>
                  <a:pt x="2" y="247"/>
                </a:lnTo>
                <a:lnTo>
                  <a:pt x="1" y="282"/>
                </a:lnTo>
                <a:lnTo>
                  <a:pt x="0" y="321"/>
                </a:lnTo>
                <a:lnTo>
                  <a:pt x="1" y="367"/>
                </a:lnTo>
                <a:lnTo>
                  <a:pt x="2" y="419"/>
                </a:lnTo>
                <a:lnTo>
                  <a:pt x="4" y="475"/>
                </a:lnTo>
                <a:lnTo>
                  <a:pt x="8" y="535"/>
                </a:lnTo>
                <a:lnTo>
                  <a:pt x="14" y="599"/>
                </a:lnTo>
                <a:lnTo>
                  <a:pt x="22" y="667"/>
                </a:lnTo>
                <a:lnTo>
                  <a:pt x="32" y="737"/>
                </a:lnTo>
                <a:lnTo>
                  <a:pt x="45" y="811"/>
                </a:lnTo>
                <a:lnTo>
                  <a:pt x="52" y="848"/>
                </a:lnTo>
                <a:lnTo>
                  <a:pt x="61" y="886"/>
                </a:lnTo>
                <a:lnTo>
                  <a:pt x="69" y="924"/>
                </a:lnTo>
                <a:lnTo>
                  <a:pt x="79" y="962"/>
                </a:lnTo>
                <a:lnTo>
                  <a:pt x="91" y="1002"/>
                </a:lnTo>
                <a:lnTo>
                  <a:pt x="102" y="1041"/>
                </a:lnTo>
                <a:lnTo>
                  <a:pt x="115" y="1080"/>
                </a:lnTo>
                <a:lnTo>
                  <a:pt x="128" y="1120"/>
                </a:lnTo>
                <a:lnTo>
                  <a:pt x="142" y="1158"/>
                </a:lnTo>
                <a:lnTo>
                  <a:pt x="159" y="1198"/>
                </a:lnTo>
                <a:lnTo>
                  <a:pt x="175" y="1237"/>
                </a:lnTo>
                <a:lnTo>
                  <a:pt x="193" y="1276"/>
                </a:lnTo>
                <a:lnTo>
                  <a:pt x="211" y="1315"/>
                </a:lnTo>
                <a:lnTo>
                  <a:pt x="232" y="1354"/>
                </a:lnTo>
                <a:lnTo>
                  <a:pt x="253" y="1392"/>
                </a:lnTo>
                <a:lnTo>
                  <a:pt x="275" y="1430"/>
                </a:lnTo>
                <a:lnTo>
                  <a:pt x="299" y="1468"/>
                </a:lnTo>
                <a:lnTo>
                  <a:pt x="324" y="1504"/>
                </a:lnTo>
                <a:lnTo>
                  <a:pt x="350" y="1541"/>
                </a:lnTo>
                <a:lnTo>
                  <a:pt x="378" y="1577"/>
                </a:lnTo>
                <a:lnTo>
                  <a:pt x="407" y="1612"/>
                </a:lnTo>
                <a:lnTo>
                  <a:pt x="438" y="1646"/>
                </a:lnTo>
                <a:lnTo>
                  <a:pt x="470" y="1681"/>
                </a:lnTo>
                <a:lnTo>
                  <a:pt x="503" y="1713"/>
                </a:lnTo>
                <a:lnTo>
                  <a:pt x="538" y="1746"/>
                </a:lnTo>
                <a:lnTo>
                  <a:pt x="574" y="1776"/>
                </a:lnTo>
                <a:lnTo>
                  <a:pt x="613" y="1806"/>
                </a:lnTo>
                <a:lnTo>
                  <a:pt x="653" y="1835"/>
                </a:lnTo>
                <a:lnTo>
                  <a:pt x="694" y="1863"/>
                </a:lnTo>
                <a:lnTo>
                  <a:pt x="738" y="1890"/>
                </a:lnTo>
                <a:lnTo>
                  <a:pt x="782" y="1915"/>
                </a:lnTo>
                <a:lnTo>
                  <a:pt x="829" y="1939"/>
                </a:lnTo>
                <a:lnTo>
                  <a:pt x="878" y="1962"/>
                </a:lnTo>
                <a:lnTo>
                  <a:pt x="928" y="1983"/>
                </a:lnTo>
                <a:lnTo>
                  <a:pt x="981" y="2002"/>
                </a:lnTo>
                <a:lnTo>
                  <a:pt x="1035" y="2020"/>
                </a:lnTo>
                <a:lnTo>
                  <a:pt x="1137" y="2053"/>
                </a:lnTo>
                <a:lnTo>
                  <a:pt x="1230" y="2080"/>
                </a:lnTo>
                <a:lnTo>
                  <a:pt x="1311" y="2105"/>
                </a:lnTo>
                <a:lnTo>
                  <a:pt x="1384" y="2125"/>
                </a:lnTo>
                <a:lnTo>
                  <a:pt x="1417" y="2164"/>
                </a:lnTo>
                <a:lnTo>
                  <a:pt x="1452" y="2203"/>
                </a:lnTo>
                <a:lnTo>
                  <a:pt x="1488" y="2241"/>
                </a:lnTo>
                <a:lnTo>
                  <a:pt x="1525" y="2275"/>
                </a:lnTo>
                <a:lnTo>
                  <a:pt x="1562" y="2309"/>
                </a:lnTo>
                <a:lnTo>
                  <a:pt x="1600" y="2340"/>
                </a:lnTo>
                <a:lnTo>
                  <a:pt x="1639" y="2370"/>
                </a:lnTo>
                <a:lnTo>
                  <a:pt x="1679" y="2398"/>
                </a:lnTo>
                <a:lnTo>
                  <a:pt x="1720" y="2424"/>
                </a:lnTo>
                <a:lnTo>
                  <a:pt x="1761" y="2449"/>
                </a:lnTo>
                <a:lnTo>
                  <a:pt x="1803" y="2471"/>
                </a:lnTo>
                <a:lnTo>
                  <a:pt x="1845" y="2490"/>
                </a:lnTo>
                <a:lnTo>
                  <a:pt x="1888" y="2508"/>
                </a:lnTo>
                <a:lnTo>
                  <a:pt x="1933" y="2525"/>
                </a:lnTo>
                <a:lnTo>
                  <a:pt x="1976" y="2538"/>
                </a:lnTo>
                <a:lnTo>
                  <a:pt x="2021" y="2549"/>
                </a:lnTo>
                <a:lnTo>
                  <a:pt x="2021" y="3864"/>
                </a:lnTo>
                <a:lnTo>
                  <a:pt x="1963" y="3868"/>
                </a:lnTo>
                <a:lnTo>
                  <a:pt x="1906" y="3873"/>
                </a:lnTo>
                <a:lnTo>
                  <a:pt x="1850" y="3880"/>
                </a:lnTo>
                <a:lnTo>
                  <a:pt x="1795" y="3887"/>
                </a:lnTo>
                <a:lnTo>
                  <a:pt x="1741" y="3895"/>
                </a:lnTo>
                <a:lnTo>
                  <a:pt x="1688" y="3904"/>
                </a:lnTo>
                <a:lnTo>
                  <a:pt x="1636" y="3915"/>
                </a:lnTo>
                <a:lnTo>
                  <a:pt x="1587" y="3926"/>
                </a:lnTo>
                <a:lnTo>
                  <a:pt x="1537" y="3939"/>
                </a:lnTo>
                <a:lnTo>
                  <a:pt x="1489" y="3951"/>
                </a:lnTo>
                <a:lnTo>
                  <a:pt x="1444" y="3965"/>
                </a:lnTo>
                <a:lnTo>
                  <a:pt x="1399" y="3980"/>
                </a:lnTo>
                <a:lnTo>
                  <a:pt x="1355" y="3995"/>
                </a:lnTo>
                <a:lnTo>
                  <a:pt x="1314" y="4012"/>
                </a:lnTo>
                <a:lnTo>
                  <a:pt x="1274" y="4029"/>
                </a:lnTo>
                <a:lnTo>
                  <a:pt x="1237" y="4046"/>
                </a:lnTo>
                <a:lnTo>
                  <a:pt x="1200" y="4065"/>
                </a:lnTo>
                <a:lnTo>
                  <a:pt x="1166" y="4085"/>
                </a:lnTo>
                <a:lnTo>
                  <a:pt x="1134" y="4104"/>
                </a:lnTo>
                <a:lnTo>
                  <a:pt x="1104" y="4124"/>
                </a:lnTo>
                <a:lnTo>
                  <a:pt x="1076" y="4146"/>
                </a:lnTo>
                <a:lnTo>
                  <a:pt x="1049" y="4167"/>
                </a:lnTo>
                <a:lnTo>
                  <a:pt x="1026" y="4189"/>
                </a:lnTo>
                <a:lnTo>
                  <a:pt x="1004" y="4211"/>
                </a:lnTo>
                <a:lnTo>
                  <a:pt x="984" y="4235"/>
                </a:lnTo>
                <a:lnTo>
                  <a:pt x="968" y="4259"/>
                </a:lnTo>
                <a:lnTo>
                  <a:pt x="953" y="4282"/>
                </a:lnTo>
                <a:lnTo>
                  <a:pt x="947" y="4295"/>
                </a:lnTo>
                <a:lnTo>
                  <a:pt x="941" y="4307"/>
                </a:lnTo>
                <a:lnTo>
                  <a:pt x="936" y="4320"/>
                </a:lnTo>
                <a:lnTo>
                  <a:pt x="931" y="4332"/>
                </a:lnTo>
                <a:lnTo>
                  <a:pt x="927" y="4344"/>
                </a:lnTo>
                <a:lnTo>
                  <a:pt x="924" y="4358"/>
                </a:lnTo>
                <a:lnTo>
                  <a:pt x="922" y="4370"/>
                </a:lnTo>
                <a:lnTo>
                  <a:pt x="920" y="4383"/>
                </a:lnTo>
                <a:lnTo>
                  <a:pt x="919" y="4396"/>
                </a:lnTo>
                <a:lnTo>
                  <a:pt x="919" y="4408"/>
                </a:lnTo>
                <a:lnTo>
                  <a:pt x="3491" y="4408"/>
                </a:lnTo>
                <a:lnTo>
                  <a:pt x="3491" y="4396"/>
                </a:lnTo>
                <a:lnTo>
                  <a:pt x="3490" y="4383"/>
                </a:lnTo>
                <a:lnTo>
                  <a:pt x="3488" y="4370"/>
                </a:lnTo>
                <a:lnTo>
                  <a:pt x="3486" y="4358"/>
                </a:lnTo>
                <a:lnTo>
                  <a:pt x="3482" y="4344"/>
                </a:lnTo>
                <a:lnTo>
                  <a:pt x="3478" y="4332"/>
                </a:lnTo>
                <a:lnTo>
                  <a:pt x="3474" y="4320"/>
                </a:lnTo>
                <a:lnTo>
                  <a:pt x="3469" y="4307"/>
                </a:lnTo>
                <a:lnTo>
                  <a:pt x="3463" y="4295"/>
                </a:lnTo>
                <a:lnTo>
                  <a:pt x="3457" y="4282"/>
                </a:lnTo>
                <a:lnTo>
                  <a:pt x="3443" y="4259"/>
                </a:lnTo>
                <a:lnTo>
                  <a:pt x="3426" y="4235"/>
                </a:lnTo>
                <a:lnTo>
                  <a:pt x="3406" y="4211"/>
                </a:lnTo>
                <a:lnTo>
                  <a:pt x="3384" y="4189"/>
                </a:lnTo>
                <a:lnTo>
                  <a:pt x="3361" y="4167"/>
                </a:lnTo>
                <a:lnTo>
                  <a:pt x="3334" y="4146"/>
                </a:lnTo>
                <a:lnTo>
                  <a:pt x="3306" y="4124"/>
                </a:lnTo>
                <a:lnTo>
                  <a:pt x="3276" y="4104"/>
                </a:lnTo>
                <a:lnTo>
                  <a:pt x="3244" y="4085"/>
                </a:lnTo>
                <a:lnTo>
                  <a:pt x="3210" y="4065"/>
                </a:lnTo>
                <a:lnTo>
                  <a:pt x="3173" y="4046"/>
                </a:lnTo>
                <a:lnTo>
                  <a:pt x="3136" y="4029"/>
                </a:lnTo>
                <a:lnTo>
                  <a:pt x="3096" y="4012"/>
                </a:lnTo>
                <a:lnTo>
                  <a:pt x="3054" y="3995"/>
                </a:lnTo>
                <a:lnTo>
                  <a:pt x="3011" y="3980"/>
                </a:lnTo>
                <a:lnTo>
                  <a:pt x="2966" y="3965"/>
                </a:lnTo>
                <a:lnTo>
                  <a:pt x="2921" y="3951"/>
                </a:lnTo>
                <a:lnTo>
                  <a:pt x="2873" y="3939"/>
                </a:lnTo>
                <a:lnTo>
                  <a:pt x="2823" y="3926"/>
                </a:lnTo>
                <a:lnTo>
                  <a:pt x="2773" y="3915"/>
                </a:lnTo>
                <a:lnTo>
                  <a:pt x="2722" y="3904"/>
                </a:lnTo>
                <a:lnTo>
                  <a:pt x="2669" y="3895"/>
                </a:lnTo>
                <a:lnTo>
                  <a:pt x="2615" y="3887"/>
                </a:lnTo>
                <a:lnTo>
                  <a:pt x="2559" y="3880"/>
                </a:lnTo>
                <a:lnTo>
                  <a:pt x="2504" y="3873"/>
                </a:lnTo>
                <a:lnTo>
                  <a:pt x="2447" y="3868"/>
                </a:lnTo>
                <a:lnTo>
                  <a:pt x="2389" y="3864"/>
                </a:lnTo>
                <a:lnTo>
                  <a:pt x="2389" y="2549"/>
                </a:lnTo>
                <a:lnTo>
                  <a:pt x="2434" y="2538"/>
                </a:lnTo>
                <a:lnTo>
                  <a:pt x="2477" y="2525"/>
                </a:lnTo>
                <a:lnTo>
                  <a:pt x="2521" y="2508"/>
                </a:lnTo>
                <a:lnTo>
                  <a:pt x="2565" y="2491"/>
                </a:lnTo>
                <a:lnTo>
                  <a:pt x="2607" y="2471"/>
                </a:lnTo>
                <a:lnTo>
                  <a:pt x="2649" y="2449"/>
                </a:lnTo>
                <a:lnTo>
                  <a:pt x="2689" y="2425"/>
                </a:lnTo>
                <a:lnTo>
                  <a:pt x="2730" y="2399"/>
                </a:lnTo>
                <a:lnTo>
                  <a:pt x="2769" y="2370"/>
                </a:lnTo>
                <a:lnTo>
                  <a:pt x="2809" y="2341"/>
                </a:lnTo>
                <a:lnTo>
                  <a:pt x="2846" y="2310"/>
                </a:lnTo>
                <a:lnTo>
                  <a:pt x="2884" y="2276"/>
                </a:lnTo>
                <a:lnTo>
                  <a:pt x="2921" y="2242"/>
                </a:lnTo>
                <a:lnTo>
                  <a:pt x="2956" y="2205"/>
                </a:lnTo>
                <a:lnTo>
                  <a:pt x="2992" y="2167"/>
                </a:lnTo>
                <a:lnTo>
                  <a:pt x="3025" y="2127"/>
                </a:lnTo>
                <a:close/>
                <a:moveTo>
                  <a:pt x="3491" y="791"/>
                </a:moveTo>
                <a:lnTo>
                  <a:pt x="3491" y="367"/>
                </a:lnTo>
                <a:lnTo>
                  <a:pt x="3786" y="367"/>
                </a:lnTo>
                <a:lnTo>
                  <a:pt x="4226" y="367"/>
                </a:lnTo>
                <a:lnTo>
                  <a:pt x="4226" y="403"/>
                </a:lnTo>
                <a:lnTo>
                  <a:pt x="4225" y="441"/>
                </a:lnTo>
                <a:lnTo>
                  <a:pt x="4223" y="482"/>
                </a:lnTo>
                <a:lnTo>
                  <a:pt x="4220" y="525"/>
                </a:lnTo>
                <a:lnTo>
                  <a:pt x="4216" y="570"/>
                </a:lnTo>
                <a:lnTo>
                  <a:pt x="4211" y="617"/>
                </a:lnTo>
                <a:lnTo>
                  <a:pt x="4205" y="665"/>
                </a:lnTo>
                <a:lnTo>
                  <a:pt x="4198" y="716"/>
                </a:lnTo>
                <a:lnTo>
                  <a:pt x="4188" y="767"/>
                </a:lnTo>
                <a:lnTo>
                  <a:pt x="4177" y="819"/>
                </a:lnTo>
                <a:lnTo>
                  <a:pt x="4165" y="873"/>
                </a:lnTo>
                <a:lnTo>
                  <a:pt x="4152" y="927"/>
                </a:lnTo>
                <a:lnTo>
                  <a:pt x="4136" y="982"/>
                </a:lnTo>
                <a:lnTo>
                  <a:pt x="4117" y="1037"/>
                </a:lnTo>
                <a:lnTo>
                  <a:pt x="4097" y="1091"/>
                </a:lnTo>
                <a:lnTo>
                  <a:pt x="4075" y="1146"/>
                </a:lnTo>
                <a:lnTo>
                  <a:pt x="4050" y="1201"/>
                </a:lnTo>
                <a:lnTo>
                  <a:pt x="4037" y="1227"/>
                </a:lnTo>
                <a:lnTo>
                  <a:pt x="4023" y="1255"/>
                </a:lnTo>
                <a:lnTo>
                  <a:pt x="4009" y="1281"/>
                </a:lnTo>
                <a:lnTo>
                  <a:pt x="3994" y="1307"/>
                </a:lnTo>
                <a:lnTo>
                  <a:pt x="3977" y="1334"/>
                </a:lnTo>
                <a:lnTo>
                  <a:pt x="3961" y="1360"/>
                </a:lnTo>
                <a:lnTo>
                  <a:pt x="3944" y="1385"/>
                </a:lnTo>
                <a:lnTo>
                  <a:pt x="3926" y="1412"/>
                </a:lnTo>
                <a:lnTo>
                  <a:pt x="3907" y="1436"/>
                </a:lnTo>
                <a:lnTo>
                  <a:pt x="3887" y="1462"/>
                </a:lnTo>
                <a:lnTo>
                  <a:pt x="3867" y="1486"/>
                </a:lnTo>
                <a:lnTo>
                  <a:pt x="3847" y="1510"/>
                </a:lnTo>
                <a:lnTo>
                  <a:pt x="3824" y="1534"/>
                </a:lnTo>
                <a:lnTo>
                  <a:pt x="3802" y="1557"/>
                </a:lnTo>
                <a:lnTo>
                  <a:pt x="3779" y="1579"/>
                </a:lnTo>
                <a:lnTo>
                  <a:pt x="3754" y="1602"/>
                </a:lnTo>
                <a:lnTo>
                  <a:pt x="3729" y="1623"/>
                </a:lnTo>
                <a:lnTo>
                  <a:pt x="3703" y="1644"/>
                </a:lnTo>
                <a:lnTo>
                  <a:pt x="3676" y="1664"/>
                </a:lnTo>
                <a:lnTo>
                  <a:pt x="3649" y="1685"/>
                </a:lnTo>
                <a:lnTo>
                  <a:pt x="3619" y="1704"/>
                </a:lnTo>
                <a:lnTo>
                  <a:pt x="3590" y="1722"/>
                </a:lnTo>
                <a:lnTo>
                  <a:pt x="3560" y="1740"/>
                </a:lnTo>
                <a:lnTo>
                  <a:pt x="3528" y="1758"/>
                </a:lnTo>
                <a:lnTo>
                  <a:pt x="3496" y="1775"/>
                </a:lnTo>
                <a:lnTo>
                  <a:pt x="3462" y="1790"/>
                </a:lnTo>
                <a:lnTo>
                  <a:pt x="3428" y="1805"/>
                </a:lnTo>
                <a:lnTo>
                  <a:pt x="3392" y="1820"/>
                </a:lnTo>
                <a:lnTo>
                  <a:pt x="3357" y="1833"/>
                </a:lnTo>
                <a:lnTo>
                  <a:pt x="3319" y="1846"/>
                </a:lnTo>
                <a:lnTo>
                  <a:pt x="3192" y="1886"/>
                </a:lnTo>
                <a:lnTo>
                  <a:pt x="3227" y="1825"/>
                </a:lnTo>
                <a:lnTo>
                  <a:pt x="3258" y="1763"/>
                </a:lnTo>
                <a:lnTo>
                  <a:pt x="3289" y="1700"/>
                </a:lnTo>
                <a:lnTo>
                  <a:pt x="3317" y="1635"/>
                </a:lnTo>
                <a:lnTo>
                  <a:pt x="3345" y="1569"/>
                </a:lnTo>
                <a:lnTo>
                  <a:pt x="3369" y="1501"/>
                </a:lnTo>
                <a:lnTo>
                  <a:pt x="3391" y="1433"/>
                </a:lnTo>
                <a:lnTo>
                  <a:pt x="3411" y="1364"/>
                </a:lnTo>
                <a:lnTo>
                  <a:pt x="3430" y="1294"/>
                </a:lnTo>
                <a:lnTo>
                  <a:pt x="3446" y="1223"/>
                </a:lnTo>
                <a:lnTo>
                  <a:pt x="3459" y="1152"/>
                </a:lnTo>
                <a:lnTo>
                  <a:pt x="3470" y="1080"/>
                </a:lnTo>
                <a:lnTo>
                  <a:pt x="3475" y="1044"/>
                </a:lnTo>
                <a:lnTo>
                  <a:pt x="3479" y="1008"/>
                </a:lnTo>
                <a:lnTo>
                  <a:pt x="3482" y="972"/>
                </a:lnTo>
                <a:lnTo>
                  <a:pt x="3486" y="936"/>
                </a:lnTo>
                <a:lnTo>
                  <a:pt x="3488" y="900"/>
                </a:lnTo>
                <a:lnTo>
                  <a:pt x="3490" y="863"/>
                </a:lnTo>
                <a:lnTo>
                  <a:pt x="3491" y="828"/>
                </a:lnTo>
                <a:lnTo>
                  <a:pt x="3491" y="791"/>
                </a:lnTo>
                <a:close/>
                <a:moveTo>
                  <a:pt x="1091" y="1846"/>
                </a:moveTo>
                <a:lnTo>
                  <a:pt x="1091" y="1846"/>
                </a:lnTo>
                <a:lnTo>
                  <a:pt x="1053" y="1833"/>
                </a:lnTo>
                <a:lnTo>
                  <a:pt x="1017" y="1820"/>
                </a:lnTo>
                <a:lnTo>
                  <a:pt x="981" y="1805"/>
                </a:lnTo>
                <a:lnTo>
                  <a:pt x="947" y="1791"/>
                </a:lnTo>
                <a:lnTo>
                  <a:pt x="913" y="1775"/>
                </a:lnTo>
                <a:lnTo>
                  <a:pt x="881" y="1759"/>
                </a:lnTo>
                <a:lnTo>
                  <a:pt x="849" y="1741"/>
                </a:lnTo>
                <a:lnTo>
                  <a:pt x="819" y="1723"/>
                </a:lnTo>
                <a:lnTo>
                  <a:pt x="789" y="1705"/>
                </a:lnTo>
                <a:lnTo>
                  <a:pt x="760" y="1686"/>
                </a:lnTo>
                <a:lnTo>
                  <a:pt x="733" y="1665"/>
                </a:lnTo>
                <a:lnTo>
                  <a:pt x="705" y="1645"/>
                </a:lnTo>
                <a:lnTo>
                  <a:pt x="680" y="1624"/>
                </a:lnTo>
                <a:lnTo>
                  <a:pt x="655" y="1603"/>
                </a:lnTo>
                <a:lnTo>
                  <a:pt x="630" y="1580"/>
                </a:lnTo>
                <a:lnTo>
                  <a:pt x="607" y="1558"/>
                </a:lnTo>
                <a:lnTo>
                  <a:pt x="585" y="1535"/>
                </a:lnTo>
                <a:lnTo>
                  <a:pt x="562" y="1511"/>
                </a:lnTo>
                <a:lnTo>
                  <a:pt x="541" y="1487"/>
                </a:lnTo>
                <a:lnTo>
                  <a:pt x="521" y="1463"/>
                </a:lnTo>
                <a:lnTo>
                  <a:pt x="501" y="1438"/>
                </a:lnTo>
                <a:lnTo>
                  <a:pt x="483" y="1413"/>
                </a:lnTo>
                <a:lnTo>
                  <a:pt x="465" y="1387"/>
                </a:lnTo>
                <a:lnTo>
                  <a:pt x="448" y="1361"/>
                </a:lnTo>
                <a:lnTo>
                  <a:pt x="431" y="1336"/>
                </a:lnTo>
                <a:lnTo>
                  <a:pt x="415" y="1309"/>
                </a:lnTo>
                <a:lnTo>
                  <a:pt x="400" y="1283"/>
                </a:lnTo>
                <a:lnTo>
                  <a:pt x="386" y="1256"/>
                </a:lnTo>
                <a:lnTo>
                  <a:pt x="372" y="1229"/>
                </a:lnTo>
                <a:lnTo>
                  <a:pt x="358" y="1202"/>
                </a:lnTo>
                <a:lnTo>
                  <a:pt x="334" y="1147"/>
                </a:lnTo>
                <a:lnTo>
                  <a:pt x="312" y="1092"/>
                </a:lnTo>
                <a:lnTo>
                  <a:pt x="291" y="1038"/>
                </a:lnTo>
                <a:lnTo>
                  <a:pt x="273" y="983"/>
                </a:lnTo>
                <a:lnTo>
                  <a:pt x="258" y="928"/>
                </a:lnTo>
                <a:lnTo>
                  <a:pt x="244" y="874"/>
                </a:lnTo>
                <a:lnTo>
                  <a:pt x="232" y="820"/>
                </a:lnTo>
                <a:lnTo>
                  <a:pt x="221" y="768"/>
                </a:lnTo>
                <a:lnTo>
                  <a:pt x="212" y="716"/>
                </a:lnTo>
                <a:lnTo>
                  <a:pt x="204" y="666"/>
                </a:lnTo>
                <a:lnTo>
                  <a:pt x="198" y="618"/>
                </a:lnTo>
                <a:lnTo>
                  <a:pt x="194" y="570"/>
                </a:lnTo>
                <a:lnTo>
                  <a:pt x="190" y="525"/>
                </a:lnTo>
                <a:lnTo>
                  <a:pt x="187" y="482"/>
                </a:lnTo>
                <a:lnTo>
                  <a:pt x="185" y="441"/>
                </a:lnTo>
                <a:lnTo>
                  <a:pt x="184" y="404"/>
                </a:lnTo>
                <a:lnTo>
                  <a:pt x="184" y="367"/>
                </a:lnTo>
                <a:lnTo>
                  <a:pt x="624" y="367"/>
                </a:lnTo>
                <a:lnTo>
                  <a:pt x="919" y="367"/>
                </a:lnTo>
                <a:lnTo>
                  <a:pt x="919" y="791"/>
                </a:lnTo>
                <a:lnTo>
                  <a:pt x="919" y="828"/>
                </a:lnTo>
                <a:lnTo>
                  <a:pt x="920" y="863"/>
                </a:lnTo>
                <a:lnTo>
                  <a:pt x="922" y="900"/>
                </a:lnTo>
                <a:lnTo>
                  <a:pt x="924" y="936"/>
                </a:lnTo>
                <a:lnTo>
                  <a:pt x="927" y="972"/>
                </a:lnTo>
                <a:lnTo>
                  <a:pt x="930" y="1008"/>
                </a:lnTo>
                <a:lnTo>
                  <a:pt x="935" y="1044"/>
                </a:lnTo>
                <a:lnTo>
                  <a:pt x="940" y="1080"/>
                </a:lnTo>
                <a:lnTo>
                  <a:pt x="951" y="1151"/>
                </a:lnTo>
                <a:lnTo>
                  <a:pt x="964" y="1223"/>
                </a:lnTo>
                <a:lnTo>
                  <a:pt x="980" y="1293"/>
                </a:lnTo>
                <a:lnTo>
                  <a:pt x="998" y="1363"/>
                </a:lnTo>
                <a:lnTo>
                  <a:pt x="1019" y="1432"/>
                </a:lnTo>
                <a:lnTo>
                  <a:pt x="1041" y="1501"/>
                </a:lnTo>
                <a:lnTo>
                  <a:pt x="1065" y="1568"/>
                </a:lnTo>
                <a:lnTo>
                  <a:pt x="1092" y="1634"/>
                </a:lnTo>
                <a:lnTo>
                  <a:pt x="1120" y="1699"/>
                </a:lnTo>
                <a:lnTo>
                  <a:pt x="1151" y="1763"/>
                </a:lnTo>
                <a:lnTo>
                  <a:pt x="1183" y="1825"/>
                </a:lnTo>
                <a:lnTo>
                  <a:pt x="1217" y="1885"/>
                </a:lnTo>
                <a:lnTo>
                  <a:pt x="1091" y="1846"/>
                </a:lnTo>
                <a:close/>
                <a:moveTo>
                  <a:pt x="2205" y="1626"/>
                </a:moveTo>
                <a:lnTo>
                  <a:pt x="1637" y="2020"/>
                </a:lnTo>
                <a:lnTo>
                  <a:pt x="1837" y="1359"/>
                </a:lnTo>
                <a:lnTo>
                  <a:pt x="1287" y="940"/>
                </a:lnTo>
                <a:lnTo>
                  <a:pt x="1978" y="927"/>
                </a:lnTo>
                <a:lnTo>
                  <a:pt x="2205" y="274"/>
                </a:lnTo>
                <a:lnTo>
                  <a:pt x="2433" y="927"/>
                </a:lnTo>
                <a:lnTo>
                  <a:pt x="3123" y="940"/>
                </a:lnTo>
                <a:lnTo>
                  <a:pt x="2573" y="1359"/>
                </a:lnTo>
                <a:lnTo>
                  <a:pt x="2772" y="2020"/>
                </a:lnTo>
                <a:lnTo>
                  <a:pt x="2205" y="162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1" name="KSO_Shape"/>
          <p:cNvSpPr>
            <a:spLocks/>
          </p:cNvSpPr>
          <p:nvPr/>
        </p:nvSpPr>
        <p:spPr bwMode="auto">
          <a:xfrm>
            <a:off x="4834002" y="2641275"/>
            <a:ext cx="247045" cy="247457"/>
          </a:xfrm>
          <a:custGeom>
            <a:avLst/>
            <a:gdLst>
              <a:gd name="T0" fmla="*/ 2147483646 w 4409"/>
              <a:gd name="T1" fmla="*/ 2147483646 h 4408"/>
              <a:gd name="T2" fmla="*/ 2147483646 w 4409"/>
              <a:gd name="T3" fmla="*/ 2147483646 h 4408"/>
              <a:gd name="T4" fmla="*/ 2147483646 w 4409"/>
              <a:gd name="T5" fmla="*/ 2147483646 h 4408"/>
              <a:gd name="T6" fmla="*/ 2147483646 w 4409"/>
              <a:gd name="T7" fmla="*/ 2147483646 h 4408"/>
              <a:gd name="T8" fmla="*/ 2147483646 w 4409"/>
              <a:gd name="T9" fmla="*/ 2147483646 h 4408"/>
              <a:gd name="T10" fmla="*/ 2147483646 w 4409"/>
              <a:gd name="T11" fmla="*/ 2147483646 h 4408"/>
              <a:gd name="T12" fmla="*/ 2147483646 w 4409"/>
              <a:gd name="T13" fmla="*/ 2147483646 h 4408"/>
              <a:gd name="T14" fmla="*/ 2147483646 w 4409"/>
              <a:gd name="T15" fmla="*/ 2147483646 h 4408"/>
              <a:gd name="T16" fmla="*/ 481718167 w 4409"/>
              <a:gd name="T17" fmla="*/ 2147483646 h 4408"/>
              <a:gd name="T18" fmla="*/ 321145301 w 4409"/>
              <a:gd name="T19" fmla="*/ 2147483646 h 4408"/>
              <a:gd name="T20" fmla="*/ 2147483646 w 4409"/>
              <a:gd name="T21" fmla="*/ 2147483646 h 4408"/>
              <a:gd name="T22" fmla="*/ 2147483646 w 4409"/>
              <a:gd name="T23" fmla="*/ 2147483646 h 4408"/>
              <a:gd name="T24" fmla="*/ 2147483646 w 4409"/>
              <a:gd name="T25" fmla="*/ 2147483646 h 4408"/>
              <a:gd name="T26" fmla="*/ 2147483646 w 4409"/>
              <a:gd name="T27" fmla="*/ 2147483646 h 4408"/>
              <a:gd name="T28" fmla="*/ 2147483646 w 4409"/>
              <a:gd name="T29" fmla="*/ 2147483646 h 4408"/>
              <a:gd name="T30" fmla="*/ 2147483646 w 4409"/>
              <a:gd name="T31" fmla="*/ 2147483646 h 4408"/>
              <a:gd name="T32" fmla="*/ 2147483646 w 4409"/>
              <a:gd name="T33" fmla="*/ 2147483646 h 4408"/>
              <a:gd name="T34" fmla="*/ 2147483646 w 4409"/>
              <a:gd name="T35" fmla="*/ 2147483646 h 4408"/>
              <a:gd name="T36" fmla="*/ 2147483646 w 4409"/>
              <a:gd name="T37" fmla="*/ 2147483646 h 4408"/>
              <a:gd name="T38" fmla="*/ 2147483646 w 4409"/>
              <a:gd name="T39" fmla="*/ 2147483646 h 4408"/>
              <a:gd name="T40" fmla="*/ 2147483646 w 4409"/>
              <a:gd name="T41" fmla="*/ 2147483646 h 4408"/>
              <a:gd name="T42" fmla="*/ 2147483646 w 4409"/>
              <a:gd name="T43" fmla="*/ 2147483646 h 4408"/>
              <a:gd name="T44" fmla="*/ 2147483646 w 4409"/>
              <a:gd name="T45" fmla="*/ 2147483646 h 4408"/>
              <a:gd name="T46" fmla="*/ 2147483646 w 4409"/>
              <a:gd name="T47" fmla="*/ 2147483646 h 4408"/>
              <a:gd name="T48" fmla="*/ 2147483646 w 4409"/>
              <a:gd name="T49" fmla="*/ 2147483646 h 4408"/>
              <a:gd name="T50" fmla="*/ 2147483646 w 4409"/>
              <a:gd name="T51" fmla="*/ 2147483646 h 4408"/>
              <a:gd name="T52" fmla="*/ 2147483646 w 4409"/>
              <a:gd name="T53" fmla="*/ 2147483646 h 4408"/>
              <a:gd name="T54" fmla="*/ 2147483646 w 4409"/>
              <a:gd name="T55" fmla="*/ 2147483646 h 4408"/>
              <a:gd name="T56" fmla="*/ 2147483646 w 4409"/>
              <a:gd name="T57" fmla="*/ 2147483646 h 4408"/>
              <a:gd name="T58" fmla="*/ 2147483646 w 4409"/>
              <a:gd name="T59" fmla="*/ 2147483646 h 4408"/>
              <a:gd name="T60" fmla="*/ 2147483646 w 4409"/>
              <a:gd name="T61" fmla="*/ 2147483646 h 4408"/>
              <a:gd name="T62" fmla="*/ 2147483646 w 4409"/>
              <a:gd name="T63" fmla="*/ 2147483646 h 4408"/>
              <a:gd name="T64" fmla="*/ 2147483646 w 4409"/>
              <a:gd name="T65" fmla="*/ 2147483646 h 4408"/>
              <a:gd name="T66" fmla="*/ 2147483646 w 4409"/>
              <a:gd name="T67" fmla="*/ 2147483646 h 4408"/>
              <a:gd name="T68" fmla="*/ 2147483646 w 4409"/>
              <a:gd name="T69" fmla="*/ 2147483646 h 4408"/>
              <a:gd name="T70" fmla="*/ 2147483646 w 4409"/>
              <a:gd name="T71" fmla="*/ 2147483646 h 4408"/>
              <a:gd name="T72" fmla="*/ 2147483646 w 4409"/>
              <a:gd name="T73" fmla="*/ 2147483646 h 4408"/>
              <a:gd name="T74" fmla="*/ 2147483646 w 4409"/>
              <a:gd name="T75" fmla="*/ 2147483646 h 4408"/>
              <a:gd name="T76" fmla="*/ 2147483646 w 4409"/>
              <a:gd name="T77" fmla="*/ 2147483646 h 4408"/>
              <a:gd name="T78" fmla="*/ 2147483646 w 4409"/>
              <a:gd name="T79" fmla="*/ 2147483646 h 4408"/>
              <a:gd name="T80" fmla="*/ 2147483646 w 4409"/>
              <a:gd name="T81" fmla="*/ 2147483646 h 4408"/>
              <a:gd name="T82" fmla="*/ 2147483646 w 4409"/>
              <a:gd name="T83" fmla="*/ 2147483646 h 4408"/>
              <a:gd name="T84" fmla="*/ 2147483646 w 4409"/>
              <a:gd name="T85" fmla="*/ 2147483646 h 4408"/>
              <a:gd name="T86" fmla="*/ 2147483646 w 4409"/>
              <a:gd name="T87" fmla="*/ 2147483646 h 4408"/>
              <a:gd name="T88" fmla="*/ 2147483646 w 4409"/>
              <a:gd name="T89" fmla="*/ 2147483646 h 4408"/>
              <a:gd name="T90" fmla="*/ 2147483646 w 4409"/>
              <a:gd name="T91" fmla="*/ 2147483646 h 4408"/>
              <a:gd name="T92" fmla="*/ 2147483646 w 4409"/>
              <a:gd name="T93" fmla="*/ 2147483646 h 4408"/>
              <a:gd name="T94" fmla="*/ 2147483646 w 4409"/>
              <a:gd name="T95" fmla="*/ 2147483646 h 4408"/>
              <a:gd name="T96" fmla="*/ 2147483646 w 4409"/>
              <a:gd name="T97" fmla="*/ 2147483646 h 4408"/>
              <a:gd name="T98" fmla="*/ 2147483646 w 4409"/>
              <a:gd name="T99" fmla="*/ 2147483646 h 4408"/>
              <a:gd name="T100" fmla="*/ 2147483646 w 4409"/>
              <a:gd name="T101" fmla="*/ 2147483646 h 4408"/>
              <a:gd name="T102" fmla="*/ 2147483646 w 4409"/>
              <a:gd name="T103" fmla="*/ 2147483646 h 4408"/>
              <a:gd name="T104" fmla="*/ 2147483646 w 4409"/>
              <a:gd name="T105" fmla="*/ 2147483646 h 4408"/>
              <a:gd name="T106" fmla="*/ 2147483646 w 4409"/>
              <a:gd name="T107" fmla="*/ 2147483646 h 4408"/>
              <a:gd name="T108" fmla="*/ 2147483646 w 4409"/>
              <a:gd name="T109" fmla="*/ 2147483646 h 44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409" h="4408">
                <a:moveTo>
                  <a:pt x="3025" y="2127"/>
                </a:moveTo>
                <a:lnTo>
                  <a:pt x="3025" y="2127"/>
                </a:lnTo>
                <a:lnTo>
                  <a:pt x="3097" y="2107"/>
                </a:lnTo>
                <a:lnTo>
                  <a:pt x="3179" y="2081"/>
                </a:lnTo>
                <a:lnTo>
                  <a:pt x="3271" y="2053"/>
                </a:lnTo>
                <a:lnTo>
                  <a:pt x="3375" y="2020"/>
                </a:lnTo>
                <a:lnTo>
                  <a:pt x="3429" y="2002"/>
                </a:lnTo>
                <a:lnTo>
                  <a:pt x="3481" y="1982"/>
                </a:lnTo>
                <a:lnTo>
                  <a:pt x="3532" y="1961"/>
                </a:lnTo>
                <a:lnTo>
                  <a:pt x="3580" y="1938"/>
                </a:lnTo>
                <a:lnTo>
                  <a:pt x="3626" y="1914"/>
                </a:lnTo>
                <a:lnTo>
                  <a:pt x="3672" y="1889"/>
                </a:lnTo>
                <a:lnTo>
                  <a:pt x="3715" y="1861"/>
                </a:lnTo>
                <a:lnTo>
                  <a:pt x="3756" y="1834"/>
                </a:lnTo>
                <a:lnTo>
                  <a:pt x="3797" y="1804"/>
                </a:lnTo>
                <a:lnTo>
                  <a:pt x="3834" y="1774"/>
                </a:lnTo>
                <a:lnTo>
                  <a:pt x="3871" y="1744"/>
                </a:lnTo>
                <a:lnTo>
                  <a:pt x="3906" y="1711"/>
                </a:lnTo>
                <a:lnTo>
                  <a:pt x="3940" y="1679"/>
                </a:lnTo>
                <a:lnTo>
                  <a:pt x="3971" y="1644"/>
                </a:lnTo>
                <a:lnTo>
                  <a:pt x="4002" y="1610"/>
                </a:lnTo>
                <a:lnTo>
                  <a:pt x="4031" y="1575"/>
                </a:lnTo>
                <a:lnTo>
                  <a:pt x="4059" y="1539"/>
                </a:lnTo>
                <a:lnTo>
                  <a:pt x="4085" y="1502"/>
                </a:lnTo>
                <a:lnTo>
                  <a:pt x="4110" y="1466"/>
                </a:lnTo>
                <a:lnTo>
                  <a:pt x="4134" y="1428"/>
                </a:lnTo>
                <a:lnTo>
                  <a:pt x="4157" y="1390"/>
                </a:lnTo>
                <a:lnTo>
                  <a:pt x="4177" y="1351"/>
                </a:lnTo>
                <a:lnTo>
                  <a:pt x="4198" y="1312"/>
                </a:lnTo>
                <a:lnTo>
                  <a:pt x="4217" y="1274"/>
                </a:lnTo>
                <a:lnTo>
                  <a:pt x="4234" y="1235"/>
                </a:lnTo>
                <a:lnTo>
                  <a:pt x="4251" y="1196"/>
                </a:lnTo>
                <a:lnTo>
                  <a:pt x="4267" y="1156"/>
                </a:lnTo>
                <a:lnTo>
                  <a:pt x="4281" y="1117"/>
                </a:lnTo>
                <a:lnTo>
                  <a:pt x="4295" y="1078"/>
                </a:lnTo>
                <a:lnTo>
                  <a:pt x="4307" y="1039"/>
                </a:lnTo>
                <a:lnTo>
                  <a:pt x="4319" y="1000"/>
                </a:lnTo>
                <a:lnTo>
                  <a:pt x="4329" y="961"/>
                </a:lnTo>
                <a:lnTo>
                  <a:pt x="4340" y="923"/>
                </a:lnTo>
                <a:lnTo>
                  <a:pt x="4349" y="884"/>
                </a:lnTo>
                <a:lnTo>
                  <a:pt x="4357" y="847"/>
                </a:lnTo>
                <a:lnTo>
                  <a:pt x="4365" y="809"/>
                </a:lnTo>
                <a:lnTo>
                  <a:pt x="4377" y="736"/>
                </a:lnTo>
                <a:lnTo>
                  <a:pt x="4387" y="665"/>
                </a:lnTo>
                <a:lnTo>
                  <a:pt x="4395" y="598"/>
                </a:lnTo>
                <a:lnTo>
                  <a:pt x="4401" y="534"/>
                </a:lnTo>
                <a:lnTo>
                  <a:pt x="4405" y="474"/>
                </a:lnTo>
                <a:lnTo>
                  <a:pt x="4407" y="418"/>
                </a:lnTo>
                <a:lnTo>
                  <a:pt x="4409" y="367"/>
                </a:lnTo>
                <a:lnTo>
                  <a:pt x="4409" y="321"/>
                </a:lnTo>
                <a:lnTo>
                  <a:pt x="4409" y="281"/>
                </a:lnTo>
                <a:lnTo>
                  <a:pt x="4407" y="247"/>
                </a:lnTo>
                <a:lnTo>
                  <a:pt x="4404" y="201"/>
                </a:lnTo>
                <a:lnTo>
                  <a:pt x="4403" y="183"/>
                </a:lnTo>
                <a:lnTo>
                  <a:pt x="3786" y="183"/>
                </a:lnTo>
                <a:lnTo>
                  <a:pt x="3491" y="183"/>
                </a:lnTo>
                <a:lnTo>
                  <a:pt x="3491" y="0"/>
                </a:lnTo>
                <a:lnTo>
                  <a:pt x="919" y="0"/>
                </a:lnTo>
                <a:lnTo>
                  <a:pt x="919" y="183"/>
                </a:lnTo>
                <a:lnTo>
                  <a:pt x="624" y="183"/>
                </a:lnTo>
                <a:lnTo>
                  <a:pt x="6" y="183"/>
                </a:lnTo>
                <a:lnTo>
                  <a:pt x="5" y="201"/>
                </a:lnTo>
                <a:lnTo>
                  <a:pt x="2" y="247"/>
                </a:lnTo>
                <a:lnTo>
                  <a:pt x="1" y="282"/>
                </a:lnTo>
                <a:lnTo>
                  <a:pt x="0" y="321"/>
                </a:lnTo>
                <a:lnTo>
                  <a:pt x="1" y="367"/>
                </a:lnTo>
                <a:lnTo>
                  <a:pt x="2" y="419"/>
                </a:lnTo>
                <a:lnTo>
                  <a:pt x="4" y="475"/>
                </a:lnTo>
                <a:lnTo>
                  <a:pt x="8" y="535"/>
                </a:lnTo>
                <a:lnTo>
                  <a:pt x="14" y="599"/>
                </a:lnTo>
                <a:lnTo>
                  <a:pt x="22" y="667"/>
                </a:lnTo>
                <a:lnTo>
                  <a:pt x="32" y="737"/>
                </a:lnTo>
                <a:lnTo>
                  <a:pt x="45" y="811"/>
                </a:lnTo>
                <a:lnTo>
                  <a:pt x="52" y="848"/>
                </a:lnTo>
                <a:lnTo>
                  <a:pt x="61" y="886"/>
                </a:lnTo>
                <a:lnTo>
                  <a:pt x="69" y="924"/>
                </a:lnTo>
                <a:lnTo>
                  <a:pt x="79" y="962"/>
                </a:lnTo>
                <a:lnTo>
                  <a:pt x="91" y="1002"/>
                </a:lnTo>
                <a:lnTo>
                  <a:pt x="102" y="1041"/>
                </a:lnTo>
                <a:lnTo>
                  <a:pt x="115" y="1080"/>
                </a:lnTo>
                <a:lnTo>
                  <a:pt x="128" y="1120"/>
                </a:lnTo>
                <a:lnTo>
                  <a:pt x="142" y="1158"/>
                </a:lnTo>
                <a:lnTo>
                  <a:pt x="159" y="1198"/>
                </a:lnTo>
                <a:lnTo>
                  <a:pt x="175" y="1237"/>
                </a:lnTo>
                <a:lnTo>
                  <a:pt x="193" y="1276"/>
                </a:lnTo>
                <a:lnTo>
                  <a:pt x="211" y="1315"/>
                </a:lnTo>
                <a:lnTo>
                  <a:pt x="232" y="1354"/>
                </a:lnTo>
                <a:lnTo>
                  <a:pt x="253" y="1392"/>
                </a:lnTo>
                <a:lnTo>
                  <a:pt x="275" y="1430"/>
                </a:lnTo>
                <a:lnTo>
                  <a:pt x="299" y="1468"/>
                </a:lnTo>
                <a:lnTo>
                  <a:pt x="324" y="1504"/>
                </a:lnTo>
                <a:lnTo>
                  <a:pt x="350" y="1541"/>
                </a:lnTo>
                <a:lnTo>
                  <a:pt x="378" y="1577"/>
                </a:lnTo>
                <a:lnTo>
                  <a:pt x="407" y="1612"/>
                </a:lnTo>
                <a:lnTo>
                  <a:pt x="438" y="1646"/>
                </a:lnTo>
                <a:lnTo>
                  <a:pt x="470" y="1681"/>
                </a:lnTo>
                <a:lnTo>
                  <a:pt x="503" y="1713"/>
                </a:lnTo>
                <a:lnTo>
                  <a:pt x="538" y="1746"/>
                </a:lnTo>
                <a:lnTo>
                  <a:pt x="574" y="1776"/>
                </a:lnTo>
                <a:lnTo>
                  <a:pt x="613" y="1806"/>
                </a:lnTo>
                <a:lnTo>
                  <a:pt x="653" y="1835"/>
                </a:lnTo>
                <a:lnTo>
                  <a:pt x="694" y="1863"/>
                </a:lnTo>
                <a:lnTo>
                  <a:pt x="738" y="1890"/>
                </a:lnTo>
                <a:lnTo>
                  <a:pt x="782" y="1915"/>
                </a:lnTo>
                <a:lnTo>
                  <a:pt x="829" y="1939"/>
                </a:lnTo>
                <a:lnTo>
                  <a:pt x="878" y="1962"/>
                </a:lnTo>
                <a:lnTo>
                  <a:pt x="928" y="1983"/>
                </a:lnTo>
                <a:lnTo>
                  <a:pt x="981" y="2002"/>
                </a:lnTo>
                <a:lnTo>
                  <a:pt x="1035" y="2020"/>
                </a:lnTo>
                <a:lnTo>
                  <a:pt x="1137" y="2053"/>
                </a:lnTo>
                <a:lnTo>
                  <a:pt x="1230" y="2080"/>
                </a:lnTo>
                <a:lnTo>
                  <a:pt x="1311" y="2105"/>
                </a:lnTo>
                <a:lnTo>
                  <a:pt x="1384" y="2125"/>
                </a:lnTo>
                <a:lnTo>
                  <a:pt x="1417" y="2164"/>
                </a:lnTo>
                <a:lnTo>
                  <a:pt x="1452" y="2203"/>
                </a:lnTo>
                <a:lnTo>
                  <a:pt x="1488" y="2241"/>
                </a:lnTo>
                <a:lnTo>
                  <a:pt x="1525" y="2275"/>
                </a:lnTo>
                <a:lnTo>
                  <a:pt x="1562" y="2309"/>
                </a:lnTo>
                <a:lnTo>
                  <a:pt x="1600" y="2340"/>
                </a:lnTo>
                <a:lnTo>
                  <a:pt x="1639" y="2370"/>
                </a:lnTo>
                <a:lnTo>
                  <a:pt x="1679" y="2398"/>
                </a:lnTo>
                <a:lnTo>
                  <a:pt x="1720" y="2424"/>
                </a:lnTo>
                <a:lnTo>
                  <a:pt x="1761" y="2449"/>
                </a:lnTo>
                <a:lnTo>
                  <a:pt x="1803" y="2471"/>
                </a:lnTo>
                <a:lnTo>
                  <a:pt x="1845" y="2490"/>
                </a:lnTo>
                <a:lnTo>
                  <a:pt x="1888" y="2508"/>
                </a:lnTo>
                <a:lnTo>
                  <a:pt x="1933" y="2525"/>
                </a:lnTo>
                <a:lnTo>
                  <a:pt x="1976" y="2538"/>
                </a:lnTo>
                <a:lnTo>
                  <a:pt x="2021" y="2549"/>
                </a:lnTo>
                <a:lnTo>
                  <a:pt x="2021" y="3864"/>
                </a:lnTo>
                <a:lnTo>
                  <a:pt x="1963" y="3868"/>
                </a:lnTo>
                <a:lnTo>
                  <a:pt x="1906" y="3873"/>
                </a:lnTo>
                <a:lnTo>
                  <a:pt x="1850" y="3880"/>
                </a:lnTo>
                <a:lnTo>
                  <a:pt x="1795" y="3887"/>
                </a:lnTo>
                <a:lnTo>
                  <a:pt x="1741" y="3895"/>
                </a:lnTo>
                <a:lnTo>
                  <a:pt x="1688" y="3904"/>
                </a:lnTo>
                <a:lnTo>
                  <a:pt x="1636" y="3915"/>
                </a:lnTo>
                <a:lnTo>
                  <a:pt x="1587" y="3926"/>
                </a:lnTo>
                <a:lnTo>
                  <a:pt x="1537" y="3939"/>
                </a:lnTo>
                <a:lnTo>
                  <a:pt x="1489" y="3951"/>
                </a:lnTo>
                <a:lnTo>
                  <a:pt x="1444" y="3965"/>
                </a:lnTo>
                <a:lnTo>
                  <a:pt x="1399" y="3980"/>
                </a:lnTo>
                <a:lnTo>
                  <a:pt x="1355" y="3995"/>
                </a:lnTo>
                <a:lnTo>
                  <a:pt x="1314" y="4012"/>
                </a:lnTo>
                <a:lnTo>
                  <a:pt x="1274" y="4029"/>
                </a:lnTo>
                <a:lnTo>
                  <a:pt x="1237" y="4046"/>
                </a:lnTo>
                <a:lnTo>
                  <a:pt x="1200" y="4065"/>
                </a:lnTo>
                <a:lnTo>
                  <a:pt x="1166" y="4085"/>
                </a:lnTo>
                <a:lnTo>
                  <a:pt x="1134" y="4104"/>
                </a:lnTo>
                <a:lnTo>
                  <a:pt x="1104" y="4124"/>
                </a:lnTo>
                <a:lnTo>
                  <a:pt x="1076" y="4146"/>
                </a:lnTo>
                <a:lnTo>
                  <a:pt x="1049" y="4167"/>
                </a:lnTo>
                <a:lnTo>
                  <a:pt x="1026" y="4189"/>
                </a:lnTo>
                <a:lnTo>
                  <a:pt x="1004" y="4211"/>
                </a:lnTo>
                <a:lnTo>
                  <a:pt x="984" y="4235"/>
                </a:lnTo>
                <a:lnTo>
                  <a:pt x="968" y="4259"/>
                </a:lnTo>
                <a:lnTo>
                  <a:pt x="953" y="4282"/>
                </a:lnTo>
                <a:lnTo>
                  <a:pt x="947" y="4295"/>
                </a:lnTo>
                <a:lnTo>
                  <a:pt x="941" y="4307"/>
                </a:lnTo>
                <a:lnTo>
                  <a:pt x="936" y="4320"/>
                </a:lnTo>
                <a:lnTo>
                  <a:pt x="931" y="4332"/>
                </a:lnTo>
                <a:lnTo>
                  <a:pt x="927" y="4344"/>
                </a:lnTo>
                <a:lnTo>
                  <a:pt x="924" y="4358"/>
                </a:lnTo>
                <a:lnTo>
                  <a:pt x="922" y="4370"/>
                </a:lnTo>
                <a:lnTo>
                  <a:pt x="920" y="4383"/>
                </a:lnTo>
                <a:lnTo>
                  <a:pt x="919" y="4396"/>
                </a:lnTo>
                <a:lnTo>
                  <a:pt x="919" y="4408"/>
                </a:lnTo>
                <a:lnTo>
                  <a:pt x="3491" y="4408"/>
                </a:lnTo>
                <a:lnTo>
                  <a:pt x="3491" y="4396"/>
                </a:lnTo>
                <a:lnTo>
                  <a:pt x="3490" y="4383"/>
                </a:lnTo>
                <a:lnTo>
                  <a:pt x="3488" y="4370"/>
                </a:lnTo>
                <a:lnTo>
                  <a:pt x="3486" y="4358"/>
                </a:lnTo>
                <a:lnTo>
                  <a:pt x="3482" y="4344"/>
                </a:lnTo>
                <a:lnTo>
                  <a:pt x="3478" y="4332"/>
                </a:lnTo>
                <a:lnTo>
                  <a:pt x="3474" y="4320"/>
                </a:lnTo>
                <a:lnTo>
                  <a:pt x="3469" y="4307"/>
                </a:lnTo>
                <a:lnTo>
                  <a:pt x="3463" y="4295"/>
                </a:lnTo>
                <a:lnTo>
                  <a:pt x="3457" y="4282"/>
                </a:lnTo>
                <a:lnTo>
                  <a:pt x="3443" y="4259"/>
                </a:lnTo>
                <a:lnTo>
                  <a:pt x="3426" y="4235"/>
                </a:lnTo>
                <a:lnTo>
                  <a:pt x="3406" y="4211"/>
                </a:lnTo>
                <a:lnTo>
                  <a:pt x="3384" y="4189"/>
                </a:lnTo>
                <a:lnTo>
                  <a:pt x="3361" y="4167"/>
                </a:lnTo>
                <a:lnTo>
                  <a:pt x="3334" y="4146"/>
                </a:lnTo>
                <a:lnTo>
                  <a:pt x="3306" y="4124"/>
                </a:lnTo>
                <a:lnTo>
                  <a:pt x="3276" y="4104"/>
                </a:lnTo>
                <a:lnTo>
                  <a:pt x="3244" y="4085"/>
                </a:lnTo>
                <a:lnTo>
                  <a:pt x="3210" y="4065"/>
                </a:lnTo>
                <a:lnTo>
                  <a:pt x="3173" y="4046"/>
                </a:lnTo>
                <a:lnTo>
                  <a:pt x="3136" y="4029"/>
                </a:lnTo>
                <a:lnTo>
                  <a:pt x="3096" y="4012"/>
                </a:lnTo>
                <a:lnTo>
                  <a:pt x="3054" y="3995"/>
                </a:lnTo>
                <a:lnTo>
                  <a:pt x="3011" y="3980"/>
                </a:lnTo>
                <a:lnTo>
                  <a:pt x="2966" y="3965"/>
                </a:lnTo>
                <a:lnTo>
                  <a:pt x="2921" y="3951"/>
                </a:lnTo>
                <a:lnTo>
                  <a:pt x="2873" y="3939"/>
                </a:lnTo>
                <a:lnTo>
                  <a:pt x="2823" y="3926"/>
                </a:lnTo>
                <a:lnTo>
                  <a:pt x="2773" y="3915"/>
                </a:lnTo>
                <a:lnTo>
                  <a:pt x="2722" y="3904"/>
                </a:lnTo>
                <a:lnTo>
                  <a:pt x="2669" y="3895"/>
                </a:lnTo>
                <a:lnTo>
                  <a:pt x="2615" y="3887"/>
                </a:lnTo>
                <a:lnTo>
                  <a:pt x="2559" y="3880"/>
                </a:lnTo>
                <a:lnTo>
                  <a:pt x="2504" y="3873"/>
                </a:lnTo>
                <a:lnTo>
                  <a:pt x="2447" y="3868"/>
                </a:lnTo>
                <a:lnTo>
                  <a:pt x="2389" y="3864"/>
                </a:lnTo>
                <a:lnTo>
                  <a:pt x="2389" y="2549"/>
                </a:lnTo>
                <a:lnTo>
                  <a:pt x="2434" y="2538"/>
                </a:lnTo>
                <a:lnTo>
                  <a:pt x="2477" y="2525"/>
                </a:lnTo>
                <a:lnTo>
                  <a:pt x="2521" y="2508"/>
                </a:lnTo>
                <a:lnTo>
                  <a:pt x="2565" y="2491"/>
                </a:lnTo>
                <a:lnTo>
                  <a:pt x="2607" y="2471"/>
                </a:lnTo>
                <a:lnTo>
                  <a:pt x="2649" y="2449"/>
                </a:lnTo>
                <a:lnTo>
                  <a:pt x="2689" y="2425"/>
                </a:lnTo>
                <a:lnTo>
                  <a:pt x="2730" y="2399"/>
                </a:lnTo>
                <a:lnTo>
                  <a:pt x="2769" y="2370"/>
                </a:lnTo>
                <a:lnTo>
                  <a:pt x="2809" y="2341"/>
                </a:lnTo>
                <a:lnTo>
                  <a:pt x="2846" y="2310"/>
                </a:lnTo>
                <a:lnTo>
                  <a:pt x="2884" y="2276"/>
                </a:lnTo>
                <a:lnTo>
                  <a:pt x="2921" y="2242"/>
                </a:lnTo>
                <a:lnTo>
                  <a:pt x="2956" y="2205"/>
                </a:lnTo>
                <a:lnTo>
                  <a:pt x="2992" y="2167"/>
                </a:lnTo>
                <a:lnTo>
                  <a:pt x="3025" y="2127"/>
                </a:lnTo>
                <a:close/>
                <a:moveTo>
                  <a:pt x="3491" y="791"/>
                </a:moveTo>
                <a:lnTo>
                  <a:pt x="3491" y="367"/>
                </a:lnTo>
                <a:lnTo>
                  <a:pt x="3786" y="367"/>
                </a:lnTo>
                <a:lnTo>
                  <a:pt x="4226" y="367"/>
                </a:lnTo>
                <a:lnTo>
                  <a:pt x="4226" y="403"/>
                </a:lnTo>
                <a:lnTo>
                  <a:pt x="4225" y="441"/>
                </a:lnTo>
                <a:lnTo>
                  <a:pt x="4223" y="482"/>
                </a:lnTo>
                <a:lnTo>
                  <a:pt x="4220" y="525"/>
                </a:lnTo>
                <a:lnTo>
                  <a:pt x="4216" y="570"/>
                </a:lnTo>
                <a:lnTo>
                  <a:pt x="4211" y="617"/>
                </a:lnTo>
                <a:lnTo>
                  <a:pt x="4205" y="665"/>
                </a:lnTo>
                <a:lnTo>
                  <a:pt x="4198" y="716"/>
                </a:lnTo>
                <a:lnTo>
                  <a:pt x="4188" y="767"/>
                </a:lnTo>
                <a:lnTo>
                  <a:pt x="4177" y="819"/>
                </a:lnTo>
                <a:lnTo>
                  <a:pt x="4165" y="873"/>
                </a:lnTo>
                <a:lnTo>
                  <a:pt x="4152" y="927"/>
                </a:lnTo>
                <a:lnTo>
                  <a:pt x="4136" y="982"/>
                </a:lnTo>
                <a:lnTo>
                  <a:pt x="4117" y="1037"/>
                </a:lnTo>
                <a:lnTo>
                  <a:pt x="4097" y="1091"/>
                </a:lnTo>
                <a:lnTo>
                  <a:pt x="4075" y="1146"/>
                </a:lnTo>
                <a:lnTo>
                  <a:pt x="4050" y="1201"/>
                </a:lnTo>
                <a:lnTo>
                  <a:pt x="4037" y="1227"/>
                </a:lnTo>
                <a:lnTo>
                  <a:pt x="4023" y="1255"/>
                </a:lnTo>
                <a:lnTo>
                  <a:pt x="4009" y="1281"/>
                </a:lnTo>
                <a:lnTo>
                  <a:pt x="3994" y="1307"/>
                </a:lnTo>
                <a:lnTo>
                  <a:pt x="3977" y="1334"/>
                </a:lnTo>
                <a:lnTo>
                  <a:pt x="3961" y="1360"/>
                </a:lnTo>
                <a:lnTo>
                  <a:pt x="3944" y="1385"/>
                </a:lnTo>
                <a:lnTo>
                  <a:pt x="3926" y="1412"/>
                </a:lnTo>
                <a:lnTo>
                  <a:pt x="3907" y="1436"/>
                </a:lnTo>
                <a:lnTo>
                  <a:pt x="3887" y="1462"/>
                </a:lnTo>
                <a:lnTo>
                  <a:pt x="3867" y="1486"/>
                </a:lnTo>
                <a:lnTo>
                  <a:pt x="3847" y="1510"/>
                </a:lnTo>
                <a:lnTo>
                  <a:pt x="3824" y="1534"/>
                </a:lnTo>
                <a:lnTo>
                  <a:pt x="3802" y="1557"/>
                </a:lnTo>
                <a:lnTo>
                  <a:pt x="3779" y="1579"/>
                </a:lnTo>
                <a:lnTo>
                  <a:pt x="3754" y="1602"/>
                </a:lnTo>
                <a:lnTo>
                  <a:pt x="3729" y="1623"/>
                </a:lnTo>
                <a:lnTo>
                  <a:pt x="3703" y="1644"/>
                </a:lnTo>
                <a:lnTo>
                  <a:pt x="3676" y="1664"/>
                </a:lnTo>
                <a:lnTo>
                  <a:pt x="3649" y="1685"/>
                </a:lnTo>
                <a:lnTo>
                  <a:pt x="3619" y="1704"/>
                </a:lnTo>
                <a:lnTo>
                  <a:pt x="3590" y="1722"/>
                </a:lnTo>
                <a:lnTo>
                  <a:pt x="3560" y="1740"/>
                </a:lnTo>
                <a:lnTo>
                  <a:pt x="3528" y="1758"/>
                </a:lnTo>
                <a:lnTo>
                  <a:pt x="3496" y="1775"/>
                </a:lnTo>
                <a:lnTo>
                  <a:pt x="3462" y="1790"/>
                </a:lnTo>
                <a:lnTo>
                  <a:pt x="3428" y="1805"/>
                </a:lnTo>
                <a:lnTo>
                  <a:pt x="3392" y="1820"/>
                </a:lnTo>
                <a:lnTo>
                  <a:pt x="3357" y="1833"/>
                </a:lnTo>
                <a:lnTo>
                  <a:pt x="3319" y="1846"/>
                </a:lnTo>
                <a:lnTo>
                  <a:pt x="3192" y="1886"/>
                </a:lnTo>
                <a:lnTo>
                  <a:pt x="3227" y="1825"/>
                </a:lnTo>
                <a:lnTo>
                  <a:pt x="3258" y="1763"/>
                </a:lnTo>
                <a:lnTo>
                  <a:pt x="3289" y="1700"/>
                </a:lnTo>
                <a:lnTo>
                  <a:pt x="3317" y="1635"/>
                </a:lnTo>
                <a:lnTo>
                  <a:pt x="3345" y="1569"/>
                </a:lnTo>
                <a:lnTo>
                  <a:pt x="3369" y="1501"/>
                </a:lnTo>
                <a:lnTo>
                  <a:pt x="3391" y="1433"/>
                </a:lnTo>
                <a:lnTo>
                  <a:pt x="3411" y="1364"/>
                </a:lnTo>
                <a:lnTo>
                  <a:pt x="3430" y="1294"/>
                </a:lnTo>
                <a:lnTo>
                  <a:pt x="3446" y="1223"/>
                </a:lnTo>
                <a:lnTo>
                  <a:pt x="3459" y="1152"/>
                </a:lnTo>
                <a:lnTo>
                  <a:pt x="3470" y="1080"/>
                </a:lnTo>
                <a:lnTo>
                  <a:pt x="3475" y="1044"/>
                </a:lnTo>
                <a:lnTo>
                  <a:pt x="3479" y="1008"/>
                </a:lnTo>
                <a:lnTo>
                  <a:pt x="3482" y="972"/>
                </a:lnTo>
                <a:lnTo>
                  <a:pt x="3486" y="936"/>
                </a:lnTo>
                <a:lnTo>
                  <a:pt x="3488" y="900"/>
                </a:lnTo>
                <a:lnTo>
                  <a:pt x="3490" y="863"/>
                </a:lnTo>
                <a:lnTo>
                  <a:pt x="3491" y="828"/>
                </a:lnTo>
                <a:lnTo>
                  <a:pt x="3491" y="791"/>
                </a:lnTo>
                <a:close/>
                <a:moveTo>
                  <a:pt x="1091" y="1846"/>
                </a:moveTo>
                <a:lnTo>
                  <a:pt x="1091" y="1846"/>
                </a:lnTo>
                <a:lnTo>
                  <a:pt x="1053" y="1833"/>
                </a:lnTo>
                <a:lnTo>
                  <a:pt x="1017" y="1820"/>
                </a:lnTo>
                <a:lnTo>
                  <a:pt x="981" y="1805"/>
                </a:lnTo>
                <a:lnTo>
                  <a:pt x="947" y="1791"/>
                </a:lnTo>
                <a:lnTo>
                  <a:pt x="913" y="1775"/>
                </a:lnTo>
                <a:lnTo>
                  <a:pt x="881" y="1759"/>
                </a:lnTo>
                <a:lnTo>
                  <a:pt x="849" y="1741"/>
                </a:lnTo>
                <a:lnTo>
                  <a:pt x="819" y="1723"/>
                </a:lnTo>
                <a:lnTo>
                  <a:pt x="789" y="1705"/>
                </a:lnTo>
                <a:lnTo>
                  <a:pt x="760" y="1686"/>
                </a:lnTo>
                <a:lnTo>
                  <a:pt x="733" y="1665"/>
                </a:lnTo>
                <a:lnTo>
                  <a:pt x="705" y="1645"/>
                </a:lnTo>
                <a:lnTo>
                  <a:pt x="680" y="1624"/>
                </a:lnTo>
                <a:lnTo>
                  <a:pt x="655" y="1603"/>
                </a:lnTo>
                <a:lnTo>
                  <a:pt x="630" y="1580"/>
                </a:lnTo>
                <a:lnTo>
                  <a:pt x="607" y="1558"/>
                </a:lnTo>
                <a:lnTo>
                  <a:pt x="585" y="1535"/>
                </a:lnTo>
                <a:lnTo>
                  <a:pt x="562" y="1511"/>
                </a:lnTo>
                <a:lnTo>
                  <a:pt x="541" y="1487"/>
                </a:lnTo>
                <a:lnTo>
                  <a:pt x="521" y="1463"/>
                </a:lnTo>
                <a:lnTo>
                  <a:pt x="501" y="1438"/>
                </a:lnTo>
                <a:lnTo>
                  <a:pt x="483" y="1413"/>
                </a:lnTo>
                <a:lnTo>
                  <a:pt x="465" y="1387"/>
                </a:lnTo>
                <a:lnTo>
                  <a:pt x="448" y="1361"/>
                </a:lnTo>
                <a:lnTo>
                  <a:pt x="431" y="1336"/>
                </a:lnTo>
                <a:lnTo>
                  <a:pt x="415" y="1309"/>
                </a:lnTo>
                <a:lnTo>
                  <a:pt x="400" y="1283"/>
                </a:lnTo>
                <a:lnTo>
                  <a:pt x="386" y="1256"/>
                </a:lnTo>
                <a:lnTo>
                  <a:pt x="372" y="1229"/>
                </a:lnTo>
                <a:lnTo>
                  <a:pt x="358" y="1202"/>
                </a:lnTo>
                <a:lnTo>
                  <a:pt x="334" y="1147"/>
                </a:lnTo>
                <a:lnTo>
                  <a:pt x="312" y="1092"/>
                </a:lnTo>
                <a:lnTo>
                  <a:pt x="291" y="1038"/>
                </a:lnTo>
                <a:lnTo>
                  <a:pt x="273" y="983"/>
                </a:lnTo>
                <a:lnTo>
                  <a:pt x="258" y="928"/>
                </a:lnTo>
                <a:lnTo>
                  <a:pt x="244" y="874"/>
                </a:lnTo>
                <a:lnTo>
                  <a:pt x="232" y="820"/>
                </a:lnTo>
                <a:lnTo>
                  <a:pt x="221" y="768"/>
                </a:lnTo>
                <a:lnTo>
                  <a:pt x="212" y="716"/>
                </a:lnTo>
                <a:lnTo>
                  <a:pt x="204" y="666"/>
                </a:lnTo>
                <a:lnTo>
                  <a:pt x="198" y="618"/>
                </a:lnTo>
                <a:lnTo>
                  <a:pt x="194" y="570"/>
                </a:lnTo>
                <a:lnTo>
                  <a:pt x="190" y="525"/>
                </a:lnTo>
                <a:lnTo>
                  <a:pt x="187" y="482"/>
                </a:lnTo>
                <a:lnTo>
                  <a:pt x="185" y="441"/>
                </a:lnTo>
                <a:lnTo>
                  <a:pt x="184" y="404"/>
                </a:lnTo>
                <a:lnTo>
                  <a:pt x="184" y="367"/>
                </a:lnTo>
                <a:lnTo>
                  <a:pt x="624" y="367"/>
                </a:lnTo>
                <a:lnTo>
                  <a:pt x="919" y="367"/>
                </a:lnTo>
                <a:lnTo>
                  <a:pt x="919" y="791"/>
                </a:lnTo>
                <a:lnTo>
                  <a:pt x="919" y="828"/>
                </a:lnTo>
                <a:lnTo>
                  <a:pt x="920" y="863"/>
                </a:lnTo>
                <a:lnTo>
                  <a:pt x="922" y="900"/>
                </a:lnTo>
                <a:lnTo>
                  <a:pt x="924" y="936"/>
                </a:lnTo>
                <a:lnTo>
                  <a:pt x="927" y="972"/>
                </a:lnTo>
                <a:lnTo>
                  <a:pt x="930" y="1008"/>
                </a:lnTo>
                <a:lnTo>
                  <a:pt x="935" y="1044"/>
                </a:lnTo>
                <a:lnTo>
                  <a:pt x="940" y="1080"/>
                </a:lnTo>
                <a:lnTo>
                  <a:pt x="951" y="1151"/>
                </a:lnTo>
                <a:lnTo>
                  <a:pt x="964" y="1223"/>
                </a:lnTo>
                <a:lnTo>
                  <a:pt x="980" y="1293"/>
                </a:lnTo>
                <a:lnTo>
                  <a:pt x="998" y="1363"/>
                </a:lnTo>
                <a:lnTo>
                  <a:pt x="1019" y="1432"/>
                </a:lnTo>
                <a:lnTo>
                  <a:pt x="1041" y="1501"/>
                </a:lnTo>
                <a:lnTo>
                  <a:pt x="1065" y="1568"/>
                </a:lnTo>
                <a:lnTo>
                  <a:pt x="1092" y="1634"/>
                </a:lnTo>
                <a:lnTo>
                  <a:pt x="1120" y="1699"/>
                </a:lnTo>
                <a:lnTo>
                  <a:pt x="1151" y="1763"/>
                </a:lnTo>
                <a:lnTo>
                  <a:pt x="1183" y="1825"/>
                </a:lnTo>
                <a:lnTo>
                  <a:pt x="1217" y="1885"/>
                </a:lnTo>
                <a:lnTo>
                  <a:pt x="1091" y="1846"/>
                </a:lnTo>
                <a:close/>
                <a:moveTo>
                  <a:pt x="2205" y="1626"/>
                </a:moveTo>
                <a:lnTo>
                  <a:pt x="1637" y="2020"/>
                </a:lnTo>
                <a:lnTo>
                  <a:pt x="1837" y="1359"/>
                </a:lnTo>
                <a:lnTo>
                  <a:pt x="1287" y="940"/>
                </a:lnTo>
                <a:lnTo>
                  <a:pt x="1978" y="927"/>
                </a:lnTo>
                <a:lnTo>
                  <a:pt x="2205" y="274"/>
                </a:lnTo>
                <a:lnTo>
                  <a:pt x="2433" y="927"/>
                </a:lnTo>
                <a:lnTo>
                  <a:pt x="3123" y="940"/>
                </a:lnTo>
                <a:lnTo>
                  <a:pt x="2573" y="1359"/>
                </a:lnTo>
                <a:lnTo>
                  <a:pt x="2772" y="2020"/>
                </a:lnTo>
                <a:lnTo>
                  <a:pt x="2205" y="162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" name="KSO_Shape"/>
          <p:cNvSpPr>
            <a:spLocks/>
          </p:cNvSpPr>
          <p:nvPr/>
        </p:nvSpPr>
        <p:spPr bwMode="auto">
          <a:xfrm>
            <a:off x="4834002" y="3098281"/>
            <a:ext cx="247045" cy="247457"/>
          </a:xfrm>
          <a:custGeom>
            <a:avLst/>
            <a:gdLst>
              <a:gd name="T0" fmla="*/ 2147483646 w 4409"/>
              <a:gd name="T1" fmla="*/ 2147483646 h 4408"/>
              <a:gd name="T2" fmla="*/ 2147483646 w 4409"/>
              <a:gd name="T3" fmla="*/ 2147483646 h 4408"/>
              <a:gd name="T4" fmla="*/ 2147483646 w 4409"/>
              <a:gd name="T5" fmla="*/ 2147483646 h 4408"/>
              <a:gd name="T6" fmla="*/ 2147483646 w 4409"/>
              <a:gd name="T7" fmla="*/ 2147483646 h 4408"/>
              <a:gd name="T8" fmla="*/ 2147483646 w 4409"/>
              <a:gd name="T9" fmla="*/ 2147483646 h 4408"/>
              <a:gd name="T10" fmla="*/ 2147483646 w 4409"/>
              <a:gd name="T11" fmla="*/ 2147483646 h 4408"/>
              <a:gd name="T12" fmla="*/ 2147483646 w 4409"/>
              <a:gd name="T13" fmla="*/ 2147483646 h 4408"/>
              <a:gd name="T14" fmla="*/ 2147483646 w 4409"/>
              <a:gd name="T15" fmla="*/ 2147483646 h 4408"/>
              <a:gd name="T16" fmla="*/ 481718167 w 4409"/>
              <a:gd name="T17" fmla="*/ 2147483646 h 4408"/>
              <a:gd name="T18" fmla="*/ 321145301 w 4409"/>
              <a:gd name="T19" fmla="*/ 2147483646 h 4408"/>
              <a:gd name="T20" fmla="*/ 2147483646 w 4409"/>
              <a:gd name="T21" fmla="*/ 2147483646 h 4408"/>
              <a:gd name="T22" fmla="*/ 2147483646 w 4409"/>
              <a:gd name="T23" fmla="*/ 2147483646 h 4408"/>
              <a:gd name="T24" fmla="*/ 2147483646 w 4409"/>
              <a:gd name="T25" fmla="*/ 2147483646 h 4408"/>
              <a:gd name="T26" fmla="*/ 2147483646 w 4409"/>
              <a:gd name="T27" fmla="*/ 2147483646 h 4408"/>
              <a:gd name="T28" fmla="*/ 2147483646 w 4409"/>
              <a:gd name="T29" fmla="*/ 2147483646 h 4408"/>
              <a:gd name="T30" fmla="*/ 2147483646 w 4409"/>
              <a:gd name="T31" fmla="*/ 2147483646 h 4408"/>
              <a:gd name="T32" fmla="*/ 2147483646 w 4409"/>
              <a:gd name="T33" fmla="*/ 2147483646 h 4408"/>
              <a:gd name="T34" fmla="*/ 2147483646 w 4409"/>
              <a:gd name="T35" fmla="*/ 2147483646 h 4408"/>
              <a:gd name="T36" fmla="*/ 2147483646 w 4409"/>
              <a:gd name="T37" fmla="*/ 2147483646 h 4408"/>
              <a:gd name="T38" fmla="*/ 2147483646 w 4409"/>
              <a:gd name="T39" fmla="*/ 2147483646 h 4408"/>
              <a:gd name="T40" fmla="*/ 2147483646 w 4409"/>
              <a:gd name="T41" fmla="*/ 2147483646 h 4408"/>
              <a:gd name="T42" fmla="*/ 2147483646 w 4409"/>
              <a:gd name="T43" fmla="*/ 2147483646 h 4408"/>
              <a:gd name="T44" fmla="*/ 2147483646 w 4409"/>
              <a:gd name="T45" fmla="*/ 2147483646 h 4408"/>
              <a:gd name="T46" fmla="*/ 2147483646 w 4409"/>
              <a:gd name="T47" fmla="*/ 2147483646 h 4408"/>
              <a:gd name="T48" fmla="*/ 2147483646 w 4409"/>
              <a:gd name="T49" fmla="*/ 2147483646 h 4408"/>
              <a:gd name="T50" fmla="*/ 2147483646 w 4409"/>
              <a:gd name="T51" fmla="*/ 2147483646 h 4408"/>
              <a:gd name="T52" fmla="*/ 2147483646 w 4409"/>
              <a:gd name="T53" fmla="*/ 2147483646 h 4408"/>
              <a:gd name="T54" fmla="*/ 2147483646 w 4409"/>
              <a:gd name="T55" fmla="*/ 2147483646 h 4408"/>
              <a:gd name="T56" fmla="*/ 2147483646 w 4409"/>
              <a:gd name="T57" fmla="*/ 2147483646 h 4408"/>
              <a:gd name="T58" fmla="*/ 2147483646 w 4409"/>
              <a:gd name="T59" fmla="*/ 2147483646 h 4408"/>
              <a:gd name="T60" fmla="*/ 2147483646 w 4409"/>
              <a:gd name="T61" fmla="*/ 2147483646 h 4408"/>
              <a:gd name="T62" fmla="*/ 2147483646 w 4409"/>
              <a:gd name="T63" fmla="*/ 2147483646 h 4408"/>
              <a:gd name="T64" fmla="*/ 2147483646 w 4409"/>
              <a:gd name="T65" fmla="*/ 2147483646 h 4408"/>
              <a:gd name="T66" fmla="*/ 2147483646 w 4409"/>
              <a:gd name="T67" fmla="*/ 2147483646 h 4408"/>
              <a:gd name="T68" fmla="*/ 2147483646 w 4409"/>
              <a:gd name="T69" fmla="*/ 2147483646 h 4408"/>
              <a:gd name="T70" fmla="*/ 2147483646 w 4409"/>
              <a:gd name="T71" fmla="*/ 2147483646 h 4408"/>
              <a:gd name="T72" fmla="*/ 2147483646 w 4409"/>
              <a:gd name="T73" fmla="*/ 2147483646 h 4408"/>
              <a:gd name="T74" fmla="*/ 2147483646 w 4409"/>
              <a:gd name="T75" fmla="*/ 2147483646 h 4408"/>
              <a:gd name="T76" fmla="*/ 2147483646 w 4409"/>
              <a:gd name="T77" fmla="*/ 2147483646 h 4408"/>
              <a:gd name="T78" fmla="*/ 2147483646 w 4409"/>
              <a:gd name="T79" fmla="*/ 2147483646 h 4408"/>
              <a:gd name="T80" fmla="*/ 2147483646 w 4409"/>
              <a:gd name="T81" fmla="*/ 2147483646 h 4408"/>
              <a:gd name="T82" fmla="*/ 2147483646 w 4409"/>
              <a:gd name="T83" fmla="*/ 2147483646 h 4408"/>
              <a:gd name="T84" fmla="*/ 2147483646 w 4409"/>
              <a:gd name="T85" fmla="*/ 2147483646 h 4408"/>
              <a:gd name="T86" fmla="*/ 2147483646 w 4409"/>
              <a:gd name="T87" fmla="*/ 2147483646 h 4408"/>
              <a:gd name="T88" fmla="*/ 2147483646 w 4409"/>
              <a:gd name="T89" fmla="*/ 2147483646 h 4408"/>
              <a:gd name="T90" fmla="*/ 2147483646 w 4409"/>
              <a:gd name="T91" fmla="*/ 2147483646 h 4408"/>
              <a:gd name="T92" fmla="*/ 2147483646 w 4409"/>
              <a:gd name="T93" fmla="*/ 2147483646 h 4408"/>
              <a:gd name="T94" fmla="*/ 2147483646 w 4409"/>
              <a:gd name="T95" fmla="*/ 2147483646 h 4408"/>
              <a:gd name="T96" fmla="*/ 2147483646 w 4409"/>
              <a:gd name="T97" fmla="*/ 2147483646 h 4408"/>
              <a:gd name="T98" fmla="*/ 2147483646 w 4409"/>
              <a:gd name="T99" fmla="*/ 2147483646 h 4408"/>
              <a:gd name="T100" fmla="*/ 2147483646 w 4409"/>
              <a:gd name="T101" fmla="*/ 2147483646 h 4408"/>
              <a:gd name="T102" fmla="*/ 2147483646 w 4409"/>
              <a:gd name="T103" fmla="*/ 2147483646 h 4408"/>
              <a:gd name="T104" fmla="*/ 2147483646 w 4409"/>
              <a:gd name="T105" fmla="*/ 2147483646 h 4408"/>
              <a:gd name="T106" fmla="*/ 2147483646 w 4409"/>
              <a:gd name="T107" fmla="*/ 2147483646 h 4408"/>
              <a:gd name="T108" fmla="*/ 2147483646 w 4409"/>
              <a:gd name="T109" fmla="*/ 2147483646 h 44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409" h="4408">
                <a:moveTo>
                  <a:pt x="3025" y="2127"/>
                </a:moveTo>
                <a:lnTo>
                  <a:pt x="3025" y="2127"/>
                </a:lnTo>
                <a:lnTo>
                  <a:pt x="3097" y="2107"/>
                </a:lnTo>
                <a:lnTo>
                  <a:pt x="3179" y="2081"/>
                </a:lnTo>
                <a:lnTo>
                  <a:pt x="3271" y="2053"/>
                </a:lnTo>
                <a:lnTo>
                  <a:pt x="3375" y="2020"/>
                </a:lnTo>
                <a:lnTo>
                  <a:pt x="3429" y="2002"/>
                </a:lnTo>
                <a:lnTo>
                  <a:pt x="3481" y="1982"/>
                </a:lnTo>
                <a:lnTo>
                  <a:pt x="3532" y="1961"/>
                </a:lnTo>
                <a:lnTo>
                  <a:pt x="3580" y="1938"/>
                </a:lnTo>
                <a:lnTo>
                  <a:pt x="3626" y="1914"/>
                </a:lnTo>
                <a:lnTo>
                  <a:pt x="3672" y="1889"/>
                </a:lnTo>
                <a:lnTo>
                  <a:pt x="3715" y="1861"/>
                </a:lnTo>
                <a:lnTo>
                  <a:pt x="3756" y="1834"/>
                </a:lnTo>
                <a:lnTo>
                  <a:pt x="3797" y="1804"/>
                </a:lnTo>
                <a:lnTo>
                  <a:pt x="3834" y="1774"/>
                </a:lnTo>
                <a:lnTo>
                  <a:pt x="3871" y="1744"/>
                </a:lnTo>
                <a:lnTo>
                  <a:pt x="3906" y="1711"/>
                </a:lnTo>
                <a:lnTo>
                  <a:pt x="3940" y="1679"/>
                </a:lnTo>
                <a:lnTo>
                  <a:pt x="3971" y="1644"/>
                </a:lnTo>
                <a:lnTo>
                  <a:pt x="4002" y="1610"/>
                </a:lnTo>
                <a:lnTo>
                  <a:pt x="4031" y="1575"/>
                </a:lnTo>
                <a:lnTo>
                  <a:pt x="4059" y="1539"/>
                </a:lnTo>
                <a:lnTo>
                  <a:pt x="4085" y="1502"/>
                </a:lnTo>
                <a:lnTo>
                  <a:pt x="4110" y="1466"/>
                </a:lnTo>
                <a:lnTo>
                  <a:pt x="4134" y="1428"/>
                </a:lnTo>
                <a:lnTo>
                  <a:pt x="4157" y="1390"/>
                </a:lnTo>
                <a:lnTo>
                  <a:pt x="4177" y="1351"/>
                </a:lnTo>
                <a:lnTo>
                  <a:pt x="4198" y="1312"/>
                </a:lnTo>
                <a:lnTo>
                  <a:pt x="4217" y="1274"/>
                </a:lnTo>
                <a:lnTo>
                  <a:pt x="4234" y="1235"/>
                </a:lnTo>
                <a:lnTo>
                  <a:pt x="4251" y="1196"/>
                </a:lnTo>
                <a:lnTo>
                  <a:pt x="4267" y="1156"/>
                </a:lnTo>
                <a:lnTo>
                  <a:pt x="4281" y="1117"/>
                </a:lnTo>
                <a:lnTo>
                  <a:pt x="4295" y="1078"/>
                </a:lnTo>
                <a:lnTo>
                  <a:pt x="4307" y="1039"/>
                </a:lnTo>
                <a:lnTo>
                  <a:pt x="4319" y="1000"/>
                </a:lnTo>
                <a:lnTo>
                  <a:pt x="4329" y="961"/>
                </a:lnTo>
                <a:lnTo>
                  <a:pt x="4340" y="923"/>
                </a:lnTo>
                <a:lnTo>
                  <a:pt x="4349" y="884"/>
                </a:lnTo>
                <a:lnTo>
                  <a:pt x="4357" y="847"/>
                </a:lnTo>
                <a:lnTo>
                  <a:pt x="4365" y="809"/>
                </a:lnTo>
                <a:lnTo>
                  <a:pt x="4377" y="736"/>
                </a:lnTo>
                <a:lnTo>
                  <a:pt x="4387" y="665"/>
                </a:lnTo>
                <a:lnTo>
                  <a:pt x="4395" y="598"/>
                </a:lnTo>
                <a:lnTo>
                  <a:pt x="4401" y="534"/>
                </a:lnTo>
                <a:lnTo>
                  <a:pt x="4405" y="474"/>
                </a:lnTo>
                <a:lnTo>
                  <a:pt x="4407" y="418"/>
                </a:lnTo>
                <a:lnTo>
                  <a:pt x="4409" y="367"/>
                </a:lnTo>
                <a:lnTo>
                  <a:pt x="4409" y="321"/>
                </a:lnTo>
                <a:lnTo>
                  <a:pt x="4409" y="281"/>
                </a:lnTo>
                <a:lnTo>
                  <a:pt x="4407" y="247"/>
                </a:lnTo>
                <a:lnTo>
                  <a:pt x="4404" y="201"/>
                </a:lnTo>
                <a:lnTo>
                  <a:pt x="4403" y="183"/>
                </a:lnTo>
                <a:lnTo>
                  <a:pt x="3786" y="183"/>
                </a:lnTo>
                <a:lnTo>
                  <a:pt x="3491" y="183"/>
                </a:lnTo>
                <a:lnTo>
                  <a:pt x="3491" y="0"/>
                </a:lnTo>
                <a:lnTo>
                  <a:pt x="919" y="0"/>
                </a:lnTo>
                <a:lnTo>
                  <a:pt x="919" y="183"/>
                </a:lnTo>
                <a:lnTo>
                  <a:pt x="624" y="183"/>
                </a:lnTo>
                <a:lnTo>
                  <a:pt x="6" y="183"/>
                </a:lnTo>
                <a:lnTo>
                  <a:pt x="5" y="201"/>
                </a:lnTo>
                <a:lnTo>
                  <a:pt x="2" y="247"/>
                </a:lnTo>
                <a:lnTo>
                  <a:pt x="1" y="282"/>
                </a:lnTo>
                <a:lnTo>
                  <a:pt x="0" y="321"/>
                </a:lnTo>
                <a:lnTo>
                  <a:pt x="1" y="367"/>
                </a:lnTo>
                <a:lnTo>
                  <a:pt x="2" y="419"/>
                </a:lnTo>
                <a:lnTo>
                  <a:pt x="4" y="475"/>
                </a:lnTo>
                <a:lnTo>
                  <a:pt x="8" y="535"/>
                </a:lnTo>
                <a:lnTo>
                  <a:pt x="14" y="599"/>
                </a:lnTo>
                <a:lnTo>
                  <a:pt x="22" y="667"/>
                </a:lnTo>
                <a:lnTo>
                  <a:pt x="32" y="737"/>
                </a:lnTo>
                <a:lnTo>
                  <a:pt x="45" y="811"/>
                </a:lnTo>
                <a:lnTo>
                  <a:pt x="52" y="848"/>
                </a:lnTo>
                <a:lnTo>
                  <a:pt x="61" y="886"/>
                </a:lnTo>
                <a:lnTo>
                  <a:pt x="69" y="924"/>
                </a:lnTo>
                <a:lnTo>
                  <a:pt x="79" y="962"/>
                </a:lnTo>
                <a:lnTo>
                  <a:pt x="91" y="1002"/>
                </a:lnTo>
                <a:lnTo>
                  <a:pt x="102" y="1041"/>
                </a:lnTo>
                <a:lnTo>
                  <a:pt x="115" y="1080"/>
                </a:lnTo>
                <a:lnTo>
                  <a:pt x="128" y="1120"/>
                </a:lnTo>
                <a:lnTo>
                  <a:pt x="142" y="1158"/>
                </a:lnTo>
                <a:lnTo>
                  <a:pt x="159" y="1198"/>
                </a:lnTo>
                <a:lnTo>
                  <a:pt x="175" y="1237"/>
                </a:lnTo>
                <a:lnTo>
                  <a:pt x="193" y="1276"/>
                </a:lnTo>
                <a:lnTo>
                  <a:pt x="211" y="1315"/>
                </a:lnTo>
                <a:lnTo>
                  <a:pt x="232" y="1354"/>
                </a:lnTo>
                <a:lnTo>
                  <a:pt x="253" y="1392"/>
                </a:lnTo>
                <a:lnTo>
                  <a:pt x="275" y="1430"/>
                </a:lnTo>
                <a:lnTo>
                  <a:pt x="299" y="1468"/>
                </a:lnTo>
                <a:lnTo>
                  <a:pt x="324" y="1504"/>
                </a:lnTo>
                <a:lnTo>
                  <a:pt x="350" y="1541"/>
                </a:lnTo>
                <a:lnTo>
                  <a:pt x="378" y="1577"/>
                </a:lnTo>
                <a:lnTo>
                  <a:pt x="407" y="1612"/>
                </a:lnTo>
                <a:lnTo>
                  <a:pt x="438" y="1646"/>
                </a:lnTo>
                <a:lnTo>
                  <a:pt x="470" y="1681"/>
                </a:lnTo>
                <a:lnTo>
                  <a:pt x="503" y="1713"/>
                </a:lnTo>
                <a:lnTo>
                  <a:pt x="538" y="1746"/>
                </a:lnTo>
                <a:lnTo>
                  <a:pt x="574" y="1776"/>
                </a:lnTo>
                <a:lnTo>
                  <a:pt x="613" y="1806"/>
                </a:lnTo>
                <a:lnTo>
                  <a:pt x="653" y="1835"/>
                </a:lnTo>
                <a:lnTo>
                  <a:pt x="694" y="1863"/>
                </a:lnTo>
                <a:lnTo>
                  <a:pt x="738" y="1890"/>
                </a:lnTo>
                <a:lnTo>
                  <a:pt x="782" y="1915"/>
                </a:lnTo>
                <a:lnTo>
                  <a:pt x="829" y="1939"/>
                </a:lnTo>
                <a:lnTo>
                  <a:pt x="878" y="1962"/>
                </a:lnTo>
                <a:lnTo>
                  <a:pt x="928" y="1983"/>
                </a:lnTo>
                <a:lnTo>
                  <a:pt x="981" y="2002"/>
                </a:lnTo>
                <a:lnTo>
                  <a:pt x="1035" y="2020"/>
                </a:lnTo>
                <a:lnTo>
                  <a:pt x="1137" y="2053"/>
                </a:lnTo>
                <a:lnTo>
                  <a:pt x="1230" y="2080"/>
                </a:lnTo>
                <a:lnTo>
                  <a:pt x="1311" y="2105"/>
                </a:lnTo>
                <a:lnTo>
                  <a:pt x="1384" y="2125"/>
                </a:lnTo>
                <a:lnTo>
                  <a:pt x="1417" y="2164"/>
                </a:lnTo>
                <a:lnTo>
                  <a:pt x="1452" y="2203"/>
                </a:lnTo>
                <a:lnTo>
                  <a:pt x="1488" y="2241"/>
                </a:lnTo>
                <a:lnTo>
                  <a:pt x="1525" y="2275"/>
                </a:lnTo>
                <a:lnTo>
                  <a:pt x="1562" y="2309"/>
                </a:lnTo>
                <a:lnTo>
                  <a:pt x="1600" y="2340"/>
                </a:lnTo>
                <a:lnTo>
                  <a:pt x="1639" y="2370"/>
                </a:lnTo>
                <a:lnTo>
                  <a:pt x="1679" y="2398"/>
                </a:lnTo>
                <a:lnTo>
                  <a:pt x="1720" y="2424"/>
                </a:lnTo>
                <a:lnTo>
                  <a:pt x="1761" y="2449"/>
                </a:lnTo>
                <a:lnTo>
                  <a:pt x="1803" y="2471"/>
                </a:lnTo>
                <a:lnTo>
                  <a:pt x="1845" y="2490"/>
                </a:lnTo>
                <a:lnTo>
                  <a:pt x="1888" y="2508"/>
                </a:lnTo>
                <a:lnTo>
                  <a:pt x="1933" y="2525"/>
                </a:lnTo>
                <a:lnTo>
                  <a:pt x="1976" y="2538"/>
                </a:lnTo>
                <a:lnTo>
                  <a:pt x="2021" y="2549"/>
                </a:lnTo>
                <a:lnTo>
                  <a:pt x="2021" y="3864"/>
                </a:lnTo>
                <a:lnTo>
                  <a:pt x="1963" y="3868"/>
                </a:lnTo>
                <a:lnTo>
                  <a:pt x="1906" y="3873"/>
                </a:lnTo>
                <a:lnTo>
                  <a:pt x="1850" y="3880"/>
                </a:lnTo>
                <a:lnTo>
                  <a:pt x="1795" y="3887"/>
                </a:lnTo>
                <a:lnTo>
                  <a:pt x="1741" y="3895"/>
                </a:lnTo>
                <a:lnTo>
                  <a:pt x="1688" y="3904"/>
                </a:lnTo>
                <a:lnTo>
                  <a:pt x="1636" y="3915"/>
                </a:lnTo>
                <a:lnTo>
                  <a:pt x="1587" y="3926"/>
                </a:lnTo>
                <a:lnTo>
                  <a:pt x="1537" y="3939"/>
                </a:lnTo>
                <a:lnTo>
                  <a:pt x="1489" y="3951"/>
                </a:lnTo>
                <a:lnTo>
                  <a:pt x="1444" y="3965"/>
                </a:lnTo>
                <a:lnTo>
                  <a:pt x="1399" y="3980"/>
                </a:lnTo>
                <a:lnTo>
                  <a:pt x="1355" y="3995"/>
                </a:lnTo>
                <a:lnTo>
                  <a:pt x="1314" y="4012"/>
                </a:lnTo>
                <a:lnTo>
                  <a:pt x="1274" y="4029"/>
                </a:lnTo>
                <a:lnTo>
                  <a:pt x="1237" y="4046"/>
                </a:lnTo>
                <a:lnTo>
                  <a:pt x="1200" y="4065"/>
                </a:lnTo>
                <a:lnTo>
                  <a:pt x="1166" y="4085"/>
                </a:lnTo>
                <a:lnTo>
                  <a:pt x="1134" y="4104"/>
                </a:lnTo>
                <a:lnTo>
                  <a:pt x="1104" y="4124"/>
                </a:lnTo>
                <a:lnTo>
                  <a:pt x="1076" y="4146"/>
                </a:lnTo>
                <a:lnTo>
                  <a:pt x="1049" y="4167"/>
                </a:lnTo>
                <a:lnTo>
                  <a:pt x="1026" y="4189"/>
                </a:lnTo>
                <a:lnTo>
                  <a:pt x="1004" y="4211"/>
                </a:lnTo>
                <a:lnTo>
                  <a:pt x="984" y="4235"/>
                </a:lnTo>
                <a:lnTo>
                  <a:pt x="968" y="4259"/>
                </a:lnTo>
                <a:lnTo>
                  <a:pt x="953" y="4282"/>
                </a:lnTo>
                <a:lnTo>
                  <a:pt x="947" y="4295"/>
                </a:lnTo>
                <a:lnTo>
                  <a:pt x="941" y="4307"/>
                </a:lnTo>
                <a:lnTo>
                  <a:pt x="936" y="4320"/>
                </a:lnTo>
                <a:lnTo>
                  <a:pt x="931" y="4332"/>
                </a:lnTo>
                <a:lnTo>
                  <a:pt x="927" y="4344"/>
                </a:lnTo>
                <a:lnTo>
                  <a:pt x="924" y="4358"/>
                </a:lnTo>
                <a:lnTo>
                  <a:pt x="922" y="4370"/>
                </a:lnTo>
                <a:lnTo>
                  <a:pt x="920" y="4383"/>
                </a:lnTo>
                <a:lnTo>
                  <a:pt x="919" y="4396"/>
                </a:lnTo>
                <a:lnTo>
                  <a:pt x="919" y="4408"/>
                </a:lnTo>
                <a:lnTo>
                  <a:pt x="3491" y="4408"/>
                </a:lnTo>
                <a:lnTo>
                  <a:pt x="3491" y="4396"/>
                </a:lnTo>
                <a:lnTo>
                  <a:pt x="3490" y="4383"/>
                </a:lnTo>
                <a:lnTo>
                  <a:pt x="3488" y="4370"/>
                </a:lnTo>
                <a:lnTo>
                  <a:pt x="3486" y="4358"/>
                </a:lnTo>
                <a:lnTo>
                  <a:pt x="3482" y="4344"/>
                </a:lnTo>
                <a:lnTo>
                  <a:pt x="3478" y="4332"/>
                </a:lnTo>
                <a:lnTo>
                  <a:pt x="3474" y="4320"/>
                </a:lnTo>
                <a:lnTo>
                  <a:pt x="3469" y="4307"/>
                </a:lnTo>
                <a:lnTo>
                  <a:pt x="3463" y="4295"/>
                </a:lnTo>
                <a:lnTo>
                  <a:pt x="3457" y="4282"/>
                </a:lnTo>
                <a:lnTo>
                  <a:pt x="3443" y="4259"/>
                </a:lnTo>
                <a:lnTo>
                  <a:pt x="3426" y="4235"/>
                </a:lnTo>
                <a:lnTo>
                  <a:pt x="3406" y="4211"/>
                </a:lnTo>
                <a:lnTo>
                  <a:pt x="3384" y="4189"/>
                </a:lnTo>
                <a:lnTo>
                  <a:pt x="3361" y="4167"/>
                </a:lnTo>
                <a:lnTo>
                  <a:pt x="3334" y="4146"/>
                </a:lnTo>
                <a:lnTo>
                  <a:pt x="3306" y="4124"/>
                </a:lnTo>
                <a:lnTo>
                  <a:pt x="3276" y="4104"/>
                </a:lnTo>
                <a:lnTo>
                  <a:pt x="3244" y="4085"/>
                </a:lnTo>
                <a:lnTo>
                  <a:pt x="3210" y="4065"/>
                </a:lnTo>
                <a:lnTo>
                  <a:pt x="3173" y="4046"/>
                </a:lnTo>
                <a:lnTo>
                  <a:pt x="3136" y="4029"/>
                </a:lnTo>
                <a:lnTo>
                  <a:pt x="3096" y="4012"/>
                </a:lnTo>
                <a:lnTo>
                  <a:pt x="3054" y="3995"/>
                </a:lnTo>
                <a:lnTo>
                  <a:pt x="3011" y="3980"/>
                </a:lnTo>
                <a:lnTo>
                  <a:pt x="2966" y="3965"/>
                </a:lnTo>
                <a:lnTo>
                  <a:pt x="2921" y="3951"/>
                </a:lnTo>
                <a:lnTo>
                  <a:pt x="2873" y="3939"/>
                </a:lnTo>
                <a:lnTo>
                  <a:pt x="2823" y="3926"/>
                </a:lnTo>
                <a:lnTo>
                  <a:pt x="2773" y="3915"/>
                </a:lnTo>
                <a:lnTo>
                  <a:pt x="2722" y="3904"/>
                </a:lnTo>
                <a:lnTo>
                  <a:pt x="2669" y="3895"/>
                </a:lnTo>
                <a:lnTo>
                  <a:pt x="2615" y="3887"/>
                </a:lnTo>
                <a:lnTo>
                  <a:pt x="2559" y="3880"/>
                </a:lnTo>
                <a:lnTo>
                  <a:pt x="2504" y="3873"/>
                </a:lnTo>
                <a:lnTo>
                  <a:pt x="2447" y="3868"/>
                </a:lnTo>
                <a:lnTo>
                  <a:pt x="2389" y="3864"/>
                </a:lnTo>
                <a:lnTo>
                  <a:pt x="2389" y="2549"/>
                </a:lnTo>
                <a:lnTo>
                  <a:pt x="2434" y="2538"/>
                </a:lnTo>
                <a:lnTo>
                  <a:pt x="2477" y="2525"/>
                </a:lnTo>
                <a:lnTo>
                  <a:pt x="2521" y="2508"/>
                </a:lnTo>
                <a:lnTo>
                  <a:pt x="2565" y="2491"/>
                </a:lnTo>
                <a:lnTo>
                  <a:pt x="2607" y="2471"/>
                </a:lnTo>
                <a:lnTo>
                  <a:pt x="2649" y="2449"/>
                </a:lnTo>
                <a:lnTo>
                  <a:pt x="2689" y="2425"/>
                </a:lnTo>
                <a:lnTo>
                  <a:pt x="2730" y="2399"/>
                </a:lnTo>
                <a:lnTo>
                  <a:pt x="2769" y="2370"/>
                </a:lnTo>
                <a:lnTo>
                  <a:pt x="2809" y="2341"/>
                </a:lnTo>
                <a:lnTo>
                  <a:pt x="2846" y="2310"/>
                </a:lnTo>
                <a:lnTo>
                  <a:pt x="2884" y="2276"/>
                </a:lnTo>
                <a:lnTo>
                  <a:pt x="2921" y="2242"/>
                </a:lnTo>
                <a:lnTo>
                  <a:pt x="2956" y="2205"/>
                </a:lnTo>
                <a:lnTo>
                  <a:pt x="2992" y="2167"/>
                </a:lnTo>
                <a:lnTo>
                  <a:pt x="3025" y="2127"/>
                </a:lnTo>
                <a:close/>
                <a:moveTo>
                  <a:pt x="3491" y="791"/>
                </a:moveTo>
                <a:lnTo>
                  <a:pt x="3491" y="367"/>
                </a:lnTo>
                <a:lnTo>
                  <a:pt x="3786" y="367"/>
                </a:lnTo>
                <a:lnTo>
                  <a:pt x="4226" y="367"/>
                </a:lnTo>
                <a:lnTo>
                  <a:pt x="4226" y="403"/>
                </a:lnTo>
                <a:lnTo>
                  <a:pt x="4225" y="441"/>
                </a:lnTo>
                <a:lnTo>
                  <a:pt x="4223" y="482"/>
                </a:lnTo>
                <a:lnTo>
                  <a:pt x="4220" y="525"/>
                </a:lnTo>
                <a:lnTo>
                  <a:pt x="4216" y="570"/>
                </a:lnTo>
                <a:lnTo>
                  <a:pt x="4211" y="617"/>
                </a:lnTo>
                <a:lnTo>
                  <a:pt x="4205" y="665"/>
                </a:lnTo>
                <a:lnTo>
                  <a:pt x="4198" y="716"/>
                </a:lnTo>
                <a:lnTo>
                  <a:pt x="4188" y="767"/>
                </a:lnTo>
                <a:lnTo>
                  <a:pt x="4177" y="819"/>
                </a:lnTo>
                <a:lnTo>
                  <a:pt x="4165" y="873"/>
                </a:lnTo>
                <a:lnTo>
                  <a:pt x="4152" y="927"/>
                </a:lnTo>
                <a:lnTo>
                  <a:pt x="4136" y="982"/>
                </a:lnTo>
                <a:lnTo>
                  <a:pt x="4117" y="1037"/>
                </a:lnTo>
                <a:lnTo>
                  <a:pt x="4097" y="1091"/>
                </a:lnTo>
                <a:lnTo>
                  <a:pt x="4075" y="1146"/>
                </a:lnTo>
                <a:lnTo>
                  <a:pt x="4050" y="1201"/>
                </a:lnTo>
                <a:lnTo>
                  <a:pt x="4037" y="1227"/>
                </a:lnTo>
                <a:lnTo>
                  <a:pt x="4023" y="1255"/>
                </a:lnTo>
                <a:lnTo>
                  <a:pt x="4009" y="1281"/>
                </a:lnTo>
                <a:lnTo>
                  <a:pt x="3994" y="1307"/>
                </a:lnTo>
                <a:lnTo>
                  <a:pt x="3977" y="1334"/>
                </a:lnTo>
                <a:lnTo>
                  <a:pt x="3961" y="1360"/>
                </a:lnTo>
                <a:lnTo>
                  <a:pt x="3944" y="1385"/>
                </a:lnTo>
                <a:lnTo>
                  <a:pt x="3926" y="1412"/>
                </a:lnTo>
                <a:lnTo>
                  <a:pt x="3907" y="1436"/>
                </a:lnTo>
                <a:lnTo>
                  <a:pt x="3887" y="1462"/>
                </a:lnTo>
                <a:lnTo>
                  <a:pt x="3867" y="1486"/>
                </a:lnTo>
                <a:lnTo>
                  <a:pt x="3847" y="1510"/>
                </a:lnTo>
                <a:lnTo>
                  <a:pt x="3824" y="1534"/>
                </a:lnTo>
                <a:lnTo>
                  <a:pt x="3802" y="1557"/>
                </a:lnTo>
                <a:lnTo>
                  <a:pt x="3779" y="1579"/>
                </a:lnTo>
                <a:lnTo>
                  <a:pt x="3754" y="1602"/>
                </a:lnTo>
                <a:lnTo>
                  <a:pt x="3729" y="1623"/>
                </a:lnTo>
                <a:lnTo>
                  <a:pt x="3703" y="1644"/>
                </a:lnTo>
                <a:lnTo>
                  <a:pt x="3676" y="1664"/>
                </a:lnTo>
                <a:lnTo>
                  <a:pt x="3649" y="1685"/>
                </a:lnTo>
                <a:lnTo>
                  <a:pt x="3619" y="1704"/>
                </a:lnTo>
                <a:lnTo>
                  <a:pt x="3590" y="1722"/>
                </a:lnTo>
                <a:lnTo>
                  <a:pt x="3560" y="1740"/>
                </a:lnTo>
                <a:lnTo>
                  <a:pt x="3528" y="1758"/>
                </a:lnTo>
                <a:lnTo>
                  <a:pt x="3496" y="1775"/>
                </a:lnTo>
                <a:lnTo>
                  <a:pt x="3462" y="1790"/>
                </a:lnTo>
                <a:lnTo>
                  <a:pt x="3428" y="1805"/>
                </a:lnTo>
                <a:lnTo>
                  <a:pt x="3392" y="1820"/>
                </a:lnTo>
                <a:lnTo>
                  <a:pt x="3357" y="1833"/>
                </a:lnTo>
                <a:lnTo>
                  <a:pt x="3319" y="1846"/>
                </a:lnTo>
                <a:lnTo>
                  <a:pt x="3192" y="1886"/>
                </a:lnTo>
                <a:lnTo>
                  <a:pt x="3227" y="1825"/>
                </a:lnTo>
                <a:lnTo>
                  <a:pt x="3258" y="1763"/>
                </a:lnTo>
                <a:lnTo>
                  <a:pt x="3289" y="1700"/>
                </a:lnTo>
                <a:lnTo>
                  <a:pt x="3317" y="1635"/>
                </a:lnTo>
                <a:lnTo>
                  <a:pt x="3345" y="1569"/>
                </a:lnTo>
                <a:lnTo>
                  <a:pt x="3369" y="1501"/>
                </a:lnTo>
                <a:lnTo>
                  <a:pt x="3391" y="1433"/>
                </a:lnTo>
                <a:lnTo>
                  <a:pt x="3411" y="1364"/>
                </a:lnTo>
                <a:lnTo>
                  <a:pt x="3430" y="1294"/>
                </a:lnTo>
                <a:lnTo>
                  <a:pt x="3446" y="1223"/>
                </a:lnTo>
                <a:lnTo>
                  <a:pt x="3459" y="1152"/>
                </a:lnTo>
                <a:lnTo>
                  <a:pt x="3470" y="1080"/>
                </a:lnTo>
                <a:lnTo>
                  <a:pt x="3475" y="1044"/>
                </a:lnTo>
                <a:lnTo>
                  <a:pt x="3479" y="1008"/>
                </a:lnTo>
                <a:lnTo>
                  <a:pt x="3482" y="972"/>
                </a:lnTo>
                <a:lnTo>
                  <a:pt x="3486" y="936"/>
                </a:lnTo>
                <a:lnTo>
                  <a:pt x="3488" y="900"/>
                </a:lnTo>
                <a:lnTo>
                  <a:pt x="3490" y="863"/>
                </a:lnTo>
                <a:lnTo>
                  <a:pt x="3491" y="828"/>
                </a:lnTo>
                <a:lnTo>
                  <a:pt x="3491" y="791"/>
                </a:lnTo>
                <a:close/>
                <a:moveTo>
                  <a:pt x="1091" y="1846"/>
                </a:moveTo>
                <a:lnTo>
                  <a:pt x="1091" y="1846"/>
                </a:lnTo>
                <a:lnTo>
                  <a:pt x="1053" y="1833"/>
                </a:lnTo>
                <a:lnTo>
                  <a:pt x="1017" y="1820"/>
                </a:lnTo>
                <a:lnTo>
                  <a:pt x="981" y="1805"/>
                </a:lnTo>
                <a:lnTo>
                  <a:pt x="947" y="1791"/>
                </a:lnTo>
                <a:lnTo>
                  <a:pt x="913" y="1775"/>
                </a:lnTo>
                <a:lnTo>
                  <a:pt x="881" y="1759"/>
                </a:lnTo>
                <a:lnTo>
                  <a:pt x="849" y="1741"/>
                </a:lnTo>
                <a:lnTo>
                  <a:pt x="819" y="1723"/>
                </a:lnTo>
                <a:lnTo>
                  <a:pt x="789" y="1705"/>
                </a:lnTo>
                <a:lnTo>
                  <a:pt x="760" y="1686"/>
                </a:lnTo>
                <a:lnTo>
                  <a:pt x="733" y="1665"/>
                </a:lnTo>
                <a:lnTo>
                  <a:pt x="705" y="1645"/>
                </a:lnTo>
                <a:lnTo>
                  <a:pt x="680" y="1624"/>
                </a:lnTo>
                <a:lnTo>
                  <a:pt x="655" y="1603"/>
                </a:lnTo>
                <a:lnTo>
                  <a:pt x="630" y="1580"/>
                </a:lnTo>
                <a:lnTo>
                  <a:pt x="607" y="1558"/>
                </a:lnTo>
                <a:lnTo>
                  <a:pt x="585" y="1535"/>
                </a:lnTo>
                <a:lnTo>
                  <a:pt x="562" y="1511"/>
                </a:lnTo>
                <a:lnTo>
                  <a:pt x="541" y="1487"/>
                </a:lnTo>
                <a:lnTo>
                  <a:pt x="521" y="1463"/>
                </a:lnTo>
                <a:lnTo>
                  <a:pt x="501" y="1438"/>
                </a:lnTo>
                <a:lnTo>
                  <a:pt x="483" y="1413"/>
                </a:lnTo>
                <a:lnTo>
                  <a:pt x="465" y="1387"/>
                </a:lnTo>
                <a:lnTo>
                  <a:pt x="448" y="1361"/>
                </a:lnTo>
                <a:lnTo>
                  <a:pt x="431" y="1336"/>
                </a:lnTo>
                <a:lnTo>
                  <a:pt x="415" y="1309"/>
                </a:lnTo>
                <a:lnTo>
                  <a:pt x="400" y="1283"/>
                </a:lnTo>
                <a:lnTo>
                  <a:pt x="386" y="1256"/>
                </a:lnTo>
                <a:lnTo>
                  <a:pt x="372" y="1229"/>
                </a:lnTo>
                <a:lnTo>
                  <a:pt x="358" y="1202"/>
                </a:lnTo>
                <a:lnTo>
                  <a:pt x="334" y="1147"/>
                </a:lnTo>
                <a:lnTo>
                  <a:pt x="312" y="1092"/>
                </a:lnTo>
                <a:lnTo>
                  <a:pt x="291" y="1038"/>
                </a:lnTo>
                <a:lnTo>
                  <a:pt x="273" y="983"/>
                </a:lnTo>
                <a:lnTo>
                  <a:pt x="258" y="928"/>
                </a:lnTo>
                <a:lnTo>
                  <a:pt x="244" y="874"/>
                </a:lnTo>
                <a:lnTo>
                  <a:pt x="232" y="820"/>
                </a:lnTo>
                <a:lnTo>
                  <a:pt x="221" y="768"/>
                </a:lnTo>
                <a:lnTo>
                  <a:pt x="212" y="716"/>
                </a:lnTo>
                <a:lnTo>
                  <a:pt x="204" y="666"/>
                </a:lnTo>
                <a:lnTo>
                  <a:pt x="198" y="618"/>
                </a:lnTo>
                <a:lnTo>
                  <a:pt x="194" y="570"/>
                </a:lnTo>
                <a:lnTo>
                  <a:pt x="190" y="525"/>
                </a:lnTo>
                <a:lnTo>
                  <a:pt x="187" y="482"/>
                </a:lnTo>
                <a:lnTo>
                  <a:pt x="185" y="441"/>
                </a:lnTo>
                <a:lnTo>
                  <a:pt x="184" y="404"/>
                </a:lnTo>
                <a:lnTo>
                  <a:pt x="184" y="367"/>
                </a:lnTo>
                <a:lnTo>
                  <a:pt x="624" y="367"/>
                </a:lnTo>
                <a:lnTo>
                  <a:pt x="919" y="367"/>
                </a:lnTo>
                <a:lnTo>
                  <a:pt x="919" y="791"/>
                </a:lnTo>
                <a:lnTo>
                  <a:pt x="919" y="828"/>
                </a:lnTo>
                <a:lnTo>
                  <a:pt x="920" y="863"/>
                </a:lnTo>
                <a:lnTo>
                  <a:pt x="922" y="900"/>
                </a:lnTo>
                <a:lnTo>
                  <a:pt x="924" y="936"/>
                </a:lnTo>
                <a:lnTo>
                  <a:pt x="927" y="972"/>
                </a:lnTo>
                <a:lnTo>
                  <a:pt x="930" y="1008"/>
                </a:lnTo>
                <a:lnTo>
                  <a:pt x="935" y="1044"/>
                </a:lnTo>
                <a:lnTo>
                  <a:pt x="940" y="1080"/>
                </a:lnTo>
                <a:lnTo>
                  <a:pt x="951" y="1151"/>
                </a:lnTo>
                <a:lnTo>
                  <a:pt x="964" y="1223"/>
                </a:lnTo>
                <a:lnTo>
                  <a:pt x="980" y="1293"/>
                </a:lnTo>
                <a:lnTo>
                  <a:pt x="998" y="1363"/>
                </a:lnTo>
                <a:lnTo>
                  <a:pt x="1019" y="1432"/>
                </a:lnTo>
                <a:lnTo>
                  <a:pt x="1041" y="1501"/>
                </a:lnTo>
                <a:lnTo>
                  <a:pt x="1065" y="1568"/>
                </a:lnTo>
                <a:lnTo>
                  <a:pt x="1092" y="1634"/>
                </a:lnTo>
                <a:lnTo>
                  <a:pt x="1120" y="1699"/>
                </a:lnTo>
                <a:lnTo>
                  <a:pt x="1151" y="1763"/>
                </a:lnTo>
                <a:lnTo>
                  <a:pt x="1183" y="1825"/>
                </a:lnTo>
                <a:lnTo>
                  <a:pt x="1217" y="1885"/>
                </a:lnTo>
                <a:lnTo>
                  <a:pt x="1091" y="1846"/>
                </a:lnTo>
                <a:close/>
                <a:moveTo>
                  <a:pt x="2205" y="1626"/>
                </a:moveTo>
                <a:lnTo>
                  <a:pt x="1637" y="2020"/>
                </a:lnTo>
                <a:lnTo>
                  <a:pt x="1837" y="1359"/>
                </a:lnTo>
                <a:lnTo>
                  <a:pt x="1287" y="940"/>
                </a:lnTo>
                <a:lnTo>
                  <a:pt x="1978" y="927"/>
                </a:lnTo>
                <a:lnTo>
                  <a:pt x="2205" y="274"/>
                </a:lnTo>
                <a:lnTo>
                  <a:pt x="2433" y="927"/>
                </a:lnTo>
                <a:lnTo>
                  <a:pt x="3123" y="940"/>
                </a:lnTo>
                <a:lnTo>
                  <a:pt x="2573" y="1359"/>
                </a:lnTo>
                <a:lnTo>
                  <a:pt x="2772" y="2020"/>
                </a:lnTo>
                <a:lnTo>
                  <a:pt x="2205" y="1626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5893930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4699953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5495939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3505974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4301960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5097946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3903967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2186119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2635664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3085209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0761630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/>
          <p:cNvSpPr/>
          <p:nvPr/>
        </p:nvSpPr>
        <p:spPr>
          <a:xfrm>
            <a:off x="4282751" y="1931436"/>
            <a:ext cx="3228391" cy="4348066"/>
          </a:xfrm>
          <a:prstGeom prst="roundRect">
            <a:avLst>
              <a:gd name="adj" fmla="val 116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498008"/>
              </p:ext>
            </p:extLst>
          </p:nvPr>
        </p:nvGraphicFramePr>
        <p:xfrm>
          <a:off x="5410798" y="2092748"/>
          <a:ext cx="1969144" cy="4144987"/>
        </p:xfrm>
        <a:graphic>
          <a:graphicData uri="http://schemas.openxmlformats.org/drawingml/2006/table">
            <a:tbl>
              <a:tblPr/>
              <a:tblGrid>
                <a:gridCol w="637200"/>
                <a:gridCol w="1331944"/>
              </a:tblGrid>
              <a:tr h="4524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 u="none" strike="noStrike" dirty="0">
                          <a:solidFill>
                            <a:schemeClr val="accent4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 dirty="0">
                          <a:solidFill>
                            <a:schemeClr val="accent4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魔秀</a:t>
                      </a:r>
                      <a:r>
                        <a:rPr lang="zh-CN" altLang="en-US" sz="1400" b="1" i="0" u="none" strike="noStrike" dirty="0" smtClean="0">
                          <a:solidFill>
                            <a:schemeClr val="accent4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桌面</a:t>
                      </a:r>
                      <a:endParaRPr lang="zh-CN" altLang="en-US" sz="1400" b="1" i="0" u="none" strike="noStrike" dirty="0">
                        <a:solidFill>
                          <a:schemeClr val="accent4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24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 u="none" strike="noStrike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 dirty="0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微锁屏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24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 u="none" strike="noStrike">
                          <a:solidFill>
                            <a:srgbClr val="FF99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 u="none" strike="noStrike" dirty="0">
                          <a:solidFill>
                            <a:srgbClr val="FF99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91</a:t>
                      </a:r>
                      <a:r>
                        <a:rPr lang="zh-CN" altLang="en-US" sz="1400" b="1" i="0" u="none" strike="noStrike" dirty="0">
                          <a:solidFill>
                            <a:srgbClr val="FF99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桌面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纹字锁屏</a:t>
                      </a: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手机动态壁纸服务</a:t>
                      </a: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字体管家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日历 夏新定制版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堆糖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小米锁屏画报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91</a:t>
                      </a:r>
                      <a:r>
                        <a:rPr lang="zh-CN" alt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锁屏</a:t>
                      </a: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0" y="80924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最</a:t>
            </a:r>
            <a:r>
              <a:rPr lang="zh-CN" altLang="en-US" sz="2800" b="1" dirty="0" smtClean="0"/>
              <a:t>受</a:t>
            </a:r>
            <a:r>
              <a:rPr lang="en-US" altLang="zh-CN" sz="2800" b="1" dirty="0" smtClean="0"/>
              <a:t>00</a:t>
            </a:r>
            <a:r>
              <a:rPr lang="zh-CN" altLang="en-US" sz="2800" b="1" dirty="0" smtClean="0"/>
              <a:t>后欢迎的</a:t>
            </a:r>
            <a:r>
              <a:rPr lang="zh-CN" altLang="en-US" sz="3600" b="1" dirty="0" smtClean="0"/>
              <a:t>主题壁纸</a:t>
            </a:r>
            <a:r>
              <a:rPr lang="en-US" altLang="zh-CN" sz="2800" b="1" dirty="0"/>
              <a:t>APP</a:t>
            </a:r>
            <a:r>
              <a:rPr lang="en-US" altLang="zh-CN" sz="2000" b="1" dirty="0"/>
              <a:t>(2016</a:t>
            </a:r>
            <a:r>
              <a:rPr lang="zh-CN" altLang="en-US" sz="2000" b="1" dirty="0"/>
              <a:t>上半年</a:t>
            </a:r>
            <a:r>
              <a:rPr lang="en-US" altLang="zh-CN" sz="2000" b="1" dirty="0"/>
              <a:t>)</a:t>
            </a:r>
            <a:endParaRPr lang="zh-CN" altLang="en-US" sz="2000" b="1" dirty="0"/>
          </a:p>
        </p:txBody>
      </p:sp>
      <p:sp>
        <p:nvSpPr>
          <p:cNvPr id="20" name="KSO_Shape"/>
          <p:cNvSpPr>
            <a:spLocks/>
          </p:cNvSpPr>
          <p:nvPr/>
        </p:nvSpPr>
        <p:spPr bwMode="auto">
          <a:xfrm>
            <a:off x="4834002" y="2184269"/>
            <a:ext cx="247045" cy="247457"/>
          </a:xfrm>
          <a:custGeom>
            <a:avLst/>
            <a:gdLst>
              <a:gd name="T0" fmla="*/ 2147483646 w 4409"/>
              <a:gd name="T1" fmla="*/ 2147483646 h 4408"/>
              <a:gd name="T2" fmla="*/ 2147483646 w 4409"/>
              <a:gd name="T3" fmla="*/ 2147483646 h 4408"/>
              <a:gd name="T4" fmla="*/ 2147483646 w 4409"/>
              <a:gd name="T5" fmla="*/ 2147483646 h 4408"/>
              <a:gd name="T6" fmla="*/ 2147483646 w 4409"/>
              <a:gd name="T7" fmla="*/ 2147483646 h 4408"/>
              <a:gd name="T8" fmla="*/ 2147483646 w 4409"/>
              <a:gd name="T9" fmla="*/ 2147483646 h 4408"/>
              <a:gd name="T10" fmla="*/ 2147483646 w 4409"/>
              <a:gd name="T11" fmla="*/ 2147483646 h 4408"/>
              <a:gd name="T12" fmla="*/ 2147483646 w 4409"/>
              <a:gd name="T13" fmla="*/ 2147483646 h 4408"/>
              <a:gd name="T14" fmla="*/ 2147483646 w 4409"/>
              <a:gd name="T15" fmla="*/ 2147483646 h 4408"/>
              <a:gd name="T16" fmla="*/ 481718167 w 4409"/>
              <a:gd name="T17" fmla="*/ 2147483646 h 4408"/>
              <a:gd name="T18" fmla="*/ 321145301 w 4409"/>
              <a:gd name="T19" fmla="*/ 2147483646 h 4408"/>
              <a:gd name="T20" fmla="*/ 2147483646 w 4409"/>
              <a:gd name="T21" fmla="*/ 2147483646 h 4408"/>
              <a:gd name="T22" fmla="*/ 2147483646 w 4409"/>
              <a:gd name="T23" fmla="*/ 2147483646 h 4408"/>
              <a:gd name="T24" fmla="*/ 2147483646 w 4409"/>
              <a:gd name="T25" fmla="*/ 2147483646 h 4408"/>
              <a:gd name="T26" fmla="*/ 2147483646 w 4409"/>
              <a:gd name="T27" fmla="*/ 2147483646 h 4408"/>
              <a:gd name="T28" fmla="*/ 2147483646 w 4409"/>
              <a:gd name="T29" fmla="*/ 2147483646 h 4408"/>
              <a:gd name="T30" fmla="*/ 2147483646 w 4409"/>
              <a:gd name="T31" fmla="*/ 2147483646 h 4408"/>
              <a:gd name="T32" fmla="*/ 2147483646 w 4409"/>
              <a:gd name="T33" fmla="*/ 2147483646 h 4408"/>
              <a:gd name="T34" fmla="*/ 2147483646 w 4409"/>
              <a:gd name="T35" fmla="*/ 2147483646 h 4408"/>
              <a:gd name="T36" fmla="*/ 2147483646 w 4409"/>
              <a:gd name="T37" fmla="*/ 2147483646 h 4408"/>
              <a:gd name="T38" fmla="*/ 2147483646 w 4409"/>
              <a:gd name="T39" fmla="*/ 2147483646 h 4408"/>
              <a:gd name="T40" fmla="*/ 2147483646 w 4409"/>
              <a:gd name="T41" fmla="*/ 2147483646 h 4408"/>
              <a:gd name="T42" fmla="*/ 2147483646 w 4409"/>
              <a:gd name="T43" fmla="*/ 2147483646 h 4408"/>
              <a:gd name="T44" fmla="*/ 2147483646 w 4409"/>
              <a:gd name="T45" fmla="*/ 2147483646 h 4408"/>
              <a:gd name="T46" fmla="*/ 2147483646 w 4409"/>
              <a:gd name="T47" fmla="*/ 2147483646 h 4408"/>
              <a:gd name="T48" fmla="*/ 2147483646 w 4409"/>
              <a:gd name="T49" fmla="*/ 2147483646 h 4408"/>
              <a:gd name="T50" fmla="*/ 2147483646 w 4409"/>
              <a:gd name="T51" fmla="*/ 2147483646 h 4408"/>
              <a:gd name="T52" fmla="*/ 2147483646 w 4409"/>
              <a:gd name="T53" fmla="*/ 2147483646 h 4408"/>
              <a:gd name="T54" fmla="*/ 2147483646 w 4409"/>
              <a:gd name="T55" fmla="*/ 2147483646 h 4408"/>
              <a:gd name="T56" fmla="*/ 2147483646 w 4409"/>
              <a:gd name="T57" fmla="*/ 2147483646 h 4408"/>
              <a:gd name="T58" fmla="*/ 2147483646 w 4409"/>
              <a:gd name="T59" fmla="*/ 2147483646 h 4408"/>
              <a:gd name="T60" fmla="*/ 2147483646 w 4409"/>
              <a:gd name="T61" fmla="*/ 2147483646 h 4408"/>
              <a:gd name="T62" fmla="*/ 2147483646 w 4409"/>
              <a:gd name="T63" fmla="*/ 2147483646 h 4408"/>
              <a:gd name="T64" fmla="*/ 2147483646 w 4409"/>
              <a:gd name="T65" fmla="*/ 2147483646 h 4408"/>
              <a:gd name="T66" fmla="*/ 2147483646 w 4409"/>
              <a:gd name="T67" fmla="*/ 2147483646 h 4408"/>
              <a:gd name="T68" fmla="*/ 2147483646 w 4409"/>
              <a:gd name="T69" fmla="*/ 2147483646 h 4408"/>
              <a:gd name="T70" fmla="*/ 2147483646 w 4409"/>
              <a:gd name="T71" fmla="*/ 2147483646 h 4408"/>
              <a:gd name="T72" fmla="*/ 2147483646 w 4409"/>
              <a:gd name="T73" fmla="*/ 2147483646 h 4408"/>
              <a:gd name="T74" fmla="*/ 2147483646 w 4409"/>
              <a:gd name="T75" fmla="*/ 2147483646 h 4408"/>
              <a:gd name="T76" fmla="*/ 2147483646 w 4409"/>
              <a:gd name="T77" fmla="*/ 2147483646 h 4408"/>
              <a:gd name="T78" fmla="*/ 2147483646 w 4409"/>
              <a:gd name="T79" fmla="*/ 2147483646 h 4408"/>
              <a:gd name="T80" fmla="*/ 2147483646 w 4409"/>
              <a:gd name="T81" fmla="*/ 2147483646 h 4408"/>
              <a:gd name="T82" fmla="*/ 2147483646 w 4409"/>
              <a:gd name="T83" fmla="*/ 2147483646 h 4408"/>
              <a:gd name="T84" fmla="*/ 2147483646 w 4409"/>
              <a:gd name="T85" fmla="*/ 2147483646 h 4408"/>
              <a:gd name="T86" fmla="*/ 2147483646 w 4409"/>
              <a:gd name="T87" fmla="*/ 2147483646 h 4408"/>
              <a:gd name="T88" fmla="*/ 2147483646 w 4409"/>
              <a:gd name="T89" fmla="*/ 2147483646 h 4408"/>
              <a:gd name="T90" fmla="*/ 2147483646 w 4409"/>
              <a:gd name="T91" fmla="*/ 2147483646 h 4408"/>
              <a:gd name="T92" fmla="*/ 2147483646 w 4409"/>
              <a:gd name="T93" fmla="*/ 2147483646 h 4408"/>
              <a:gd name="T94" fmla="*/ 2147483646 w 4409"/>
              <a:gd name="T95" fmla="*/ 2147483646 h 4408"/>
              <a:gd name="T96" fmla="*/ 2147483646 w 4409"/>
              <a:gd name="T97" fmla="*/ 2147483646 h 4408"/>
              <a:gd name="T98" fmla="*/ 2147483646 w 4409"/>
              <a:gd name="T99" fmla="*/ 2147483646 h 4408"/>
              <a:gd name="T100" fmla="*/ 2147483646 w 4409"/>
              <a:gd name="T101" fmla="*/ 2147483646 h 4408"/>
              <a:gd name="T102" fmla="*/ 2147483646 w 4409"/>
              <a:gd name="T103" fmla="*/ 2147483646 h 4408"/>
              <a:gd name="T104" fmla="*/ 2147483646 w 4409"/>
              <a:gd name="T105" fmla="*/ 2147483646 h 4408"/>
              <a:gd name="T106" fmla="*/ 2147483646 w 4409"/>
              <a:gd name="T107" fmla="*/ 2147483646 h 4408"/>
              <a:gd name="T108" fmla="*/ 2147483646 w 4409"/>
              <a:gd name="T109" fmla="*/ 2147483646 h 44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409" h="4408">
                <a:moveTo>
                  <a:pt x="3025" y="2127"/>
                </a:moveTo>
                <a:lnTo>
                  <a:pt x="3025" y="2127"/>
                </a:lnTo>
                <a:lnTo>
                  <a:pt x="3097" y="2107"/>
                </a:lnTo>
                <a:lnTo>
                  <a:pt x="3179" y="2081"/>
                </a:lnTo>
                <a:lnTo>
                  <a:pt x="3271" y="2053"/>
                </a:lnTo>
                <a:lnTo>
                  <a:pt x="3375" y="2020"/>
                </a:lnTo>
                <a:lnTo>
                  <a:pt x="3429" y="2002"/>
                </a:lnTo>
                <a:lnTo>
                  <a:pt x="3481" y="1982"/>
                </a:lnTo>
                <a:lnTo>
                  <a:pt x="3532" y="1961"/>
                </a:lnTo>
                <a:lnTo>
                  <a:pt x="3580" y="1938"/>
                </a:lnTo>
                <a:lnTo>
                  <a:pt x="3626" y="1914"/>
                </a:lnTo>
                <a:lnTo>
                  <a:pt x="3672" y="1889"/>
                </a:lnTo>
                <a:lnTo>
                  <a:pt x="3715" y="1861"/>
                </a:lnTo>
                <a:lnTo>
                  <a:pt x="3756" y="1834"/>
                </a:lnTo>
                <a:lnTo>
                  <a:pt x="3797" y="1804"/>
                </a:lnTo>
                <a:lnTo>
                  <a:pt x="3834" y="1774"/>
                </a:lnTo>
                <a:lnTo>
                  <a:pt x="3871" y="1744"/>
                </a:lnTo>
                <a:lnTo>
                  <a:pt x="3906" y="1711"/>
                </a:lnTo>
                <a:lnTo>
                  <a:pt x="3940" y="1679"/>
                </a:lnTo>
                <a:lnTo>
                  <a:pt x="3971" y="1644"/>
                </a:lnTo>
                <a:lnTo>
                  <a:pt x="4002" y="1610"/>
                </a:lnTo>
                <a:lnTo>
                  <a:pt x="4031" y="1575"/>
                </a:lnTo>
                <a:lnTo>
                  <a:pt x="4059" y="1539"/>
                </a:lnTo>
                <a:lnTo>
                  <a:pt x="4085" y="1502"/>
                </a:lnTo>
                <a:lnTo>
                  <a:pt x="4110" y="1466"/>
                </a:lnTo>
                <a:lnTo>
                  <a:pt x="4134" y="1428"/>
                </a:lnTo>
                <a:lnTo>
                  <a:pt x="4157" y="1390"/>
                </a:lnTo>
                <a:lnTo>
                  <a:pt x="4177" y="1351"/>
                </a:lnTo>
                <a:lnTo>
                  <a:pt x="4198" y="1312"/>
                </a:lnTo>
                <a:lnTo>
                  <a:pt x="4217" y="1274"/>
                </a:lnTo>
                <a:lnTo>
                  <a:pt x="4234" y="1235"/>
                </a:lnTo>
                <a:lnTo>
                  <a:pt x="4251" y="1196"/>
                </a:lnTo>
                <a:lnTo>
                  <a:pt x="4267" y="1156"/>
                </a:lnTo>
                <a:lnTo>
                  <a:pt x="4281" y="1117"/>
                </a:lnTo>
                <a:lnTo>
                  <a:pt x="4295" y="1078"/>
                </a:lnTo>
                <a:lnTo>
                  <a:pt x="4307" y="1039"/>
                </a:lnTo>
                <a:lnTo>
                  <a:pt x="4319" y="1000"/>
                </a:lnTo>
                <a:lnTo>
                  <a:pt x="4329" y="961"/>
                </a:lnTo>
                <a:lnTo>
                  <a:pt x="4340" y="923"/>
                </a:lnTo>
                <a:lnTo>
                  <a:pt x="4349" y="884"/>
                </a:lnTo>
                <a:lnTo>
                  <a:pt x="4357" y="847"/>
                </a:lnTo>
                <a:lnTo>
                  <a:pt x="4365" y="809"/>
                </a:lnTo>
                <a:lnTo>
                  <a:pt x="4377" y="736"/>
                </a:lnTo>
                <a:lnTo>
                  <a:pt x="4387" y="665"/>
                </a:lnTo>
                <a:lnTo>
                  <a:pt x="4395" y="598"/>
                </a:lnTo>
                <a:lnTo>
                  <a:pt x="4401" y="534"/>
                </a:lnTo>
                <a:lnTo>
                  <a:pt x="4405" y="474"/>
                </a:lnTo>
                <a:lnTo>
                  <a:pt x="4407" y="418"/>
                </a:lnTo>
                <a:lnTo>
                  <a:pt x="4409" y="367"/>
                </a:lnTo>
                <a:lnTo>
                  <a:pt x="4409" y="321"/>
                </a:lnTo>
                <a:lnTo>
                  <a:pt x="4409" y="281"/>
                </a:lnTo>
                <a:lnTo>
                  <a:pt x="4407" y="247"/>
                </a:lnTo>
                <a:lnTo>
                  <a:pt x="4404" y="201"/>
                </a:lnTo>
                <a:lnTo>
                  <a:pt x="4403" y="183"/>
                </a:lnTo>
                <a:lnTo>
                  <a:pt x="3786" y="183"/>
                </a:lnTo>
                <a:lnTo>
                  <a:pt x="3491" y="183"/>
                </a:lnTo>
                <a:lnTo>
                  <a:pt x="3491" y="0"/>
                </a:lnTo>
                <a:lnTo>
                  <a:pt x="919" y="0"/>
                </a:lnTo>
                <a:lnTo>
                  <a:pt x="919" y="183"/>
                </a:lnTo>
                <a:lnTo>
                  <a:pt x="624" y="183"/>
                </a:lnTo>
                <a:lnTo>
                  <a:pt x="6" y="183"/>
                </a:lnTo>
                <a:lnTo>
                  <a:pt x="5" y="201"/>
                </a:lnTo>
                <a:lnTo>
                  <a:pt x="2" y="247"/>
                </a:lnTo>
                <a:lnTo>
                  <a:pt x="1" y="282"/>
                </a:lnTo>
                <a:lnTo>
                  <a:pt x="0" y="321"/>
                </a:lnTo>
                <a:lnTo>
                  <a:pt x="1" y="367"/>
                </a:lnTo>
                <a:lnTo>
                  <a:pt x="2" y="419"/>
                </a:lnTo>
                <a:lnTo>
                  <a:pt x="4" y="475"/>
                </a:lnTo>
                <a:lnTo>
                  <a:pt x="8" y="535"/>
                </a:lnTo>
                <a:lnTo>
                  <a:pt x="14" y="599"/>
                </a:lnTo>
                <a:lnTo>
                  <a:pt x="22" y="667"/>
                </a:lnTo>
                <a:lnTo>
                  <a:pt x="32" y="737"/>
                </a:lnTo>
                <a:lnTo>
                  <a:pt x="45" y="811"/>
                </a:lnTo>
                <a:lnTo>
                  <a:pt x="52" y="848"/>
                </a:lnTo>
                <a:lnTo>
                  <a:pt x="61" y="886"/>
                </a:lnTo>
                <a:lnTo>
                  <a:pt x="69" y="924"/>
                </a:lnTo>
                <a:lnTo>
                  <a:pt x="79" y="962"/>
                </a:lnTo>
                <a:lnTo>
                  <a:pt x="91" y="1002"/>
                </a:lnTo>
                <a:lnTo>
                  <a:pt x="102" y="1041"/>
                </a:lnTo>
                <a:lnTo>
                  <a:pt x="115" y="1080"/>
                </a:lnTo>
                <a:lnTo>
                  <a:pt x="128" y="1120"/>
                </a:lnTo>
                <a:lnTo>
                  <a:pt x="142" y="1158"/>
                </a:lnTo>
                <a:lnTo>
                  <a:pt x="159" y="1198"/>
                </a:lnTo>
                <a:lnTo>
                  <a:pt x="175" y="1237"/>
                </a:lnTo>
                <a:lnTo>
                  <a:pt x="193" y="1276"/>
                </a:lnTo>
                <a:lnTo>
                  <a:pt x="211" y="1315"/>
                </a:lnTo>
                <a:lnTo>
                  <a:pt x="232" y="1354"/>
                </a:lnTo>
                <a:lnTo>
                  <a:pt x="253" y="1392"/>
                </a:lnTo>
                <a:lnTo>
                  <a:pt x="275" y="1430"/>
                </a:lnTo>
                <a:lnTo>
                  <a:pt x="299" y="1468"/>
                </a:lnTo>
                <a:lnTo>
                  <a:pt x="324" y="1504"/>
                </a:lnTo>
                <a:lnTo>
                  <a:pt x="350" y="1541"/>
                </a:lnTo>
                <a:lnTo>
                  <a:pt x="378" y="1577"/>
                </a:lnTo>
                <a:lnTo>
                  <a:pt x="407" y="1612"/>
                </a:lnTo>
                <a:lnTo>
                  <a:pt x="438" y="1646"/>
                </a:lnTo>
                <a:lnTo>
                  <a:pt x="470" y="1681"/>
                </a:lnTo>
                <a:lnTo>
                  <a:pt x="503" y="1713"/>
                </a:lnTo>
                <a:lnTo>
                  <a:pt x="538" y="1746"/>
                </a:lnTo>
                <a:lnTo>
                  <a:pt x="574" y="1776"/>
                </a:lnTo>
                <a:lnTo>
                  <a:pt x="613" y="1806"/>
                </a:lnTo>
                <a:lnTo>
                  <a:pt x="653" y="1835"/>
                </a:lnTo>
                <a:lnTo>
                  <a:pt x="694" y="1863"/>
                </a:lnTo>
                <a:lnTo>
                  <a:pt x="738" y="1890"/>
                </a:lnTo>
                <a:lnTo>
                  <a:pt x="782" y="1915"/>
                </a:lnTo>
                <a:lnTo>
                  <a:pt x="829" y="1939"/>
                </a:lnTo>
                <a:lnTo>
                  <a:pt x="878" y="1962"/>
                </a:lnTo>
                <a:lnTo>
                  <a:pt x="928" y="1983"/>
                </a:lnTo>
                <a:lnTo>
                  <a:pt x="981" y="2002"/>
                </a:lnTo>
                <a:lnTo>
                  <a:pt x="1035" y="2020"/>
                </a:lnTo>
                <a:lnTo>
                  <a:pt x="1137" y="2053"/>
                </a:lnTo>
                <a:lnTo>
                  <a:pt x="1230" y="2080"/>
                </a:lnTo>
                <a:lnTo>
                  <a:pt x="1311" y="2105"/>
                </a:lnTo>
                <a:lnTo>
                  <a:pt x="1384" y="2125"/>
                </a:lnTo>
                <a:lnTo>
                  <a:pt x="1417" y="2164"/>
                </a:lnTo>
                <a:lnTo>
                  <a:pt x="1452" y="2203"/>
                </a:lnTo>
                <a:lnTo>
                  <a:pt x="1488" y="2241"/>
                </a:lnTo>
                <a:lnTo>
                  <a:pt x="1525" y="2275"/>
                </a:lnTo>
                <a:lnTo>
                  <a:pt x="1562" y="2309"/>
                </a:lnTo>
                <a:lnTo>
                  <a:pt x="1600" y="2340"/>
                </a:lnTo>
                <a:lnTo>
                  <a:pt x="1639" y="2370"/>
                </a:lnTo>
                <a:lnTo>
                  <a:pt x="1679" y="2398"/>
                </a:lnTo>
                <a:lnTo>
                  <a:pt x="1720" y="2424"/>
                </a:lnTo>
                <a:lnTo>
                  <a:pt x="1761" y="2449"/>
                </a:lnTo>
                <a:lnTo>
                  <a:pt x="1803" y="2471"/>
                </a:lnTo>
                <a:lnTo>
                  <a:pt x="1845" y="2490"/>
                </a:lnTo>
                <a:lnTo>
                  <a:pt x="1888" y="2508"/>
                </a:lnTo>
                <a:lnTo>
                  <a:pt x="1933" y="2525"/>
                </a:lnTo>
                <a:lnTo>
                  <a:pt x="1976" y="2538"/>
                </a:lnTo>
                <a:lnTo>
                  <a:pt x="2021" y="2549"/>
                </a:lnTo>
                <a:lnTo>
                  <a:pt x="2021" y="3864"/>
                </a:lnTo>
                <a:lnTo>
                  <a:pt x="1963" y="3868"/>
                </a:lnTo>
                <a:lnTo>
                  <a:pt x="1906" y="3873"/>
                </a:lnTo>
                <a:lnTo>
                  <a:pt x="1850" y="3880"/>
                </a:lnTo>
                <a:lnTo>
                  <a:pt x="1795" y="3887"/>
                </a:lnTo>
                <a:lnTo>
                  <a:pt x="1741" y="3895"/>
                </a:lnTo>
                <a:lnTo>
                  <a:pt x="1688" y="3904"/>
                </a:lnTo>
                <a:lnTo>
                  <a:pt x="1636" y="3915"/>
                </a:lnTo>
                <a:lnTo>
                  <a:pt x="1587" y="3926"/>
                </a:lnTo>
                <a:lnTo>
                  <a:pt x="1537" y="3939"/>
                </a:lnTo>
                <a:lnTo>
                  <a:pt x="1489" y="3951"/>
                </a:lnTo>
                <a:lnTo>
                  <a:pt x="1444" y="3965"/>
                </a:lnTo>
                <a:lnTo>
                  <a:pt x="1399" y="3980"/>
                </a:lnTo>
                <a:lnTo>
                  <a:pt x="1355" y="3995"/>
                </a:lnTo>
                <a:lnTo>
                  <a:pt x="1314" y="4012"/>
                </a:lnTo>
                <a:lnTo>
                  <a:pt x="1274" y="4029"/>
                </a:lnTo>
                <a:lnTo>
                  <a:pt x="1237" y="4046"/>
                </a:lnTo>
                <a:lnTo>
                  <a:pt x="1200" y="4065"/>
                </a:lnTo>
                <a:lnTo>
                  <a:pt x="1166" y="4085"/>
                </a:lnTo>
                <a:lnTo>
                  <a:pt x="1134" y="4104"/>
                </a:lnTo>
                <a:lnTo>
                  <a:pt x="1104" y="4124"/>
                </a:lnTo>
                <a:lnTo>
                  <a:pt x="1076" y="4146"/>
                </a:lnTo>
                <a:lnTo>
                  <a:pt x="1049" y="4167"/>
                </a:lnTo>
                <a:lnTo>
                  <a:pt x="1026" y="4189"/>
                </a:lnTo>
                <a:lnTo>
                  <a:pt x="1004" y="4211"/>
                </a:lnTo>
                <a:lnTo>
                  <a:pt x="984" y="4235"/>
                </a:lnTo>
                <a:lnTo>
                  <a:pt x="968" y="4259"/>
                </a:lnTo>
                <a:lnTo>
                  <a:pt x="953" y="4282"/>
                </a:lnTo>
                <a:lnTo>
                  <a:pt x="947" y="4295"/>
                </a:lnTo>
                <a:lnTo>
                  <a:pt x="941" y="4307"/>
                </a:lnTo>
                <a:lnTo>
                  <a:pt x="936" y="4320"/>
                </a:lnTo>
                <a:lnTo>
                  <a:pt x="931" y="4332"/>
                </a:lnTo>
                <a:lnTo>
                  <a:pt x="927" y="4344"/>
                </a:lnTo>
                <a:lnTo>
                  <a:pt x="924" y="4358"/>
                </a:lnTo>
                <a:lnTo>
                  <a:pt x="922" y="4370"/>
                </a:lnTo>
                <a:lnTo>
                  <a:pt x="920" y="4383"/>
                </a:lnTo>
                <a:lnTo>
                  <a:pt x="919" y="4396"/>
                </a:lnTo>
                <a:lnTo>
                  <a:pt x="919" y="4408"/>
                </a:lnTo>
                <a:lnTo>
                  <a:pt x="3491" y="4408"/>
                </a:lnTo>
                <a:lnTo>
                  <a:pt x="3491" y="4396"/>
                </a:lnTo>
                <a:lnTo>
                  <a:pt x="3490" y="4383"/>
                </a:lnTo>
                <a:lnTo>
                  <a:pt x="3488" y="4370"/>
                </a:lnTo>
                <a:lnTo>
                  <a:pt x="3486" y="4358"/>
                </a:lnTo>
                <a:lnTo>
                  <a:pt x="3482" y="4344"/>
                </a:lnTo>
                <a:lnTo>
                  <a:pt x="3478" y="4332"/>
                </a:lnTo>
                <a:lnTo>
                  <a:pt x="3474" y="4320"/>
                </a:lnTo>
                <a:lnTo>
                  <a:pt x="3469" y="4307"/>
                </a:lnTo>
                <a:lnTo>
                  <a:pt x="3463" y="4295"/>
                </a:lnTo>
                <a:lnTo>
                  <a:pt x="3457" y="4282"/>
                </a:lnTo>
                <a:lnTo>
                  <a:pt x="3443" y="4259"/>
                </a:lnTo>
                <a:lnTo>
                  <a:pt x="3426" y="4235"/>
                </a:lnTo>
                <a:lnTo>
                  <a:pt x="3406" y="4211"/>
                </a:lnTo>
                <a:lnTo>
                  <a:pt x="3384" y="4189"/>
                </a:lnTo>
                <a:lnTo>
                  <a:pt x="3361" y="4167"/>
                </a:lnTo>
                <a:lnTo>
                  <a:pt x="3334" y="4146"/>
                </a:lnTo>
                <a:lnTo>
                  <a:pt x="3306" y="4124"/>
                </a:lnTo>
                <a:lnTo>
                  <a:pt x="3276" y="4104"/>
                </a:lnTo>
                <a:lnTo>
                  <a:pt x="3244" y="4085"/>
                </a:lnTo>
                <a:lnTo>
                  <a:pt x="3210" y="4065"/>
                </a:lnTo>
                <a:lnTo>
                  <a:pt x="3173" y="4046"/>
                </a:lnTo>
                <a:lnTo>
                  <a:pt x="3136" y="4029"/>
                </a:lnTo>
                <a:lnTo>
                  <a:pt x="3096" y="4012"/>
                </a:lnTo>
                <a:lnTo>
                  <a:pt x="3054" y="3995"/>
                </a:lnTo>
                <a:lnTo>
                  <a:pt x="3011" y="3980"/>
                </a:lnTo>
                <a:lnTo>
                  <a:pt x="2966" y="3965"/>
                </a:lnTo>
                <a:lnTo>
                  <a:pt x="2921" y="3951"/>
                </a:lnTo>
                <a:lnTo>
                  <a:pt x="2873" y="3939"/>
                </a:lnTo>
                <a:lnTo>
                  <a:pt x="2823" y="3926"/>
                </a:lnTo>
                <a:lnTo>
                  <a:pt x="2773" y="3915"/>
                </a:lnTo>
                <a:lnTo>
                  <a:pt x="2722" y="3904"/>
                </a:lnTo>
                <a:lnTo>
                  <a:pt x="2669" y="3895"/>
                </a:lnTo>
                <a:lnTo>
                  <a:pt x="2615" y="3887"/>
                </a:lnTo>
                <a:lnTo>
                  <a:pt x="2559" y="3880"/>
                </a:lnTo>
                <a:lnTo>
                  <a:pt x="2504" y="3873"/>
                </a:lnTo>
                <a:lnTo>
                  <a:pt x="2447" y="3868"/>
                </a:lnTo>
                <a:lnTo>
                  <a:pt x="2389" y="3864"/>
                </a:lnTo>
                <a:lnTo>
                  <a:pt x="2389" y="2549"/>
                </a:lnTo>
                <a:lnTo>
                  <a:pt x="2434" y="2538"/>
                </a:lnTo>
                <a:lnTo>
                  <a:pt x="2477" y="2525"/>
                </a:lnTo>
                <a:lnTo>
                  <a:pt x="2521" y="2508"/>
                </a:lnTo>
                <a:lnTo>
                  <a:pt x="2565" y="2491"/>
                </a:lnTo>
                <a:lnTo>
                  <a:pt x="2607" y="2471"/>
                </a:lnTo>
                <a:lnTo>
                  <a:pt x="2649" y="2449"/>
                </a:lnTo>
                <a:lnTo>
                  <a:pt x="2689" y="2425"/>
                </a:lnTo>
                <a:lnTo>
                  <a:pt x="2730" y="2399"/>
                </a:lnTo>
                <a:lnTo>
                  <a:pt x="2769" y="2370"/>
                </a:lnTo>
                <a:lnTo>
                  <a:pt x="2809" y="2341"/>
                </a:lnTo>
                <a:lnTo>
                  <a:pt x="2846" y="2310"/>
                </a:lnTo>
                <a:lnTo>
                  <a:pt x="2884" y="2276"/>
                </a:lnTo>
                <a:lnTo>
                  <a:pt x="2921" y="2242"/>
                </a:lnTo>
                <a:lnTo>
                  <a:pt x="2956" y="2205"/>
                </a:lnTo>
                <a:lnTo>
                  <a:pt x="2992" y="2167"/>
                </a:lnTo>
                <a:lnTo>
                  <a:pt x="3025" y="2127"/>
                </a:lnTo>
                <a:close/>
                <a:moveTo>
                  <a:pt x="3491" y="791"/>
                </a:moveTo>
                <a:lnTo>
                  <a:pt x="3491" y="367"/>
                </a:lnTo>
                <a:lnTo>
                  <a:pt x="3786" y="367"/>
                </a:lnTo>
                <a:lnTo>
                  <a:pt x="4226" y="367"/>
                </a:lnTo>
                <a:lnTo>
                  <a:pt x="4226" y="403"/>
                </a:lnTo>
                <a:lnTo>
                  <a:pt x="4225" y="441"/>
                </a:lnTo>
                <a:lnTo>
                  <a:pt x="4223" y="482"/>
                </a:lnTo>
                <a:lnTo>
                  <a:pt x="4220" y="525"/>
                </a:lnTo>
                <a:lnTo>
                  <a:pt x="4216" y="570"/>
                </a:lnTo>
                <a:lnTo>
                  <a:pt x="4211" y="617"/>
                </a:lnTo>
                <a:lnTo>
                  <a:pt x="4205" y="665"/>
                </a:lnTo>
                <a:lnTo>
                  <a:pt x="4198" y="716"/>
                </a:lnTo>
                <a:lnTo>
                  <a:pt x="4188" y="767"/>
                </a:lnTo>
                <a:lnTo>
                  <a:pt x="4177" y="819"/>
                </a:lnTo>
                <a:lnTo>
                  <a:pt x="4165" y="873"/>
                </a:lnTo>
                <a:lnTo>
                  <a:pt x="4152" y="927"/>
                </a:lnTo>
                <a:lnTo>
                  <a:pt x="4136" y="982"/>
                </a:lnTo>
                <a:lnTo>
                  <a:pt x="4117" y="1037"/>
                </a:lnTo>
                <a:lnTo>
                  <a:pt x="4097" y="1091"/>
                </a:lnTo>
                <a:lnTo>
                  <a:pt x="4075" y="1146"/>
                </a:lnTo>
                <a:lnTo>
                  <a:pt x="4050" y="1201"/>
                </a:lnTo>
                <a:lnTo>
                  <a:pt x="4037" y="1227"/>
                </a:lnTo>
                <a:lnTo>
                  <a:pt x="4023" y="1255"/>
                </a:lnTo>
                <a:lnTo>
                  <a:pt x="4009" y="1281"/>
                </a:lnTo>
                <a:lnTo>
                  <a:pt x="3994" y="1307"/>
                </a:lnTo>
                <a:lnTo>
                  <a:pt x="3977" y="1334"/>
                </a:lnTo>
                <a:lnTo>
                  <a:pt x="3961" y="1360"/>
                </a:lnTo>
                <a:lnTo>
                  <a:pt x="3944" y="1385"/>
                </a:lnTo>
                <a:lnTo>
                  <a:pt x="3926" y="1412"/>
                </a:lnTo>
                <a:lnTo>
                  <a:pt x="3907" y="1436"/>
                </a:lnTo>
                <a:lnTo>
                  <a:pt x="3887" y="1462"/>
                </a:lnTo>
                <a:lnTo>
                  <a:pt x="3867" y="1486"/>
                </a:lnTo>
                <a:lnTo>
                  <a:pt x="3847" y="1510"/>
                </a:lnTo>
                <a:lnTo>
                  <a:pt x="3824" y="1534"/>
                </a:lnTo>
                <a:lnTo>
                  <a:pt x="3802" y="1557"/>
                </a:lnTo>
                <a:lnTo>
                  <a:pt x="3779" y="1579"/>
                </a:lnTo>
                <a:lnTo>
                  <a:pt x="3754" y="1602"/>
                </a:lnTo>
                <a:lnTo>
                  <a:pt x="3729" y="1623"/>
                </a:lnTo>
                <a:lnTo>
                  <a:pt x="3703" y="1644"/>
                </a:lnTo>
                <a:lnTo>
                  <a:pt x="3676" y="1664"/>
                </a:lnTo>
                <a:lnTo>
                  <a:pt x="3649" y="1685"/>
                </a:lnTo>
                <a:lnTo>
                  <a:pt x="3619" y="1704"/>
                </a:lnTo>
                <a:lnTo>
                  <a:pt x="3590" y="1722"/>
                </a:lnTo>
                <a:lnTo>
                  <a:pt x="3560" y="1740"/>
                </a:lnTo>
                <a:lnTo>
                  <a:pt x="3528" y="1758"/>
                </a:lnTo>
                <a:lnTo>
                  <a:pt x="3496" y="1775"/>
                </a:lnTo>
                <a:lnTo>
                  <a:pt x="3462" y="1790"/>
                </a:lnTo>
                <a:lnTo>
                  <a:pt x="3428" y="1805"/>
                </a:lnTo>
                <a:lnTo>
                  <a:pt x="3392" y="1820"/>
                </a:lnTo>
                <a:lnTo>
                  <a:pt x="3357" y="1833"/>
                </a:lnTo>
                <a:lnTo>
                  <a:pt x="3319" y="1846"/>
                </a:lnTo>
                <a:lnTo>
                  <a:pt x="3192" y="1886"/>
                </a:lnTo>
                <a:lnTo>
                  <a:pt x="3227" y="1825"/>
                </a:lnTo>
                <a:lnTo>
                  <a:pt x="3258" y="1763"/>
                </a:lnTo>
                <a:lnTo>
                  <a:pt x="3289" y="1700"/>
                </a:lnTo>
                <a:lnTo>
                  <a:pt x="3317" y="1635"/>
                </a:lnTo>
                <a:lnTo>
                  <a:pt x="3345" y="1569"/>
                </a:lnTo>
                <a:lnTo>
                  <a:pt x="3369" y="1501"/>
                </a:lnTo>
                <a:lnTo>
                  <a:pt x="3391" y="1433"/>
                </a:lnTo>
                <a:lnTo>
                  <a:pt x="3411" y="1364"/>
                </a:lnTo>
                <a:lnTo>
                  <a:pt x="3430" y="1294"/>
                </a:lnTo>
                <a:lnTo>
                  <a:pt x="3446" y="1223"/>
                </a:lnTo>
                <a:lnTo>
                  <a:pt x="3459" y="1152"/>
                </a:lnTo>
                <a:lnTo>
                  <a:pt x="3470" y="1080"/>
                </a:lnTo>
                <a:lnTo>
                  <a:pt x="3475" y="1044"/>
                </a:lnTo>
                <a:lnTo>
                  <a:pt x="3479" y="1008"/>
                </a:lnTo>
                <a:lnTo>
                  <a:pt x="3482" y="972"/>
                </a:lnTo>
                <a:lnTo>
                  <a:pt x="3486" y="936"/>
                </a:lnTo>
                <a:lnTo>
                  <a:pt x="3488" y="900"/>
                </a:lnTo>
                <a:lnTo>
                  <a:pt x="3490" y="863"/>
                </a:lnTo>
                <a:lnTo>
                  <a:pt x="3491" y="828"/>
                </a:lnTo>
                <a:lnTo>
                  <a:pt x="3491" y="791"/>
                </a:lnTo>
                <a:close/>
                <a:moveTo>
                  <a:pt x="1091" y="1846"/>
                </a:moveTo>
                <a:lnTo>
                  <a:pt x="1091" y="1846"/>
                </a:lnTo>
                <a:lnTo>
                  <a:pt x="1053" y="1833"/>
                </a:lnTo>
                <a:lnTo>
                  <a:pt x="1017" y="1820"/>
                </a:lnTo>
                <a:lnTo>
                  <a:pt x="981" y="1805"/>
                </a:lnTo>
                <a:lnTo>
                  <a:pt x="947" y="1791"/>
                </a:lnTo>
                <a:lnTo>
                  <a:pt x="913" y="1775"/>
                </a:lnTo>
                <a:lnTo>
                  <a:pt x="881" y="1759"/>
                </a:lnTo>
                <a:lnTo>
                  <a:pt x="849" y="1741"/>
                </a:lnTo>
                <a:lnTo>
                  <a:pt x="819" y="1723"/>
                </a:lnTo>
                <a:lnTo>
                  <a:pt x="789" y="1705"/>
                </a:lnTo>
                <a:lnTo>
                  <a:pt x="760" y="1686"/>
                </a:lnTo>
                <a:lnTo>
                  <a:pt x="733" y="1665"/>
                </a:lnTo>
                <a:lnTo>
                  <a:pt x="705" y="1645"/>
                </a:lnTo>
                <a:lnTo>
                  <a:pt x="680" y="1624"/>
                </a:lnTo>
                <a:lnTo>
                  <a:pt x="655" y="1603"/>
                </a:lnTo>
                <a:lnTo>
                  <a:pt x="630" y="1580"/>
                </a:lnTo>
                <a:lnTo>
                  <a:pt x="607" y="1558"/>
                </a:lnTo>
                <a:lnTo>
                  <a:pt x="585" y="1535"/>
                </a:lnTo>
                <a:lnTo>
                  <a:pt x="562" y="1511"/>
                </a:lnTo>
                <a:lnTo>
                  <a:pt x="541" y="1487"/>
                </a:lnTo>
                <a:lnTo>
                  <a:pt x="521" y="1463"/>
                </a:lnTo>
                <a:lnTo>
                  <a:pt x="501" y="1438"/>
                </a:lnTo>
                <a:lnTo>
                  <a:pt x="483" y="1413"/>
                </a:lnTo>
                <a:lnTo>
                  <a:pt x="465" y="1387"/>
                </a:lnTo>
                <a:lnTo>
                  <a:pt x="448" y="1361"/>
                </a:lnTo>
                <a:lnTo>
                  <a:pt x="431" y="1336"/>
                </a:lnTo>
                <a:lnTo>
                  <a:pt x="415" y="1309"/>
                </a:lnTo>
                <a:lnTo>
                  <a:pt x="400" y="1283"/>
                </a:lnTo>
                <a:lnTo>
                  <a:pt x="386" y="1256"/>
                </a:lnTo>
                <a:lnTo>
                  <a:pt x="372" y="1229"/>
                </a:lnTo>
                <a:lnTo>
                  <a:pt x="358" y="1202"/>
                </a:lnTo>
                <a:lnTo>
                  <a:pt x="334" y="1147"/>
                </a:lnTo>
                <a:lnTo>
                  <a:pt x="312" y="1092"/>
                </a:lnTo>
                <a:lnTo>
                  <a:pt x="291" y="1038"/>
                </a:lnTo>
                <a:lnTo>
                  <a:pt x="273" y="983"/>
                </a:lnTo>
                <a:lnTo>
                  <a:pt x="258" y="928"/>
                </a:lnTo>
                <a:lnTo>
                  <a:pt x="244" y="874"/>
                </a:lnTo>
                <a:lnTo>
                  <a:pt x="232" y="820"/>
                </a:lnTo>
                <a:lnTo>
                  <a:pt x="221" y="768"/>
                </a:lnTo>
                <a:lnTo>
                  <a:pt x="212" y="716"/>
                </a:lnTo>
                <a:lnTo>
                  <a:pt x="204" y="666"/>
                </a:lnTo>
                <a:lnTo>
                  <a:pt x="198" y="618"/>
                </a:lnTo>
                <a:lnTo>
                  <a:pt x="194" y="570"/>
                </a:lnTo>
                <a:lnTo>
                  <a:pt x="190" y="525"/>
                </a:lnTo>
                <a:lnTo>
                  <a:pt x="187" y="482"/>
                </a:lnTo>
                <a:lnTo>
                  <a:pt x="185" y="441"/>
                </a:lnTo>
                <a:lnTo>
                  <a:pt x="184" y="404"/>
                </a:lnTo>
                <a:lnTo>
                  <a:pt x="184" y="367"/>
                </a:lnTo>
                <a:lnTo>
                  <a:pt x="624" y="367"/>
                </a:lnTo>
                <a:lnTo>
                  <a:pt x="919" y="367"/>
                </a:lnTo>
                <a:lnTo>
                  <a:pt x="919" y="791"/>
                </a:lnTo>
                <a:lnTo>
                  <a:pt x="919" y="828"/>
                </a:lnTo>
                <a:lnTo>
                  <a:pt x="920" y="863"/>
                </a:lnTo>
                <a:lnTo>
                  <a:pt x="922" y="900"/>
                </a:lnTo>
                <a:lnTo>
                  <a:pt x="924" y="936"/>
                </a:lnTo>
                <a:lnTo>
                  <a:pt x="927" y="972"/>
                </a:lnTo>
                <a:lnTo>
                  <a:pt x="930" y="1008"/>
                </a:lnTo>
                <a:lnTo>
                  <a:pt x="935" y="1044"/>
                </a:lnTo>
                <a:lnTo>
                  <a:pt x="940" y="1080"/>
                </a:lnTo>
                <a:lnTo>
                  <a:pt x="951" y="1151"/>
                </a:lnTo>
                <a:lnTo>
                  <a:pt x="964" y="1223"/>
                </a:lnTo>
                <a:lnTo>
                  <a:pt x="980" y="1293"/>
                </a:lnTo>
                <a:lnTo>
                  <a:pt x="998" y="1363"/>
                </a:lnTo>
                <a:lnTo>
                  <a:pt x="1019" y="1432"/>
                </a:lnTo>
                <a:lnTo>
                  <a:pt x="1041" y="1501"/>
                </a:lnTo>
                <a:lnTo>
                  <a:pt x="1065" y="1568"/>
                </a:lnTo>
                <a:lnTo>
                  <a:pt x="1092" y="1634"/>
                </a:lnTo>
                <a:lnTo>
                  <a:pt x="1120" y="1699"/>
                </a:lnTo>
                <a:lnTo>
                  <a:pt x="1151" y="1763"/>
                </a:lnTo>
                <a:lnTo>
                  <a:pt x="1183" y="1825"/>
                </a:lnTo>
                <a:lnTo>
                  <a:pt x="1217" y="1885"/>
                </a:lnTo>
                <a:lnTo>
                  <a:pt x="1091" y="1846"/>
                </a:lnTo>
                <a:close/>
                <a:moveTo>
                  <a:pt x="2205" y="1626"/>
                </a:moveTo>
                <a:lnTo>
                  <a:pt x="1637" y="2020"/>
                </a:lnTo>
                <a:lnTo>
                  <a:pt x="1837" y="1359"/>
                </a:lnTo>
                <a:lnTo>
                  <a:pt x="1287" y="940"/>
                </a:lnTo>
                <a:lnTo>
                  <a:pt x="1978" y="927"/>
                </a:lnTo>
                <a:lnTo>
                  <a:pt x="2205" y="274"/>
                </a:lnTo>
                <a:lnTo>
                  <a:pt x="2433" y="927"/>
                </a:lnTo>
                <a:lnTo>
                  <a:pt x="3123" y="940"/>
                </a:lnTo>
                <a:lnTo>
                  <a:pt x="2573" y="1359"/>
                </a:lnTo>
                <a:lnTo>
                  <a:pt x="2772" y="2020"/>
                </a:lnTo>
                <a:lnTo>
                  <a:pt x="2205" y="162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1" name="KSO_Shape"/>
          <p:cNvSpPr>
            <a:spLocks/>
          </p:cNvSpPr>
          <p:nvPr/>
        </p:nvSpPr>
        <p:spPr bwMode="auto">
          <a:xfrm>
            <a:off x="4834002" y="2641275"/>
            <a:ext cx="247045" cy="247457"/>
          </a:xfrm>
          <a:custGeom>
            <a:avLst/>
            <a:gdLst>
              <a:gd name="T0" fmla="*/ 2147483646 w 4409"/>
              <a:gd name="T1" fmla="*/ 2147483646 h 4408"/>
              <a:gd name="T2" fmla="*/ 2147483646 w 4409"/>
              <a:gd name="T3" fmla="*/ 2147483646 h 4408"/>
              <a:gd name="T4" fmla="*/ 2147483646 w 4409"/>
              <a:gd name="T5" fmla="*/ 2147483646 h 4408"/>
              <a:gd name="T6" fmla="*/ 2147483646 w 4409"/>
              <a:gd name="T7" fmla="*/ 2147483646 h 4408"/>
              <a:gd name="T8" fmla="*/ 2147483646 w 4409"/>
              <a:gd name="T9" fmla="*/ 2147483646 h 4408"/>
              <a:gd name="T10" fmla="*/ 2147483646 w 4409"/>
              <a:gd name="T11" fmla="*/ 2147483646 h 4408"/>
              <a:gd name="T12" fmla="*/ 2147483646 w 4409"/>
              <a:gd name="T13" fmla="*/ 2147483646 h 4408"/>
              <a:gd name="T14" fmla="*/ 2147483646 w 4409"/>
              <a:gd name="T15" fmla="*/ 2147483646 h 4408"/>
              <a:gd name="T16" fmla="*/ 481718167 w 4409"/>
              <a:gd name="T17" fmla="*/ 2147483646 h 4408"/>
              <a:gd name="T18" fmla="*/ 321145301 w 4409"/>
              <a:gd name="T19" fmla="*/ 2147483646 h 4408"/>
              <a:gd name="T20" fmla="*/ 2147483646 w 4409"/>
              <a:gd name="T21" fmla="*/ 2147483646 h 4408"/>
              <a:gd name="T22" fmla="*/ 2147483646 w 4409"/>
              <a:gd name="T23" fmla="*/ 2147483646 h 4408"/>
              <a:gd name="T24" fmla="*/ 2147483646 w 4409"/>
              <a:gd name="T25" fmla="*/ 2147483646 h 4408"/>
              <a:gd name="T26" fmla="*/ 2147483646 w 4409"/>
              <a:gd name="T27" fmla="*/ 2147483646 h 4408"/>
              <a:gd name="T28" fmla="*/ 2147483646 w 4409"/>
              <a:gd name="T29" fmla="*/ 2147483646 h 4408"/>
              <a:gd name="T30" fmla="*/ 2147483646 w 4409"/>
              <a:gd name="T31" fmla="*/ 2147483646 h 4408"/>
              <a:gd name="T32" fmla="*/ 2147483646 w 4409"/>
              <a:gd name="T33" fmla="*/ 2147483646 h 4408"/>
              <a:gd name="T34" fmla="*/ 2147483646 w 4409"/>
              <a:gd name="T35" fmla="*/ 2147483646 h 4408"/>
              <a:gd name="T36" fmla="*/ 2147483646 w 4409"/>
              <a:gd name="T37" fmla="*/ 2147483646 h 4408"/>
              <a:gd name="T38" fmla="*/ 2147483646 w 4409"/>
              <a:gd name="T39" fmla="*/ 2147483646 h 4408"/>
              <a:gd name="T40" fmla="*/ 2147483646 w 4409"/>
              <a:gd name="T41" fmla="*/ 2147483646 h 4408"/>
              <a:gd name="T42" fmla="*/ 2147483646 w 4409"/>
              <a:gd name="T43" fmla="*/ 2147483646 h 4408"/>
              <a:gd name="T44" fmla="*/ 2147483646 w 4409"/>
              <a:gd name="T45" fmla="*/ 2147483646 h 4408"/>
              <a:gd name="T46" fmla="*/ 2147483646 w 4409"/>
              <a:gd name="T47" fmla="*/ 2147483646 h 4408"/>
              <a:gd name="T48" fmla="*/ 2147483646 w 4409"/>
              <a:gd name="T49" fmla="*/ 2147483646 h 4408"/>
              <a:gd name="T50" fmla="*/ 2147483646 w 4409"/>
              <a:gd name="T51" fmla="*/ 2147483646 h 4408"/>
              <a:gd name="T52" fmla="*/ 2147483646 w 4409"/>
              <a:gd name="T53" fmla="*/ 2147483646 h 4408"/>
              <a:gd name="T54" fmla="*/ 2147483646 w 4409"/>
              <a:gd name="T55" fmla="*/ 2147483646 h 4408"/>
              <a:gd name="T56" fmla="*/ 2147483646 w 4409"/>
              <a:gd name="T57" fmla="*/ 2147483646 h 4408"/>
              <a:gd name="T58" fmla="*/ 2147483646 w 4409"/>
              <a:gd name="T59" fmla="*/ 2147483646 h 4408"/>
              <a:gd name="T60" fmla="*/ 2147483646 w 4409"/>
              <a:gd name="T61" fmla="*/ 2147483646 h 4408"/>
              <a:gd name="T62" fmla="*/ 2147483646 w 4409"/>
              <a:gd name="T63" fmla="*/ 2147483646 h 4408"/>
              <a:gd name="T64" fmla="*/ 2147483646 w 4409"/>
              <a:gd name="T65" fmla="*/ 2147483646 h 4408"/>
              <a:gd name="T66" fmla="*/ 2147483646 w 4409"/>
              <a:gd name="T67" fmla="*/ 2147483646 h 4408"/>
              <a:gd name="T68" fmla="*/ 2147483646 w 4409"/>
              <a:gd name="T69" fmla="*/ 2147483646 h 4408"/>
              <a:gd name="T70" fmla="*/ 2147483646 w 4409"/>
              <a:gd name="T71" fmla="*/ 2147483646 h 4408"/>
              <a:gd name="T72" fmla="*/ 2147483646 w 4409"/>
              <a:gd name="T73" fmla="*/ 2147483646 h 4408"/>
              <a:gd name="T74" fmla="*/ 2147483646 w 4409"/>
              <a:gd name="T75" fmla="*/ 2147483646 h 4408"/>
              <a:gd name="T76" fmla="*/ 2147483646 w 4409"/>
              <a:gd name="T77" fmla="*/ 2147483646 h 4408"/>
              <a:gd name="T78" fmla="*/ 2147483646 w 4409"/>
              <a:gd name="T79" fmla="*/ 2147483646 h 4408"/>
              <a:gd name="T80" fmla="*/ 2147483646 w 4409"/>
              <a:gd name="T81" fmla="*/ 2147483646 h 4408"/>
              <a:gd name="T82" fmla="*/ 2147483646 w 4409"/>
              <a:gd name="T83" fmla="*/ 2147483646 h 4408"/>
              <a:gd name="T84" fmla="*/ 2147483646 w 4409"/>
              <a:gd name="T85" fmla="*/ 2147483646 h 4408"/>
              <a:gd name="T86" fmla="*/ 2147483646 w 4409"/>
              <a:gd name="T87" fmla="*/ 2147483646 h 4408"/>
              <a:gd name="T88" fmla="*/ 2147483646 w 4409"/>
              <a:gd name="T89" fmla="*/ 2147483646 h 4408"/>
              <a:gd name="T90" fmla="*/ 2147483646 w 4409"/>
              <a:gd name="T91" fmla="*/ 2147483646 h 4408"/>
              <a:gd name="T92" fmla="*/ 2147483646 w 4409"/>
              <a:gd name="T93" fmla="*/ 2147483646 h 4408"/>
              <a:gd name="T94" fmla="*/ 2147483646 w 4409"/>
              <a:gd name="T95" fmla="*/ 2147483646 h 4408"/>
              <a:gd name="T96" fmla="*/ 2147483646 w 4409"/>
              <a:gd name="T97" fmla="*/ 2147483646 h 4408"/>
              <a:gd name="T98" fmla="*/ 2147483646 w 4409"/>
              <a:gd name="T99" fmla="*/ 2147483646 h 4408"/>
              <a:gd name="T100" fmla="*/ 2147483646 w 4409"/>
              <a:gd name="T101" fmla="*/ 2147483646 h 4408"/>
              <a:gd name="T102" fmla="*/ 2147483646 w 4409"/>
              <a:gd name="T103" fmla="*/ 2147483646 h 4408"/>
              <a:gd name="T104" fmla="*/ 2147483646 w 4409"/>
              <a:gd name="T105" fmla="*/ 2147483646 h 4408"/>
              <a:gd name="T106" fmla="*/ 2147483646 w 4409"/>
              <a:gd name="T107" fmla="*/ 2147483646 h 4408"/>
              <a:gd name="T108" fmla="*/ 2147483646 w 4409"/>
              <a:gd name="T109" fmla="*/ 2147483646 h 44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409" h="4408">
                <a:moveTo>
                  <a:pt x="3025" y="2127"/>
                </a:moveTo>
                <a:lnTo>
                  <a:pt x="3025" y="2127"/>
                </a:lnTo>
                <a:lnTo>
                  <a:pt x="3097" y="2107"/>
                </a:lnTo>
                <a:lnTo>
                  <a:pt x="3179" y="2081"/>
                </a:lnTo>
                <a:lnTo>
                  <a:pt x="3271" y="2053"/>
                </a:lnTo>
                <a:lnTo>
                  <a:pt x="3375" y="2020"/>
                </a:lnTo>
                <a:lnTo>
                  <a:pt x="3429" y="2002"/>
                </a:lnTo>
                <a:lnTo>
                  <a:pt x="3481" y="1982"/>
                </a:lnTo>
                <a:lnTo>
                  <a:pt x="3532" y="1961"/>
                </a:lnTo>
                <a:lnTo>
                  <a:pt x="3580" y="1938"/>
                </a:lnTo>
                <a:lnTo>
                  <a:pt x="3626" y="1914"/>
                </a:lnTo>
                <a:lnTo>
                  <a:pt x="3672" y="1889"/>
                </a:lnTo>
                <a:lnTo>
                  <a:pt x="3715" y="1861"/>
                </a:lnTo>
                <a:lnTo>
                  <a:pt x="3756" y="1834"/>
                </a:lnTo>
                <a:lnTo>
                  <a:pt x="3797" y="1804"/>
                </a:lnTo>
                <a:lnTo>
                  <a:pt x="3834" y="1774"/>
                </a:lnTo>
                <a:lnTo>
                  <a:pt x="3871" y="1744"/>
                </a:lnTo>
                <a:lnTo>
                  <a:pt x="3906" y="1711"/>
                </a:lnTo>
                <a:lnTo>
                  <a:pt x="3940" y="1679"/>
                </a:lnTo>
                <a:lnTo>
                  <a:pt x="3971" y="1644"/>
                </a:lnTo>
                <a:lnTo>
                  <a:pt x="4002" y="1610"/>
                </a:lnTo>
                <a:lnTo>
                  <a:pt x="4031" y="1575"/>
                </a:lnTo>
                <a:lnTo>
                  <a:pt x="4059" y="1539"/>
                </a:lnTo>
                <a:lnTo>
                  <a:pt x="4085" y="1502"/>
                </a:lnTo>
                <a:lnTo>
                  <a:pt x="4110" y="1466"/>
                </a:lnTo>
                <a:lnTo>
                  <a:pt x="4134" y="1428"/>
                </a:lnTo>
                <a:lnTo>
                  <a:pt x="4157" y="1390"/>
                </a:lnTo>
                <a:lnTo>
                  <a:pt x="4177" y="1351"/>
                </a:lnTo>
                <a:lnTo>
                  <a:pt x="4198" y="1312"/>
                </a:lnTo>
                <a:lnTo>
                  <a:pt x="4217" y="1274"/>
                </a:lnTo>
                <a:lnTo>
                  <a:pt x="4234" y="1235"/>
                </a:lnTo>
                <a:lnTo>
                  <a:pt x="4251" y="1196"/>
                </a:lnTo>
                <a:lnTo>
                  <a:pt x="4267" y="1156"/>
                </a:lnTo>
                <a:lnTo>
                  <a:pt x="4281" y="1117"/>
                </a:lnTo>
                <a:lnTo>
                  <a:pt x="4295" y="1078"/>
                </a:lnTo>
                <a:lnTo>
                  <a:pt x="4307" y="1039"/>
                </a:lnTo>
                <a:lnTo>
                  <a:pt x="4319" y="1000"/>
                </a:lnTo>
                <a:lnTo>
                  <a:pt x="4329" y="961"/>
                </a:lnTo>
                <a:lnTo>
                  <a:pt x="4340" y="923"/>
                </a:lnTo>
                <a:lnTo>
                  <a:pt x="4349" y="884"/>
                </a:lnTo>
                <a:lnTo>
                  <a:pt x="4357" y="847"/>
                </a:lnTo>
                <a:lnTo>
                  <a:pt x="4365" y="809"/>
                </a:lnTo>
                <a:lnTo>
                  <a:pt x="4377" y="736"/>
                </a:lnTo>
                <a:lnTo>
                  <a:pt x="4387" y="665"/>
                </a:lnTo>
                <a:lnTo>
                  <a:pt x="4395" y="598"/>
                </a:lnTo>
                <a:lnTo>
                  <a:pt x="4401" y="534"/>
                </a:lnTo>
                <a:lnTo>
                  <a:pt x="4405" y="474"/>
                </a:lnTo>
                <a:lnTo>
                  <a:pt x="4407" y="418"/>
                </a:lnTo>
                <a:lnTo>
                  <a:pt x="4409" y="367"/>
                </a:lnTo>
                <a:lnTo>
                  <a:pt x="4409" y="321"/>
                </a:lnTo>
                <a:lnTo>
                  <a:pt x="4409" y="281"/>
                </a:lnTo>
                <a:lnTo>
                  <a:pt x="4407" y="247"/>
                </a:lnTo>
                <a:lnTo>
                  <a:pt x="4404" y="201"/>
                </a:lnTo>
                <a:lnTo>
                  <a:pt x="4403" y="183"/>
                </a:lnTo>
                <a:lnTo>
                  <a:pt x="3786" y="183"/>
                </a:lnTo>
                <a:lnTo>
                  <a:pt x="3491" y="183"/>
                </a:lnTo>
                <a:lnTo>
                  <a:pt x="3491" y="0"/>
                </a:lnTo>
                <a:lnTo>
                  <a:pt x="919" y="0"/>
                </a:lnTo>
                <a:lnTo>
                  <a:pt x="919" y="183"/>
                </a:lnTo>
                <a:lnTo>
                  <a:pt x="624" y="183"/>
                </a:lnTo>
                <a:lnTo>
                  <a:pt x="6" y="183"/>
                </a:lnTo>
                <a:lnTo>
                  <a:pt x="5" y="201"/>
                </a:lnTo>
                <a:lnTo>
                  <a:pt x="2" y="247"/>
                </a:lnTo>
                <a:lnTo>
                  <a:pt x="1" y="282"/>
                </a:lnTo>
                <a:lnTo>
                  <a:pt x="0" y="321"/>
                </a:lnTo>
                <a:lnTo>
                  <a:pt x="1" y="367"/>
                </a:lnTo>
                <a:lnTo>
                  <a:pt x="2" y="419"/>
                </a:lnTo>
                <a:lnTo>
                  <a:pt x="4" y="475"/>
                </a:lnTo>
                <a:lnTo>
                  <a:pt x="8" y="535"/>
                </a:lnTo>
                <a:lnTo>
                  <a:pt x="14" y="599"/>
                </a:lnTo>
                <a:lnTo>
                  <a:pt x="22" y="667"/>
                </a:lnTo>
                <a:lnTo>
                  <a:pt x="32" y="737"/>
                </a:lnTo>
                <a:lnTo>
                  <a:pt x="45" y="811"/>
                </a:lnTo>
                <a:lnTo>
                  <a:pt x="52" y="848"/>
                </a:lnTo>
                <a:lnTo>
                  <a:pt x="61" y="886"/>
                </a:lnTo>
                <a:lnTo>
                  <a:pt x="69" y="924"/>
                </a:lnTo>
                <a:lnTo>
                  <a:pt x="79" y="962"/>
                </a:lnTo>
                <a:lnTo>
                  <a:pt x="91" y="1002"/>
                </a:lnTo>
                <a:lnTo>
                  <a:pt x="102" y="1041"/>
                </a:lnTo>
                <a:lnTo>
                  <a:pt x="115" y="1080"/>
                </a:lnTo>
                <a:lnTo>
                  <a:pt x="128" y="1120"/>
                </a:lnTo>
                <a:lnTo>
                  <a:pt x="142" y="1158"/>
                </a:lnTo>
                <a:lnTo>
                  <a:pt x="159" y="1198"/>
                </a:lnTo>
                <a:lnTo>
                  <a:pt x="175" y="1237"/>
                </a:lnTo>
                <a:lnTo>
                  <a:pt x="193" y="1276"/>
                </a:lnTo>
                <a:lnTo>
                  <a:pt x="211" y="1315"/>
                </a:lnTo>
                <a:lnTo>
                  <a:pt x="232" y="1354"/>
                </a:lnTo>
                <a:lnTo>
                  <a:pt x="253" y="1392"/>
                </a:lnTo>
                <a:lnTo>
                  <a:pt x="275" y="1430"/>
                </a:lnTo>
                <a:lnTo>
                  <a:pt x="299" y="1468"/>
                </a:lnTo>
                <a:lnTo>
                  <a:pt x="324" y="1504"/>
                </a:lnTo>
                <a:lnTo>
                  <a:pt x="350" y="1541"/>
                </a:lnTo>
                <a:lnTo>
                  <a:pt x="378" y="1577"/>
                </a:lnTo>
                <a:lnTo>
                  <a:pt x="407" y="1612"/>
                </a:lnTo>
                <a:lnTo>
                  <a:pt x="438" y="1646"/>
                </a:lnTo>
                <a:lnTo>
                  <a:pt x="470" y="1681"/>
                </a:lnTo>
                <a:lnTo>
                  <a:pt x="503" y="1713"/>
                </a:lnTo>
                <a:lnTo>
                  <a:pt x="538" y="1746"/>
                </a:lnTo>
                <a:lnTo>
                  <a:pt x="574" y="1776"/>
                </a:lnTo>
                <a:lnTo>
                  <a:pt x="613" y="1806"/>
                </a:lnTo>
                <a:lnTo>
                  <a:pt x="653" y="1835"/>
                </a:lnTo>
                <a:lnTo>
                  <a:pt x="694" y="1863"/>
                </a:lnTo>
                <a:lnTo>
                  <a:pt x="738" y="1890"/>
                </a:lnTo>
                <a:lnTo>
                  <a:pt x="782" y="1915"/>
                </a:lnTo>
                <a:lnTo>
                  <a:pt x="829" y="1939"/>
                </a:lnTo>
                <a:lnTo>
                  <a:pt x="878" y="1962"/>
                </a:lnTo>
                <a:lnTo>
                  <a:pt x="928" y="1983"/>
                </a:lnTo>
                <a:lnTo>
                  <a:pt x="981" y="2002"/>
                </a:lnTo>
                <a:lnTo>
                  <a:pt x="1035" y="2020"/>
                </a:lnTo>
                <a:lnTo>
                  <a:pt x="1137" y="2053"/>
                </a:lnTo>
                <a:lnTo>
                  <a:pt x="1230" y="2080"/>
                </a:lnTo>
                <a:lnTo>
                  <a:pt x="1311" y="2105"/>
                </a:lnTo>
                <a:lnTo>
                  <a:pt x="1384" y="2125"/>
                </a:lnTo>
                <a:lnTo>
                  <a:pt x="1417" y="2164"/>
                </a:lnTo>
                <a:lnTo>
                  <a:pt x="1452" y="2203"/>
                </a:lnTo>
                <a:lnTo>
                  <a:pt x="1488" y="2241"/>
                </a:lnTo>
                <a:lnTo>
                  <a:pt x="1525" y="2275"/>
                </a:lnTo>
                <a:lnTo>
                  <a:pt x="1562" y="2309"/>
                </a:lnTo>
                <a:lnTo>
                  <a:pt x="1600" y="2340"/>
                </a:lnTo>
                <a:lnTo>
                  <a:pt x="1639" y="2370"/>
                </a:lnTo>
                <a:lnTo>
                  <a:pt x="1679" y="2398"/>
                </a:lnTo>
                <a:lnTo>
                  <a:pt x="1720" y="2424"/>
                </a:lnTo>
                <a:lnTo>
                  <a:pt x="1761" y="2449"/>
                </a:lnTo>
                <a:lnTo>
                  <a:pt x="1803" y="2471"/>
                </a:lnTo>
                <a:lnTo>
                  <a:pt x="1845" y="2490"/>
                </a:lnTo>
                <a:lnTo>
                  <a:pt x="1888" y="2508"/>
                </a:lnTo>
                <a:lnTo>
                  <a:pt x="1933" y="2525"/>
                </a:lnTo>
                <a:lnTo>
                  <a:pt x="1976" y="2538"/>
                </a:lnTo>
                <a:lnTo>
                  <a:pt x="2021" y="2549"/>
                </a:lnTo>
                <a:lnTo>
                  <a:pt x="2021" y="3864"/>
                </a:lnTo>
                <a:lnTo>
                  <a:pt x="1963" y="3868"/>
                </a:lnTo>
                <a:lnTo>
                  <a:pt x="1906" y="3873"/>
                </a:lnTo>
                <a:lnTo>
                  <a:pt x="1850" y="3880"/>
                </a:lnTo>
                <a:lnTo>
                  <a:pt x="1795" y="3887"/>
                </a:lnTo>
                <a:lnTo>
                  <a:pt x="1741" y="3895"/>
                </a:lnTo>
                <a:lnTo>
                  <a:pt x="1688" y="3904"/>
                </a:lnTo>
                <a:lnTo>
                  <a:pt x="1636" y="3915"/>
                </a:lnTo>
                <a:lnTo>
                  <a:pt x="1587" y="3926"/>
                </a:lnTo>
                <a:lnTo>
                  <a:pt x="1537" y="3939"/>
                </a:lnTo>
                <a:lnTo>
                  <a:pt x="1489" y="3951"/>
                </a:lnTo>
                <a:lnTo>
                  <a:pt x="1444" y="3965"/>
                </a:lnTo>
                <a:lnTo>
                  <a:pt x="1399" y="3980"/>
                </a:lnTo>
                <a:lnTo>
                  <a:pt x="1355" y="3995"/>
                </a:lnTo>
                <a:lnTo>
                  <a:pt x="1314" y="4012"/>
                </a:lnTo>
                <a:lnTo>
                  <a:pt x="1274" y="4029"/>
                </a:lnTo>
                <a:lnTo>
                  <a:pt x="1237" y="4046"/>
                </a:lnTo>
                <a:lnTo>
                  <a:pt x="1200" y="4065"/>
                </a:lnTo>
                <a:lnTo>
                  <a:pt x="1166" y="4085"/>
                </a:lnTo>
                <a:lnTo>
                  <a:pt x="1134" y="4104"/>
                </a:lnTo>
                <a:lnTo>
                  <a:pt x="1104" y="4124"/>
                </a:lnTo>
                <a:lnTo>
                  <a:pt x="1076" y="4146"/>
                </a:lnTo>
                <a:lnTo>
                  <a:pt x="1049" y="4167"/>
                </a:lnTo>
                <a:lnTo>
                  <a:pt x="1026" y="4189"/>
                </a:lnTo>
                <a:lnTo>
                  <a:pt x="1004" y="4211"/>
                </a:lnTo>
                <a:lnTo>
                  <a:pt x="984" y="4235"/>
                </a:lnTo>
                <a:lnTo>
                  <a:pt x="968" y="4259"/>
                </a:lnTo>
                <a:lnTo>
                  <a:pt x="953" y="4282"/>
                </a:lnTo>
                <a:lnTo>
                  <a:pt x="947" y="4295"/>
                </a:lnTo>
                <a:lnTo>
                  <a:pt x="941" y="4307"/>
                </a:lnTo>
                <a:lnTo>
                  <a:pt x="936" y="4320"/>
                </a:lnTo>
                <a:lnTo>
                  <a:pt x="931" y="4332"/>
                </a:lnTo>
                <a:lnTo>
                  <a:pt x="927" y="4344"/>
                </a:lnTo>
                <a:lnTo>
                  <a:pt x="924" y="4358"/>
                </a:lnTo>
                <a:lnTo>
                  <a:pt x="922" y="4370"/>
                </a:lnTo>
                <a:lnTo>
                  <a:pt x="920" y="4383"/>
                </a:lnTo>
                <a:lnTo>
                  <a:pt x="919" y="4396"/>
                </a:lnTo>
                <a:lnTo>
                  <a:pt x="919" y="4408"/>
                </a:lnTo>
                <a:lnTo>
                  <a:pt x="3491" y="4408"/>
                </a:lnTo>
                <a:lnTo>
                  <a:pt x="3491" y="4396"/>
                </a:lnTo>
                <a:lnTo>
                  <a:pt x="3490" y="4383"/>
                </a:lnTo>
                <a:lnTo>
                  <a:pt x="3488" y="4370"/>
                </a:lnTo>
                <a:lnTo>
                  <a:pt x="3486" y="4358"/>
                </a:lnTo>
                <a:lnTo>
                  <a:pt x="3482" y="4344"/>
                </a:lnTo>
                <a:lnTo>
                  <a:pt x="3478" y="4332"/>
                </a:lnTo>
                <a:lnTo>
                  <a:pt x="3474" y="4320"/>
                </a:lnTo>
                <a:lnTo>
                  <a:pt x="3469" y="4307"/>
                </a:lnTo>
                <a:lnTo>
                  <a:pt x="3463" y="4295"/>
                </a:lnTo>
                <a:lnTo>
                  <a:pt x="3457" y="4282"/>
                </a:lnTo>
                <a:lnTo>
                  <a:pt x="3443" y="4259"/>
                </a:lnTo>
                <a:lnTo>
                  <a:pt x="3426" y="4235"/>
                </a:lnTo>
                <a:lnTo>
                  <a:pt x="3406" y="4211"/>
                </a:lnTo>
                <a:lnTo>
                  <a:pt x="3384" y="4189"/>
                </a:lnTo>
                <a:lnTo>
                  <a:pt x="3361" y="4167"/>
                </a:lnTo>
                <a:lnTo>
                  <a:pt x="3334" y="4146"/>
                </a:lnTo>
                <a:lnTo>
                  <a:pt x="3306" y="4124"/>
                </a:lnTo>
                <a:lnTo>
                  <a:pt x="3276" y="4104"/>
                </a:lnTo>
                <a:lnTo>
                  <a:pt x="3244" y="4085"/>
                </a:lnTo>
                <a:lnTo>
                  <a:pt x="3210" y="4065"/>
                </a:lnTo>
                <a:lnTo>
                  <a:pt x="3173" y="4046"/>
                </a:lnTo>
                <a:lnTo>
                  <a:pt x="3136" y="4029"/>
                </a:lnTo>
                <a:lnTo>
                  <a:pt x="3096" y="4012"/>
                </a:lnTo>
                <a:lnTo>
                  <a:pt x="3054" y="3995"/>
                </a:lnTo>
                <a:lnTo>
                  <a:pt x="3011" y="3980"/>
                </a:lnTo>
                <a:lnTo>
                  <a:pt x="2966" y="3965"/>
                </a:lnTo>
                <a:lnTo>
                  <a:pt x="2921" y="3951"/>
                </a:lnTo>
                <a:lnTo>
                  <a:pt x="2873" y="3939"/>
                </a:lnTo>
                <a:lnTo>
                  <a:pt x="2823" y="3926"/>
                </a:lnTo>
                <a:lnTo>
                  <a:pt x="2773" y="3915"/>
                </a:lnTo>
                <a:lnTo>
                  <a:pt x="2722" y="3904"/>
                </a:lnTo>
                <a:lnTo>
                  <a:pt x="2669" y="3895"/>
                </a:lnTo>
                <a:lnTo>
                  <a:pt x="2615" y="3887"/>
                </a:lnTo>
                <a:lnTo>
                  <a:pt x="2559" y="3880"/>
                </a:lnTo>
                <a:lnTo>
                  <a:pt x="2504" y="3873"/>
                </a:lnTo>
                <a:lnTo>
                  <a:pt x="2447" y="3868"/>
                </a:lnTo>
                <a:lnTo>
                  <a:pt x="2389" y="3864"/>
                </a:lnTo>
                <a:lnTo>
                  <a:pt x="2389" y="2549"/>
                </a:lnTo>
                <a:lnTo>
                  <a:pt x="2434" y="2538"/>
                </a:lnTo>
                <a:lnTo>
                  <a:pt x="2477" y="2525"/>
                </a:lnTo>
                <a:lnTo>
                  <a:pt x="2521" y="2508"/>
                </a:lnTo>
                <a:lnTo>
                  <a:pt x="2565" y="2491"/>
                </a:lnTo>
                <a:lnTo>
                  <a:pt x="2607" y="2471"/>
                </a:lnTo>
                <a:lnTo>
                  <a:pt x="2649" y="2449"/>
                </a:lnTo>
                <a:lnTo>
                  <a:pt x="2689" y="2425"/>
                </a:lnTo>
                <a:lnTo>
                  <a:pt x="2730" y="2399"/>
                </a:lnTo>
                <a:lnTo>
                  <a:pt x="2769" y="2370"/>
                </a:lnTo>
                <a:lnTo>
                  <a:pt x="2809" y="2341"/>
                </a:lnTo>
                <a:lnTo>
                  <a:pt x="2846" y="2310"/>
                </a:lnTo>
                <a:lnTo>
                  <a:pt x="2884" y="2276"/>
                </a:lnTo>
                <a:lnTo>
                  <a:pt x="2921" y="2242"/>
                </a:lnTo>
                <a:lnTo>
                  <a:pt x="2956" y="2205"/>
                </a:lnTo>
                <a:lnTo>
                  <a:pt x="2992" y="2167"/>
                </a:lnTo>
                <a:lnTo>
                  <a:pt x="3025" y="2127"/>
                </a:lnTo>
                <a:close/>
                <a:moveTo>
                  <a:pt x="3491" y="791"/>
                </a:moveTo>
                <a:lnTo>
                  <a:pt x="3491" y="367"/>
                </a:lnTo>
                <a:lnTo>
                  <a:pt x="3786" y="367"/>
                </a:lnTo>
                <a:lnTo>
                  <a:pt x="4226" y="367"/>
                </a:lnTo>
                <a:lnTo>
                  <a:pt x="4226" y="403"/>
                </a:lnTo>
                <a:lnTo>
                  <a:pt x="4225" y="441"/>
                </a:lnTo>
                <a:lnTo>
                  <a:pt x="4223" y="482"/>
                </a:lnTo>
                <a:lnTo>
                  <a:pt x="4220" y="525"/>
                </a:lnTo>
                <a:lnTo>
                  <a:pt x="4216" y="570"/>
                </a:lnTo>
                <a:lnTo>
                  <a:pt x="4211" y="617"/>
                </a:lnTo>
                <a:lnTo>
                  <a:pt x="4205" y="665"/>
                </a:lnTo>
                <a:lnTo>
                  <a:pt x="4198" y="716"/>
                </a:lnTo>
                <a:lnTo>
                  <a:pt x="4188" y="767"/>
                </a:lnTo>
                <a:lnTo>
                  <a:pt x="4177" y="819"/>
                </a:lnTo>
                <a:lnTo>
                  <a:pt x="4165" y="873"/>
                </a:lnTo>
                <a:lnTo>
                  <a:pt x="4152" y="927"/>
                </a:lnTo>
                <a:lnTo>
                  <a:pt x="4136" y="982"/>
                </a:lnTo>
                <a:lnTo>
                  <a:pt x="4117" y="1037"/>
                </a:lnTo>
                <a:lnTo>
                  <a:pt x="4097" y="1091"/>
                </a:lnTo>
                <a:lnTo>
                  <a:pt x="4075" y="1146"/>
                </a:lnTo>
                <a:lnTo>
                  <a:pt x="4050" y="1201"/>
                </a:lnTo>
                <a:lnTo>
                  <a:pt x="4037" y="1227"/>
                </a:lnTo>
                <a:lnTo>
                  <a:pt x="4023" y="1255"/>
                </a:lnTo>
                <a:lnTo>
                  <a:pt x="4009" y="1281"/>
                </a:lnTo>
                <a:lnTo>
                  <a:pt x="3994" y="1307"/>
                </a:lnTo>
                <a:lnTo>
                  <a:pt x="3977" y="1334"/>
                </a:lnTo>
                <a:lnTo>
                  <a:pt x="3961" y="1360"/>
                </a:lnTo>
                <a:lnTo>
                  <a:pt x="3944" y="1385"/>
                </a:lnTo>
                <a:lnTo>
                  <a:pt x="3926" y="1412"/>
                </a:lnTo>
                <a:lnTo>
                  <a:pt x="3907" y="1436"/>
                </a:lnTo>
                <a:lnTo>
                  <a:pt x="3887" y="1462"/>
                </a:lnTo>
                <a:lnTo>
                  <a:pt x="3867" y="1486"/>
                </a:lnTo>
                <a:lnTo>
                  <a:pt x="3847" y="1510"/>
                </a:lnTo>
                <a:lnTo>
                  <a:pt x="3824" y="1534"/>
                </a:lnTo>
                <a:lnTo>
                  <a:pt x="3802" y="1557"/>
                </a:lnTo>
                <a:lnTo>
                  <a:pt x="3779" y="1579"/>
                </a:lnTo>
                <a:lnTo>
                  <a:pt x="3754" y="1602"/>
                </a:lnTo>
                <a:lnTo>
                  <a:pt x="3729" y="1623"/>
                </a:lnTo>
                <a:lnTo>
                  <a:pt x="3703" y="1644"/>
                </a:lnTo>
                <a:lnTo>
                  <a:pt x="3676" y="1664"/>
                </a:lnTo>
                <a:lnTo>
                  <a:pt x="3649" y="1685"/>
                </a:lnTo>
                <a:lnTo>
                  <a:pt x="3619" y="1704"/>
                </a:lnTo>
                <a:lnTo>
                  <a:pt x="3590" y="1722"/>
                </a:lnTo>
                <a:lnTo>
                  <a:pt x="3560" y="1740"/>
                </a:lnTo>
                <a:lnTo>
                  <a:pt x="3528" y="1758"/>
                </a:lnTo>
                <a:lnTo>
                  <a:pt x="3496" y="1775"/>
                </a:lnTo>
                <a:lnTo>
                  <a:pt x="3462" y="1790"/>
                </a:lnTo>
                <a:lnTo>
                  <a:pt x="3428" y="1805"/>
                </a:lnTo>
                <a:lnTo>
                  <a:pt x="3392" y="1820"/>
                </a:lnTo>
                <a:lnTo>
                  <a:pt x="3357" y="1833"/>
                </a:lnTo>
                <a:lnTo>
                  <a:pt x="3319" y="1846"/>
                </a:lnTo>
                <a:lnTo>
                  <a:pt x="3192" y="1886"/>
                </a:lnTo>
                <a:lnTo>
                  <a:pt x="3227" y="1825"/>
                </a:lnTo>
                <a:lnTo>
                  <a:pt x="3258" y="1763"/>
                </a:lnTo>
                <a:lnTo>
                  <a:pt x="3289" y="1700"/>
                </a:lnTo>
                <a:lnTo>
                  <a:pt x="3317" y="1635"/>
                </a:lnTo>
                <a:lnTo>
                  <a:pt x="3345" y="1569"/>
                </a:lnTo>
                <a:lnTo>
                  <a:pt x="3369" y="1501"/>
                </a:lnTo>
                <a:lnTo>
                  <a:pt x="3391" y="1433"/>
                </a:lnTo>
                <a:lnTo>
                  <a:pt x="3411" y="1364"/>
                </a:lnTo>
                <a:lnTo>
                  <a:pt x="3430" y="1294"/>
                </a:lnTo>
                <a:lnTo>
                  <a:pt x="3446" y="1223"/>
                </a:lnTo>
                <a:lnTo>
                  <a:pt x="3459" y="1152"/>
                </a:lnTo>
                <a:lnTo>
                  <a:pt x="3470" y="1080"/>
                </a:lnTo>
                <a:lnTo>
                  <a:pt x="3475" y="1044"/>
                </a:lnTo>
                <a:lnTo>
                  <a:pt x="3479" y="1008"/>
                </a:lnTo>
                <a:lnTo>
                  <a:pt x="3482" y="972"/>
                </a:lnTo>
                <a:lnTo>
                  <a:pt x="3486" y="936"/>
                </a:lnTo>
                <a:lnTo>
                  <a:pt x="3488" y="900"/>
                </a:lnTo>
                <a:lnTo>
                  <a:pt x="3490" y="863"/>
                </a:lnTo>
                <a:lnTo>
                  <a:pt x="3491" y="828"/>
                </a:lnTo>
                <a:lnTo>
                  <a:pt x="3491" y="791"/>
                </a:lnTo>
                <a:close/>
                <a:moveTo>
                  <a:pt x="1091" y="1846"/>
                </a:moveTo>
                <a:lnTo>
                  <a:pt x="1091" y="1846"/>
                </a:lnTo>
                <a:lnTo>
                  <a:pt x="1053" y="1833"/>
                </a:lnTo>
                <a:lnTo>
                  <a:pt x="1017" y="1820"/>
                </a:lnTo>
                <a:lnTo>
                  <a:pt x="981" y="1805"/>
                </a:lnTo>
                <a:lnTo>
                  <a:pt x="947" y="1791"/>
                </a:lnTo>
                <a:lnTo>
                  <a:pt x="913" y="1775"/>
                </a:lnTo>
                <a:lnTo>
                  <a:pt x="881" y="1759"/>
                </a:lnTo>
                <a:lnTo>
                  <a:pt x="849" y="1741"/>
                </a:lnTo>
                <a:lnTo>
                  <a:pt x="819" y="1723"/>
                </a:lnTo>
                <a:lnTo>
                  <a:pt x="789" y="1705"/>
                </a:lnTo>
                <a:lnTo>
                  <a:pt x="760" y="1686"/>
                </a:lnTo>
                <a:lnTo>
                  <a:pt x="733" y="1665"/>
                </a:lnTo>
                <a:lnTo>
                  <a:pt x="705" y="1645"/>
                </a:lnTo>
                <a:lnTo>
                  <a:pt x="680" y="1624"/>
                </a:lnTo>
                <a:lnTo>
                  <a:pt x="655" y="1603"/>
                </a:lnTo>
                <a:lnTo>
                  <a:pt x="630" y="1580"/>
                </a:lnTo>
                <a:lnTo>
                  <a:pt x="607" y="1558"/>
                </a:lnTo>
                <a:lnTo>
                  <a:pt x="585" y="1535"/>
                </a:lnTo>
                <a:lnTo>
                  <a:pt x="562" y="1511"/>
                </a:lnTo>
                <a:lnTo>
                  <a:pt x="541" y="1487"/>
                </a:lnTo>
                <a:lnTo>
                  <a:pt x="521" y="1463"/>
                </a:lnTo>
                <a:lnTo>
                  <a:pt x="501" y="1438"/>
                </a:lnTo>
                <a:lnTo>
                  <a:pt x="483" y="1413"/>
                </a:lnTo>
                <a:lnTo>
                  <a:pt x="465" y="1387"/>
                </a:lnTo>
                <a:lnTo>
                  <a:pt x="448" y="1361"/>
                </a:lnTo>
                <a:lnTo>
                  <a:pt x="431" y="1336"/>
                </a:lnTo>
                <a:lnTo>
                  <a:pt x="415" y="1309"/>
                </a:lnTo>
                <a:lnTo>
                  <a:pt x="400" y="1283"/>
                </a:lnTo>
                <a:lnTo>
                  <a:pt x="386" y="1256"/>
                </a:lnTo>
                <a:lnTo>
                  <a:pt x="372" y="1229"/>
                </a:lnTo>
                <a:lnTo>
                  <a:pt x="358" y="1202"/>
                </a:lnTo>
                <a:lnTo>
                  <a:pt x="334" y="1147"/>
                </a:lnTo>
                <a:lnTo>
                  <a:pt x="312" y="1092"/>
                </a:lnTo>
                <a:lnTo>
                  <a:pt x="291" y="1038"/>
                </a:lnTo>
                <a:lnTo>
                  <a:pt x="273" y="983"/>
                </a:lnTo>
                <a:lnTo>
                  <a:pt x="258" y="928"/>
                </a:lnTo>
                <a:lnTo>
                  <a:pt x="244" y="874"/>
                </a:lnTo>
                <a:lnTo>
                  <a:pt x="232" y="820"/>
                </a:lnTo>
                <a:lnTo>
                  <a:pt x="221" y="768"/>
                </a:lnTo>
                <a:lnTo>
                  <a:pt x="212" y="716"/>
                </a:lnTo>
                <a:lnTo>
                  <a:pt x="204" y="666"/>
                </a:lnTo>
                <a:lnTo>
                  <a:pt x="198" y="618"/>
                </a:lnTo>
                <a:lnTo>
                  <a:pt x="194" y="570"/>
                </a:lnTo>
                <a:lnTo>
                  <a:pt x="190" y="525"/>
                </a:lnTo>
                <a:lnTo>
                  <a:pt x="187" y="482"/>
                </a:lnTo>
                <a:lnTo>
                  <a:pt x="185" y="441"/>
                </a:lnTo>
                <a:lnTo>
                  <a:pt x="184" y="404"/>
                </a:lnTo>
                <a:lnTo>
                  <a:pt x="184" y="367"/>
                </a:lnTo>
                <a:lnTo>
                  <a:pt x="624" y="367"/>
                </a:lnTo>
                <a:lnTo>
                  <a:pt x="919" y="367"/>
                </a:lnTo>
                <a:lnTo>
                  <a:pt x="919" y="791"/>
                </a:lnTo>
                <a:lnTo>
                  <a:pt x="919" y="828"/>
                </a:lnTo>
                <a:lnTo>
                  <a:pt x="920" y="863"/>
                </a:lnTo>
                <a:lnTo>
                  <a:pt x="922" y="900"/>
                </a:lnTo>
                <a:lnTo>
                  <a:pt x="924" y="936"/>
                </a:lnTo>
                <a:lnTo>
                  <a:pt x="927" y="972"/>
                </a:lnTo>
                <a:lnTo>
                  <a:pt x="930" y="1008"/>
                </a:lnTo>
                <a:lnTo>
                  <a:pt x="935" y="1044"/>
                </a:lnTo>
                <a:lnTo>
                  <a:pt x="940" y="1080"/>
                </a:lnTo>
                <a:lnTo>
                  <a:pt x="951" y="1151"/>
                </a:lnTo>
                <a:lnTo>
                  <a:pt x="964" y="1223"/>
                </a:lnTo>
                <a:lnTo>
                  <a:pt x="980" y="1293"/>
                </a:lnTo>
                <a:lnTo>
                  <a:pt x="998" y="1363"/>
                </a:lnTo>
                <a:lnTo>
                  <a:pt x="1019" y="1432"/>
                </a:lnTo>
                <a:lnTo>
                  <a:pt x="1041" y="1501"/>
                </a:lnTo>
                <a:lnTo>
                  <a:pt x="1065" y="1568"/>
                </a:lnTo>
                <a:lnTo>
                  <a:pt x="1092" y="1634"/>
                </a:lnTo>
                <a:lnTo>
                  <a:pt x="1120" y="1699"/>
                </a:lnTo>
                <a:lnTo>
                  <a:pt x="1151" y="1763"/>
                </a:lnTo>
                <a:lnTo>
                  <a:pt x="1183" y="1825"/>
                </a:lnTo>
                <a:lnTo>
                  <a:pt x="1217" y="1885"/>
                </a:lnTo>
                <a:lnTo>
                  <a:pt x="1091" y="1846"/>
                </a:lnTo>
                <a:close/>
                <a:moveTo>
                  <a:pt x="2205" y="1626"/>
                </a:moveTo>
                <a:lnTo>
                  <a:pt x="1637" y="2020"/>
                </a:lnTo>
                <a:lnTo>
                  <a:pt x="1837" y="1359"/>
                </a:lnTo>
                <a:lnTo>
                  <a:pt x="1287" y="940"/>
                </a:lnTo>
                <a:lnTo>
                  <a:pt x="1978" y="927"/>
                </a:lnTo>
                <a:lnTo>
                  <a:pt x="2205" y="274"/>
                </a:lnTo>
                <a:lnTo>
                  <a:pt x="2433" y="927"/>
                </a:lnTo>
                <a:lnTo>
                  <a:pt x="3123" y="940"/>
                </a:lnTo>
                <a:lnTo>
                  <a:pt x="2573" y="1359"/>
                </a:lnTo>
                <a:lnTo>
                  <a:pt x="2772" y="2020"/>
                </a:lnTo>
                <a:lnTo>
                  <a:pt x="2205" y="162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" name="KSO_Shape"/>
          <p:cNvSpPr>
            <a:spLocks/>
          </p:cNvSpPr>
          <p:nvPr/>
        </p:nvSpPr>
        <p:spPr bwMode="auto">
          <a:xfrm>
            <a:off x="4834002" y="3098281"/>
            <a:ext cx="247045" cy="247457"/>
          </a:xfrm>
          <a:custGeom>
            <a:avLst/>
            <a:gdLst>
              <a:gd name="T0" fmla="*/ 2147483646 w 4409"/>
              <a:gd name="T1" fmla="*/ 2147483646 h 4408"/>
              <a:gd name="T2" fmla="*/ 2147483646 w 4409"/>
              <a:gd name="T3" fmla="*/ 2147483646 h 4408"/>
              <a:gd name="T4" fmla="*/ 2147483646 w 4409"/>
              <a:gd name="T5" fmla="*/ 2147483646 h 4408"/>
              <a:gd name="T6" fmla="*/ 2147483646 w 4409"/>
              <a:gd name="T7" fmla="*/ 2147483646 h 4408"/>
              <a:gd name="T8" fmla="*/ 2147483646 w 4409"/>
              <a:gd name="T9" fmla="*/ 2147483646 h 4408"/>
              <a:gd name="T10" fmla="*/ 2147483646 w 4409"/>
              <a:gd name="T11" fmla="*/ 2147483646 h 4408"/>
              <a:gd name="T12" fmla="*/ 2147483646 w 4409"/>
              <a:gd name="T13" fmla="*/ 2147483646 h 4408"/>
              <a:gd name="T14" fmla="*/ 2147483646 w 4409"/>
              <a:gd name="T15" fmla="*/ 2147483646 h 4408"/>
              <a:gd name="T16" fmla="*/ 481718167 w 4409"/>
              <a:gd name="T17" fmla="*/ 2147483646 h 4408"/>
              <a:gd name="T18" fmla="*/ 321145301 w 4409"/>
              <a:gd name="T19" fmla="*/ 2147483646 h 4408"/>
              <a:gd name="T20" fmla="*/ 2147483646 w 4409"/>
              <a:gd name="T21" fmla="*/ 2147483646 h 4408"/>
              <a:gd name="T22" fmla="*/ 2147483646 w 4409"/>
              <a:gd name="T23" fmla="*/ 2147483646 h 4408"/>
              <a:gd name="T24" fmla="*/ 2147483646 w 4409"/>
              <a:gd name="T25" fmla="*/ 2147483646 h 4408"/>
              <a:gd name="T26" fmla="*/ 2147483646 w 4409"/>
              <a:gd name="T27" fmla="*/ 2147483646 h 4408"/>
              <a:gd name="T28" fmla="*/ 2147483646 w 4409"/>
              <a:gd name="T29" fmla="*/ 2147483646 h 4408"/>
              <a:gd name="T30" fmla="*/ 2147483646 w 4409"/>
              <a:gd name="T31" fmla="*/ 2147483646 h 4408"/>
              <a:gd name="T32" fmla="*/ 2147483646 w 4409"/>
              <a:gd name="T33" fmla="*/ 2147483646 h 4408"/>
              <a:gd name="T34" fmla="*/ 2147483646 w 4409"/>
              <a:gd name="T35" fmla="*/ 2147483646 h 4408"/>
              <a:gd name="T36" fmla="*/ 2147483646 w 4409"/>
              <a:gd name="T37" fmla="*/ 2147483646 h 4408"/>
              <a:gd name="T38" fmla="*/ 2147483646 w 4409"/>
              <a:gd name="T39" fmla="*/ 2147483646 h 4408"/>
              <a:gd name="T40" fmla="*/ 2147483646 w 4409"/>
              <a:gd name="T41" fmla="*/ 2147483646 h 4408"/>
              <a:gd name="T42" fmla="*/ 2147483646 w 4409"/>
              <a:gd name="T43" fmla="*/ 2147483646 h 4408"/>
              <a:gd name="T44" fmla="*/ 2147483646 w 4409"/>
              <a:gd name="T45" fmla="*/ 2147483646 h 4408"/>
              <a:gd name="T46" fmla="*/ 2147483646 w 4409"/>
              <a:gd name="T47" fmla="*/ 2147483646 h 4408"/>
              <a:gd name="T48" fmla="*/ 2147483646 w 4409"/>
              <a:gd name="T49" fmla="*/ 2147483646 h 4408"/>
              <a:gd name="T50" fmla="*/ 2147483646 w 4409"/>
              <a:gd name="T51" fmla="*/ 2147483646 h 4408"/>
              <a:gd name="T52" fmla="*/ 2147483646 w 4409"/>
              <a:gd name="T53" fmla="*/ 2147483646 h 4408"/>
              <a:gd name="T54" fmla="*/ 2147483646 w 4409"/>
              <a:gd name="T55" fmla="*/ 2147483646 h 4408"/>
              <a:gd name="T56" fmla="*/ 2147483646 w 4409"/>
              <a:gd name="T57" fmla="*/ 2147483646 h 4408"/>
              <a:gd name="T58" fmla="*/ 2147483646 w 4409"/>
              <a:gd name="T59" fmla="*/ 2147483646 h 4408"/>
              <a:gd name="T60" fmla="*/ 2147483646 w 4409"/>
              <a:gd name="T61" fmla="*/ 2147483646 h 4408"/>
              <a:gd name="T62" fmla="*/ 2147483646 w 4409"/>
              <a:gd name="T63" fmla="*/ 2147483646 h 4408"/>
              <a:gd name="T64" fmla="*/ 2147483646 w 4409"/>
              <a:gd name="T65" fmla="*/ 2147483646 h 4408"/>
              <a:gd name="T66" fmla="*/ 2147483646 w 4409"/>
              <a:gd name="T67" fmla="*/ 2147483646 h 4408"/>
              <a:gd name="T68" fmla="*/ 2147483646 w 4409"/>
              <a:gd name="T69" fmla="*/ 2147483646 h 4408"/>
              <a:gd name="T70" fmla="*/ 2147483646 w 4409"/>
              <a:gd name="T71" fmla="*/ 2147483646 h 4408"/>
              <a:gd name="T72" fmla="*/ 2147483646 w 4409"/>
              <a:gd name="T73" fmla="*/ 2147483646 h 4408"/>
              <a:gd name="T74" fmla="*/ 2147483646 w 4409"/>
              <a:gd name="T75" fmla="*/ 2147483646 h 4408"/>
              <a:gd name="T76" fmla="*/ 2147483646 w 4409"/>
              <a:gd name="T77" fmla="*/ 2147483646 h 4408"/>
              <a:gd name="T78" fmla="*/ 2147483646 w 4409"/>
              <a:gd name="T79" fmla="*/ 2147483646 h 4408"/>
              <a:gd name="T80" fmla="*/ 2147483646 w 4409"/>
              <a:gd name="T81" fmla="*/ 2147483646 h 4408"/>
              <a:gd name="T82" fmla="*/ 2147483646 w 4409"/>
              <a:gd name="T83" fmla="*/ 2147483646 h 4408"/>
              <a:gd name="T84" fmla="*/ 2147483646 w 4409"/>
              <a:gd name="T85" fmla="*/ 2147483646 h 4408"/>
              <a:gd name="T86" fmla="*/ 2147483646 w 4409"/>
              <a:gd name="T87" fmla="*/ 2147483646 h 4408"/>
              <a:gd name="T88" fmla="*/ 2147483646 w 4409"/>
              <a:gd name="T89" fmla="*/ 2147483646 h 4408"/>
              <a:gd name="T90" fmla="*/ 2147483646 w 4409"/>
              <a:gd name="T91" fmla="*/ 2147483646 h 4408"/>
              <a:gd name="T92" fmla="*/ 2147483646 w 4409"/>
              <a:gd name="T93" fmla="*/ 2147483646 h 4408"/>
              <a:gd name="T94" fmla="*/ 2147483646 w 4409"/>
              <a:gd name="T95" fmla="*/ 2147483646 h 4408"/>
              <a:gd name="T96" fmla="*/ 2147483646 w 4409"/>
              <a:gd name="T97" fmla="*/ 2147483646 h 4408"/>
              <a:gd name="T98" fmla="*/ 2147483646 w 4409"/>
              <a:gd name="T99" fmla="*/ 2147483646 h 4408"/>
              <a:gd name="T100" fmla="*/ 2147483646 w 4409"/>
              <a:gd name="T101" fmla="*/ 2147483646 h 4408"/>
              <a:gd name="T102" fmla="*/ 2147483646 w 4409"/>
              <a:gd name="T103" fmla="*/ 2147483646 h 4408"/>
              <a:gd name="T104" fmla="*/ 2147483646 w 4409"/>
              <a:gd name="T105" fmla="*/ 2147483646 h 4408"/>
              <a:gd name="T106" fmla="*/ 2147483646 w 4409"/>
              <a:gd name="T107" fmla="*/ 2147483646 h 4408"/>
              <a:gd name="T108" fmla="*/ 2147483646 w 4409"/>
              <a:gd name="T109" fmla="*/ 2147483646 h 44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409" h="4408">
                <a:moveTo>
                  <a:pt x="3025" y="2127"/>
                </a:moveTo>
                <a:lnTo>
                  <a:pt x="3025" y="2127"/>
                </a:lnTo>
                <a:lnTo>
                  <a:pt x="3097" y="2107"/>
                </a:lnTo>
                <a:lnTo>
                  <a:pt x="3179" y="2081"/>
                </a:lnTo>
                <a:lnTo>
                  <a:pt x="3271" y="2053"/>
                </a:lnTo>
                <a:lnTo>
                  <a:pt x="3375" y="2020"/>
                </a:lnTo>
                <a:lnTo>
                  <a:pt x="3429" y="2002"/>
                </a:lnTo>
                <a:lnTo>
                  <a:pt x="3481" y="1982"/>
                </a:lnTo>
                <a:lnTo>
                  <a:pt x="3532" y="1961"/>
                </a:lnTo>
                <a:lnTo>
                  <a:pt x="3580" y="1938"/>
                </a:lnTo>
                <a:lnTo>
                  <a:pt x="3626" y="1914"/>
                </a:lnTo>
                <a:lnTo>
                  <a:pt x="3672" y="1889"/>
                </a:lnTo>
                <a:lnTo>
                  <a:pt x="3715" y="1861"/>
                </a:lnTo>
                <a:lnTo>
                  <a:pt x="3756" y="1834"/>
                </a:lnTo>
                <a:lnTo>
                  <a:pt x="3797" y="1804"/>
                </a:lnTo>
                <a:lnTo>
                  <a:pt x="3834" y="1774"/>
                </a:lnTo>
                <a:lnTo>
                  <a:pt x="3871" y="1744"/>
                </a:lnTo>
                <a:lnTo>
                  <a:pt x="3906" y="1711"/>
                </a:lnTo>
                <a:lnTo>
                  <a:pt x="3940" y="1679"/>
                </a:lnTo>
                <a:lnTo>
                  <a:pt x="3971" y="1644"/>
                </a:lnTo>
                <a:lnTo>
                  <a:pt x="4002" y="1610"/>
                </a:lnTo>
                <a:lnTo>
                  <a:pt x="4031" y="1575"/>
                </a:lnTo>
                <a:lnTo>
                  <a:pt x="4059" y="1539"/>
                </a:lnTo>
                <a:lnTo>
                  <a:pt x="4085" y="1502"/>
                </a:lnTo>
                <a:lnTo>
                  <a:pt x="4110" y="1466"/>
                </a:lnTo>
                <a:lnTo>
                  <a:pt x="4134" y="1428"/>
                </a:lnTo>
                <a:lnTo>
                  <a:pt x="4157" y="1390"/>
                </a:lnTo>
                <a:lnTo>
                  <a:pt x="4177" y="1351"/>
                </a:lnTo>
                <a:lnTo>
                  <a:pt x="4198" y="1312"/>
                </a:lnTo>
                <a:lnTo>
                  <a:pt x="4217" y="1274"/>
                </a:lnTo>
                <a:lnTo>
                  <a:pt x="4234" y="1235"/>
                </a:lnTo>
                <a:lnTo>
                  <a:pt x="4251" y="1196"/>
                </a:lnTo>
                <a:lnTo>
                  <a:pt x="4267" y="1156"/>
                </a:lnTo>
                <a:lnTo>
                  <a:pt x="4281" y="1117"/>
                </a:lnTo>
                <a:lnTo>
                  <a:pt x="4295" y="1078"/>
                </a:lnTo>
                <a:lnTo>
                  <a:pt x="4307" y="1039"/>
                </a:lnTo>
                <a:lnTo>
                  <a:pt x="4319" y="1000"/>
                </a:lnTo>
                <a:lnTo>
                  <a:pt x="4329" y="961"/>
                </a:lnTo>
                <a:lnTo>
                  <a:pt x="4340" y="923"/>
                </a:lnTo>
                <a:lnTo>
                  <a:pt x="4349" y="884"/>
                </a:lnTo>
                <a:lnTo>
                  <a:pt x="4357" y="847"/>
                </a:lnTo>
                <a:lnTo>
                  <a:pt x="4365" y="809"/>
                </a:lnTo>
                <a:lnTo>
                  <a:pt x="4377" y="736"/>
                </a:lnTo>
                <a:lnTo>
                  <a:pt x="4387" y="665"/>
                </a:lnTo>
                <a:lnTo>
                  <a:pt x="4395" y="598"/>
                </a:lnTo>
                <a:lnTo>
                  <a:pt x="4401" y="534"/>
                </a:lnTo>
                <a:lnTo>
                  <a:pt x="4405" y="474"/>
                </a:lnTo>
                <a:lnTo>
                  <a:pt x="4407" y="418"/>
                </a:lnTo>
                <a:lnTo>
                  <a:pt x="4409" y="367"/>
                </a:lnTo>
                <a:lnTo>
                  <a:pt x="4409" y="321"/>
                </a:lnTo>
                <a:lnTo>
                  <a:pt x="4409" y="281"/>
                </a:lnTo>
                <a:lnTo>
                  <a:pt x="4407" y="247"/>
                </a:lnTo>
                <a:lnTo>
                  <a:pt x="4404" y="201"/>
                </a:lnTo>
                <a:lnTo>
                  <a:pt x="4403" y="183"/>
                </a:lnTo>
                <a:lnTo>
                  <a:pt x="3786" y="183"/>
                </a:lnTo>
                <a:lnTo>
                  <a:pt x="3491" y="183"/>
                </a:lnTo>
                <a:lnTo>
                  <a:pt x="3491" y="0"/>
                </a:lnTo>
                <a:lnTo>
                  <a:pt x="919" y="0"/>
                </a:lnTo>
                <a:lnTo>
                  <a:pt x="919" y="183"/>
                </a:lnTo>
                <a:lnTo>
                  <a:pt x="624" y="183"/>
                </a:lnTo>
                <a:lnTo>
                  <a:pt x="6" y="183"/>
                </a:lnTo>
                <a:lnTo>
                  <a:pt x="5" y="201"/>
                </a:lnTo>
                <a:lnTo>
                  <a:pt x="2" y="247"/>
                </a:lnTo>
                <a:lnTo>
                  <a:pt x="1" y="282"/>
                </a:lnTo>
                <a:lnTo>
                  <a:pt x="0" y="321"/>
                </a:lnTo>
                <a:lnTo>
                  <a:pt x="1" y="367"/>
                </a:lnTo>
                <a:lnTo>
                  <a:pt x="2" y="419"/>
                </a:lnTo>
                <a:lnTo>
                  <a:pt x="4" y="475"/>
                </a:lnTo>
                <a:lnTo>
                  <a:pt x="8" y="535"/>
                </a:lnTo>
                <a:lnTo>
                  <a:pt x="14" y="599"/>
                </a:lnTo>
                <a:lnTo>
                  <a:pt x="22" y="667"/>
                </a:lnTo>
                <a:lnTo>
                  <a:pt x="32" y="737"/>
                </a:lnTo>
                <a:lnTo>
                  <a:pt x="45" y="811"/>
                </a:lnTo>
                <a:lnTo>
                  <a:pt x="52" y="848"/>
                </a:lnTo>
                <a:lnTo>
                  <a:pt x="61" y="886"/>
                </a:lnTo>
                <a:lnTo>
                  <a:pt x="69" y="924"/>
                </a:lnTo>
                <a:lnTo>
                  <a:pt x="79" y="962"/>
                </a:lnTo>
                <a:lnTo>
                  <a:pt x="91" y="1002"/>
                </a:lnTo>
                <a:lnTo>
                  <a:pt x="102" y="1041"/>
                </a:lnTo>
                <a:lnTo>
                  <a:pt x="115" y="1080"/>
                </a:lnTo>
                <a:lnTo>
                  <a:pt x="128" y="1120"/>
                </a:lnTo>
                <a:lnTo>
                  <a:pt x="142" y="1158"/>
                </a:lnTo>
                <a:lnTo>
                  <a:pt x="159" y="1198"/>
                </a:lnTo>
                <a:lnTo>
                  <a:pt x="175" y="1237"/>
                </a:lnTo>
                <a:lnTo>
                  <a:pt x="193" y="1276"/>
                </a:lnTo>
                <a:lnTo>
                  <a:pt x="211" y="1315"/>
                </a:lnTo>
                <a:lnTo>
                  <a:pt x="232" y="1354"/>
                </a:lnTo>
                <a:lnTo>
                  <a:pt x="253" y="1392"/>
                </a:lnTo>
                <a:lnTo>
                  <a:pt x="275" y="1430"/>
                </a:lnTo>
                <a:lnTo>
                  <a:pt x="299" y="1468"/>
                </a:lnTo>
                <a:lnTo>
                  <a:pt x="324" y="1504"/>
                </a:lnTo>
                <a:lnTo>
                  <a:pt x="350" y="1541"/>
                </a:lnTo>
                <a:lnTo>
                  <a:pt x="378" y="1577"/>
                </a:lnTo>
                <a:lnTo>
                  <a:pt x="407" y="1612"/>
                </a:lnTo>
                <a:lnTo>
                  <a:pt x="438" y="1646"/>
                </a:lnTo>
                <a:lnTo>
                  <a:pt x="470" y="1681"/>
                </a:lnTo>
                <a:lnTo>
                  <a:pt x="503" y="1713"/>
                </a:lnTo>
                <a:lnTo>
                  <a:pt x="538" y="1746"/>
                </a:lnTo>
                <a:lnTo>
                  <a:pt x="574" y="1776"/>
                </a:lnTo>
                <a:lnTo>
                  <a:pt x="613" y="1806"/>
                </a:lnTo>
                <a:lnTo>
                  <a:pt x="653" y="1835"/>
                </a:lnTo>
                <a:lnTo>
                  <a:pt x="694" y="1863"/>
                </a:lnTo>
                <a:lnTo>
                  <a:pt x="738" y="1890"/>
                </a:lnTo>
                <a:lnTo>
                  <a:pt x="782" y="1915"/>
                </a:lnTo>
                <a:lnTo>
                  <a:pt x="829" y="1939"/>
                </a:lnTo>
                <a:lnTo>
                  <a:pt x="878" y="1962"/>
                </a:lnTo>
                <a:lnTo>
                  <a:pt x="928" y="1983"/>
                </a:lnTo>
                <a:lnTo>
                  <a:pt x="981" y="2002"/>
                </a:lnTo>
                <a:lnTo>
                  <a:pt x="1035" y="2020"/>
                </a:lnTo>
                <a:lnTo>
                  <a:pt x="1137" y="2053"/>
                </a:lnTo>
                <a:lnTo>
                  <a:pt x="1230" y="2080"/>
                </a:lnTo>
                <a:lnTo>
                  <a:pt x="1311" y="2105"/>
                </a:lnTo>
                <a:lnTo>
                  <a:pt x="1384" y="2125"/>
                </a:lnTo>
                <a:lnTo>
                  <a:pt x="1417" y="2164"/>
                </a:lnTo>
                <a:lnTo>
                  <a:pt x="1452" y="2203"/>
                </a:lnTo>
                <a:lnTo>
                  <a:pt x="1488" y="2241"/>
                </a:lnTo>
                <a:lnTo>
                  <a:pt x="1525" y="2275"/>
                </a:lnTo>
                <a:lnTo>
                  <a:pt x="1562" y="2309"/>
                </a:lnTo>
                <a:lnTo>
                  <a:pt x="1600" y="2340"/>
                </a:lnTo>
                <a:lnTo>
                  <a:pt x="1639" y="2370"/>
                </a:lnTo>
                <a:lnTo>
                  <a:pt x="1679" y="2398"/>
                </a:lnTo>
                <a:lnTo>
                  <a:pt x="1720" y="2424"/>
                </a:lnTo>
                <a:lnTo>
                  <a:pt x="1761" y="2449"/>
                </a:lnTo>
                <a:lnTo>
                  <a:pt x="1803" y="2471"/>
                </a:lnTo>
                <a:lnTo>
                  <a:pt x="1845" y="2490"/>
                </a:lnTo>
                <a:lnTo>
                  <a:pt x="1888" y="2508"/>
                </a:lnTo>
                <a:lnTo>
                  <a:pt x="1933" y="2525"/>
                </a:lnTo>
                <a:lnTo>
                  <a:pt x="1976" y="2538"/>
                </a:lnTo>
                <a:lnTo>
                  <a:pt x="2021" y="2549"/>
                </a:lnTo>
                <a:lnTo>
                  <a:pt x="2021" y="3864"/>
                </a:lnTo>
                <a:lnTo>
                  <a:pt x="1963" y="3868"/>
                </a:lnTo>
                <a:lnTo>
                  <a:pt x="1906" y="3873"/>
                </a:lnTo>
                <a:lnTo>
                  <a:pt x="1850" y="3880"/>
                </a:lnTo>
                <a:lnTo>
                  <a:pt x="1795" y="3887"/>
                </a:lnTo>
                <a:lnTo>
                  <a:pt x="1741" y="3895"/>
                </a:lnTo>
                <a:lnTo>
                  <a:pt x="1688" y="3904"/>
                </a:lnTo>
                <a:lnTo>
                  <a:pt x="1636" y="3915"/>
                </a:lnTo>
                <a:lnTo>
                  <a:pt x="1587" y="3926"/>
                </a:lnTo>
                <a:lnTo>
                  <a:pt x="1537" y="3939"/>
                </a:lnTo>
                <a:lnTo>
                  <a:pt x="1489" y="3951"/>
                </a:lnTo>
                <a:lnTo>
                  <a:pt x="1444" y="3965"/>
                </a:lnTo>
                <a:lnTo>
                  <a:pt x="1399" y="3980"/>
                </a:lnTo>
                <a:lnTo>
                  <a:pt x="1355" y="3995"/>
                </a:lnTo>
                <a:lnTo>
                  <a:pt x="1314" y="4012"/>
                </a:lnTo>
                <a:lnTo>
                  <a:pt x="1274" y="4029"/>
                </a:lnTo>
                <a:lnTo>
                  <a:pt x="1237" y="4046"/>
                </a:lnTo>
                <a:lnTo>
                  <a:pt x="1200" y="4065"/>
                </a:lnTo>
                <a:lnTo>
                  <a:pt x="1166" y="4085"/>
                </a:lnTo>
                <a:lnTo>
                  <a:pt x="1134" y="4104"/>
                </a:lnTo>
                <a:lnTo>
                  <a:pt x="1104" y="4124"/>
                </a:lnTo>
                <a:lnTo>
                  <a:pt x="1076" y="4146"/>
                </a:lnTo>
                <a:lnTo>
                  <a:pt x="1049" y="4167"/>
                </a:lnTo>
                <a:lnTo>
                  <a:pt x="1026" y="4189"/>
                </a:lnTo>
                <a:lnTo>
                  <a:pt x="1004" y="4211"/>
                </a:lnTo>
                <a:lnTo>
                  <a:pt x="984" y="4235"/>
                </a:lnTo>
                <a:lnTo>
                  <a:pt x="968" y="4259"/>
                </a:lnTo>
                <a:lnTo>
                  <a:pt x="953" y="4282"/>
                </a:lnTo>
                <a:lnTo>
                  <a:pt x="947" y="4295"/>
                </a:lnTo>
                <a:lnTo>
                  <a:pt x="941" y="4307"/>
                </a:lnTo>
                <a:lnTo>
                  <a:pt x="936" y="4320"/>
                </a:lnTo>
                <a:lnTo>
                  <a:pt x="931" y="4332"/>
                </a:lnTo>
                <a:lnTo>
                  <a:pt x="927" y="4344"/>
                </a:lnTo>
                <a:lnTo>
                  <a:pt x="924" y="4358"/>
                </a:lnTo>
                <a:lnTo>
                  <a:pt x="922" y="4370"/>
                </a:lnTo>
                <a:lnTo>
                  <a:pt x="920" y="4383"/>
                </a:lnTo>
                <a:lnTo>
                  <a:pt x="919" y="4396"/>
                </a:lnTo>
                <a:lnTo>
                  <a:pt x="919" y="4408"/>
                </a:lnTo>
                <a:lnTo>
                  <a:pt x="3491" y="4408"/>
                </a:lnTo>
                <a:lnTo>
                  <a:pt x="3491" y="4396"/>
                </a:lnTo>
                <a:lnTo>
                  <a:pt x="3490" y="4383"/>
                </a:lnTo>
                <a:lnTo>
                  <a:pt x="3488" y="4370"/>
                </a:lnTo>
                <a:lnTo>
                  <a:pt x="3486" y="4358"/>
                </a:lnTo>
                <a:lnTo>
                  <a:pt x="3482" y="4344"/>
                </a:lnTo>
                <a:lnTo>
                  <a:pt x="3478" y="4332"/>
                </a:lnTo>
                <a:lnTo>
                  <a:pt x="3474" y="4320"/>
                </a:lnTo>
                <a:lnTo>
                  <a:pt x="3469" y="4307"/>
                </a:lnTo>
                <a:lnTo>
                  <a:pt x="3463" y="4295"/>
                </a:lnTo>
                <a:lnTo>
                  <a:pt x="3457" y="4282"/>
                </a:lnTo>
                <a:lnTo>
                  <a:pt x="3443" y="4259"/>
                </a:lnTo>
                <a:lnTo>
                  <a:pt x="3426" y="4235"/>
                </a:lnTo>
                <a:lnTo>
                  <a:pt x="3406" y="4211"/>
                </a:lnTo>
                <a:lnTo>
                  <a:pt x="3384" y="4189"/>
                </a:lnTo>
                <a:lnTo>
                  <a:pt x="3361" y="4167"/>
                </a:lnTo>
                <a:lnTo>
                  <a:pt x="3334" y="4146"/>
                </a:lnTo>
                <a:lnTo>
                  <a:pt x="3306" y="4124"/>
                </a:lnTo>
                <a:lnTo>
                  <a:pt x="3276" y="4104"/>
                </a:lnTo>
                <a:lnTo>
                  <a:pt x="3244" y="4085"/>
                </a:lnTo>
                <a:lnTo>
                  <a:pt x="3210" y="4065"/>
                </a:lnTo>
                <a:lnTo>
                  <a:pt x="3173" y="4046"/>
                </a:lnTo>
                <a:lnTo>
                  <a:pt x="3136" y="4029"/>
                </a:lnTo>
                <a:lnTo>
                  <a:pt x="3096" y="4012"/>
                </a:lnTo>
                <a:lnTo>
                  <a:pt x="3054" y="3995"/>
                </a:lnTo>
                <a:lnTo>
                  <a:pt x="3011" y="3980"/>
                </a:lnTo>
                <a:lnTo>
                  <a:pt x="2966" y="3965"/>
                </a:lnTo>
                <a:lnTo>
                  <a:pt x="2921" y="3951"/>
                </a:lnTo>
                <a:lnTo>
                  <a:pt x="2873" y="3939"/>
                </a:lnTo>
                <a:lnTo>
                  <a:pt x="2823" y="3926"/>
                </a:lnTo>
                <a:lnTo>
                  <a:pt x="2773" y="3915"/>
                </a:lnTo>
                <a:lnTo>
                  <a:pt x="2722" y="3904"/>
                </a:lnTo>
                <a:lnTo>
                  <a:pt x="2669" y="3895"/>
                </a:lnTo>
                <a:lnTo>
                  <a:pt x="2615" y="3887"/>
                </a:lnTo>
                <a:lnTo>
                  <a:pt x="2559" y="3880"/>
                </a:lnTo>
                <a:lnTo>
                  <a:pt x="2504" y="3873"/>
                </a:lnTo>
                <a:lnTo>
                  <a:pt x="2447" y="3868"/>
                </a:lnTo>
                <a:lnTo>
                  <a:pt x="2389" y="3864"/>
                </a:lnTo>
                <a:lnTo>
                  <a:pt x="2389" y="2549"/>
                </a:lnTo>
                <a:lnTo>
                  <a:pt x="2434" y="2538"/>
                </a:lnTo>
                <a:lnTo>
                  <a:pt x="2477" y="2525"/>
                </a:lnTo>
                <a:lnTo>
                  <a:pt x="2521" y="2508"/>
                </a:lnTo>
                <a:lnTo>
                  <a:pt x="2565" y="2491"/>
                </a:lnTo>
                <a:lnTo>
                  <a:pt x="2607" y="2471"/>
                </a:lnTo>
                <a:lnTo>
                  <a:pt x="2649" y="2449"/>
                </a:lnTo>
                <a:lnTo>
                  <a:pt x="2689" y="2425"/>
                </a:lnTo>
                <a:lnTo>
                  <a:pt x="2730" y="2399"/>
                </a:lnTo>
                <a:lnTo>
                  <a:pt x="2769" y="2370"/>
                </a:lnTo>
                <a:lnTo>
                  <a:pt x="2809" y="2341"/>
                </a:lnTo>
                <a:lnTo>
                  <a:pt x="2846" y="2310"/>
                </a:lnTo>
                <a:lnTo>
                  <a:pt x="2884" y="2276"/>
                </a:lnTo>
                <a:lnTo>
                  <a:pt x="2921" y="2242"/>
                </a:lnTo>
                <a:lnTo>
                  <a:pt x="2956" y="2205"/>
                </a:lnTo>
                <a:lnTo>
                  <a:pt x="2992" y="2167"/>
                </a:lnTo>
                <a:lnTo>
                  <a:pt x="3025" y="2127"/>
                </a:lnTo>
                <a:close/>
                <a:moveTo>
                  <a:pt x="3491" y="791"/>
                </a:moveTo>
                <a:lnTo>
                  <a:pt x="3491" y="367"/>
                </a:lnTo>
                <a:lnTo>
                  <a:pt x="3786" y="367"/>
                </a:lnTo>
                <a:lnTo>
                  <a:pt x="4226" y="367"/>
                </a:lnTo>
                <a:lnTo>
                  <a:pt x="4226" y="403"/>
                </a:lnTo>
                <a:lnTo>
                  <a:pt x="4225" y="441"/>
                </a:lnTo>
                <a:lnTo>
                  <a:pt x="4223" y="482"/>
                </a:lnTo>
                <a:lnTo>
                  <a:pt x="4220" y="525"/>
                </a:lnTo>
                <a:lnTo>
                  <a:pt x="4216" y="570"/>
                </a:lnTo>
                <a:lnTo>
                  <a:pt x="4211" y="617"/>
                </a:lnTo>
                <a:lnTo>
                  <a:pt x="4205" y="665"/>
                </a:lnTo>
                <a:lnTo>
                  <a:pt x="4198" y="716"/>
                </a:lnTo>
                <a:lnTo>
                  <a:pt x="4188" y="767"/>
                </a:lnTo>
                <a:lnTo>
                  <a:pt x="4177" y="819"/>
                </a:lnTo>
                <a:lnTo>
                  <a:pt x="4165" y="873"/>
                </a:lnTo>
                <a:lnTo>
                  <a:pt x="4152" y="927"/>
                </a:lnTo>
                <a:lnTo>
                  <a:pt x="4136" y="982"/>
                </a:lnTo>
                <a:lnTo>
                  <a:pt x="4117" y="1037"/>
                </a:lnTo>
                <a:lnTo>
                  <a:pt x="4097" y="1091"/>
                </a:lnTo>
                <a:lnTo>
                  <a:pt x="4075" y="1146"/>
                </a:lnTo>
                <a:lnTo>
                  <a:pt x="4050" y="1201"/>
                </a:lnTo>
                <a:lnTo>
                  <a:pt x="4037" y="1227"/>
                </a:lnTo>
                <a:lnTo>
                  <a:pt x="4023" y="1255"/>
                </a:lnTo>
                <a:lnTo>
                  <a:pt x="4009" y="1281"/>
                </a:lnTo>
                <a:lnTo>
                  <a:pt x="3994" y="1307"/>
                </a:lnTo>
                <a:lnTo>
                  <a:pt x="3977" y="1334"/>
                </a:lnTo>
                <a:lnTo>
                  <a:pt x="3961" y="1360"/>
                </a:lnTo>
                <a:lnTo>
                  <a:pt x="3944" y="1385"/>
                </a:lnTo>
                <a:lnTo>
                  <a:pt x="3926" y="1412"/>
                </a:lnTo>
                <a:lnTo>
                  <a:pt x="3907" y="1436"/>
                </a:lnTo>
                <a:lnTo>
                  <a:pt x="3887" y="1462"/>
                </a:lnTo>
                <a:lnTo>
                  <a:pt x="3867" y="1486"/>
                </a:lnTo>
                <a:lnTo>
                  <a:pt x="3847" y="1510"/>
                </a:lnTo>
                <a:lnTo>
                  <a:pt x="3824" y="1534"/>
                </a:lnTo>
                <a:lnTo>
                  <a:pt x="3802" y="1557"/>
                </a:lnTo>
                <a:lnTo>
                  <a:pt x="3779" y="1579"/>
                </a:lnTo>
                <a:lnTo>
                  <a:pt x="3754" y="1602"/>
                </a:lnTo>
                <a:lnTo>
                  <a:pt x="3729" y="1623"/>
                </a:lnTo>
                <a:lnTo>
                  <a:pt x="3703" y="1644"/>
                </a:lnTo>
                <a:lnTo>
                  <a:pt x="3676" y="1664"/>
                </a:lnTo>
                <a:lnTo>
                  <a:pt x="3649" y="1685"/>
                </a:lnTo>
                <a:lnTo>
                  <a:pt x="3619" y="1704"/>
                </a:lnTo>
                <a:lnTo>
                  <a:pt x="3590" y="1722"/>
                </a:lnTo>
                <a:lnTo>
                  <a:pt x="3560" y="1740"/>
                </a:lnTo>
                <a:lnTo>
                  <a:pt x="3528" y="1758"/>
                </a:lnTo>
                <a:lnTo>
                  <a:pt x="3496" y="1775"/>
                </a:lnTo>
                <a:lnTo>
                  <a:pt x="3462" y="1790"/>
                </a:lnTo>
                <a:lnTo>
                  <a:pt x="3428" y="1805"/>
                </a:lnTo>
                <a:lnTo>
                  <a:pt x="3392" y="1820"/>
                </a:lnTo>
                <a:lnTo>
                  <a:pt x="3357" y="1833"/>
                </a:lnTo>
                <a:lnTo>
                  <a:pt x="3319" y="1846"/>
                </a:lnTo>
                <a:lnTo>
                  <a:pt x="3192" y="1886"/>
                </a:lnTo>
                <a:lnTo>
                  <a:pt x="3227" y="1825"/>
                </a:lnTo>
                <a:lnTo>
                  <a:pt x="3258" y="1763"/>
                </a:lnTo>
                <a:lnTo>
                  <a:pt x="3289" y="1700"/>
                </a:lnTo>
                <a:lnTo>
                  <a:pt x="3317" y="1635"/>
                </a:lnTo>
                <a:lnTo>
                  <a:pt x="3345" y="1569"/>
                </a:lnTo>
                <a:lnTo>
                  <a:pt x="3369" y="1501"/>
                </a:lnTo>
                <a:lnTo>
                  <a:pt x="3391" y="1433"/>
                </a:lnTo>
                <a:lnTo>
                  <a:pt x="3411" y="1364"/>
                </a:lnTo>
                <a:lnTo>
                  <a:pt x="3430" y="1294"/>
                </a:lnTo>
                <a:lnTo>
                  <a:pt x="3446" y="1223"/>
                </a:lnTo>
                <a:lnTo>
                  <a:pt x="3459" y="1152"/>
                </a:lnTo>
                <a:lnTo>
                  <a:pt x="3470" y="1080"/>
                </a:lnTo>
                <a:lnTo>
                  <a:pt x="3475" y="1044"/>
                </a:lnTo>
                <a:lnTo>
                  <a:pt x="3479" y="1008"/>
                </a:lnTo>
                <a:lnTo>
                  <a:pt x="3482" y="972"/>
                </a:lnTo>
                <a:lnTo>
                  <a:pt x="3486" y="936"/>
                </a:lnTo>
                <a:lnTo>
                  <a:pt x="3488" y="900"/>
                </a:lnTo>
                <a:lnTo>
                  <a:pt x="3490" y="863"/>
                </a:lnTo>
                <a:lnTo>
                  <a:pt x="3491" y="828"/>
                </a:lnTo>
                <a:lnTo>
                  <a:pt x="3491" y="791"/>
                </a:lnTo>
                <a:close/>
                <a:moveTo>
                  <a:pt x="1091" y="1846"/>
                </a:moveTo>
                <a:lnTo>
                  <a:pt x="1091" y="1846"/>
                </a:lnTo>
                <a:lnTo>
                  <a:pt x="1053" y="1833"/>
                </a:lnTo>
                <a:lnTo>
                  <a:pt x="1017" y="1820"/>
                </a:lnTo>
                <a:lnTo>
                  <a:pt x="981" y="1805"/>
                </a:lnTo>
                <a:lnTo>
                  <a:pt x="947" y="1791"/>
                </a:lnTo>
                <a:lnTo>
                  <a:pt x="913" y="1775"/>
                </a:lnTo>
                <a:lnTo>
                  <a:pt x="881" y="1759"/>
                </a:lnTo>
                <a:lnTo>
                  <a:pt x="849" y="1741"/>
                </a:lnTo>
                <a:lnTo>
                  <a:pt x="819" y="1723"/>
                </a:lnTo>
                <a:lnTo>
                  <a:pt x="789" y="1705"/>
                </a:lnTo>
                <a:lnTo>
                  <a:pt x="760" y="1686"/>
                </a:lnTo>
                <a:lnTo>
                  <a:pt x="733" y="1665"/>
                </a:lnTo>
                <a:lnTo>
                  <a:pt x="705" y="1645"/>
                </a:lnTo>
                <a:lnTo>
                  <a:pt x="680" y="1624"/>
                </a:lnTo>
                <a:lnTo>
                  <a:pt x="655" y="1603"/>
                </a:lnTo>
                <a:lnTo>
                  <a:pt x="630" y="1580"/>
                </a:lnTo>
                <a:lnTo>
                  <a:pt x="607" y="1558"/>
                </a:lnTo>
                <a:lnTo>
                  <a:pt x="585" y="1535"/>
                </a:lnTo>
                <a:lnTo>
                  <a:pt x="562" y="1511"/>
                </a:lnTo>
                <a:lnTo>
                  <a:pt x="541" y="1487"/>
                </a:lnTo>
                <a:lnTo>
                  <a:pt x="521" y="1463"/>
                </a:lnTo>
                <a:lnTo>
                  <a:pt x="501" y="1438"/>
                </a:lnTo>
                <a:lnTo>
                  <a:pt x="483" y="1413"/>
                </a:lnTo>
                <a:lnTo>
                  <a:pt x="465" y="1387"/>
                </a:lnTo>
                <a:lnTo>
                  <a:pt x="448" y="1361"/>
                </a:lnTo>
                <a:lnTo>
                  <a:pt x="431" y="1336"/>
                </a:lnTo>
                <a:lnTo>
                  <a:pt x="415" y="1309"/>
                </a:lnTo>
                <a:lnTo>
                  <a:pt x="400" y="1283"/>
                </a:lnTo>
                <a:lnTo>
                  <a:pt x="386" y="1256"/>
                </a:lnTo>
                <a:lnTo>
                  <a:pt x="372" y="1229"/>
                </a:lnTo>
                <a:lnTo>
                  <a:pt x="358" y="1202"/>
                </a:lnTo>
                <a:lnTo>
                  <a:pt x="334" y="1147"/>
                </a:lnTo>
                <a:lnTo>
                  <a:pt x="312" y="1092"/>
                </a:lnTo>
                <a:lnTo>
                  <a:pt x="291" y="1038"/>
                </a:lnTo>
                <a:lnTo>
                  <a:pt x="273" y="983"/>
                </a:lnTo>
                <a:lnTo>
                  <a:pt x="258" y="928"/>
                </a:lnTo>
                <a:lnTo>
                  <a:pt x="244" y="874"/>
                </a:lnTo>
                <a:lnTo>
                  <a:pt x="232" y="820"/>
                </a:lnTo>
                <a:lnTo>
                  <a:pt x="221" y="768"/>
                </a:lnTo>
                <a:lnTo>
                  <a:pt x="212" y="716"/>
                </a:lnTo>
                <a:lnTo>
                  <a:pt x="204" y="666"/>
                </a:lnTo>
                <a:lnTo>
                  <a:pt x="198" y="618"/>
                </a:lnTo>
                <a:lnTo>
                  <a:pt x="194" y="570"/>
                </a:lnTo>
                <a:lnTo>
                  <a:pt x="190" y="525"/>
                </a:lnTo>
                <a:lnTo>
                  <a:pt x="187" y="482"/>
                </a:lnTo>
                <a:lnTo>
                  <a:pt x="185" y="441"/>
                </a:lnTo>
                <a:lnTo>
                  <a:pt x="184" y="404"/>
                </a:lnTo>
                <a:lnTo>
                  <a:pt x="184" y="367"/>
                </a:lnTo>
                <a:lnTo>
                  <a:pt x="624" y="367"/>
                </a:lnTo>
                <a:lnTo>
                  <a:pt x="919" y="367"/>
                </a:lnTo>
                <a:lnTo>
                  <a:pt x="919" y="791"/>
                </a:lnTo>
                <a:lnTo>
                  <a:pt x="919" y="828"/>
                </a:lnTo>
                <a:lnTo>
                  <a:pt x="920" y="863"/>
                </a:lnTo>
                <a:lnTo>
                  <a:pt x="922" y="900"/>
                </a:lnTo>
                <a:lnTo>
                  <a:pt x="924" y="936"/>
                </a:lnTo>
                <a:lnTo>
                  <a:pt x="927" y="972"/>
                </a:lnTo>
                <a:lnTo>
                  <a:pt x="930" y="1008"/>
                </a:lnTo>
                <a:lnTo>
                  <a:pt x="935" y="1044"/>
                </a:lnTo>
                <a:lnTo>
                  <a:pt x="940" y="1080"/>
                </a:lnTo>
                <a:lnTo>
                  <a:pt x="951" y="1151"/>
                </a:lnTo>
                <a:lnTo>
                  <a:pt x="964" y="1223"/>
                </a:lnTo>
                <a:lnTo>
                  <a:pt x="980" y="1293"/>
                </a:lnTo>
                <a:lnTo>
                  <a:pt x="998" y="1363"/>
                </a:lnTo>
                <a:lnTo>
                  <a:pt x="1019" y="1432"/>
                </a:lnTo>
                <a:lnTo>
                  <a:pt x="1041" y="1501"/>
                </a:lnTo>
                <a:lnTo>
                  <a:pt x="1065" y="1568"/>
                </a:lnTo>
                <a:lnTo>
                  <a:pt x="1092" y="1634"/>
                </a:lnTo>
                <a:lnTo>
                  <a:pt x="1120" y="1699"/>
                </a:lnTo>
                <a:lnTo>
                  <a:pt x="1151" y="1763"/>
                </a:lnTo>
                <a:lnTo>
                  <a:pt x="1183" y="1825"/>
                </a:lnTo>
                <a:lnTo>
                  <a:pt x="1217" y="1885"/>
                </a:lnTo>
                <a:lnTo>
                  <a:pt x="1091" y="1846"/>
                </a:lnTo>
                <a:close/>
                <a:moveTo>
                  <a:pt x="2205" y="1626"/>
                </a:moveTo>
                <a:lnTo>
                  <a:pt x="1637" y="2020"/>
                </a:lnTo>
                <a:lnTo>
                  <a:pt x="1837" y="1359"/>
                </a:lnTo>
                <a:lnTo>
                  <a:pt x="1287" y="940"/>
                </a:lnTo>
                <a:lnTo>
                  <a:pt x="1978" y="927"/>
                </a:lnTo>
                <a:lnTo>
                  <a:pt x="2205" y="274"/>
                </a:lnTo>
                <a:lnTo>
                  <a:pt x="2433" y="927"/>
                </a:lnTo>
                <a:lnTo>
                  <a:pt x="3123" y="940"/>
                </a:lnTo>
                <a:lnTo>
                  <a:pt x="2573" y="1359"/>
                </a:lnTo>
                <a:lnTo>
                  <a:pt x="2772" y="2020"/>
                </a:lnTo>
                <a:lnTo>
                  <a:pt x="2205" y="1626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3089153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4708900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3909092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5108804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2180528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2643222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5508708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4308996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5908613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76532" y="3527348"/>
            <a:ext cx="269982" cy="2699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9747753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/>
          <p:cNvSpPr/>
          <p:nvPr/>
        </p:nvSpPr>
        <p:spPr>
          <a:xfrm>
            <a:off x="4282751" y="1931436"/>
            <a:ext cx="3228391" cy="4348066"/>
          </a:xfrm>
          <a:prstGeom prst="roundRect">
            <a:avLst>
              <a:gd name="adj" fmla="val 116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796211"/>
              </p:ext>
            </p:extLst>
          </p:nvPr>
        </p:nvGraphicFramePr>
        <p:xfrm>
          <a:off x="5410798" y="2092748"/>
          <a:ext cx="1969144" cy="4144987"/>
        </p:xfrm>
        <a:graphic>
          <a:graphicData uri="http://schemas.openxmlformats.org/drawingml/2006/table">
            <a:tbl>
              <a:tblPr/>
              <a:tblGrid>
                <a:gridCol w="637200"/>
                <a:gridCol w="1331944"/>
              </a:tblGrid>
              <a:tr h="4524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 u="none" strike="noStrike" dirty="0">
                          <a:solidFill>
                            <a:schemeClr val="accent4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 dirty="0" smtClean="0">
                          <a:solidFill>
                            <a:schemeClr val="accent4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腾讯新闻</a:t>
                      </a:r>
                      <a:endParaRPr lang="zh-CN" altLang="en-US" sz="1400" b="1" i="0" u="none" strike="noStrike" dirty="0">
                        <a:solidFill>
                          <a:schemeClr val="accent4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24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 u="none" strike="noStrike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 dirty="0" smtClean="0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今日头条</a:t>
                      </a:r>
                      <a:endParaRPr lang="zh-CN" altLang="en-US" sz="1400" b="1" i="0" u="none" strike="noStrike" dirty="0">
                        <a:solidFill>
                          <a:schemeClr val="bg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24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1" i="0" u="none" strike="noStrike">
                          <a:solidFill>
                            <a:srgbClr val="FF99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 dirty="0" smtClean="0">
                          <a:solidFill>
                            <a:srgbClr val="FF99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天天快报</a:t>
                      </a:r>
                      <a:endParaRPr lang="zh-CN" altLang="en-US" sz="1400" b="1" i="0" u="none" strike="noStrike" dirty="0">
                        <a:solidFill>
                          <a:srgbClr val="FF99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网易新闻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搜狐新闻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凤凰新闻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ZAKER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一点资讯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人民日报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821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百度新闻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0" y="80924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最</a:t>
            </a:r>
            <a:r>
              <a:rPr lang="zh-CN" altLang="en-US" sz="2800" b="1" dirty="0" smtClean="0"/>
              <a:t>受</a:t>
            </a:r>
            <a:r>
              <a:rPr lang="en-US" altLang="zh-CN" sz="2800" b="1" dirty="0" smtClean="0"/>
              <a:t>00</a:t>
            </a:r>
            <a:r>
              <a:rPr lang="zh-CN" altLang="en-US" sz="2800" b="1" dirty="0" smtClean="0"/>
              <a:t>后欢迎的</a:t>
            </a:r>
            <a:r>
              <a:rPr lang="zh-CN" altLang="en-US" sz="3600" b="1" dirty="0"/>
              <a:t>新闻</a:t>
            </a:r>
            <a:r>
              <a:rPr lang="zh-CN" altLang="en-US" sz="3600" b="1" dirty="0" smtClean="0"/>
              <a:t>资讯</a:t>
            </a:r>
            <a:r>
              <a:rPr lang="en-US" altLang="zh-CN" sz="2800" b="1" dirty="0" smtClean="0"/>
              <a:t>APP</a:t>
            </a:r>
            <a:r>
              <a:rPr lang="en-US" altLang="zh-CN" sz="2000" b="1" dirty="0" smtClean="0"/>
              <a:t>(2016</a:t>
            </a:r>
            <a:r>
              <a:rPr lang="zh-CN" altLang="en-US" sz="2000" b="1" dirty="0"/>
              <a:t>上半年</a:t>
            </a:r>
            <a:r>
              <a:rPr lang="en-US" altLang="zh-CN" sz="2000" b="1" dirty="0"/>
              <a:t>)</a:t>
            </a:r>
            <a:endParaRPr lang="zh-CN" altLang="en-US" sz="2000" b="1" dirty="0"/>
          </a:p>
        </p:txBody>
      </p:sp>
      <p:sp>
        <p:nvSpPr>
          <p:cNvPr id="20" name="KSO_Shape"/>
          <p:cNvSpPr>
            <a:spLocks/>
          </p:cNvSpPr>
          <p:nvPr/>
        </p:nvSpPr>
        <p:spPr bwMode="auto">
          <a:xfrm>
            <a:off x="4834002" y="2184269"/>
            <a:ext cx="247045" cy="247457"/>
          </a:xfrm>
          <a:custGeom>
            <a:avLst/>
            <a:gdLst>
              <a:gd name="T0" fmla="*/ 2147483646 w 4409"/>
              <a:gd name="T1" fmla="*/ 2147483646 h 4408"/>
              <a:gd name="T2" fmla="*/ 2147483646 w 4409"/>
              <a:gd name="T3" fmla="*/ 2147483646 h 4408"/>
              <a:gd name="T4" fmla="*/ 2147483646 w 4409"/>
              <a:gd name="T5" fmla="*/ 2147483646 h 4408"/>
              <a:gd name="T6" fmla="*/ 2147483646 w 4409"/>
              <a:gd name="T7" fmla="*/ 2147483646 h 4408"/>
              <a:gd name="T8" fmla="*/ 2147483646 w 4409"/>
              <a:gd name="T9" fmla="*/ 2147483646 h 4408"/>
              <a:gd name="T10" fmla="*/ 2147483646 w 4409"/>
              <a:gd name="T11" fmla="*/ 2147483646 h 4408"/>
              <a:gd name="T12" fmla="*/ 2147483646 w 4409"/>
              <a:gd name="T13" fmla="*/ 2147483646 h 4408"/>
              <a:gd name="T14" fmla="*/ 2147483646 w 4409"/>
              <a:gd name="T15" fmla="*/ 2147483646 h 4408"/>
              <a:gd name="T16" fmla="*/ 481718167 w 4409"/>
              <a:gd name="T17" fmla="*/ 2147483646 h 4408"/>
              <a:gd name="T18" fmla="*/ 321145301 w 4409"/>
              <a:gd name="T19" fmla="*/ 2147483646 h 4408"/>
              <a:gd name="T20" fmla="*/ 2147483646 w 4409"/>
              <a:gd name="T21" fmla="*/ 2147483646 h 4408"/>
              <a:gd name="T22" fmla="*/ 2147483646 w 4409"/>
              <a:gd name="T23" fmla="*/ 2147483646 h 4408"/>
              <a:gd name="T24" fmla="*/ 2147483646 w 4409"/>
              <a:gd name="T25" fmla="*/ 2147483646 h 4408"/>
              <a:gd name="T26" fmla="*/ 2147483646 w 4409"/>
              <a:gd name="T27" fmla="*/ 2147483646 h 4408"/>
              <a:gd name="T28" fmla="*/ 2147483646 w 4409"/>
              <a:gd name="T29" fmla="*/ 2147483646 h 4408"/>
              <a:gd name="T30" fmla="*/ 2147483646 w 4409"/>
              <a:gd name="T31" fmla="*/ 2147483646 h 4408"/>
              <a:gd name="T32" fmla="*/ 2147483646 w 4409"/>
              <a:gd name="T33" fmla="*/ 2147483646 h 4408"/>
              <a:gd name="T34" fmla="*/ 2147483646 w 4409"/>
              <a:gd name="T35" fmla="*/ 2147483646 h 4408"/>
              <a:gd name="T36" fmla="*/ 2147483646 w 4409"/>
              <a:gd name="T37" fmla="*/ 2147483646 h 4408"/>
              <a:gd name="T38" fmla="*/ 2147483646 w 4409"/>
              <a:gd name="T39" fmla="*/ 2147483646 h 4408"/>
              <a:gd name="T40" fmla="*/ 2147483646 w 4409"/>
              <a:gd name="T41" fmla="*/ 2147483646 h 4408"/>
              <a:gd name="T42" fmla="*/ 2147483646 w 4409"/>
              <a:gd name="T43" fmla="*/ 2147483646 h 4408"/>
              <a:gd name="T44" fmla="*/ 2147483646 w 4409"/>
              <a:gd name="T45" fmla="*/ 2147483646 h 4408"/>
              <a:gd name="T46" fmla="*/ 2147483646 w 4409"/>
              <a:gd name="T47" fmla="*/ 2147483646 h 4408"/>
              <a:gd name="T48" fmla="*/ 2147483646 w 4409"/>
              <a:gd name="T49" fmla="*/ 2147483646 h 4408"/>
              <a:gd name="T50" fmla="*/ 2147483646 w 4409"/>
              <a:gd name="T51" fmla="*/ 2147483646 h 4408"/>
              <a:gd name="T52" fmla="*/ 2147483646 w 4409"/>
              <a:gd name="T53" fmla="*/ 2147483646 h 4408"/>
              <a:gd name="T54" fmla="*/ 2147483646 w 4409"/>
              <a:gd name="T55" fmla="*/ 2147483646 h 4408"/>
              <a:gd name="T56" fmla="*/ 2147483646 w 4409"/>
              <a:gd name="T57" fmla="*/ 2147483646 h 4408"/>
              <a:gd name="T58" fmla="*/ 2147483646 w 4409"/>
              <a:gd name="T59" fmla="*/ 2147483646 h 4408"/>
              <a:gd name="T60" fmla="*/ 2147483646 w 4409"/>
              <a:gd name="T61" fmla="*/ 2147483646 h 4408"/>
              <a:gd name="T62" fmla="*/ 2147483646 w 4409"/>
              <a:gd name="T63" fmla="*/ 2147483646 h 4408"/>
              <a:gd name="T64" fmla="*/ 2147483646 w 4409"/>
              <a:gd name="T65" fmla="*/ 2147483646 h 4408"/>
              <a:gd name="T66" fmla="*/ 2147483646 w 4409"/>
              <a:gd name="T67" fmla="*/ 2147483646 h 4408"/>
              <a:gd name="T68" fmla="*/ 2147483646 w 4409"/>
              <a:gd name="T69" fmla="*/ 2147483646 h 4408"/>
              <a:gd name="T70" fmla="*/ 2147483646 w 4409"/>
              <a:gd name="T71" fmla="*/ 2147483646 h 4408"/>
              <a:gd name="T72" fmla="*/ 2147483646 w 4409"/>
              <a:gd name="T73" fmla="*/ 2147483646 h 4408"/>
              <a:gd name="T74" fmla="*/ 2147483646 w 4409"/>
              <a:gd name="T75" fmla="*/ 2147483646 h 4408"/>
              <a:gd name="T76" fmla="*/ 2147483646 w 4409"/>
              <a:gd name="T77" fmla="*/ 2147483646 h 4408"/>
              <a:gd name="T78" fmla="*/ 2147483646 w 4409"/>
              <a:gd name="T79" fmla="*/ 2147483646 h 4408"/>
              <a:gd name="T80" fmla="*/ 2147483646 w 4409"/>
              <a:gd name="T81" fmla="*/ 2147483646 h 4408"/>
              <a:gd name="T82" fmla="*/ 2147483646 w 4409"/>
              <a:gd name="T83" fmla="*/ 2147483646 h 4408"/>
              <a:gd name="T84" fmla="*/ 2147483646 w 4409"/>
              <a:gd name="T85" fmla="*/ 2147483646 h 4408"/>
              <a:gd name="T86" fmla="*/ 2147483646 w 4409"/>
              <a:gd name="T87" fmla="*/ 2147483646 h 4408"/>
              <a:gd name="T88" fmla="*/ 2147483646 w 4409"/>
              <a:gd name="T89" fmla="*/ 2147483646 h 4408"/>
              <a:gd name="T90" fmla="*/ 2147483646 w 4409"/>
              <a:gd name="T91" fmla="*/ 2147483646 h 4408"/>
              <a:gd name="T92" fmla="*/ 2147483646 w 4409"/>
              <a:gd name="T93" fmla="*/ 2147483646 h 4408"/>
              <a:gd name="T94" fmla="*/ 2147483646 w 4409"/>
              <a:gd name="T95" fmla="*/ 2147483646 h 4408"/>
              <a:gd name="T96" fmla="*/ 2147483646 w 4409"/>
              <a:gd name="T97" fmla="*/ 2147483646 h 4408"/>
              <a:gd name="T98" fmla="*/ 2147483646 w 4409"/>
              <a:gd name="T99" fmla="*/ 2147483646 h 4408"/>
              <a:gd name="T100" fmla="*/ 2147483646 w 4409"/>
              <a:gd name="T101" fmla="*/ 2147483646 h 4408"/>
              <a:gd name="T102" fmla="*/ 2147483646 w 4409"/>
              <a:gd name="T103" fmla="*/ 2147483646 h 4408"/>
              <a:gd name="T104" fmla="*/ 2147483646 w 4409"/>
              <a:gd name="T105" fmla="*/ 2147483646 h 4408"/>
              <a:gd name="T106" fmla="*/ 2147483646 w 4409"/>
              <a:gd name="T107" fmla="*/ 2147483646 h 4408"/>
              <a:gd name="T108" fmla="*/ 2147483646 w 4409"/>
              <a:gd name="T109" fmla="*/ 2147483646 h 44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409" h="4408">
                <a:moveTo>
                  <a:pt x="3025" y="2127"/>
                </a:moveTo>
                <a:lnTo>
                  <a:pt x="3025" y="2127"/>
                </a:lnTo>
                <a:lnTo>
                  <a:pt x="3097" y="2107"/>
                </a:lnTo>
                <a:lnTo>
                  <a:pt x="3179" y="2081"/>
                </a:lnTo>
                <a:lnTo>
                  <a:pt x="3271" y="2053"/>
                </a:lnTo>
                <a:lnTo>
                  <a:pt x="3375" y="2020"/>
                </a:lnTo>
                <a:lnTo>
                  <a:pt x="3429" y="2002"/>
                </a:lnTo>
                <a:lnTo>
                  <a:pt x="3481" y="1982"/>
                </a:lnTo>
                <a:lnTo>
                  <a:pt x="3532" y="1961"/>
                </a:lnTo>
                <a:lnTo>
                  <a:pt x="3580" y="1938"/>
                </a:lnTo>
                <a:lnTo>
                  <a:pt x="3626" y="1914"/>
                </a:lnTo>
                <a:lnTo>
                  <a:pt x="3672" y="1889"/>
                </a:lnTo>
                <a:lnTo>
                  <a:pt x="3715" y="1861"/>
                </a:lnTo>
                <a:lnTo>
                  <a:pt x="3756" y="1834"/>
                </a:lnTo>
                <a:lnTo>
                  <a:pt x="3797" y="1804"/>
                </a:lnTo>
                <a:lnTo>
                  <a:pt x="3834" y="1774"/>
                </a:lnTo>
                <a:lnTo>
                  <a:pt x="3871" y="1744"/>
                </a:lnTo>
                <a:lnTo>
                  <a:pt x="3906" y="1711"/>
                </a:lnTo>
                <a:lnTo>
                  <a:pt x="3940" y="1679"/>
                </a:lnTo>
                <a:lnTo>
                  <a:pt x="3971" y="1644"/>
                </a:lnTo>
                <a:lnTo>
                  <a:pt x="4002" y="1610"/>
                </a:lnTo>
                <a:lnTo>
                  <a:pt x="4031" y="1575"/>
                </a:lnTo>
                <a:lnTo>
                  <a:pt x="4059" y="1539"/>
                </a:lnTo>
                <a:lnTo>
                  <a:pt x="4085" y="1502"/>
                </a:lnTo>
                <a:lnTo>
                  <a:pt x="4110" y="1466"/>
                </a:lnTo>
                <a:lnTo>
                  <a:pt x="4134" y="1428"/>
                </a:lnTo>
                <a:lnTo>
                  <a:pt x="4157" y="1390"/>
                </a:lnTo>
                <a:lnTo>
                  <a:pt x="4177" y="1351"/>
                </a:lnTo>
                <a:lnTo>
                  <a:pt x="4198" y="1312"/>
                </a:lnTo>
                <a:lnTo>
                  <a:pt x="4217" y="1274"/>
                </a:lnTo>
                <a:lnTo>
                  <a:pt x="4234" y="1235"/>
                </a:lnTo>
                <a:lnTo>
                  <a:pt x="4251" y="1196"/>
                </a:lnTo>
                <a:lnTo>
                  <a:pt x="4267" y="1156"/>
                </a:lnTo>
                <a:lnTo>
                  <a:pt x="4281" y="1117"/>
                </a:lnTo>
                <a:lnTo>
                  <a:pt x="4295" y="1078"/>
                </a:lnTo>
                <a:lnTo>
                  <a:pt x="4307" y="1039"/>
                </a:lnTo>
                <a:lnTo>
                  <a:pt x="4319" y="1000"/>
                </a:lnTo>
                <a:lnTo>
                  <a:pt x="4329" y="961"/>
                </a:lnTo>
                <a:lnTo>
                  <a:pt x="4340" y="923"/>
                </a:lnTo>
                <a:lnTo>
                  <a:pt x="4349" y="884"/>
                </a:lnTo>
                <a:lnTo>
                  <a:pt x="4357" y="847"/>
                </a:lnTo>
                <a:lnTo>
                  <a:pt x="4365" y="809"/>
                </a:lnTo>
                <a:lnTo>
                  <a:pt x="4377" y="736"/>
                </a:lnTo>
                <a:lnTo>
                  <a:pt x="4387" y="665"/>
                </a:lnTo>
                <a:lnTo>
                  <a:pt x="4395" y="598"/>
                </a:lnTo>
                <a:lnTo>
                  <a:pt x="4401" y="534"/>
                </a:lnTo>
                <a:lnTo>
                  <a:pt x="4405" y="474"/>
                </a:lnTo>
                <a:lnTo>
                  <a:pt x="4407" y="418"/>
                </a:lnTo>
                <a:lnTo>
                  <a:pt x="4409" y="367"/>
                </a:lnTo>
                <a:lnTo>
                  <a:pt x="4409" y="321"/>
                </a:lnTo>
                <a:lnTo>
                  <a:pt x="4409" y="281"/>
                </a:lnTo>
                <a:lnTo>
                  <a:pt x="4407" y="247"/>
                </a:lnTo>
                <a:lnTo>
                  <a:pt x="4404" y="201"/>
                </a:lnTo>
                <a:lnTo>
                  <a:pt x="4403" y="183"/>
                </a:lnTo>
                <a:lnTo>
                  <a:pt x="3786" y="183"/>
                </a:lnTo>
                <a:lnTo>
                  <a:pt x="3491" y="183"/>
                </a:lnTo>
                <a:lnTo>
                  <a:pt x="3491" y="0"/>
                </a:lnTo>
                <a:lnTo>
                  <a:pt x="919" y="0"/>
                </a:lnTo>
                <a:lnTo>
                  <a:pt x="919" y="183"/>
                </a:lnTo>
                <a:lnTo>
                  <a:pt x="624" y="183"/>
                </a:lnTo>
                <a:lnTo>
                  <a:pt x="6" y="183"/>
                </a:lnTo>
                <a:lnTo>
                  <a:pt x="5" y="201"/>
                </a:lnTo>
                <a:lnTo>
                  <a:pt x="2" y="247"/>
                </a:lnTo>
                <a:lnTo>
                  <a:pt x="1" y="282"/>
                </a:lnTo>
                <a:lnTo>
                  <a:pt x="0" y="321"/>
                </a:lnTo>
                <a:lnTo>
                  <a:pt x="1" y="367"/>
                </a:lnTo>
                <a:lnTo>
                  <a:pt x="2" y="419"/>
                </a:lnTo>
                <a:lnTo>
                  <a:pt x="4" y="475"/>
                </a:lnTo>
                <a:lnTo>
                  <a:pt x="8" y="535"/>
                </a:lnTo>
                <a:lnTo>
                  <a:pt x="14" y="599"/>
                </a:lnTo>
                <a:lnTo>
                  <a:pt x="22" y="667"/>
                </a:lnTo>
                <a:lnTo>
                  <a:pt x="32" y="737"/>
                </a:lnTo>
                <a:lnTo>
                  <a:pt x="45" y="811"/>
                </a:lnTo>
                <a:lnTo>
                  <a:pt x="52" y="848"/>
                </a:lnTo>
                <a:lnTo>
                  <a:pt x="61" y="886"/>
                </a:lnTo>
                <a:lnTo>
                  <a:pt x="69" y="924"/>
                </a:lnTo>
                <a:lnTo>
                  <a:pt x="79" y="962"/>
                </a:lnTo>
                <a:lnTo>
                  <a:pt x="91" y="1002"/>
                </a:lnTo>
                <a:lnTo>
                  <a:pt x="102" y="1041"/>
                </a:lnTo>
                <a:lnTo>
                  <a:pt x="115" y="1080"/>
                </a:lnTo>
                <a:lnTo>
                  <a:pt x="128" y="1120"/>
                </a:lnTo>
                <a:lnTo>
                  <a:pt x="142" y="1158"/>
                </a:lnTo>
                <a:lnTo>
                  <a:pt x="159" y="1198"/>
                </a:lnTo>
                <a:lnTo>
                  <a:pt x="175" y="1237"/>
                </a:lnTo>
                <a:lnTo>
                  <a:pt x="193" y="1276"/>
                </a:lnTo>
                <a:lnTo>
                  <a:pt x="211" y="1315"/>
                </a:lnTo>
                <a:lnTo>
                  <a:pt x="232" y="1354"/>
                </a:lnTo>
                <a:lnTo>
                  <a:pt x="253" y="1392"/>
                </a:lnTo>
                <a:lnTo>
                  <a:pt x="275" y="1430"/>
                </a:lnTo>
                <a:lnTo>
                  <a:pt x="299" y="1468"/>
                </a:lnTo>
                <a:lnTo>
                  <a:pt x="324" y="1504"/>
                </a:lnTo>
                <a:lnTo>
                  <a:pt x="350" y="1541"/>
                </a:lnTo>
                <a:lnTo>
                  <a:pt x="378" y="1577"/>
                </a:lnTo>
                <a:lnTo>
                  <a:pt x="407" y="1612"/>
                </a:lnTo>
                <a:lnTo>
                  <a:pt x="438" y="1646"/>
                </a:lnTo>
                <a:lnTo>
                  <a:pt x="470" y="1681"/>
                </a:lnTo>
                <a:lnTo>
                  <a:pt x="503" y="1713"/>
                </a:lnTo>
                <a:lnTo>
                  <a:pt x="538" y="1746"/>
                </a:lnTo>
                <a:lnTo>
                  <a:pt x="574" y="1776"/>
                </a:lnTo>
                <a:lnTo>
                  <a:pt x="613" y="1806"/>
                </a:lnTo>
                <a:lnTo>
                  <a:pt x="653" y="1835"/>
                </a:lnTo>
                <a:lnTo>
                  <a:pt x="694" y="1863"/>
                </a:lnTo>
                <a:lnTo>
                  <a:pt x="738" y="1890"/>
                </a:lnTo>
                <a:lnTo>
                  <a:pt x="782" y="1915"/>
                </a:lnTo>
                <a:lnTo>
                  <a:pt x="829" y="1939"/>
                </a:lnTo>
                <a:lnTo>
                  <a:pt x="878" y="1962"/>
                </a:lnTo>
                <a:lnTo>
                  <a:pt x="928" y="1983"/>
                </a:lnTo>
                <a:lnTo>
                  <a:pt x="981" y="2002"/>
                </a:lnTo>
                <a:lnTo>
                  <a:pt x="1035" y="2020"/>
                </a:lnTo>
                <a:lnTo>
                  <a:pt x="1137" y="2053"/>
                </a:lnTo>
                <a:lnTo>
                  <a:pt x="1230" y="2080"/>
                </a:lnTo>
                <a:lnTo>
                  <a:pt x="1311" y="2105"/>
                </a:lnTo>
                <a:lnTo>
                  <a:pt x="1384" y="2125"/>
                </a:lnTo>
                <a:lnTo>
                  <a:pt x="1417" y="2164"/>
                </a:lnTo>
                <a:lnTo>
                  <a:pt x="1452" y="2203"/>
                </a:lnTo>
                <a:lnTo>
                  <a:pt x="1488" y="2241"/>
                </a:lnTo>
                <a:lnTo>
                  <a:pt x="1525" y="2275"/>
                </a:lnTo>
                <a:lnTo>
                  <a:pt x="1562" y="2309"/>
                </a:lnTo>
                <a:lnTo>
                  <a:pt x="1600" y="2340"/>
                </a:lnTo>
                <a:lnTo>
                  <a:pt x="1639" y="2370"/>
                </a:lnTo>
                <a:lnTo>
                  <a:pt x="1679" y="2398"/>
                </a:lnTo>
                <a:lnTo>
                  <a:pt x="1720" y="2424"/>
                </a:lnTo>
                <a:lnTo>
                  <a:pt x="1761" y="2449"/>
                </a:lnTo>
                <a:lnTo>
                  <a:pt x="1803" y="2471"/>
                </a:lnTo>
                <a:lnTo>
                  <a:pt x="1845" y="2490"/>
                </a:lnTo>
                <a:lnTo>
                  <a:pt x="1888" y="2508"/>
                </a:lnTo>
                <a:lnTo>
                  <a:pt x="1933" y="2525"/>
                </a:lnTo>
                <a:lnTo>
                  <a:pt x="1976" y="2538"/>
                </a:lnTo>
                <a:lnTo>
                  <a:pt x="2021" y="2549"/>
                </a:lnTo>
                <a:lnTo>
                  <a:pt x="2021" y="3864"/>
                </a:lnTo>
                <a:lnTo>
                  <a:pt x="1963" y="3868"/>
                </a:lnTo>
                <a:lnTo>
                  <a:pt x="1906" y="3873"/>
                </a:lnTo>
                <a:lnTo>
                  <a:pt x="1850" y="3880"/>
                </a:lnTo>
                <a:lnTo>
                  <a:pt x="1795" y="3887"/>
                </a:lnTo>
                <a:lnTo>
                  <a:pt x="1741" y="3895"/>
                </a:lnTo>
                <a:lnTo>
                  <a:pt x="1688" y="3904"/>
                </a:lnTo>
                <a:lnTo>
                  <a:pt x="1636" y="3915"/>
                </a:lnTo>
                <a:lnTo>
                  <a:pt x="1587" y="3926"/>
                </a:lnTo>
                <a:lnTo>
                  <a:pt x="1537" y="3939"/>
                </a:lnTo>
                <a:lnTo>
                  <a:pt x="1489" y="3951"/>
                </a:lnTo>
                <a:lnTo>
                  <a:pt x="1444" y="3965"/>
                </a:lnTo>
                <a:lnTo>
                  <a:pt x="1399" y="3980"/>
                </a:lnTo>
                <a:lnTo>
                  <a:pt x="1355" y="3995"/>
                </a:lnTo>
                <a:lnTo>
                  <a:pt x="1314" y="4012"/>
                </a:lnTo>
                <a:lnTo>
                  <a:pt x="1274" y="4029"/>
                </a:lnTo>
                <a:lnTo>
                  <a:pt x="1237" y="4046"/>
                </a:lnTo>
                <a:lnTo>
                  <a:pt x="1200" y="4065"/>
                </a:lnTo>
                <a:lnTo>
                  <a:pt x="1166" y="4085"/>
                </a:lnTo>
                <a:lnTo>
                  <a:pt x="1134" y="4104"/>
                </a:lnTo>
                <a:lnTo>
                  <a:pt x="1104" y="4124"/>
                </a:lnTo>
                <a:lnTo>
                  <a:pt x="1076" y="4146"/>
                </a:lnTo>
                <a:lnTo>
                  <a:pt x="1049" y="4167"/>
                </a:lnTo>
                <a:lnTo>
                  <a:pt x="1026" y="4189"/>
                </a:lnTo>
                <a:lnTo>
                  <a:pt x="1004" y="4211"/>
                </a:lnTo>
                <a:lnTo>
                  <a:pt x="984" y="4235"/>
                </a:lnTo>
                <a:lnTo>
                  <a:pt x="968" y="4259"/>
                </a:lnTo>
                <a:lnTo>
                  <a:pt x="953" y="4282"/>
                </a:lnTo>
                <a:lnTo>
                  <a:pt x="947" y="4295"/>
                </a:lnTo>
                <a:lnTo>
                  <a:pt x="941" y="4307"/>
                </a:lnTo>
                <a:lnTo>
                  <a:pt x="936" y="4320"/>
                </a:lnTo>
                <a:lnTo>
                  <a:pt x="931" y="4332"/>
                </a:lnTo>
                <a:lnTo>
                  <a:pt x="927" y="4344"/>
                </a:lnTo>
                <a:lnTo>
                  <a:pt x="924" y="4358"/>
                </a:lnTo>
                <a:lnTo>
                  <a:pt x="922" y="4370"/>
                </a:lnTo>
                <a:lnTo>
                  <a:pt x="920" y="4383"/>
                </a:lnTo>
                <a:lnTo>
                  <a:pt x="919" y="4396"/>
                </a:lnTo>
                <a:lnTo>
                  <a:pt x="919" y="4408"/>
                </a:lnTo>
                <a:lnTo>
                  <a:pt x="3491" y="4408"/>
                </a:lnTo>
                <a:lnTo>
                  <a:pt x="3491" y="4396"/>
                </a:lnTo>
                <a:lnTo>
                  <a:pt x="3490" y="4383"/>
                </a:lnTo>
                <a:lnTo>
                  <a:pt x="3488" y="4370"/>
                </a:lnTo>
                <a:lnTo>
                  <a:pt x="3486" y="4358"/>
                </a:lnTo>
                <a:lnTo>
                  <a:pt x="3482" y="4344"/>
                </a:lnTo>
                <a:lnTo>
                  <a:pt x="3478" y="4332"/>
                </a:lnTo>
                <a:lnTo>
                  <a:pt x="3474" y="4320"/>
                </a:lnTo>
                <a:lnTo>
                  <a:pt x="3469" y="4307"/>
                </a:lnTo>
                <a:lnTo>
                  <a:pt x="3463" y="4295"/>
                </a:lnTo>
                <a:lnTo>
                  <a:pt x="3457" y="4282"/>
                </a:lnTo>
                <a:lnTo>
                  <a:pt x="3443" y="4259"/>
                </a:lnTo>
                <a:lnTo>
                  <a:pt x="3426" y="4235"/>
                </a:lnTo>
                <a:lnTo>
                  <a:pt x="3406" y="4211"/>
                </a:lnTo>
                <a:lnTo>
                  <a:pt x="3384" y="4189"/>
                </a:lnTo>
                <a:lnTo>
                  <a:pt x="3361" y="4167"/>
                </a:lnTo>
                <a:lnTo>
                  <a:pt x="3334" y="4146"/>
                </a:lnTo>
                <a:lnTo>
                  <a:pt x="3306" y="4124"/>
                </a:lnTo>
                <a:lnTo>
                  <a:pt x="3276" y="4104"/>
                </a:lnTo>
                <a:lnTo>
                  <a:pt x="3244" y="4085"/>
                </a:lnTo>
                <a:lnTo>
                  <a:pt x="3210" y="4065"/>
                </a:lnTo>
                <a:lnTo>
                  <a:pt x="3173" y="4046"/>
                </a:lnTo>
                <a:lnTo>
                  <a:pt x="3136" y="4029"/>
                </a:lnTo>
                <a:lnTo>
                  <a:pt x="3096" y="4012"/>
                </a:lnTo>
                <a:lnTo>
                  <a:pt x="3054" y="3995"/>
                </a:lnTo>
                <a:lnTo>
                  <a:pt x="3011" y="3980"/>
                </a:lnTo>
                <a:lnTo>
                  <a:pt x="2966" y="3965"/>
                </a:lnTo>
                <a:lnTo>
                  <a:pt x="2921" y="3951"/>
                </a:lnTo>
                <a:lnTo>
                  <a:pt x="2873" y="3939"/>
                </a:lnTo>
                <a:lnTo>
                  <a:pt x="2823" y="3926"/>
                </a:lnTo>
                <a:lnTo>
                  <a:pt x="2773" y="3915"/>
                </a:lnTo>
                <a:lnTo>
                  <a:pt x="2722" y="3904"/>
                </a:lnTo>
                <a:lnTo>
                  <a:pt x="2669" y="3895"/>
                </a:lnTo>
                <a:lnTo>
                  <a:pt x="2615" y="3887"/>
                </a:lnTo>
                <a:lnTo>
                  <a:pt x="2559" y="3880"/>
                </a:lnTo>
                <a:lnTo>
                  <a:pt x="2504" y="3873"/>
                </a:lnTo>
                <a:lnTo>
                  <a:pt x="2447" y="3868"/>
                </a:lnTo>
                <a:lnTo>
                  <a:pt x="2389" y="3864"/>
                </a:lnTo>
                <a:lnTo>
                  <a:pt x="2389" y="2549"/>
                </a:lnTo>
                <a:lnTo>
                  <a:pt x="2434" y="2538"/>
                </a:lnTo>
                <a:lnTo>
                  <a:pt x="2477" y="2525"/>
                </a:lnTo>
                <a:lnTo>
                  <a:pt x="2521" y="2508"/>
                </a:lnTo>
                <a:lnTo>
                  <a:pt x="2565" y="2491"/>
                </a:lnTo>
                <a:lnTo>
                  <a:pt x="2607" y="2471"/>
                </a:lnTo>
                <a:lnTo>
                  <a:pt x="2649" y="2449"/>
                </a:lnTo>
                <a:lnTo>
                  <a:pt x="2689" y="2425"/>
                </a:lnTo>
                <a:lnTo>
                  <a:pt x="2730" y="2399"/>
                </a:lnTo>
                <a:lnTo>
                  <a:pt x="2769" y="2370"/>
                </a:lnTo>
                <a:lnTo>
                  <a:pt x="2809" y="2341"/>
                </a:lnTo>
                <a:lnTo>
                  <a:pt x="2846" y="2310"/>
                </a:lnTo>
                <a:lnTo>
                  <a:pt x="2884" y="2276"/>
                </a:lnTo>
                <a:lnTo>
                  <a:pt x="2921" y="2242"/>
                </a:lnTo>
                <a:lnTo>
                  <a:pt x="2956" y="2205"/>
                </a:lnTo>
                <a:lnTo>
                  <a:pt x="2992" y="2167"/>
                </a:lnTo>
                <a:lnTo>
                  <a:pt x="3025" y="2127"/>
                </a:lnTo>
                <a:close/>
                <a:moveTo>
                  <a:pt x="3491" y="791"/>
                </a:moveTo>
                <a:lnTo>
                  <a:pt x="3491" y="367"/>
                </a:lnTo>
                <a:lnTo>
                  <a:pt x="3786" y="367"/>
                </a:lnTo>
                <a:lnTo>
                  <a:pt x="4226" y="367"/>
                </a:lnTo>
                <a:lnTo>
                  <a:pt x="4226" y="403"/>
                </a:lnTo>
                <a:lnTo>
                  <a:pt x="4225" y="441"/>
                </a:lnTo>
                <a:lnTo>
                  <a:pt x="4223" y="482"/>
                </a:lnTo>
                <a:lnTo>
                  <a:pt x="4220" y="525"/>
                </a:lnTo>
                <a:lnTo>
                  <a:pt x="4216" y="570"/>
                </a:lnTo>
                <a:lnTo>
                  <a:pt x="4211" y="617"/>
                </a:lnTo>
                <a:lnTo>
                  <a:pt x="4205" y="665"/>
                </a:lnTo>
                <a:lnTo>
                  <a:pt x="4198" y="716"/>
                </a:lnTo>
                <a:lnTo>
                  <a:pt x="4188" y="767"/>
                </a:lnTo>
                <a:lnTo>
                  <a:pt x="4177" y="819"/>
                </a:lnTo>
                <a:lnTo>
                  <a:pt x="4165" y="873"/>
                </a:lnTo>
                <a:lnTo>
                  <a:pt x="4152" y="927"/>
                </a:lnTo>
                <a:lnTo>
                  <a:pt x="4136" y="982"/>
                </a:lnTo>
                <a:lnTo>
                  <a:pt x="4117" y="1037"/>
                </a:lnTo>
                <a:lnTo>
                  <a:pt x="4097" y="1091"/>
                </a:lnTo>
                <a:lnTo>
                  <a:pt x="4075" y="1146"/>
                </a:lnTo>
                <a:lnTo>
                  <a:pt x="4050" y="1201"/>
                </a:lnTo>
                <a:lnTo>
                  <a:pt x="4037" y="1227"/>
                </a:lnTo>
                <a:lnTo>
                  <a:pt x="4023" y="1255"/>
                </a:lnTo>
                <a:lnTo>
                  <a:pt x="4009" y="1281"/>
                </a:lnTo>
                <a:lnTo>
                  <a:pt x="3994" y="1307"/>
                </a:lnTo>
                <a:lnTo>
                  <a:pt x="3977" y="1334"/>
                </a:lnTo>
                <a:lnTo>
                  <a:pt x="3961" y="1360"/>
                </a:lnTo>
                <a:lnTo>
                  <a:pt x="3944" y="1385"/>
                </a:lnTo>
                <a:lnTo>
                  <a:pt x="3926" y="1412"/>
                </a:lnTo>
                <a:lnTo>
                  <a:pt x="3907" y="1436"/>
                </a:lnTo>
                <a:lnTo>
                  <a:pt x="3887" y="1462"/>
                </a:lnTo>
                <a:lnTo>
                  <a:pt x="3867" y="1486"/>
                </a:lnTo>
                <a:lnTo>
                  <a:pt x="3847" y="1510"/>
                </a:lnTo>
                <a:lnTo>
                  <a:pt x="3824" y="1534"/>
                </a:lnTo>
                <a:lnTo>
                  <a:pt x="3802" y="1557"/>
                </a:lnTo>
                <a:lnTo>
                  <a:pt x="3779" y="1579"/>
                </a:lnTo>
                <a:lnTo>
                  <a:pt x="3754" y="1602"/>
                </a:lnTo>
                <a:lnTo>
                  <a:pt x="3729" y="1623"/>
                </a:lnTo>
                <a:lnTo>
                  <a:pt x="3703" y="1644"/>
                </a:lnTo>
                <a:lnTo>
                  <a:pt x="3676" y="1664"/>
                </a:lnTo>
                <a:lnTo>
                  <a:pt x="3649" y="1685"/>
                </a:lnTo>
                <a:lnTo>
                  <a:pt x="3619" y="1704"/>
                </a:lnTo>
                <a:lnTo>
                  <a:pt x="3590" y="1722"/>
                </a:lnTo>
                <a:lnTo>
                  <a:pt x="3560" y="1740"/>
                </a:lnTo>
                <a:lnTo>
                  <a:pt x="3528" y="1758"/>
                </a:lnTo>
                <a:lnTo>
                  <a:pt x="3496" y="1775"/>
                </a:lnTo>
                <a:lnTo>
                  <a:pt x="3462" y="1790"/>
                </a:lnTo>
                <a:lnTo>
                  <a:pt x="3428" y="1805"/>
                </a:lnTo>
                <a:lnTo>
                  <a:pt x="3392" y="1820"/>
                </a:lnTo>
                <a:lnTo>
                  <a:pt x="3357" y="1833"/>
                </a:lnTo>
                <a:lnTo>
                  <a:pt x="3319" y="1846"/>
                </a:lnTo>
                <a:lnTo>
                  <a:pt x="3192" y="1886"/>
                </a:lnTo>
                <a:lnTo>
                  <a:pt x="3227" y="1825"/>
                </a:lnTo>
                <a:lnTo>
                  <a:pt x="3258" y="1763"/>
                </a:lnTo>
                <a:lnTo>
                  <a:pt x="3289" y="1700"/>
                </a:lnTo>
                <a:lnTo>
                  <a:pt x="3317" y="1635"/>
                </a:lnTo>
                <a:lnTo>
                  <a:pt x="3345" y="1569"/>
                </a:lnTo>
                <a:lnTo>
                  <a:pt x="3369" y="1501"/>
                </a:lnTo>
                <a:lnTo>
                  <a:pt x="3391" y="1433"/>
                </a:lnTo>
                <a:lnTo>
                  <a:pt x="3411" y="1364"/>
                </a:lnTo>
                <a:lnTo>
                  <a:pt x="3430" y="1294"/>
                </a:lnTo>
                <a:lnTo>
                  <a:pt x="3446" y="1223"/>
                </a:lnTo>
                <a:lnTo>
                  <a:pt x="3459" y="1152"/>
                </a:lnTo>
                <a:lnTo>
                  <a:pt x="3470" y="1080"/>
                </a:lnTo>
                <a:lnTo>
                  <a:pt x="3475" y="1044"/>
                </a:lnTo>
                <a:lnTo>
                  <a:pt x="3479" y="1008"/>
                </a:lnTo>
                <a:lnTo>
                  <a:pt x="3482" y="972"/>
                </a:lnTo>
                <a:lnTo>
                  <a:pt x="3486" y="936"/>
                </a:lnTo>
                <a:lnTo>
                  <a:pt x="3488" y="900"/>
                </a:lnTo>
                <a:lnTo>
                  <a:pt x="3490" y="863"/>
                </a:lnTo>
                <a:lnTo>
                  <a:pt x="3491" y="828"/>
                </a:lnTo>
                <a:lnTo>
                  <a:pt x="3491" y="791"/>
                </a:lnTo>
                <a:close/>
                <a:moveTo>
                  <a:pt x="1091" y="1846"/>
                </a:moveTo>
                <a:lnTo>
                  <a:pt x="1091" y="1846"/>
                </a:lnTo>
                <a:lnTo>
                  <a:pt x="1053" y="1833"/>
                </a:lnTo>
                <a:lnTo>
                  <a:pt x="1017" y="1820"/>
                </a:lnTo>
                <a:lnTo>
                  <a:pt x="981" y="1805"/>
                </a:lnTo>
                <a:lnTo>
                  <a:pt x="947" y="1791"/>
                </a:lnTo>
                <a:lnTo>
                  <a:pt x="913" y="1775"/>
                </a:lnTo>
                <a:lnTo>
                  <a:pt x="881" y="1759"/>
                </a:lnTo>
                <a:lnTo>
                  <a:pt x="849" y="1741"/>
                </a:lnTo>
                <a:lnTo>
                  <a:pt x="819" y="1723"/>
                </a:lnTo>
                <a:lnTo>
                  <a:pt x="789" y="1705"/>
                </a:lnTo>
                <a:lnTo>
                  <a:pt x="760" y="1686"/>
                </a:lnTo>
                <a:lnTo>
                  <a:pt x="733" y="1665"/>
                </a:lnTo>
                <a:lnTo>
                  <a:pt x="705" y="1645"/>
                </a:lnTo>
                <a:lnTo>
                  <a:pt x="680" y="1624"/>
                </a:lnTo>
                <a:lnTo>
                  <a:pt x="655" y="1603"/>
                </a:lnTo>
                <a:lnTo>
                  <a:pt x="630" y="1580"/>
                </a:lnTo>
                <a:lnTo>
                  <a:pt x="607" y="1558"/>
                </a:lnTo>
                <a:lnTo>
                  <a:pt x="585" y="1535"/>
                </a:lnTo>
                <a:lnTo>
                  <a:pt x="562" y="1511"/>
                </a:lnTo>
                <a:lnTo>
                  <a:pt x="541" y="1487"/>
                </a:lnTo>
                <a:lnTo>
                  <a:pt x="521" y="1463"/>
                </a:lnTo>
                <a:lnTo>
                  <a:pt x="501" y="1438"/>
                </a:lnTo>
                <a:lnTo>
                  <a:pt x="483" y="1413"/>
                </a:lnTo>
                <a:lnTo>
                  <a:pt x="465" y="1387"/>
                </a:lnTo>
                <a:lnTo>
                  <a:pt x="448" y="1361"/>
                </a:lnTo>
                <a:lnTo>
                  <a:pt x="431" y="1336"/>
                </a:lnTo>
                <a:lnTo>
                  <a:pt x="415" y="1309"/>
                </a:lnTo>
                <a:lnTo>
                  <a:pt x="400" y="1283"/>
                </a:lnTo>
                <a:lnTo>
                  <a:pt x="386" y="1256"/>
                </a:lnTo>
                <a:lnTo>
                  <a:pt x="372" y="1229"/>
                </a:lnTo>
                <a:lnTo>
                  <a:pt x="358" y="1202"/>
                </a:lnTo>
                <a:lnTo>
                  <a:pt x="334" y="1147"/>
                </a:lnTo>
                <a:lnTo>
                  <a:pt x="312" y="1092"/>
                </a:lnTo>
                <a:lnTo>
                  <a:pt x="291" y="1038"/>
                </a:lnTo>
                <a:lnTo>
                  <a:pt x="273" y="983"/>
                </a:lnTo>
                <a:lnTo>
                  <a:pt x="258" y="928"/>
                </a:lnTo>
                <a:lnTo>
                  <a:pt x="244" y="874"/>
                </a:lnTo>
                <a:lnTo>
                  <a:pt x="232" y="820"/>
                </a:lnTo>
                <a:lnTo>
                  <a:pt x="221" y="768"/>
                </a:lnTo>
                <a:lnTo>
                  <a:pt x="212" y="716"/>
                </a:lnTo>
                <a:lnTo>
                  <a:pt x="204" y="666"/>
                </a:lnTo>
                <a:lnTo>
                  <a:pt x="198" y="618"/>
                </a:lnTo>
                <a:lnTo>
                  <a:pt x="194" y="570"/>
                </a:lnTo>
                <a:lnTo>
                  <a:pt x="190" y="525"/>
                </a:lnTo>
                <a:lnTo>
                  <a:pt x="187" y="482"/>
                </a:lnTo>
                <a:lnTo>
                  <a:pt x="185" y="441"/>
                </a:lnTo>
                <a:lnTo>
                  <a:pt x="184" y="404"/>
                </a:lnTo>
                <a:lnTo>
                  <a:pt x="184" y="367"/>
                </a:lnTo>
                <a:lnTo>
                  <a:pt x="624" y="367"/>
                </a:lnTo>
                <a:lnTo>
                  <a:pt x="919" y="367"/>
                </a:lnTo>
                <a:lnTo>
                  <a:pt x="919" y="791"/>
                </a:lnTo>
                <a:lnTo>
                  <a:pt x="919" y="828"/>
                </a:lnTo>
                <a:lnTo>
                  <a:pt x="920" y="863"/>
                </a:lnTo>
                <a:lnTo>
                  <a:pt x="922" y="900"/>
                </a:lnTo>
                <a:lnTo>
                  <a:pt x="924" y="936"/>
                </a:lnTo>
                <a:lnTo>
                  <a:pt x="927" y="972"/>
                </a:lnTo>
                <a:lnTo>
                  <a:pt x="930" y="1008"/>
                </a:lnTo>
                <a:lnTo>
                  <a:pt x="935" y="1044"/>
                </a:lnTo>
                <a:lnTo>
                  <a:pt x="940" y="1080"/>
                </a:lnTo>
                <a:lnTo>
                  <a:pt x="951" y="1151"/>
                </a:lnTo>
                <a:lnTo>
                  <a:pt x="964" y="1223"/>
                </a:lnTo>
                <a:lnTo>
                  <a:pt x="980" y="1293"/>
                </a:lnTo>
                <a:lnTo>
                  <a:pt x="998" y="1363"/>
                </a:lnTo>
                <a:lnTo>
                  <a:pt x="1019" y="1432"/>
                </a:lnTo>
                <a:lnTo>
                  <a:pt x="1041" y="1501"/>
                </a:lnTo>
                <a:lnTo>
                  <a:pt x="1065" y="1568"/>
                </a:lnTo>
                <a:lnTo>
                  <a:pt x="1092" y="1634"/>
                </a:lnTo>
                <a:lnTo>
                  <a:pt x="1120" y="1699"/>
                </a:lnTo>
                <a:lnTo>
                  <a:pt x="1151" y="1763"/>
                </a:lnTo>
                <a:lnTo>
                  <a:pt x="1183" y="1825"/>
                </a:lnTo>
                <a:lnTo>
                  <a:pt x="1217" y="1885"/>
                </a:lnTo>
                <a:lnTo>
                  <a:pt x="1091" y="1846"/>
                </a:lnTo>
                <a:close/>
                <a:moveTo>
                  <a:pt x="2205" y="1626"/>
                </a:moveTo>
                <a:lnTo>
                  <a:pt x="1637" y="2020"/>
                </a:lnTo>
                <a:lnTo>
                  <a:pt x="1837" y="1359"/>
                </a:lnTo>
                <a:lnTo>
                  <a:pt x="1287" y="940"/>
                </a:lnTo>
                <a:lnTo>
                  <a:pt x="1978" y="927"/>
                </a:lnTo>
                <a:lnTo>
                  <a:pt x="2205" y="274"/>
                </a:lnTo>
                <a:lnTo>
                  <a:pt x="2433" y="927"/>
                </a:lnTo>
                <a:lnTo>
                  <a:pt x="3123" y="940"/>
                </a:lnTo>
                <a:lnTo>
                  <a:pt x="2573" y="1359"/>
                </a:lnTo>
                <a:lnTo>
                  <a:pt x="2772" y="2020"/>
                </a:lnTo>
                <a:lnTo>
                  <a:pt x="2205" y="162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1" name="KSO_Shape"/>
          <p:cNvSpPr>
            <a:spLocks/>
          </p:cNvSpPr>
          <p:nvPr/>
        </p:nvSpPr>
        <p:spPr bwMode="auto">
          <a:xfrm>
            <a:off x="4834002" y="2641275"/>
            <a:ext cx="247045" cy="247457"/>
          </a:xfrm>
          <a:custGeom>
            <a:avLst/>
            <a:gdLst>
              <a:gd name="T0" fmla="*/ 2147483646 w 4409"/>
              <a:gd name="T1" fmla="*/ 2147483646 h 4408"/>
              <a:gd name="T2" fmla="*/ 2147483646 w 4409"/>
              <a:gd name="T3" fmla="*/ 2147483646 h 4408"/>
              <a:gd name="T4" fmla="*/ 2147483646 w 4409"/>
              <a:gd name="T5" fmla="*/ 2147483646 h 4408"/>
              <a:gd name="T6" fmla="*/ 2147483646 w 4409"/>
              <a:gd name="T7" fmla="*/ 2147483646 h 4408"/>
              <a:gd name="T8" fmla="*/ 2147483646 w 4409"/>
              <a:gd name="T9" fmla="*/ 2147483646 h 4408"/>
              <a:gd name="T10" fmla="*/ 2147483646 w 4409"/>
              <a:gd name="T11" fmla="*/ 2147483646 h 4408"/>
              <a:gd name="T12" fmla="*/ 2147483646 w 4409"/>
              <a:gd name="T13" fmla="*/ 2147483646 h 4408"/>
              <a:gd name="T14" fmla="*/ 2147483646 w 4409"/>
              <a:gd name="T15" fmla="*/ 2147483646 h 4408"/>
              <a:gd name="T16" fmla="*/ 481718167 w 4409"/>
              <a:gd name="T17" fmla="*/ 2147483646 h 4408"/>
              <a:gd name="T18" fmla="*/ 321145301 w 4409"/>
              <a:gd name="T19" fmla="*/ 2147483646 h 4408"/>
              <a:gd name="T20" fmla="*/ 2147483646 w 4409"/>
              <a:gd name="T21" fmla="*/ 2147483646 h 4408"/>
              <a:gd name="T22" fmla="*/ 2147483646 w 4409"/>
              <a:gd name="T23" fmla="*/ 2147483646 h 4408"/>
              <a:gd name="T24" fmla="*/ 2147483646 w 4409"/>
              <a:gd name="T25" fmla="*/ 2147483646 h 4408"/>
              <a:gd name="T26" fmla="*/ 2147483646 w 4409"/>
              <a:gd name="T27" fmla="*/ 2147483646 h 4408"/>
              <a:gd name="T28" fmla="*/ 2147483646 w 4409"/>
              <a:gd name="T29" fmla="*/ 2147483646 h 4408"/>
              <a:gd name="T30" fmla="*/ 2147483646 w 4409"/>
              <a:gd name="T31" fmla="*/ 2147483646 h 4408"/>
              <a:gd name="T32" fmla="*/ 2147483646 w 4409"/>
              <a:gd name="T33" fmla="*/ 2147483646 h 4408"/>
              <a:gd name="T34" fmla="*/ 2147483646 w 4409"/>
              <a:gd name="T35" fmla="*/ 2147483646 h 4408"/>
              <a:gd name="T36" fmla="*/ 2147483646 w 4409"/>
              <a:gd name="T37" fmla="*/ 2147483646 h 4408"/>
              <a:gd name="T38" fmla="*/ 2147483646 w 4409"/>
              <a:gd name="T39" fmla="*/ 2147483646 h 4408"/>
              <a:gd name="T40" fmla="*/ 2147483646 w 4409"/>
              <a:gd name="T41" fmla="*/ 2147483646 h 4408"/>
              <a:gd name="T42" fmla="*/ 2147483646 w 4409"/>
              <a:gd name="T43" fmla="*/ 2147483646 h 4408"/>
              <a:gd name="T44" fmla="*/ 2147483646 w 4409"/>
              <a:gd name="T45" fmla="*/ 2147483646 h 4408"/>
              <a:gd name="T46" fmla="*/ 2147483646 w 4409"/>
              <a:gd name="T47" fmla="*/ 2147483646 h 4408"/>
              <a:gd name="T48" fmla="*/ 2147483646 w 4409"/>
              <a:gd name="T49" fmla="*/ 2147483646 h 4408"/>
              <a:gd name="T50" fmla="*/ 2147483646 w 4409"/>
              <a:gd name="T51" fmla="*/ 2147483646 h 4408"/>
              <a:gd name="T52" fmla="*/ 2147483646 w 4409"/>
              <a:gd name="T53" fmla="*/ 2147483646 h 4408"/>
              <a:gd name="T54" fmla="*/ 2147483646 w 4409"/>
              <a:gd name="T55" fmla="*/ 2147483646 h 4408"/>
              <a:gd name="T56" fmla="*/ 2147483646 w 4409"/>
              <a:gd name="T57" fmla="*/ 2147483646 h 4408"/>
              <a:gd name="T58" fmla="*/ 2147483646 w 4409"/>
              <a:gd name="T59" fmla="*/ 2147483646 h 4408"/>
              <a:gd name="T60" fmla="*/ 2147483646 w 4409"/>
              <a:gd name="T61" fmla="*/ 2147483646 h 4408"/>
              <a:gd name="T62" fmla="*/ 2147483646 w 4409"/>
              <a:gd name="T63" fmla="*/ 2147483646 h 4408"/>
              <a:gd name="T64" fmla="*/ 2147483646 w 4409"/>
              <a:gd name="T65" fmla="*/ 2147483646 h 4408"/>
              <a:gd name="T66" fmla="*/ 2147483646 w 4409"/>
              <a:gd name="T67" fmla="*/ 2147483646 h 4408"/>
              <a:gd name="T68" fmla="*/ 2147483646 w 4409"/>
              <a:gd name="T69" fmla="*/ 2147483646 h 4408"/>
              <a:gd name="T70" fmla="*/ 2147483646 w 4409"/>
              <a:gd name="T71" fmla="*/ 2147483646 h 4408"/>
              <a:gd name="T72" fmla="*/ 2147483646 w 4409"/>
              <a:gd name="T73" fmla="*/ 2147483646 h 4408"/>
              <a:gd name="T74" fmla="*/ 2147483646 w 4409"/>
              <a:gd name="T75" fmla="*/ 2147483646 h 4408"/>
              <a:gd name="T76" fmla="*/ 2147483646 w 4409"/>
              <a:gd name="T77" fmla="*/ 2147483646 h 4408"/>
              <a:gd name="T78" fmla="*/ 2147483646 w 4409"/>
              <a:gd name="T79" fmla="*/ 2147483646 h 4408"/>
              <a:gd name="T80" fmla="*/ 2147483646 w 4409"/>
              <a:gd name="T81" fmla="*/ 2147483646 h 4408"/>
              <a:gd name="T82" fmla="*/ 2147483646 w 4409"/>
              <a:gd name="T83" fmla="*/ 2147483646 h 4408"/>
              <a:gd name="T84" fmla="*/ 2147483646 w 4409"/>
              <a:gd name="T85" fmla="*/ 2147483646 h 4408"/>
              <a:gd name="T86" fmla="*/ 2147483646 w 4409"/>
              <a:gd name="T87" fmla="*/ 2147483646 h 4408"/>
              <a:gd name="T88" fmla="*/ 2147483646 w 4409"/>
              <a:gd name="T89" fmla="*/ 2147483646 h 4408"/>
              <a:gd name="T90" fmla="*/ 2147483646 w 4409"/>
              <a:gd name="T91" fmla="*/ 2147483646 h 4408"/>
              <a:gd name="T92" fmla="*/ 2147483646 w 4409"/>
              <a:gd name="T93" fmla="*/ 2147483646 h 4408"/>
              <a:gd name="T94" fmla="*/ 2147483646 w 4409"/>
              <a:gd name="T95" fmla="*/ 2147483646 h 4408"/>
              <a:gd name="T96" fmla="*/ 2147483646 w 4409"/>
              <a:gd name="T97" fmla="*/ 2147483646 h 4408"/>
              <a:gd name="T98" fmla="*/ 2147483646 w 4409"/>
              <a:gd name="T99" fmla="*/ 2147483646 h 4408"/>
              <a:gd name="T100" fmla="*/ 2147483646 w 4409"/>
              <a:gd name="T101" fmla="*/ 2147483646 h 4408"/>
              <a:gd name="T102" fmla="*/ 2147483646 w 4409"/>
              <a:gd name="T103" fmla="*/ 2147483646 h 4408"/>
              <a:gd name="T104" fmla="*/ 2147483646 w 4409"/>
              <a:gd name="T105" fmla="*/ 2147483646 h 4408"/>
              <a:gd name="T106" fmla="*/ 2147483646 w 4409"/>
              <a:gd name="T107" fmla="*/ 2147483646 h 4408"/>
              <a:gd name="T108" fmla="*/ 2147483646 w 4409"/>
              <a:gd name="T109" fmla="*/ 2147483646 h 44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409" h="4408">
                <a:moveTo>
                  <a:pt x="3025" y="2127"/>
                </a:moveTo>
                <a:lnTo>
                  <a:pt x="3025" y="2127"/>
                </a:lnTo>
                <a:lnTo>
                  <a:pt x="3097" y="2107"/>
                </a:lnTo>
                <a:lnTo>
                  <a:pt x="3179" y="2081"/>
                </a:lnTo>
                <a:lnTo>
                  <a:pt x="3271" y="2053"/>
                </a:lnTo>
                <a:lnTo>
                  <a:pt x="3375" y="2020"/>
                </a:lnTo>
                <a:lnTo>
                  <a:pt x="3429" y="2002"/>
                </a:lnTo>
                <a:lnTo>
                  <a:pt x="3481" y="1982"/>
                </a:lnTo>
                <a:lnTo>
                  <a:pt x="3532" y="1961"/>
                </a:lnTo>
                <a:lnTo>
                  <a:pt x="3580" y="1938"/>
                </a:lnTo>
                <a:lnTo>
                  <a:pt x="3626" y="1914"/>
                </a:lnTo>
                <a:lnTo>
                  <a:pt x="3672" y="1889"/>
                </a:lnTo>
                <a:lnTo>
                  <a:pt x="3715" y="1861"/>
                </a:lnTo>
                <a:lnTo>
                  <a:pt x="3756" y="1834"/>
                </a:lnTo>
                <a:lnTo>
                  <a:pt x="3797" y="1804"/>
                </a:lnTo>
                <a:lnTo>
                  <a:pt x="3834" y="1774"/>
                </a:lnTo>
                <a:lnTo>
                  <a:pt x="3871" y="1744"/>
                </a:lnTo>
                <a:lnTo>
                  <a:pt x="3906" y="1711"/>
                </a:lnTo>
                <a:lnTo>
                  <a:pt x="3940" y="1679"/>
                </a:lnTo>
                <a:lnTo>
                  <a:pt x="3971" y="1644"/>
                </a:lnTo>
                <a:lnTo>
                  <a:pt x="4002" y="1610"/>
                </a:lnTo>
                <a:lnTo>
                  <a:pt x="4031" y="1575"/>
                </a:lnTo>
                <a:lnTo>
                  <a:pt x="4059" y="1539"/>
                </a:lnTo>
                <a:lnTo>
                  <a:pt x="4085" y="1502"/>
                </a:lnTo>
                <a:lnTo>
                  <a:pt x="4110" y="1466"/>
                </a:lnTo>
                <a:lnTo>
                  <a:pt x="4134" y="1428"/>
                </a:lnTo>
                <a:lnTo>
                  <a:pt x="4157" y="1390"/>
                </a:lnTo>
                <a:lnTo>
                  <a:pt x="4177" y="1351"/>
                </a:lnTo>
                <a:lnTo>
                  <a:pt x="4198" y="1312"/>
                </a:lnTo>
                <a:lnTo>
                  <a:pt x="4217" y="1274"/>
                </a:lnTo>
                <a:lnTo>
                  <a:pt x="4234" y="1235"/>
                </a:lnTo>
                <a:lnTo>
                  <a:pt x="4251" y="1196"/>
                </a:lnTo>
                <a:lnTo>
                  <a:pt x="4267" y="1156"/>
                </a:lnTo>
                <a:lnTo>
                  <a:pt x="4281" y="1117"/>
                </a:lnTo>
                <a:lnTo>
                  <a:pt x="4295" y="1078"/>
                </a:lnTo>
                <a:lnTo>
                  <a:pt x="4307" y="1039"/>
                </a:lnTo>
                <a:lnTo>
                  <a:pt x="4319" y="1000"/>
                </a:lnTo>
                <a:lnTo>
                  <a:pt x="4329" y="961"/>
                </a:lnTo>
                <a:lnTo>
                  <a:pt x="4340" y="923"/>
                </a:lnTo>
                <a:lnTo>
                  <a:pt x="4349" y="884"/>
                </a:lnTo>
                <a:lnTo>
                  <a:pt x="4357" y="847"/>
                </a:lnTo>
                <a:lnTo>
                  <a:pt x="4365" y="809"/>
                </a:lnTo>
                <a:lnTo>
                  <a:pt x="4377" y="736"/>
                </a:lnTo>
                <a:lnTo>
                  <a:pt x="4387" y="665"/>
                </a:lnTo>
                <a:lnTo>
                  <a:pt x="4395" y="598"/>
                </a:lnTo>
                <a:lnTo>
                  <a:pt x="4401" y="534"/>
                </a:lnTo>
                <a:lnTo>
                  <a:pt x="4405" y="474"/>
                </a:lnTo>
                <a:lnTo>
                  <a:pt x="4407" y="418"/>
                </a:lnTo>
                <a:lnTo>
                  <a:pt x="4409" y="367"/>
                </a:lnTo>
                <a:lnTo>
                  <a:pt x="4409" y="321"/>
                </a:lnTo>
                <a:lnTo>
                  <a:pt x="4409" y="281"/>
                </a:lnTo>
                <a:lnTo>
                  <a:pt x="4407" y="247"/>
                </a:lnTo>
                <a:lnTo>
                  <a:pt x="4404" y="201"/>
                </a:lnTo>
                <a:lnTo>
                  <a:pt x="4403" y="183"/>
                </a:lnTo>
                <a:lnTo>
                  <a:pt x="3786" y="183"/>
                </a:lnTo>
                <a:lnTo>
                  <a:pt x="3491" y="183"/>
                </a:lnTo>
                <a:lnTo>
                  <a:pt x="3491" y="0"/>
                </a:lnTo>
                <a:lnTo>
                  <a:pt x="919" y="0"/>
                </a:lnTo>
                <a:lnTo>
                  <a:pt x="919" y="183"/>
                </a:lnTo>
                <a:lnTo>
                  <a:pt x="624" y="183"/>
                </a:lnTo>
                <a:lnTo>
                  <a:pt x="6" y="183"/>
                </a:lnTo>
                <a:lnTo>
                  <a:pt x="5" y="201"/>
                </a:lnTo>
                <a:lnTo>
                  <a:pt x="2" y="247"/>
                </a:lnTo>
                <a:lnTo>
                  <a:pt x="1" y="282"/>
                </a:lnTo>
                <a:lnTo>
                  <a:pt x="0" y="321"/>
                </a:lnTo>
                <a:lnTo>
                  <a:pt x="1" y="367"/>
                </a:lnTo>
                <a:lnTo>
                  <a:pt x="2" y="419"/>
                </a:lnTo>
                <a:lnTo>
                  <a:pt x="4" y="475"/>
                </a:lnTo>
                <a:lnTo>
                  <a:pt x="8" y="535"/>
                </a:lnTo>
                <a:lnTo>
                  <a:pt x="14" y="599"/>
                </a:lnTo>
                <a:lnTo>
                  <a:pt x="22" y="667"/>
                </a:lnTo>
                <a:lnTo>
                  <a:pt x="32" y="737"/>
                </a:lnTo>
                <a:lnTo>
                  <a:pt x="45" y="811"/>
                </a:lnTo>
                <a:lnTo>
                  <a:pt x="52" y="848"/>
                </a:lnTo>
                <a:lnTo>
                  <a:pt x="61" y="886"/>
                </a:lnTo>
                <a:lnTo>
                  <a:pt x="69" y="924"/>
                </a:lnTo>
                <a:lnTo>
                  <a:pt x="79" y="962"/>
                </a:lnTo>
                <a:lnTo>
                  <a:pt x="91" y="1002"/>
                </a:lnTo>
                <a:lnTo>
                  <a:pt x="102" y="1041"/>
                </a:lnTo>
                <a:lnTo>
                  <a:pt x="115" y="1080"/>
                </a:lnTo>
                <a:lnTo>
                  <a:pt x="128" y="1120"/>
                </a:lnTo>
                <a:lnTo>
                  <a:pt x="142" y="1158"/>
                </a:lnTo>
                <a:lnTo>
                  <a:pt x="159" y="1198"/>
                </a:lnTo>
                <a:lnTo>
                  <a:pt x="175" y="1237"/>
                </a:lnTo>
                <a:lnTo>
                  <a:pt x="193" y="1276"/>
                </a:lnTo>
                <a:lnTo>
                  <a:pt x="211" y="1315"/>
                </a:lnTo>
                <a:lnTo>
                  <a:pt x="232" y="1354"/>
                </a:lnTo>
                <a:lnTo>
                  <a:pt x="253" y="1392"/>
                </a:lnTo>
                <a:lnTo>
                  <a:pt x="275" y="1430"/>
                </a:lnTo>
                <a:lnTo>
                  <a:pt x="299" y="1468"/>
                </a:lnTo>
                <a:lnTo>
                  <a:pt x="324" y="1504"/>
                </a:lnTo>
                <a:lnTo>
                  <a:pt x="350" y="1541"/>
                </a:lnTo>
                <a:lnTo>
                  <a:pt x="378" y="1577"/>
                </a:lnTo>
                <a:lnTo>
                  <a:pt x="407" y="1612"/>
                </a:lnTo>
                <a:lnTo>
                  <a:pt x="438" y="1646"/>
                </a:lnTo>
                <a:lnTo>
                  <a:pt x="470" y="1681"/>
                </a:lnTo>
                <a:lnTo>
                  <a:pt x="503" y="1713"/>
                </a:lnTo>
                <a:lnTo>
                  <a:pt x="538" y="1746"/>
                </a:lnTo>
                <a:lnTo>
                  <a:pt x="574" y="1776"/>
                </a:lnTo>
                <a:lnTo>
                  <a:pt x="613" y="1806"/>
                </a:lnTo>
                <a:lnTo>
                  <a:pt x="653" y="1835"/>
                </a:lnTo>
                <a:lnTo>
                  <a:pt x="694" y="1863"/>
                </a:lnTo>
                <a:lnTo>
                  <a:pt x="738" y="1890"/>
                </a:lnTo>
                <a:lnTo>
                  <a:pt x="782" y="1915"/>
                </a:lnTo>
                <a:lnTo>
                  <a:pt x="829" y="1939"/>
                </a:lnTo>
                <a:lnTo>
                  <a:pt x="878" y="1962"/>
                </a:lnTo>
                <a:lnTo>
                  <a:pt x="928" y="1983"/>
                </a:lnTo>
                <a:lnTo>
                  <a:pt x="981" y="2002"/>
                </a:lnTo>
                <a:lnTo>
                  <a:pt x="1035" y="2020"/>
                </a:lnTo>
                <a:lnTo>
                  <a:pt x="1137" y="2053"/>
                </a:lnTo>
                <a:lnTo>
                  <a:pt x="1230" y="2080"/>
                </a:lnTo>
                <a:lnTo>
                  <a:pt x="1311" y="2105"/>
                </a:lnTo>
                <a:lnTo>
                  <a:pt x="1384" y="2125"/>
                </a:lnTo>
                <a:lnTo>
                  <a:pt x="1417" y="2164"/>
                </a:lnTo>
                <a:lnTo>
                  <a:pt x="1452" y="2203"/>
                </a:lnTo>
                <a:lnTo>
                  <a:pt x="1488" y="2241"/>
                </a:lnTo>
                <a:lnTo>
                  <a:pt x="1525" y="2275"/>
                </a:lnTo>
                <a:lnTo>
                  <a:pt x="1562" y="2309"/>
                </a:lnTo>
                <a:lnTo>
                  <a:pt x="1600" y="2340"/>
                </a:lnTo>
                <a:lnTo>
                  <a:pt x="1639" y="2370"/>
                </a:lnTo>
                <a:lnTo>
                  <a:pt x="1679" y="2398"/>
                </a:lnTo>
                <a:lnTo>
                  <a:pt x="1720" y="2424"/>
                </a:lnTo>
                <a:lnTo>
                  <a:pt x="1761" y="2449"/>
                </a:lnTo>
                <a:lnTo>
                  <a:pt x="1803" y="2471"/>
                </a:lnTo>
                <a:lnTo>
                  <a:pt x="1845" y="2490"/>
                </a:lnTo>
                <a:lnTo>
                  <a:pt x="1888" y="2508"/>
                </a:lnTo>
                <a:lnTo>
                  <a:pt x="1933" y="2525"/>
                </a:lnTo>
                <a:lnTo>
                  <a:pt x="1976" y="2538"/>
                </a:lnTo>
                <a:lnTo>
                  <a:pt x="2021" y="2549"/>
                </a:lnTo>
                <a:lnTo>
                  <a:pt x="2021" y="3864"/>
                </a:lnTo>
                <a:lnTo>
                  <a:pt x="1963" y="3868"/>
                </a:lnTo>
                <a:lnTo>
                  <a:pt x="1906" y="3873"/>
                </a:lnTo>
                <a:lnTo>
                  <a:pt x="1850" y="3880"/>
                </a:lnTo>
                <a:lnTo>
                  <a:pt x="1795" y="3887"/>
                </a:lnTo>
                <a:lnTo>
                  <a:pt x="1741" y="3895"/>
                </a:lnTo>
                <a:lnTo>
                  <a:pt x="1688" y="3904"/>
                </a:lnTo>
                <a:lnTo>
                  <a:pt x="1636" y="3915"/>
                </a:lnTo>
                <a:lnTo>
                  <a:pt x="1587" y="3926"/>
                </a:lnTo>
                <a:lnTo>
                  <a:pt x="1537" y="3939"/>
                </a:lnTo>
                <a:lnTo>
                  <a:pt x="1489" y="3951"/>
                </a:lnTo>
                <a:lnTo>
                  <a:pt x="1444" y="3965"/>
                </a:lnTo>
                <a:lnTo>
                  <a:pt x="1399" y="3980"/>
                </a:lnTo>
                <a:lnTo>
                  <a:pt x="1355" y="3995"/>
                </a:lnTo>
                <a:lnTo>
                  <a:pt x="1314" y="4012"/>
                </a:lnTo>
                <a:lnTo>
                  <a:pt x="1274" y="4029"/>
                </a:lnTo>
                <a:lnTo>
                  <a:pt x="1237" y="4046"/>
                </a:lnTo>
                <a:lnTo>
                  <a:pt x="1200" y="4065"/>
                </a:lnTo>
                <a:lnTo>
                  <a:pt x="1166" y="4085"/>
                </a:lnTo>
                <a:lnTo>
                  <a:pt x="1134" y="4104"/>
                </a:lnTo>
                <a:lnTo>
                  <a:pt x="1104" y="4124"/>
                </a:lnTo>
                <a:lnTo>
                  <a:pt x="1076" y="4146"/>
                </a:lnTo>
                <a:lnTo>
                  <a:pt x="1049" y="4167"/>
                </a:lnTo>
                <a:lnTo>
                  <a:pt x="1026" y="4189"/>
                </a:lnTo>
                <a:lnTo>
                  <a:pt x="1004" y="4211"/>
                </a:lnTo>
                <a:lnTo>
                  <a:pt x="984" y="4235"/>
                </a:lnTo>
                <a:lnTo>
                  <a:pt x="968" y="4259"/>
                </a:lnTo>
                <a:lnTo>
                  <a:pt x="953" y="4282"/>
                </a:lnTo>
                <a:lnTo>
                  <a:pt x="947" y="4295"/>
                </a:lnTo>
                <a:lnTo>
                  <a:pt x="941" y="4307"/>
                </a:lnTo>
                <a:lnTo>
                  <a:pt x="936" y="4320"/>
                </a:lnTo>
                <a:lnTo>
                  <a:pt x="931" y="4332"/>
                </a:lnTo>
                <a:lnTo>
                  <a:pt x="927" y="4344"/>
                </a:lnTo>
                <a:lnTo>
                  <a:pt x="924" y="4358"/>
                </a:lnTo>
                <a:lnTo>
                  <a:pt x="922" y="4370"/>
                </a:lnTo>
                <a:lnTo>
                  <a:pt x="920" y="4383"/>
                </a:lnTo>
                <a:lnTo>
                  <a:pt x="919" y="4396"/>
                </a:lnTo>
                <a:lnTo>
                  <a:pt x="919" y="4408"/>
                </a:lnTo>
                <a:lnTo>
                  <a:pt x="3491" y="4408"/>
                </a:lnTo>
                <a:lnTo>
                  <a:pt x="3491" y="4396"/>
                </a:lnTo>
                <a:lnTo>
                  <a:pt x="3490" y="4383"/>
                </a:lnTo>
                <a:lnTo>
                  <a:pt x="3488" y="4370"/>
                </a:lnTo>
                <a:lnTo>
                  <a:pt x="3486" y="4358"/>
                </a:lnTo>
                <a:lnTo>
                  <a:pt x="3482" y="4344"/>
                </a:lnTo>
                <a:lnTo>
                  <a:pt x="3478" y="4332"/>
                </a:lnTo>
                <a:lnTo>
                  <a:pt x="3474" y="4320"/>
                </a:lnTo>
                <a:lnTo>
                  <a:pt x="3469" y="4307"/>
                </a:lnTo>
                <a:lnTo>
                  <a:pt x="3463" y="4295"/>
                </a:lnTo>
                <a:lnTo>
                  <a:pt x="3457" y="4282"/>
                </a:lnTo>
                <a:lnTo>
                  <a:pt x="3443" y="4259"/>
                </a:lnTo>
                <a:lnTo>
                  <a:pt x="3426" y="4235"/>
                </a:lnTo>
                <a:lnTo>
                  <a:pt x="3406" y="4211"/>
                </a:lnTo>
                <a:lnTo>
                  <a:pt x="3384" y="4189"/>
                </a:lnTo>
                <a:lnTo>
                  <a:pt x="3361" y="4167"/>
                </a:lnTo>
                <a:lnTo>
                  <a:pt x="3334" y="4146"/>
                </a:lnTo>
                <a:lnTo>
                  <a:pt x="3306" y="4124"/>
                </a:lnTo>
                <a:lnTo>
                  <a:pt x="3276" y="4104"/>
                </a:lnTo>
                <a:lnTo>
                  <a:pt x="3244" y="4085"/>
                </a:lnTo>
                <a:lnTo>
                  <a:pt x="3210" y="4065"/>
                </a:lnTo>
                <a:lnTo>
                  <a:pt x="3173" y="4046"/>
                </a:lnTo>
                <a:lnTo>
                  <a:pt x="3136" y="4029"/>
                </a:lnTo>
                <a:lnTo>
                  <a:pt x="3096" y="4012"/>
                </a:lnTo>
                <a:lnTo>
                  <a:pt x="3054" y="3995"/>
                </a:lnTo>
                <a:lnTo>
                  <a:pt x="3011" y="3980"/>
                </a:lnTo>
                <a:lnTo>
                  <a:pt x="2966" y="3965"/>
                </a:lnTo>
                <a:lnTo>
                  <a:pt x="2921" y="3951"/>
                </a:lnTo>
                <a:lnTo>
                  <a:pt x="2873" y="3939"/>
                </a:lnTo>
                <a:lnTo>
                  <a:pt x="2823" y="3926"/>
                </a:lnTo>
                <a:lnTo>
                  <a:pt x="2773" y="3915"/>
                </a:lnTo>
                <a:lnTo>
                  <a:pt x="2722" y="3904"/>
                </a:lnTo>
                <a:lnTo>
                  <a:pt x="2669" y="3895"/>
                </a:lnTo>
                <a:lnTo>
                  <a:pt x="2615" y="3887"/>
                </a:lnTo>
                <a:lnTo>
                  <a:pt x="2559" y="3880"/>
                </a:lnTo>
                <a:lnTo>
                  <a:pt x="2504" y="3873"/>
                </a:lnTo>
                <a:lnTo>
                  <a:pt x="2447" y="3868"/>
                </a:lnTo>
                <a:lnTo>
                  <a:pt x="2389" y="3864"/>
                </a:lnTo>
                <a:lnTo>
                  <a:pt x="2389" y="2549"/>
                </a:lnTo>
                <a:lnTo>
                  <a:pt x="2434" y="2538"/>
                </a:lnTo>
                <a:lnTo>
                  <a:pt x="2477" y="2525"/>
                </a:lnTo>
                <a:lnTo>
                  <a:pt x="2521" y="2508"/>
                </a:lnTo>
                <a:lnTo>
                  <a:pt x="2565" y="2491"/>
                </a:lnTo>
                <a:lnTo>
                  <a:pt x="2607" y="2471"/>
                </a:lnTo>
                <a:lnTo>
                  <a:pt x="2649" y="2449"/>
                </a:lnTo>
                <a:lnTo>
                  <a:pt x="2689" y="2425"/>
                </a:lnTo>
                <a:lnTo>
                  <a:pt x="2730" y="2399"/>
                </a:lnTo>
                <a:lnTo>
                  <a:pt x="2769" y="2370"/>
                </a:lnTo>
                <a:lnTo>
                  <a:pt x="2809" y="2341"/>
                </a:lnTo>
                <a:lnTo>
                  <a:pt x="2846" y="2310"/>
                </a:lnTo>
                <a:lnTo>
                  <a:pt x="2884" y="2276"/>
                </a:lnTo>
                <a:lnTo>
                  <a:pt x="2921" y="2242"/>
                </a:lnTo>
                <a:lnTo>
                  <a:pt x="2956" y="2205"/>
                </a:lnTo>
                <a:lnTo>
                  <a:pt x="2992" y="2167"/>
                </a:lnTo>
                <a:lnTo>
                  <a:pt x="3025" y="2127"/>
                </a:lnTo>
                <a:close/>
                <a:moveTo>
                  <a:pt x="3491" y="791"/>
                </a:moveTo>
                <a:lnTo>
                  <a:pt x="3491" y="367"/>
                </a:lnTo>
                <a:lnTo>
                  <a:pt x="3786" y="367"/>
                </a:lnTo>
                <a:lnTo>
                  <a:pt x="4226" y="367"/>
                </a:lnTo>
                <a:lnTo>
                  <a:pt x="4226" y="403"/>
                </a:lnTo>
                <a:lnTo>
                  <a:pt x="4225" y="441"/>
                </a:lnTo>
                <a:lnTo>
                  <a:pt x="4223" y="482"/>
                </a:lnTo>
                <a:lnTo>
                  <a:pt x="4220" y="525"/>
                </a:lnTo>
                <a:lnTo>
                  <a:pt x="4216" y="570"/>
                </a:lnTo>
                <a:lnTo>
                  <a:pt x="4211" y="617"/>
                </a:lnTo>
                <a:lnTo>
                  <a:pt x="4205" y="665"/>
                </a:lnTo>
                <a:lnTo>
                  <a:pt x="4198" y="716"/>
                </a:lnTo>
                <a:lnTo>
                  <a:pt x="4188" y="767"/>
                </a:lnTo>
                <a:lnTo>
                  <a:pt x="4177" y="819"/>
                </a:lnTo>
                <a:lnTo>
                  <a:pt x="4165" y="873"/>
                </a:lnTo>
                <a:lnTo>
                  <a:pt x="4152" y="927"/>
                </a:lnTo>
                <a:lnTo>
                  <a:pt x="4136" y="982"/>
                </a:lnTo>
                <a:lnTo>
                  <a:pt x="4117" y="1037"/>
                </a:lnTo>
                <a:lnTo>
                  <a:pt x="4097" y="1091"/>
                </a:lnTo>
                <a:lnTo>
                  <a:pt x="4075" y="1146"/>
                </a:lnTo>
                <a:lnTo>
                  <a:pt x="4050" y="1201"/>
                </a:lnTo>
                <a:lnTo>
                  <a:pt x="4037" y="1227"/>
                </a:lnTo>
                <a:lnTo>
                  <a:pt x="4023" y="1255"/>
                </a:lnTo>
                <a:lnTo>
                  <a:pt x="4009" y="1281"/>
                </a:lnTo>
                <a:lnTo>
                  <a:pt x="3994" y="1307"/>
                </a:lnTo>
                <a:lnTo>
                  <a:pt x="3977" y="1334"/>
                </a:lnTo>
                <a:lnTo>
                  <a:pt x="3961" y="1360"/>
                </a:lnTo>
                <a:lnTo>
                  <a:pt x="3944" y="1385"/>
                </a:lnTo>
                <a:lnTo>
                  <a:pt x="3926" y="1412"/>
                </a:lnTo>
                <a:lnTo>
                  <a:pt x="3907" y="1436"/>
                </a:lnTo>
                <a:lnTo>
                  <a:pt x="3887" y="1462"/>
                </a:lnTo>
                <a:lnTo>
                  <a:pt x="3867" y="1486"/>
                </a:lnTo>
                <a:lnTo>
                  <a:pt x="3847" y="1510"/>
                </a:lnTo>
                <a:lnTo>
                  <a:pt x="3824" y="1534"/>
                </a:lnTo>
                <a:lnTo>
                  <a:pt x="3802" y="1557"/>
                </a:lnTo>
                <a:lnTo>
                  <a:pt x="3779" y="1579"/>
                </a:lnTo>
                <a:lnTo>
                  <a:pt x="3754" y="1602"/>
                </a:lnTo>
                <a:lnTo>
                  <a:pt x="3729" y="1623"/>
                </a:lnTo>
                <a:lnTo>
                  <a:pt x="3703" y="1644"/>
                </a:lnTo>
                <a:lnTo>
                  <a:pt x="3676" y="1664"/>
                </a:lnTo>
                <a:lnTo>
                  <a:pt x="3649" y="1685"/>
                </a:lnTo>
                <a:lnTo>
                  <a:pt x="3619" y="1704"/>
                </a:lnTo>
                <a:lnTo>
                  <a:pt x="3590" y="1722"/>
                </a:lnTo>
                <a:lnTo>
                  <a:pt x="3560" y="1740"/>
                </a:lnTo>
                <a:lnTo>
                  <a:pt x="3528" y="1758"/>
                </a:lnTo>
                <a:lnTo>
                  <a:pt x="3496" y="1775"/>
                </a:lnTo>
                <a:lnTo>
                  <a:pt x="3462" y="1790"/>
                </a:lnTo>
                <a:lnTo>
                  <a:pt x="3428" y="1805"/>
                </a:lnTo>
                <a:lnTo>
                  <a:pt x="3392" y="1820"/>
                </a:lnTo>
                <a:lnTo>
                  <a:pt x="3357" y="1833"/>
                </a:lnTo>
                <a:lnTo>
                  <a:pt x="3319" y="1846"/>
                </a:lnTo>
                <a:lnTo>
                  <a:pt x="3192" y="1886"/>
                </a:lnTo>
                <a:lnTo>
                  <a:pt x="3227" y="1825"/>
                </a:lnTo>
                <a:lnTo>
                  <a:pt x="3258" y="1763"/>
                </a:lnTo>
                <a:lnTo>
                  <a:pt x="3289" y="1700"/>
                </a:lnTo>
                <a:lnTo>
                  <a:pt x="3317" y="1635"/>
                </a:lnTo>
                <a:lnTo>
                  <a:pt x="3345" y="1569"/>
                </a:lnTo>
                <a:lnTo>
                  <a:pt x="3369" y="1501"/>
                </a:lnTo>
                <a:lnTo>
                  <a:pt x="3391" y="1433"/>
                </a:lnTo>
                <a:lnTo>
                  <a:pt x="3411" y="1364"/>
                </a:lnTo>
                <a:lnTo>
                  <a:pt x="3430" y="1294"/>
                </a:lnTo>
                <a:lnTo>
                  <a:pt x="3446" y="1223"/>
                </a:lnTo>
                <a:lnTo>
                  <a:pt x="3459" y="1152"/>
                </a:lnTo>
                <a:lnTo>
                  <a:pt x="3470" y="1080"/>
                </a:lnTo>
                <a:lnTo>
                  <a:pt x="3475" y="1044"/>
                </a:lnTo>
                <a:lnTo>
                  <a:pt x="3479" y="1008"/>
                </a:lnTo>
                <a:lnTo>
                  <a:pt x="3482" y="972"/>
                </a:lnTo>
                <a:lnTo>
                  <a:pt x="3486" y="936"/>
                </a:lnTo>
                <a:lnTo>
                  <a:pt x="3488" y="900"/>
                </a:lnTo>
                <a:lnTo>
                  <a:pt x="3490" y="863"/>
                </a:lnTo>
                <a:lnTo>
                  <a:pt x="3491" y="828"/>
                </a:lnTo>
                <a:lnTo>
                  <a:pt x="3491" y="791"/>
                </a:lnTo>
                <a:close/>
                <a:moveTo>
                  <a:pt x="1091" y="1846"/>
                </a:moveTo>
                <a:lnTo>
                  <a:pt x="1091" y="1846"/>
                </a:lnTo>
                <a:lnTo>
                  <a:pt x="1053" y="1833"/>
                </a:lnTo>
                <a:lnTo>
                  <a:pt x="1017" y="1820"/>
                </a:lnTo>
                <a:lnTo>
                  <a:pt x="981" y="1805"/>
                </a:lnTo>
                <a:lnTo>
                  <a:pt x="947" y="1791"/>
                </a:lnTo>
                <a:lnTo>
                  <a:pt x="913" y="1775"/>
                </a:lnTo>
                <a:lnTo>
                  <a:pt x="881" y="1759"/>
                </a:lnTo>
                <a:lnTo>
                  <a:pt x="849" y="1741"/>
                </a:lnTo>
                <a:lnTo>
                  <a:pt x="819" y="1723"/>
                </a:lnTo>
                <a:lnTo>
                  <a:pt x="789" y="1705"/>
                </a:lnTo>
                <a:lnTo>
                  <a:pt x="760" y="1686"/>
                </a:lnTo>
                <a:lnTo>
                  <a:pt x="733" y="1665"/>
                </a:lnTo>
                <a:lnTo>
                  <a:pt x="705" y="1645"/>
                </a:lnTo>
                <a:lnTo>
                  <a:pt x="680" y="1624"/>
                </a:lnTo>
                <a:lnTo>
                  <a:pt x="655" y="1603"/>
                </a:lnTo>
                <a:lnTo>
                  <a:pt x="630" y="1580"/>
                </a:lnTo>
                <a:lnTo>
                  <a:pt x="607" y="1558"/>
                </a:lnTo>
                <a:lnTo>
                  <a:pt x="585" y="1535"/>
                </a:lnTo>
                <a:lnTo>
                  <a:pt x="562" y="1511"/>
                </a:lnTo>
                <a:lnTo>
                  <a:pt x="541" y="1487"/>
                </a:lnTo>
                <a:lnTo>
                  <a:pt x="521" y="1463"/>
                </a:lnTo>
                <a:lnTo>
                  <a:pt x="501" y="1438"/>
                </a:lnTo>
                <a:lnTo>
                  <a:pt x="483" y="1413"/>
                </a:lnTo>
                <a:lnTo>
                  <a:pt x="465" y="1387"/>
                </a:lnTo>
                <a:lnTo>
                  <a:pt x="448" y="1361"/>
                </a:lnTo>
                <a:lnTo>
                  <a:pt x="431" y="1336"/>
                </a:lnTo>
                <a:lnTo>
                  <a:pt x="415" y="1309"/>
                </a:lnTo>
                <a:lnTo>
                  <a:pt x="400" y="1283"/>
                </a:lnTo>
                <a:lnTo>
                  <a:pt x="386" y="1256"/>
                </a:lnTo>
                <a:lnTo>
                  <a:pt x="372" y="1229"/>
                </a:lnTo>
                <a:lnTo>
                  <a:pt x="358" y="1202"/>
                </a:lnTo>
                <a:lnTo>
                  <a:pt x="334" y="1147"/>
                </a:lnTo>
                <a:lnTo>
                  <a:pt x="312" y="1092"/>
                </a:lnTo>
                <a:lnTo>
                  <a:pt x="291" y="1038"/>
                </a:lnTo>
                <a:lnTo>
                  <a:pt x="273" y="983"/>
                </a:lnTo>
                <a:lnTo>
                  <a:pt x="258" y="928"/>
                </a:lnTo>
                <a:lnTo>
                  <a:pt x="244" y="874"/>
                </a:lnTo>
                <a:lnTo>
                  <a:pt x="232" y="820"/>
                </a:lnTo>
                <a:lnTo>
                  <a:pt x="221" y="768"/>
                </a:lnTo>
                <a:lnTo>
                  <a:pt x="212" y="716"/>
                </a:lnTo>
                <a:lnTo>
                  <a:pt x="204" y="666"/>
                </a:lnTo>
                <a:lnTo>
                  <a:pt x="198" y="618"/>
                </a:lnTo>
                <a:lnTo>
                  <a:pt x="194" y="570"/>
                </a:lnTo>
                <a:lnTo>
                  <a:pt x="190" y="525"/>
                </a:lnTo>
                <a:lnTo>
                  <a:pt x="187" y="482"/>
                </a:lnTo>
                <a:lnTo>
                  <a:pt x="185" y="441"/>
                </a:lnTo>
                <a:lnTo>
                  <a:pt x="184" y="404"/>
                </a:lnTo>
                <a:lnTo>
                  <a:pt x="184" y="367"/>
                </a:lnTo>
                <a:lnTo>
                  <a:pt x="624" y="367"/>
                </a:lnTo>
                <a:lnTo>
                  <a:pt x="919" y="367"/>
                </a:lnTo>
                <a:lnTo>
                  <a:pt x="919" y="791"/>
                </a:lnTo>
                <a:lnTo>
                  <a:pt x="919" y="828"/>
                </a:lnTo>
                <a:lnTo>
                  <a:pt x="920" y="863"/>
                </a:lnTo>
                <a:lnTo>
                  <a:pt x="922" y="900"/>
                </a:lnTo>
                <a:lnTo>
                  <a:pt x="924" y="936"/>
                </a:lnTo>
                <a:lnTo>
                  <a:pt x="927" y="972"/>
                </a:lnTo>
                <a:lnTo>
                  <a:pt x="930" y="1008"/>
                </a:lnTo>
                <a:lnTo>
                  <a:pt x="935" y="1044"/>
                </a:lnTo>
                <a:lnTo>
                  <a:pt x="940" y="1080"/>
                </a:lnTo>
                <a:lnTo>
                  <a:pt x="951" y="1151"/>
                </a:lnTo>
                <a:lnTo>
                  <a:pt x="964" y="1223"/>
                </a:lnTo>
                <a:lnTo>
                  <a:pt x="980" y="1293"/>
                </a:lnTo>
                <a:lnTo>
                  <a:pt x="998" y="1363"/>
                </a:lnTo>
                <a:lnTo>
                  <a:pt x="1019" y="1432"/>
                </a:lnTo>
                <a:lnTo>
                  <a:pt x="1041" y="1501"/>
                </a:lnTo>
                <a:lnTo>
                  <a:pt x="1065" y="1568"/>
                </a:lnTo>
                <a:lnTo>
                  <a:pt x="1092" y="1634"/>
                </a:lnTo>
                <a:lnTo>
                  <a:pt x="1120" y="1699"/>
                </a:lnTo>
                <a:lnTo>
                  <a:pt x="1151" y="1763"/>
                </a:lnTo>
                <a:lnTo>
                  <a:pt x="1183" y="1825"/>
                </a:lnTo>
                <a:lnTo>
                  <a:pt x="1217" y="1885"/>
                </a:lnTo>
                <a:lnTo>
                  <a:pt x="1091" y="1846"/>
                </a:lnTo>
                <a:close/>
                <a:moveTo>
                  <a:pt x="2205" y="1626"/>
                </a:moveTo>
                <a:lnTo>
                  <a:pt x="1637" y="2020"/>
                </a:lnTo>
                <a:lnTo>
                  <a:pt x="1837" y="1359"/>
                </a:lnTo>
                <a:lnTo>
                  <a:pt x="1287" y="940"/>
                </a:lnTo>
                <a:lnTo>
                  <a:pt x="1978" y="927"/>
                </a:lnTo>
                <a:lnTo>
                  <a:pt x="2205" y="274"/>
                </a:lnTo>
                <a:lnTo>
                  <a:pt x="2433" y="927"/>
                </a:lnTo>
                <a:lnTo>
                  <a:pt x="3123" y="940"/>
                </a:lnTo>
                <a:lnTo>
                  <a:pt x="2573" y="1359"/>
                </a:lnTo>
                <a:lnTo>
                  <a:pt x="2772" y="2020"/>
                </a:lnTo>
                <a:lnTo>
                  <a:pt x="2205" y="162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" name="KSO_Shape"/>
          <p:cNvSpPr>
            <a:spLocks/>
          </p:cNvSpPr>
          <p:nvPr/>
        </p:nvSpPr>
        <p:spPr bwMode="auto">
          <a:xfrm>
            <a:off x="4834002" y="3098281"/>
            <a:ext cx="247045" cy="247457"/>
          </a:xfrm>
          <a:custGeom>
            <a:avLst/>
            <a:gdLst>
              <a:gd name="T0" fmla="*/ 2147483646 w 4409"/>
              <a:gd name="T1" fmla="*/ 2147483646 h 4408"/>
              <a:gd name="T2" fmla="*/ 2147483646 w 4409"/>
              <a:gd name="T3" fmla="*/ 2147483646 h 4408"/>
              <a:gd name="T4" fmla="*/ 2147483646 w 4409"/>
              <a:gd name="T5" fmla="*/ 2147483646 h 4408"/>
              <a:gd name="T6" fmla="*/ 2147483646 w 4409"/>
              <a:gd name="T7" fmla="*/ 2147483646 h 4408"/>
              <a:gd name="T8" fmla="*/ 2147483646 w 4409"/>
              <a:gd name="T9" fmla="*/ 2147483646 h 4408"/>
              <a:gd name="T10" fmla="*/ 2147483646 w 4409"/>
              <a:gd name="T11" fmla="*/ 2147483646 h 4408"/>
              <a:gd name="T12" fmla="*/ 2147483646 w 4409"/>
              <a:gd name="T13" fmla="*/ 2147483646 h 4408"/>
              <a:gd name="T14" fmla="*/ 2147483646 w 4409"/>
              <a:gd name="T15" fmla="*/ 2147483646 h 4408"/>
              <a:gd name="T16" fmla="*/ 481718167 w 4409"/>
              <a:gd name="T17" fmla="*/ 2147483646 h 4408"/>
              <a:gd name="T18" fmla="*/ 321145301 w 4409"/>
              <a:gd name="T19" fmla="*/ 2147483646 h 4408"/>
              <a:gd name="T20" fmla="*/ 2147483646 w 4409"/>
              <a:gd name="T21" fmla="*/ 2147483646 h 4408"/>
              <a:gd name="T22" fmla="*/ 2147483646 w 4409"/>
              <a:gd name="T23" fmla="*/ 2147483646 h 4408"/>
              <a:gd name="T24" fmla="*/ 2147483646 w 4409"/>
              <a:gd name="T25" fmla="*/ 2147483646 h 4408"/>
              <a:gd name="T26" fmla="*/ 2147483646 w 4409"/>
              <a:gd name="T27" fmla="*/ 2147483646 h 4408"/>
              <a:gd name="T28" fmla="*/ 2147483646 w 4409"/>
              <a:gd name="T29" fmla="*/ 2147483646 h 4408"/>
              <a:gd name="T30" fmla="*/ 2147483646 w 4409"/>
              <a:gd name="T31" fmla="*/ 2147483646 h 4408"/>
              <a:gd name="T32" fmla="*/ 2147483646 w 4409"/>
              <a:gd name="T33" fmla="*/ 2147483646 h 4408"/>
              <a:gd name="T34" fmla="*/ 2147483646 w 4409"/>
              <a:gd name="T35" fmla="*/ 2147483646 h 4408"/>
              <a:gd name="T36" fmla="*/ 2147483646 w 4409"/>
              <a:gd name="T37" fmla="*/ 2147483646 h 4408"/>
              <a:gd name="T38" fmla="*/ 2147483646 w 4409"/>
              <a:gd name="T39" fmla="*/ 2147483646 h 4408"/>
              <a:gd name="T40" fmla="*/ 2147483646 w 4409"/>
              <a:gd name="T41" fmla="*/ 2147483646 h 4408"/>
              <a:gd name="T42" fmla="*/ 2147483646 w 4409"/>
              <a:gd name="T43" fmla="*/ 2147483646 h 4408"/>
              <a:gd name="T44" fmla="*/ 2147483646 w 4409"/>
              <a:gd name="T45" fmla="*/ 2147483646 h 4408"/>
              <a:gd name="T46" fmla="*/ 2147483646 w 4409"/>
              <a:gd name="T47" fmla="*/ 2147483646 h 4408"/>
              <a:gd name="T48" fmla="*/ 2147483646 w 4409"/>
              <a:gd name="T49" fmla="*/ 2147483646 h 4408"/>
              <a:gd name="T50" fmla="*/ 2147483646 w 4409"/>
              <a:gd name="T51" fmla="*/ 2147483646 h 4408"/>
              <a:gd name="T52" fmla="*/ 2147483646 w 4409"/>
              <a:gd name="T53" fmla="*/ 2147483646 h 4408"/>
              <a:gd name="T54" fmla="*/ 2147483646 w 4409"/>
              <a:gd name="T55" fmla="*/ 2147483646 h 4408"/>
              <a:gd name="T56" fmla="*/ 2147483646 w 4409"/>
              <a:gd name="T57" fmla="*/ 2147483646 h 4408"/>
              <a:gd name="T58" fmla="*/ 2147483646 w 4409"/>
              <a:gd name="T59" fmla="*/ 2147483646 h 4408"/>
              <a:gd name="T60" fmla="*/ 2147483646 w 4409"/>
              <a:gd name="T61" fmla="*/ 2147483646 h 4408"/>
              <a:gd name="T62" fmla="*/ 2147483646 w 4409"/>
              <a:gd name="T63" fmla="*/ 2147483646 h 4408"/>
              <a:gd name="T64" fmla="*/ 2147483646 w 4409"/>
              <a:gd name="T65" fmla="*/ 2147483646 h 4408"/>
              <a:gd name="T66" fmla="*/ 2147483646 w 4409"/>
              <a:gd name="T67" fmla="*/ 2147483646 h 4408"/>
              <a:gd name="T68" fmla="*/ 2147483646 w 4409"/>
              <a:gd name="T69" fmla="*/ 2147483646 h 4408"/>
              <a:gd name="T70" fmla="*/ 2147483646 w 4409"/>
              <a:gd name="T71" fmla="*/ 2147483646 h 4408"/>
              <a:gd name="T72" fmla="*/ 2147483646 w 4409"/>
              <a:gd name="T73" fmla="*/ 2147483646 h 4408"/>
              <a:gd name="T74" fmla="*/ 2147483646 w 4409"/>
              <a:gd name="T75" fmla="*/ 2147483646 h 4408"/>
              <a:gd name="T76" fmla="*/ 2147483646 w 4409"/>
              <a:gd name="T77" fmla="*/ 2147483646 h 4408"/>
              <a:gd name="T78" fmla="*/ 2147483646 w 4409"/>
              <a:gd name="T79" fmla="*/ 2147483646 h 4408"/>
              <a:gd name="T80" fmla="*/ 2147483646 w 4409"/>
              <a:gd name="T81" fmla="*/ 2147483646 h 4408"/>
              <a:gd name="T82" fmla="*/ 2147483646 w 4409"/>
              <a:gd name="T83" fmla="*/ 2147483646 h 4408"/>
              <a:gd name="T84" fmla="*/ 2147483646 w 4409"/>
              <a:gd name="T85" fmla="*/ 2147483646 h 4408"/>
              <a:gd name="T86" fmla="*/ 2147483646 w 4409"/>
              <a:gd name="T87" fmla="*/ 2147483646 h 4408"/>
              <a:gd name="T88" fmla="*/ 2147483646 w 4409"/>
              <a:gd name="T89" fmla="*/ 2147483646 h 4408"/>
              <a:gd name="T90" fmla="*/ 2147483646 w 4409"/>
              <a:gd name="T91" fmla="*/ 2147483646 h 4408"/>
              <a:gd name="T92" fmla="*/ 2147483646 w 4409"/>
              <a:gd name="T93" fmla="*/ 2147483646 h 4408"/>
              <a:gd name="T94" fmla="*/ 2147483646 w 4409"/>
              <a:gd name="T95" fmla="*/ 2147483646 h 4408"/>
              <a:gd name="T96" fmla="*/ 2147483646 w 4409"/>
              <a:gd name="T97" fmla="*/ 2147483646 h 4408"/>
              <a:gd name="T98" fmla="*/ 2147483646 w 4409"/>
              <a:gd name="T99" fmla="*/ 2147483646 h 4408"/>
              <a:gd name="T100" fmla="*/ 2147483646 w 4409"/>
              <a:gd name="T101" fmla="*/ 2147483646 h 4408"/>
              <a:gd name="T102" fmla="*/ 2147483646 w 4409"/>
              <a:gd name="T103" fmla="*/ 2147483646 h 4408"/>
              <a:gd name="T104" fmla="*/ 2147483646 w 4409"/>
              <a:gd name="T105" fmla="*/ 2147483646 h 4408"/>
              <a:gd name="T106" fmla="*/ 2147483646 w 4409"/>
              <a:gd name="T107" fmla="*/ 2147483646 h 4408"/>
              <a:gd name="T108" fmla="*/ 2147483646 w 4409"/>
              <a:gd name="T109" fmla="*/ 2147483646 h 44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4409" h="4408">
                <a:moveTo>
                  <a:pt x="3025" y="2127"/>
                </a:moveTo>
                <a:lnTo>
                  <a:pt x="3025" y="2127"/>
                </a:lnTo>
                <a:lnTo>
                  <a:pt x="3097" y="2107"/>
                </a:lnTo>
                <a:lnTo>
                  <a:pt x="3179" y="2081"/>
                </a:lnTo>
                <a:lnTo>
                  <a:pt x="3271" y="2053"/>
                </a:lnTo>
                <a:lnTo>
                  <a:pt x="3375" y="2020"/>
                </a:lnTo>
                <a:lnTo>
                  <a:pt x="3429" y="2002"/>
                </a:lnTo>
                <a:lnTo>
                  <a:pt x="3481" y="1982"/>
                </a:lnTo>
                <a:lnTo>
                  <a:pt x="3532" y="1961"/>
                </a:lnTo>
                <a:lnTo>
                  <a:pt x="3580" y="1938"/>
                </a:lnTo>
                <a:lnTo>
                  <a:pt x="3626" y="1914"/>
                </a:lnTo>
                <a:lnTo>
                  <a:pt x="3672" y="1889"/>
                </a:lnTo>
                <a:lnTo>
                  <a:pt x="3715" y="1861"/>
                </a:lnTo>
                <a:lnTo>
                  <a:pt x="3756" y="1834"/>
                </a:lnTo>
                <a:lnTo>
                  <a:pt x="3797" y="1804"/>
                </a:lnTo>
                <a:lnTo>
                  <a:pt x="3834" y="1774"/>
                </a:lnTo>
                <a:lnTo>
                  <a:pt x="3871" y="1744"/>
                </a:lnTo>
                <a:lnTo>
                  <a:pt x="3906" y="1711"/>
                </a:lnTo>
                <a:lnTo>
                  <a:pt x="3940" y="1679"/>
                </a:lnTo>
                <a:lnTo>
                  <a:pt x="3971" y="1644"/>
                </a:lnTo>
                <a:lnTo>
                  <a:pt x="4002" y="1610"/>
                </a:lnTo>
                <a:lnTo>
                  <a:pt x="4031" y="1575"/>
                </a:lnTo>
                <a:lnTo>
                  <a:pt x="4059" y="1539"/>
                </a:lnTo>
                <a:lnTo>
                  <a:pt x="4085" y="1502"/>
                </a:lnTo>
                <a:lnTo>
                  <a:pt x="4110" y="1466"/>
                </a:lnTo>
                <a:lnTo>
                  <a:pt x="4134" y="1428"/>
                </a:lnTo>
                <a:lnTo>
                  <a:pt x="4157" y="1390"/>
                </a:lnTo>
                <a:lnTo>
                  <a:pt x="4177" y="1351"/>
                </a:lnTo>
                <a:lnTo>
                  <a:pt x="4198" y="1312"/>
                </a:lnTo>
                <a:lnTo>
                  <a:pt x="4217" y="1274"/>
                </a:lnTo>
                <a:lnTo>
                  <a:pt x="4234" y="1235"/>
                </a:lnTo>
                <a:lnTo>
                  <a:pt x="4251" y="1196"/>
                </a:lnTo>
                <a:lnTo>
                  <a:pt x="4267" y="1156"/>
                </a:lnTo>
                <a:lnTo>
                  <a:pt x="4281" y="1117"/>
                </a:lnTo>
                <a:lnTo>
                  <a:pt x="4295" y="1078"/>
                </a:lnTo>
                <a:lnTo>
                  <a:pt x="4307" y="1039"/>
                </a:lnTo>
                <a:lnTo>
                  <a:pt x="4319" y="1000"/>
                </a:lnTo>
                <a:lnTo>
                  <a:pt x="4329" y="961"/>
                </a:lnTo>
                <a:lnTo>
                  <a:pt x="4340" y="923"/>
                </a:lnTo>
                <a:lnTo>
                  <a:pt x="4349" y="884"/>
                </a:lnTo>
                <a:lnTo>
                  <a:pt x="4357" y="847"/>
                </a:lnTo>
                <a:lnTo>
                  <a:pt x="4365" y="809"/>
                </a:lnTo>
                <a:lnTo>
                  <a:pt x="4377" y="736"/>
                </a:lnTo>
                <a:lnTo>
                  <a:pt x="4387" y="665"/>
                </a:lnTo>
                <a:lnTo>
                  <a:pt x="4395" y="598"/>
                </a:lnTo>
                <a:lnTo>
                  <a:pt x="4401" y="534"/>
                </a:lnTo>
                <a:lnTo>
                  <a:pt x="4405" y="474"/>
                </a:lnTo>
                <a:lnTo>
                  <a:pt x="4407" y="418"/>
                </a:lnTo>
                <a:lnTo>
                  <a:pt x="4409" y="367"/>
                </a:lnTo>
                <a:lnTo>
                  <a:pt x="4409" y="321"/>
                </a:lnTo>
                <a:lnTo>
                  <a:pt x="4409" y="281"/>
                </a:lnTo>
                <a:lnTo>
                  <a:pt x="4407" y="247"/>
                </a:lnTo>
                <a:lnTo>
                  <a:pt x="4404" y="201"/>
                </a:lnTo>
                <a:lnTo>
                  <a:pt x="4403" y="183"/>
                </a:lnTo>
                <a:lnTo>
                  <a:pt x="3786" y="183"/>
                </a:lnTo>
                <a:lnTo>
                  <a:pt x="3491" y="183"/>
                </a:lnTo>
                <a:lnTo>
                  <a:pt x="3491" y="0"/>
                </a:lnTo>
                <a:lnTo>
                  <a:pt x="919" y="0"/>
                </a:lnTo>
                <a:lnTo>
                  <a:pt x="919" y="183"/>
                </a:lnTo>
                <a:lnTo>
                  <a:pt x="624" y="183"/>
                </a:lnTo>
                <a:lnTo>
                  <a:pt x="6" y="183"/>
                </a:lnTo>
                <a:lnTo>
                  <a:pt x="5" y="201"/>
                </a:lnTo>
                <a:lnTo>
                  <a:pt x="2" y="247"/>
                </a:lnTo>
                <a:lnTo>
                  <a:pt x="1" y="282"/>
                </a:lnTo>
                <a:lnTo>
                  <a:pt x="0" y="321"/>
                </a:lnTo>
                <a:lnTo>
                  <a:pt x="1" y="367"/>
                </a:lnTo>
                <a:lnTo>
                  <a:pt x="2" y="419"/>
                </a:lnTo>
                <a:lnTo>
                  <a:pt x="4" y="475"/>
                </a:lnTo>
                <a:lnTo>
                  <a:pt x="8" y="535"/>
                </a:lnTo>
                <a:lnTo>
                  <a:pt x="14" y="599"/>
                </a:lnTo>
                <a:lnTo>
                  <a:pt x="22" y="667"/>
                </a:lnTo>
                <a:lnTo>
                  <a:pt x="32" y="737"/>
                </a:lnTo>
                <a:lnTo>
                  <a:pt x="45" y="811"/>
                </a:lnTo>
                <a:lnTo>
                  <a:pt x="52" y="848"/>
                </a:lnTo>
                <a:lnTo>
                  <a:pt x="61" y="886"/>
                </a:lnTo>
                <a:lnTo>
                  <a:pt x="69" y="924"/>
                </a:lnTo>
                <a:lnTo>
                  <a:pt x="79" y="962"/>
                </a:lnTo>
                <a:lnTo>
                  <a:pt x="91" y="1002"/>
                </a:lnTo>
                <a:lnTo>
                  <a:pt x="102" y="1041"/>
                </a:lnTo>
                <a:lnTo>
                  <a:pt x="115" y="1080"/>
                </a:lnTo>
                <a:lnTo>
                  <a:pt x="128" y="1120"/>
                </a:lnTo>
                <a:lnTo>
                  <a:pt x="142" y="1158"/>
                </a:lnTo>
                <a:lnTo>
                  <a:pt x="159" y="1198"/>
                </a:lnTo>
                <a:lnTo>
                  <a:pt x="175" y="1237"/>
                </a:lnTo>
                <a:lnTo>
                  <a:pt x="193" y="1276"/>
                </a:lnTo>
                <a:lnTo>
                  <a:pt x="211" y="1315"/>
                </a:lnTo>
                <a:lnTo>
                  <a:pt x="232" y="1354"/>
                </a:lnTo>
                <a:lnTo>
                  <a:pt x="253" y="1392"/>
                </a:lnTo>
                <a:lnTo>
                  <a:pt x="275" y="1430"/>
                </a:lnTo>
                <a:lnTo>
                  <a:pt x="299" y="1468"/>
                </a:lnTo>
                <a:lnTo>
                  <a:pt x="324" y="1504"/>
                </a:lnTo>
                <a:lnTo>
                  <a:pt x="350" y="1541"/>
                </a:lnTo>
                <a:lnTo>
                  <a:pt x="378" y="1577"/>
                </a:lnTo>
                <a:lnTo>
                  <a:pt x="407" y="1612"/>
                </a:lnTo>
                <a:lnTo>
                  <a:pt x="438" y="1646"/>
                </a:lnTo>
                <a:lnTo>
                  <a:pt x="470" y="1681"/>
                </a:lnTo>
                <a:lnTo>
                  <a:pt x="503" y="1713"/>
                </a:lnTo>
                <a:lnTo>
                  <a:pt x="538" y="1746"/>
                </a:lnTo>
                <a:lnTo>
                  <a:pt x="574" y="1776"/>
                </a:lnTo>
                <a:lnTo>
                  <a:pt x="613" y="1806"/>
                </a:lnTo>
                <a:lnTo>
                  <a:pt x="653" y="1835"/>
                </a:lnTo>
                <a:lnTo>
                  <a:pt x="694" y="1863"/>
                </a:lnTo>
                <a:lnTo>
                  <a:pt x="738" y="1890"/>
                </a:lnTo>
                <a:lnTo>
                  <a:pt x="782" y="1915"/>
                </a:lnTo>
                <a:lnTo>
                  <a:pt x="829" y="1939"/>
                </a:lnTo>
                <a:lnTo>
                  <a:pt x="878" y="1962"/>
                </a:lnTo>
                <a:lnTo>
                  <a:pt x="928" y="1983"/>
                </a:lnTo>
                <a:lnTo>
                  <a:pt x="981" y="2002"/>
                </a:lnTo>
                <a:lnTo>
                  <a:pt x="1035" y="2020"/>
                </a:lnTo>
                <a:lnTo>
                  <a:pt x="1137" y="2053"/>
                </a:lnTo>
                <a:lnTo>
                  <a:pt x="1230" y="2080"/>
                </a:lnTo>
                <a:lnTo>
                  <a:pt x="1311" y="2105"/>
                </a:lnTo>
                <a:lnTo>
                  <a:pt x="1384" y="2125"/>
                </a:lnTo>
                <a:lnTo>
                  <a:pt x="1417" y="2164"/>
                </a:lnTo>
                <a:lnTo>
                  <a:pt x="1452" y="2203"/>
                </a:lnTo>
                <a:lnTo>
                  <a:pt x="1488" y="2241"/>
                </a:lnTo>
                <a:lnTo>
                  <a:pt x="1525" y="2275"/>
                </a:lnTo>
                <a:lnTo>
                  <a:pt x="1562" y="2309"/>
                </a:lnTo>
                <a:lnTo>
                  <a:pt x="1600" y="2340"/>
                </a:lnTo>
                <a:lnTo>
                  <a:pt x="1639" y="2370"/>
                </a:lnTo>
                <a:lnTo>
                  <a:pt x="1679" y="2398"/>
                </a:lnTo>
                <a:lnTo>
                  <a:pt x="1720" y="2424"/>
                </a:lnTo>
                <a:lnTo>
                  <a:pt x="1761" y="2449"/>
                </a:lnTo>
                <a:lnTo>
                  <a:pt x="1803" y="2471"/>
                </a:lnTo>
                <a:lnTo>
                  <a:pt x="1845" y="2490"/>
                </a:lnTo>
                <a:lnTo>
                  <a:pt x="1888" y="2508"/>
                </a:lnTo>
                <a:lnTo>
                  <a:pt x="1933" y="2525"/>
                </a:lnTo>
                <a:lnTo>
                  <a:pt x="1976" y="2538"/>
                </a:lnTo>
                <a:lnTo>
                  <a:pt x="2021" y="2549"/>
                </a:lnTo>
                <a:lnTo>
                  <a:pt x="2021" y="3864"/>
                </a:lnTo>
                <a:lnTo>
                  <a:pt x="1963" y="3868"/>
                </a:lnTo>
                <a:lnTo>
                  <a:pt x="1906" y="3873"/>
                </a:lnTo>
                <a:lnTo>
                  <a:pt x="1850" y="3880"/>
                </a:lnTo>
                <a:lnTo>
                  <a:pt x="1795" y="3887"/>
                </a:lnTo>
                <a:lnTo>
                  <a:pt x="1741" y="3895"/>
                </a:lnTo>
                <a:lnTo>
                  <a:pt x="1688" y="3904"/>
                </a:lnTo>
                <a:lnTo>
                  <a:pt x="1636" y="3915"/>
                </a:lnTo>
                <a:lnTo>
                  <a:pt x="1587" y="3926"/>
                </a:lnTo>
                <a:lnTo>
                  <a:pt x="1537" y="3939"/>
                </a:lnTo>
                <a:lnTo>
                  <a:pt x="1489" y="3951"/>
                </a:lnTo>
                <a:lnTo>
                  <a:pt x="1444" y="3965"/>
                </a:lnTo>
                <a:lnTo>
                  <a:pt x="1399" y="3980"/>
                </a:lnTo>
                <a:lnTo>
                  <a:pt x="1355" y="3995"/>
                </a:lnTo>
                <a:lnTo>
                  <a:pt x="1314" y="4012"/>
                </a:lnTo>
                <a:lnTo>
                  <a:pt x="1274" y="4029"/>
                </a:lnTo>
                <a:lnTo>
                  <a:pt x="1237" y="4046"/>
                </a:lnTo>
                <a:lnTo>
                  <a:pt x="1200" y="4065"/>
                </a:lnTo>
                <a:lnTo>
                  <a:pt x="1166" y="4085"/>
                </a:lnTo>
                <a:lnTo>
                  <a:pt x="1134" y="4104"/>
                </a:lnTo>
                <a:lnTo>
                  <a:pt x="1104" y="4124"/>
                </a:lnTo>
                <a:lnTo>
                  <a:pt x="1076" y="4146"/>
                </a:lnTo>
                <a:lnTo>
                  <a:pt x="1049" y="4167"/>
                </a:lnTo>
                <a:lnTo>
                  <a:pt x="1026" y="4189"/>
                </a:lnTo>
                <a:lnTo>
                  <a:pt x="1004" y="4211"/>
                </a:lnTo>
                <a:lnTo>
                  <a:pt x="984" y="4235"/>
                </a:lnTo>
                <a:lnTo>
                  <a:pt x="968" y="4259"/>
                </a:lnTo>
                <a:lnTo>
                  <a:pt x="953" y="4282"/>
                </a:lnTo>
                <a:lnTo>
                  <a:pt x="947" y="4295"/>
                </a:lnTo>
                <a:lnTo>
                  <a:pt x="941" y="4307"/>
                </a:lnTo>
                <a:lnTo>
                  <a:pt x="936" y="4320"/>
                </a:lnTo>
                <a:lnTo>
                  <a:pt x="931" y="4332"/>
                </a:lnTo>
                <a:lnTo>
                  <a:pt x="927" y="4344"/>
                </a:lnTo>
                <a:lnTo>
                  <a:pt x="924" y="4358"/>
                </a:lnTo>
                <a:lnTo>
                  <a:pt x="922" y="4370"/>
                </a:lnTo>
                <a:lnTo>
                  <a:pt x="920" y="4383"/>
                </a:lnTo>
                <a:lnTo>
                  <a:pt x="919" y="4396"/>
                </a:lnTo>
                <a:lnTo>
                  <a:pt x="919" y="4408"/>
                </a:lnTo>
                <a:lnTo>
                  <a:pt x="3491" y="4408"/>
                </a:lnTo>
                <a:lnTo>
                  <a:pt x="3491" y="4396"/>
                </a:lnTo>
                <a:lnTo>
                  <a:pt x="3490" y="4383"/>
                </a:lnTo>
                <a:lnTo>
                  <a:pt x="3488" y="4370"/>
                </a:lnTo>
                <a:lnTo>
                  <a:pt x="3486" y="4358"/>
                </a:lnTo>
                <a:lnTo>
                  <a:pt x="3482" y="4344"/>
                </a:lnTo>
                <a:lnTo>
                  <a:pt x="3478" y="4332"/>
                </a:lnTo>
                <a:lnTo>
                  <a:pt x="3474" y="4320"/>
                </a:lnTo>
                <a:lnTo>
                  <a:pt x="3469" y="4307"/>
                </a:lnTo>
                <a:lnTo>
                  <a:pt x="3463" y="4295"/>
                </a:lnTo>
                <a:lnTo>
                  <a:pt x="3457" y="4282"/>
                </a:lnTo>
                <a:lnTo>
                  <a:pt x="3443" y="4259"/>
                </a:lnTo>
                <a:lnTo>
                  <a:pt x="3426" y="4235"/>
                </a:lnTo>
                <a:lnTo>
                  <a:pt x="3406" y="4211"/>
                </a:lnTo>
                <a:lnTo>
                  <a:pt x="3384" y="4189"/>
                </a:lnTo>
                <a:lnTo>
                  <a:pt x="3361" y="4167"/>
                </a:lnTo>
                <a:lnTo>
                  <a:pt x="3334" y="4146"/>
                </a:lnTo>
                <a:lnTo>
                  <a:pt x="3306" y="4124"/>
                </a:lnTo>
                <a:lnTo>
                  <a:pt x="3276" y="4104"/>
                </a:lnTo>
                <a:lnTo>
                  <a:pt x="3244" y="4085"/>
                </a:lnTo>
                <a:lnTo>
                  <a:pt x="3210" y="4065"/>
                </a:lnTo>
                <a:lnTo>
                  <a:pt x="3173" y="4046"/>
                </a:lnTo>
                <a:lnTo>
                  <a:pt x="3136" y="4029"/>
                </a:lnTo>
                <a:lnTo>
                  <a:pt x="3096" y="4012"/>
                </a:lnTo>
                <a:lnTo>
                  <a:pt x="3054" y="3995"/>
                </a:lnTo>
                <a:lnTo>
                  <a:pt x="3011" y="3980"/>
                </a:lnTo>
                <a:lnTo>
                  <a:pt x="2966" y="3965"/>
                </a:lnTo>
                <a:lnTo>
                  <a:pt x="2921" y="3951"/>
                </a:lnTo>
                <a:lnTo>
                  <a:pt x="2873" y="3939"/>
                </a:lnTo>
                <a:lnTo>
                  <a:pt x="2823" y="3926"/>
                </a:lnTo>
                <a:lnTo>
                  <a:pt x="2773" y="3915"/>
                </a:lnTo>
                <a:lnTo>
                  <a:pt x="2722" y="3904"/>
                </a:lnTo>
                <a:lnTo>
                  <a:pt x="2669" y="3895"/>
                </a:lnTo>
                <a:lnTo>
                  <a:pt x="2615" y="3887"/>
                </a:lnTo>
                <a:lnTo>
                  <a:pt x="2559" y="3880"/>
                </a:lnTo>
                <a:lnTo>
                  <a:pt x="2504" y="3873"/>
                </a:lnTo>
                <a:lnTo>
                  <a:pt x="2447" y="3868"/>
                </a:lnTo>
                <a:lnTo>
                  <a:pt x="2389" y="3864"/>
                </a:lnTo>
                <a:lnTo>
                  <a:pt x="2389" y="2549"/>
                </a:lnTo>
                <a:lnTo>
                  <a:pt x="2434" y="2538"/>
                </a:lnTo>
                <a:lnTo>
                  <a:pt x="2477" y="2525"/>
                </a:lnTo>
                <a:lnTo>
                  <a:pt x="2521" y="2508"/>
                </a:lnTo>
                <a:lnTo>
                  <a:pt x="2565" y="2491"/>
                </a:lnTo>
                <a:lnTo>
                  <a:pt x="2607" y="2471"/>
                </a:lnTo>
                <a:lnTo>
                  <a:pt x="2649" y="2449"/>
                </a:lnTo>
                <a:lnTo>
                  <a:pt x="2689" y="2425"/>
                </a:lnTo>
                <a:lnTo>
                  <a:pt x="2730" y="2399"/>
                </a:lnTo>
                <a:lnTo>
                  <a:pt x="2769" y="2370"/>
                </a:lnTo>
                <a:lnTo>
                  <a:pt x="2809" y="2341"/>
                </a:lnTo>
                <a:lnTo>
                  <a:pt x="2846" y="2310"/>
                </a:lnTo>
                <a:lnTo>
                  <a:pt x="2884" y="2276"/>
                </a:lnTo>
                <a:lnTo>
                  <a:pt x="2921" y="2242"/>
                </a:lnTo>
                <a:lnTo>
                  <a:pt x="2956" y="2205"/>
                </a:lnTo>
                <a:lnTo>
                  <a:pt x="2992" y="2167"/>
                </a:lnTo>
                <a:lnTo>
                  <a:pt x="3025" y="2127"/>
                </a:lnTo>
                <a:close/>
                <a:moveTo>
                  <a:pt x="3491" y="791"/>
                </a:moveTo>
                <a:lnTo>
                  <a:pt x="3491" y="367"/>
                </a:lnTo>
                <a:lnTo>
                  <a:pt x="3786" y="367"/>
                </a:lnTo>
                <a:lnTo>
                  <a:pt x="4226" y="367"/>
                </a:lnTo>
                <a:lnTo>
                  <a:pt x="4226" y="403"/>
                </a:lnTo>
                <a:lnTo>
                  <a:pt x="4225" y="441"/>
                </a:lnTo>
                <a:lnTo>
                  <a:pt x="4223" y="482"/>
                </a:lnTo>
                <a:lnTo>
                  <a:pt x="4220" y="525"/>
                </a:lnTo>
                <a:lnTo>
                  <a:pt x="4216" y="570"/>
                </a:lnTo>
                <a:lnTo>
                  <a:pt x="4211" y="617"/>
                </a:lnTo>
                <a:lnTo>
                  <a:pt x="4205" y="665"/>
                </a:lnTo>
                <a:lnTo>
                  <a:pt x="4198" y="716"/>
                </a:lnTo>
                <a:lnTo>
                  <a:pt x="4188" y="767"/>
                </a:lnTo>
                <a:lnTo>
                  <a:pt x="4177" y="819"/>
                </a:lnTo>
                <a:lnTo>
                  <a:pt x="4165" y="873"/>
                </a:lnTo>
                <a:lnTo>
                  <a:pt x="4152" y="927"/>
                </a:lnTo>
                <a:lnTo>
                  <a:pt x="4136" y="982"/>
                </a:lnTo>
                <a:lnTo>
                  <a:pt x="4117" y="1037"/>
                </a:lnTo>
                <a:lnTo>
                  <a:pt x="4097" y="1091"/>
                </a:lnTo>
                <a:lnTo>
                  <a:pt x="4075" y="1146"/>
                </a:lnTo>
                <a:lnTo>
                  <a:pt x="4050" y="1201"/>
                </a:lnTo>
                <a:lnTo>
                  <a:pt x="4037" y="1227"/>
                </a:lnTo>
                <a:lnTo>
                  <a:pt x="4023" y="1255"/>
                </a:lnTo>
                <a:lnTo>
                  <a:pt x="4009" y="1281"/>
                </a:lnTo>
                <a:lnTo>
                  <a:pt x="3994" y="1307"/>
                </a:lnTo>
                <a:lnTo>
                  <a:pt x="3977" y="1334"/>
                </a:lnTo>
                <a:lnTo>
                  <a:pt x="3961" y="1360"/>
                </a:lnTo>
                <a:lnTo>
                  <a:pt x="3944" y="1385"/>
                </a:lnTo>
                <a:lnTo>
                  <a:pt x="3926" y="1412"/>
                </a:lnTo>
                <a:lnTo>
                  <a:pt x="3907" y="1436"/>
                </a:lnTo>
                <a:lnTo>
                  <a:pt x="3887" y="1462"/>
                </a:lnTo>
                <a:lnTo>
                  <a:pt x="3867" y="1486"/>
                </a:lnTo>
                <a:lnTo>
                  <a:pt x="3847" y="1510"/>
                </a:lnTo>
                <a:lnTo>
                  <a:pt x="3824" y="1534"/>
                </a:lnTo>
                <a:lnTo>
                  <a:pt x="3802" y="1557"/>
                </a:lnTo>
                <a:lnTo>
                  <a:pt x="3779" y="1579"/>
                </a:lnTo>
                <a:lnTo>
                  <a:pt x="3754" y="1602"/>
                </a:lnTo>
                <a:lnTo>
                  <a:pt x="3729" y="1623"/>
                </a:lnTo>
                <a:lnTo>
                  <a:pt x="3703" y="1644"/>
                </a:lnTo>
                <a:lnTo>
                  <a:pt x="3676" y="1664"/>
                </a:lnTo>
                <a:lnTo>
                  <a:pt x="3649" y="1685"/>
                </a:lnTo>
                <a:lnTo>
                  <a:pt x="3619" y="1704"/>
                </a:lnTo>
                <a:lnTo>
                  <a:pt x="3590" y="1722"/>
                </a:lnTo>
                <a:lnTo>
                  <a:pt x="3560" y="1740"/>
                </a:lnTo>
                <a:lnTo>
                  <a:pt x="3528" y="1758"/>
                </a:lnTo>
                <a:lnTo>
                  <a:pt x="3496" y="1775"/>
                </a:lnTo>
                <a:lnTo>
                  <a:pt x="3462" y="1790"/>
                </a:lnTo>
                <a:lnTo>
                  <a:pt x="3428" y="1805"/>
                </a:lnTo>
                <a:lnTo>
                  <a:pt x="3392" y="1820"/>
                </a:lnTo>
                <a:lnTo>
                  <a:pt x="3357" y="1833"/>
                </a:lnTo>
                <a:lnTo>
                  <a:pt x="3319" y="1846"/>
                </a:lnTo>
                <a:lnTo>
                  <a:pt x="3192" y="1886"/>
                </a:lnTo>
                <a:lnTo>
                  <a:pt x="3227" y="1825"/>
                </a:lnTo>
                <a:lnTo>
                  <a:pt x="3258" y="1763"/>
                </a:lnTo>
                <a:lnTo>
                  <a:pt x="3289" y="1700"/>
                </a:lnTo>
                <a:lnTo>
                  <a:pt x="3317" y="1635"/>
                </a:lnTo>
                <a:lnTo>
                  <a:pt x="3345" y="1569"/>
                </a:lnTo>
                <a:lnTo>
                  <a:pt x="3369" y="1501"/>
                </a:lnTo>
                <a:lnTo>
                  <a:pt x="3391" y="1433"/>
                </a:lnTo>
                <a:lnTo>
                  <a:pt x="3411" y="1364"/>
                </a:lnTo>
                <a:lnTo>
                  <a:pt x="3430" y="1294"/>
                </a:lnTo>
                <a:lnTo>
                  <a:pt x="3446" y="1223"/>
                </a:lnTo>
                <a:lnTo>
                  <a:pt x="3459" y="1152"/>
                </a:lnTo>
                <a:lnTo>
                  <a:pt x="3470" y="1080"/>
                </a:lnTo>
                <a:lnTo>
                  <a:pt x="3475" y="1044"/>
                </a:lnTo>
                <a:lnTo>
                  <a:pt x="3479" y="1008"/>
                </a:lnTo>
                <a:lnTo>
                  <a:pt x="3482" y="972"/>
                </a:lnTo>
                <a:lnTo>
                  <a:pt x="3486" y="936"/>
                </a:lnTo>
                <a:lnTo>
                  <a:pt x="3488" y="900"/>
                </a:lnTo>
                <a:lnTo>
                  <a:pt x="3490" y="863"/>
                </a:lnTo>
                <a:lnTo>
                  <a:pt x="3491" y="828"/>
                </a:lnTo>
                <a:lnTo>
                  <a:pt x="3491" y="791"/>
                </a:lnTo>
                <a:close/>
                <a:moveTo>
                  <a:pt x="1091" y="1846"/>
                </a:moveTo>
                <a:lnTo>
                  <a:pt x="1091" y="1846"/>
                </a:lnTo>
                <a:lnTo>
                  <a:pt x="1053" y="1833"/>
                </a:lnTo>
                <a:lnTo>
                  <a:pt x="1017" y="1820"/>
                </a:lnTo>
                <a:lnTo>
                  <a:pt x="981" y="1805"/>
                </a:lnTo>
                <a:lnTo>
                  <a:pt x="947" y="1791"/>
                </a:lnTo>
                <a:lnTo>
                  <a:pt x="913" y="1775"/>
                </a:lnTo>
                <a:lnTo>
                  <a:pt x="881" y="1759"/>
                </a:lnTo>
                <a:lnTo>
                  <a:pt x="849" y="1741"/>
                </a:lnTo>
                <a:lnTo>
                  <a:pt x="819" y="1723"/>
                </a:lnTo>
                <a:lnTo>
                  <a:pt x="789" y="1705"/>
                </a:lnTo>
                <a:lnTo>
                  <a:pt x="760" y="1686"/>
                </a:lnTo>
                <a:lnTo>
                  <a:pt x="733" y="1665"/>
                </a:lnTo>
                <a:lnTo>
                  <a:pt x="705" y="1645"/>
                </a:lnTo>
                <a:lnTo>
                  <a:pt x="680" y="1624"/>
                </a:lnTo>
                <a:lnTo>
                  <a:pt x="655" y="1603"/>
                </a:lnTo>
                <a:lnTo>
                  <a:pt x="630" y="1580"/>
                </a:lnTo>
                <a:lnTo>
                  <a:pt x="607" y="1558"/>
                </a:lnTo>
                <a:lnTo>
                  <a:pt x="585" y="1535"/>
                </a:lnTo>
                <a:lnTo>
                  <a:pt x="562" y="1511"/>
                </a:lnTo>
                <a:lnTo>
                  <a:pt x="541" y="1487"/>
                </a:lnTo>
                <a:lnTo>
                  <a:pt x="521" y="1463"/>
                </a:lnTo>
                <a:lnTo>
                  <a:pt x="501" y="1438"/>
                </a:lnTo>
                <a:lnTo>
                  <a:pt x="483" y="1413"/>
                </a:lnTo>
                <a:lnTo>
                  <a:pt x="465" y="1387"/>
                </a:lnTo>
                <a:lnTo>
                  <a:pt x="448" y="1361"/>
                </a:lnTo>
                <a:lnTo>
                  <a:pt x="431" y="1336"/>
                </a:lnTo>
                <a:lnTo>
                  <a:pt x="415" y="1309"/>
                </a:lnTo>
                <a:lnTo>
                  <a:pt x="400" y="1283"/>
                </a:lnTo>
                <a:lnTo>
                  <a:pt x="386" y="1256"/>
                </a:lnTo>
                <a:lnTo>
                  <a:pt x="372" y="1229"/>
                </a:lnTo>
                <a:lnTo>
                  <a:pt x="358" y="1202"/>
                </a:lnTo>
                <a:lnTo>
                  <a:pt x="334" y="1147"/>
                </a:lnTo>
                <a:lnTo>
                  <a:pt x="312" y="1092"/>
                </a:lnTo>
                <a:lnTo>
                  <a:pt x="291" y="1038"/>
                </a:lnTo>
                <a:lnTo>
                  <a:pt x="273" y="983"/>
                </a:lnTo>
                <a:lnTo>
                  <a:pt x="258" y="928"/>
                </a:lnTo>
                <a:lnTo>
                  <a:pt x="244" y="874"/>
                </a:lnTo>
                <a:lnTo>
                  <a:pt x="232" y="820"/>
                </a:lnTo>
                <a:lnTo>
                  <a:pt x="221" y="768"/>
                </a:lnTo>
                <a:lnTo>
                  <a:pt x="212" y="716"/>
                </a:lnTo>
                <a:lnTo>
                  <a:pt x="204" y="666"/>
                </a:lnTo>
                <a:lnTo>
                  <a:pt x="198" y="618"/>
                </a:lnTo>
                <a:lnTo>
                  <a:pt x="194" y="570"/>
                </a:lnTo>
                <a:lnTo>
                  <a:pt x="190" y="525"/>
                </a:lnTo>
                <a:lnTo>
                  <a:pt x="187" y="482"/>
                </a:lnTo>
                <a:lnTo>
                  <a:pt x="185" y="441"/>
                </a:lnTo>
                <a:lnTo>
                  <a:pt x="184" y="404"/>
                </a:lnTo>
                <a:lnTo>
                  <a:pt x="184" y="367"/>
                </a:lnTo>
                <a:lnTo>
                  <a:pt x="624" y="367"/>
                </a:lnTo>
                <a:lnTo>
                  <a:pt x="919" y="367"/>
                </a:lnTo>
                <a:lnTo>
                  <a:pt x="919" y="791"/>
                </a:lnTo>
                <a:lnTo>
                  <a:pt x="919" y="828"/>
                </a:lnTo>
                <a:lnTo>
                  <a:pt x="920" y="863"/>
                </a:lnTo>
                <a:lnTo>
                  <a:pt x="922" y="900"/>
                </a:lnTo>
                <a:lnTo>
                  <a:pt x="924" y="936"/>
                </a:lnTo>
                <a:lnTo>
                  <a:pt x="927" y="972"/>
                </a:lnTo>
                <a:lnTo>
                  <a:pt x="930" y="1008"/>
                </a:lnTo>
                <a:lnTo>
                  <a:pt x="935" y="1044"/>
                </a:lnTo>
                <a:lnTo>
                  <a:pt x="940" y="1080"/>
                </a:lnTo>
                <a:lnTo>
                  <a:pt x="951" y="1151"/>
                </a:lnTo>
                <a:lnTo>
                  <a:pt x="964" y="1223"/>
                </a:lnTo>
                <a:lnTo>
                  <a:pt x="980" y="1293"/>
                </a:lnTo>
                <a:lnTo>
                  <a:pt x="998" y="1363"/>
                </a:lnTo>
                <a:lnTo>
                  <a:pt x="1019" y="1432"/>
                </a:lnTo>
                <a:lnTo>
                  <a:pt x="1041" y="1501"/>
                </a:lnTo>
                <a:lnTo>
                  <a:pt x="1065" y="1568"/>
                </a:lnTo>
                <a:lnTo>
                  <a:pt x="1092" y="1634"/>
                </a:lnTo>
                <a:lnTo>
                  <a:pt x="1120" y="1699"/>
                </a:lnTo>
                <a:lnTo>
                  <a:pt x="1151" y="1763"/>
                </a:lnTo>
                <a:lnTo>
                  <a:pt x="1183" y="1825"/>
                </a:lnTo>
                <a:lnTo>
                  <a:pt x="1217" y="1885"/>
                </a:lnTo>
                <a:lnTo>
                  <a:pt x="1091" y="1846"/>
                </a:lnTo>
                <a:close/>
                <a:moveTo>
                  <a:pt x="2205" y="1626"/>
                </a:moveTo>
                <a:lnTo>
                  <a:pt x="1637" y="2020"/>
                </a:lnTo>
                <a:lnTo>
                  <a:pt x="1837" y="1359"/>
                </a:lnTo>
                <a:lnTo>
                  <a:pt x="1287" y="940"/>
                </a:lnTo>
                <a:lnTo>
                  <a:pt x="1978" y="927"/>
                </a:lnTo>
                <a:lnTo>
                  <a:pt x="2205" y="274"/>
                </a:lnTo>
                <a:lnTo>
                  <a:pt x="2433" y="927"/>
                </a:lnTo>
                <a:lnTo>
                  <a:pt x="3123" y="940"/>
                </a:lnTo>
                <a:lnTo>
                  <a:pt x="2573" y="1359"/>
                </a:lnTo>
                <a:lnTo>
                  <a:pt x="2772" y="2020"/>
                </a:lnTo>
                <a:lnTo>
                  <a:pt x="2205" y="1626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2614864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2184269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3066960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3529660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4714387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5899113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4319478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5504205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3924569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200" y="5109296"/>
            <a:ext cx="273600" cy="27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9738419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9994" y="0"/>
            <a:ext cx="9144000" cy="6858000"/>
          </a:xfrm>
          <a:prstGeom prst="rect">
            <a:avLst/>
          </a:prstGeom>
        </p:spPr>
      </p:pic>
      <p:sp>
        <p:nvSpPr>
          <p:cNvPr id="6" name="平行四边形 5"/>
          <p:cNvSpPr/>
          <p:nvPr/>
        </p:nvSpPr>
        <p:spPr>
          <a:xfrm>
            <a:off x="6796681" y="0"/>
            <a:ext cx="7279016" cy="6858000"/>
          </a:xfrm>
          <a:prstGeom prst="parallelogram">
            <a:avLst>
              <a:gd name="adj" fmla="val 21589"/>
            </a:avLst>
          </a:prstGeom>
          <a:solidFill>
            <a:schemeClr val="accent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平行四边形 6"/>
          <p:cNvSpPr/>
          <p:nvPr/>
        </p:nvSpPr>
        <p:spPr>
          <a:xfrm>
            <a:off x="7143898" y="0"/>
            <a:ext cx="6795386" cy="6858000"/>
          </a:xfrm>
          <a:prstGeom prst="parallelogram">
            <a:avLst>
              <a:gd name="adj" fmla="val 22184"/>
            </a:avLst>
          </a:pr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平行四边形 7"/>
          <p:cNvSpPr/>
          <p:nvPr/>
        </p:nvSpPr>
        <p:spPr>
          <a:xfrm>
            <a:off x="7389635" y="0"/>
            <a:ext cx="6418517" cy="6858000"/>
          </a:xfrm>
          <a:prstGeom prst="parallelogram">
            <a:avLst>
              <a:gd name="adj" fmla="val 24006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1304" y="4461546"/>
            <a:ext cx="1344061" cy="43423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968877" y="2649117"/>
            <a:ext cx="2934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 smtClean="0"/>
              <a:t>非常感谢！</a:t>
            </a:r>
            <a:endParaRPr lang="zh-CN" altLang="en-US" sz="4000" b="1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965" y="3807743"/>
            <a:ext cx="2008738" cy="45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579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自定义 177">
      <a:dk1>
        <a:srgbClr val="FFFFFF"/>
      </a:dk1>
      <a:lt1>
        <a:srgbClr val="1F2029"/>
      </a:lt1>
      <a:dk2>
        <a:srgbClr val="44546A"/>
      </a:dk2>
      <a:lt2>
        <a:srgbClr val="E7E6E6"/>
      </a:lt2>
      <a:accent1>
        <a:srgbClr val="000000"/>
      </a:accent1>
      <a:accent2>
        <a:srgbClr val="44546A"/>
      </a:accent2>
      <a:accent3>
        <a:srgbClr val="99A2B1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1771</TotalTime>
  <Words>2155</Words>
  <Application>Microsoft Macintosh PowerPoint</Application>
  <PresentationFormat>自定义</PresentationFormat>
  <Paragraphs>614</Paragraphs>
  <Slides>41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42" baseType="lpstr"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fu lei</cp:lastModifiedBy>
  <cp:revision>157</cp:revision>
  <dcterms:created xsi:type="dcterms:W3CDTF">2015-10-15T08:11:20Z</dcterms:created>
  <dcterms:modified xsi:type="dcterms:W3CDTF">2016-07-20T05:48:26Z</dcterms:modified>
</cp:coreProperties>
</file>