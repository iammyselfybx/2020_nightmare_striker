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9144000" cy="5715000" type="screen16x10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-1344" y="-104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460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86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843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8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4299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517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672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506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4330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714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046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5967B-FA15-C447-AB42-359FB2B4BB2D}" type="datetimeFigureOut">
              <a:rPr kumimoji="1" lang="zh-CN" altLang="en-US" smtClean="0"/>
              <a:t>16/11/2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16BC-D24B-684E-AB7B-5CF4C236516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765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334"/>
            <a:ext cx="9144000" cy="511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61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0"/>
            <a:ext cx="716339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91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0"/>
            <a:ext cx="604671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0"/>
            <a:ext cx="806674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9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0"/>
            <a:ext cx="6159071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91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0"/>
            <a:ext cx="6998407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9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0"/>
            <a:ext cx="550781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9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0"/>
            <a:ext cx="756466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5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0" y="0"/>
            <a:ext cx="537783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56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全屏显示(16:10)</PresentationFormat>
  <Paragraphs>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昌荣传播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磊</dc:creator>
  <cp:lastModifiedBy>赵 磊</cp:lastModifiedBy>
  <cp:revision>1</cp:revision>
  <dcterms:created xsi:type="dcterms:W3CDTF">2016-11-02T02:07:24Z</dcterms:created>
  <dcterms:modified xsi:type="dcterms:W3CDTF">2016-11-02T02:13:35Z</dcterms:modified>
</cp:coreProperties>
</file>